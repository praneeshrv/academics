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Evolution of Endpoint Detection and Response (EDR)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A Comprehensive Review</a:t>
            </a:r>
          </a:p>
          <a:p>
            <a:pPr>
              <a:defRPr>
                <a:solidFill>
                  <a:srgbClr val="FFFFFF"/>
                </a:solidFill>
                <a:latin typeface="Arial"/>
              </a:defRPr>
            </a:pPr>
          </a:p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t>Authors: Harpreet Kaur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Introduction to EDR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Definition: Security solution monitoring end-user devices to detect and respond to threats.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Core Function: Continuous telemetry collection (processes, network, connections).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Proactive Nature: Unlike reactive Antivirus, EDR hunts for suspicious behavior.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Importance: Critical defense against sophisticated, persistent cyber-attacks.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The Evolution Timeline (2005-2023)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572000" cy="0"/>
          </a:xfrm>
        </p:spPr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2005-2010 (Foundation): Signatures, Firewalls, Manual Response.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2011-2015 (Behavioral): Logic-based detection, Sandboxing, IoCs.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2016-2020 (Intelligence): Machine Learning, UEBA, File-less detection.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2021-2023 (Advanced): XDR, AI-powered, Zero Trust, Automated Response.</a:t>
            </a:r>
          </a:p>
        </p:txBody>
      </p:sp>
      <p:pic>
        <p:nvPicPr>
          <p:cNvPr id="4" name="Picture 3" descr="edr_evolution_timeline_1771267909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Machine Learning &amp; AI in EDR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572000" cy="0"/>
          </a:xfrm>
        </p:spPr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Role: Analyze massive data volumes impossible for humans.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Pattern Recognition: Establish baselines to flag anomalies.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Zero-Day Detection: Identify unknown threats via intent/behavior.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Challenges: False positives, adversarial attacks, model drift.</a:t>
            </a:r>
          </a:p>
        </p:txBody>
      </p:sp>
      <p:pic>
        <p:nvPicPr>
          <p:cNvPr id="4" name="Picture 3" descr="ai_in_cybersecurity_1771267934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Advanced Concepts: DOPS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DOPS (Deep Ocean Protection System): Enhances EDR capabilities.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Architecture: Endpoint Service Pack collects data; Microservice processes it.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Innovation: Image-Based Malware Detection.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How it works: Converts binary code to images -&gt; logic detects visual patterns of malware -&gt; faster/more accurate.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Extended Detection and Response (XDR)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572000" cy="0"/>
          </a:xfrm>
        </p:spPr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The Future: Evolving beyond endpoints.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Unified Visibility: Network + Cloud + Email + Identity + Endpoint.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Holistic Defense: Correlates signals across layers.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Automated Response: Remediate threats across the entire ecosystem.</a:t>
            </a:r>
          </a:p>
        </p:txBody>
      </p:sp>
      <p:pic>
        <p:nvPicPr>
          <p:cNvPr id="4" name="Picture 3" descr="xdr_architecture_1771267977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Summary: EDR has shifted from signatures to AI-driven behavioral analysis.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Key Driver: Validating AI/ML is essential for modern defense.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Outlook: Integration (XDR) and Automation are the future.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Takeaway: As threats evolve, our defenses must evolve faster.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