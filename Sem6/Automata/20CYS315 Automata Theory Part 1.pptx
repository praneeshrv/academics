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6" r:id="rId10"/>
    <p:sldId id="267" r:id="rId11"/>
    <p:sldId id="268" r:id="rId12"/>
    <p:sldId id="269" r:id="rId13"/>
    <p:sldId id="264" r:id="rId14"/>
    <p:sldId id="265" r:id="rId15"/>
    <p:sldId id="270" r:id="rId16"/>
    <p:sldId id="271" r:id="rId17"/>
    <p:sldId id="272" r:id="rId18"/>
    <p:sldId id="273" r:id="rId19"/>
    <p:sldId id="274" r:id="rId20"/>
    <p:sldId id="282" r:id="rId21"/>
    <p:sldId id="280" r:id="rId22"/>
    <p:sldId id="279" r:id="rId23"/>
    <p:sldId id="275" r:id="rId24"/>
    <p:sldId id="277" r:id="rId25"/>
    <p:sldId id="278" r:id="rId26"/>
    <p:sldId id="281" r:id="rId27"/>
    <p:sldId id="409" r:id="rId28"/>
    <p:sldId id="283" r:id="rId29"/>
    <p:sldId id="284" r:id="rId30"/>
    <p:sldId id="285" r:id="rId31"/>
    <p:sldId id="286" r:id="rId32"/>
    <p:sldId id="287" r:id="rId33"/>
    <p:sldId id="385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395" r:id="rId44"/>
    <p:sldId id="396" r:id="rId45"/>
    <p:sldId id="397" r:id="rId46"/>
    <p:sldId id="398" r:id="rId47"/>
    <p:sldId id="399" r:id="rId48"/>
    <p:sldId id="400" r:id="rId49"/>
    <p:sldId id="401" r:id="rId50"/>
    <p:sldId id="402" r:id="rId51"/>
    <p:sldId id="403" r:id="rId52"/>
    <p:sldId id="404" r:id="rId53"/>
    <p:sldId id="405" r:id="rId54"/>
    <p:sldId id="406" r:id="rId55"/>
    <p:sldId id="407" r:id="rId56"/>
    <p:sldId id="322" r:id="rId57"/>
    <p:sldId id="323" r:id="rId58"/>
    <p:sldId id="324" r:id="rId59"/>
    <p:sldId id="288" r:id="rId60"/>
    <p:sldId id="408" r:id="rId61"/>
    <p:sldId id="289" r:id="rId62"/>
    <p:sldId id="376" r:id="rId63"/>
    <p:sldId id="377" r:id="rId64"/>
    <p:sldId id="379" r:id="rId65"/>
    <p:sldId id="380" r:id="rId66"/>
    <p:sldId id="381" r:id="rId67"/>
    <p:sldId id="410" r:id="rId68"/>
    <p:sldId id="378" r:id="rId69"/>
    <p:sldId id="420" r:id="rId70"/>
    <p:sldId id="430" r:id="rId71"/>
    <p:sldId id="421" r:id="rId72"/>
    <p:sldId id="411" r:id="rId73"/>
    <p:sldId id="429" r:id="rId74"/>
    <p:sldId id="431" r:id="rId75"/>
    <p:sldId id="432" r:id="rId76"/>
    <p:sldId id="417" r:id="rId77"/>
    <p:sldId id="412" r:id="rId78"/>
    <p:sldId id="413" r:id="rId79"/>
    <p:sldId id="414" r:id="rId80"/>
    <p:sldId id="415" r:id="rId81"/>
    <p:sldId id="416" r:id="rId82"/>
    <p:sldId id="418" r:id="rId83"/>
    <p:sldId id="496" r:id="rId84"/>
    <p:sldId id="419" r:id="rId85"/>
    <p:sldId id="422" r:id="rId86"/>
    <p:sldId id="423" r:id="rId87"/>
    <p:sldId id="426" r:id="rId88"/>
    <p:sldId id="427" r:id="rId89"/>
    <p:sldId id="433" r:id="rId90"/>
    <p:sldId id="434" r:id="rId91"/>
    <p:sldId id="435" r:id="rId92"/>
    <p:sldId id="465" r:id="rId93"/>
    <p:sldId id="436" r:id="rId94"/>
    <p:sldId id="437" r:id="rId95"/>
    <p:sldId id="438" r:id="rId96"/>
    <p:sldId id="439" r:id="rId97"/>
    <p:sldId id="440" r:id="rId98"/>
    <p:sldId id="442" r:id="rId99"/>
    <p:sldId id="441" r:id="rId100"/>
    <p:sldId id="479" r:id="rId101"/>
    <p:sldId id="461" r:id="rId102"/>
    <p:sldId id="480" r:id="rId103"/>
    <p:sldId id="462" r:id="rId104"/>
    <p:sldId id="481" r:id="rId105"/>
    <p:sldId id="482" r:id="rId106"/>
    <p:sldId id="483" r:id="rId107"/>
    <p:sldId id="484" r:id="rId108"/>
    <p:sldId id="485" r:id="rId109"/>
    <p:sldId id="486" r:id="rId110"/>
    <p:sldId id="487" r:id="rId111"/>
    <p:sldId id="488" r:id="rId112"/>
    <p:sldId id="489" r:id="rId113"/>
    <p:sldId id="490" r:id="rId114"/>
    <p:sldId id="491" r:id="rId115"/>
    <p:sldId id="492" r:id="rId116"/>
    <p:sldId id="494" r:id="rId117"/>
    <p:sldId id="466" r:id="rId118"/>
    <p:sldId id="460" r:id="rId119"/>
    <p:sldId id="467" r:id="rId120"/>
    <p:sldId id="478" r:id="rId121"/>
    <p:sldId id="495" r:id="rId122"/>
    <p:sldId id="475" r:id="rId123"/>
    <p:sldId id="476" r:id="rId124"/>
    <p:sldId id="477" r:id="rId125"/>
    <p:sldId id="497" r:id="rId126"/>
    <p:sldId id="498" r:id="rId127"/>
    <p:sldId id="499" r:id="rId1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4F939-02B0-4F24-92B3-43A8108E07A3}" v="271" dt="2025-12-09T07:13:39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4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5" Type="http://schemas.microsoft.com/office/2015/10/relationships/revisionInfo" Target="revisionInfo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uya R" userId="85eefe040dbd19ca" providerId="LiveId" clId="{F6C0FBD5-51B7-4E53-9C14-EFF993B86CB3}"/>
    <pc:docChg chg="undo custSel addSld delSld modSld sldOrd">
      <pc:chgData name="Anusuya R" userId="85eefe040dbd19ca" providerId="LiveId" clId="{F6C0FBD5-51B7-4E53-9C14-EFF993B86CB3}" dt="2025-12-09T07:13:43.065" v="1438" actId="47"/>
      <pc:docMkLst>
        <pc:docMk/>
      </pc:docMkLst>
      <pc:sldChg chg="modSp mod">
        <pc:chgData name="Anusuya R" userId="85eefe040dbd19ca" providerId="LiveId" clId="{F6C0FBD5-51B7-4E53-9C14-EFF993B86CB3}" dt="2025-12-05T06:34:02.289" v="1364" actId="27636"/>
        <pc:sldMkLst>
          <pc:docMk/>
          <pc:sldMk cId="3586526749" sldId="256"/>
        </pc:sldMkLst>
        <pc:spChg chg="mod">
          <ac:chgData name="Anusuya R" userId="85eefe040dbd19ca" providerId="LiveId" clId="{F6C0FBD5-51B7-4E53-9C14-EFF993B86CB3}" dt="2025-12-05T06:34:02.289" v="1364" actId="27636"/>
          <ac:spMkLst>
            <pc:docMk/>
            <pc:sldMk cId="3586526749" sldId="256"/>
            <ac:spMk id="3" creationId="{77D2F344-E96B-E1F2-BF94-6F5D254BC873}"/>
          </ac:spMkLst>
        </pc:spChg>
      </pc:sldChg>
      <pc:sldChg chg="modSp mod">
        <pc:chgData name="Anusuya R" userId="85eefe040dbd19ca" providerId="LiveId" clId="{F6C0FBD5-51B7-4E53-9C14-EFF993B86CB3}" dt="2025-11-13T06:40:19.290" v="332" actId="1076"/>
        <pc:sldMkLst>
          <pc:docMk/>
          <pc:sldMk cId="470717576" sldId="261"/>
        </pc:sldMkLst>
        <pc:spChg chg="mod">
          <ac:chgData name="Anusuya R" userId="85eefe040dbd19ca" providerId="LiveId" clId="{F6C0FBD5-51B7-4E53-9C14-EFF993B86CB3}" dt="2025-11-13T06:40:19.290" v="332" actId="1076"/>
          <ac:spMkLst>
            <pc:docMk/>
            <pc:sldMk cId="470717576" sldId="261"/>
            <ac:spMk id="2" creationId="{FD23179F-51A2-0AD0-E076-6CB29395600E}"/>
          </ac:spMkLst>
        </pc:spChg>
      </pc:sldChg>
      <pc:sldChg chg="modSp mod">
        <pc:chgData name="Anusuya R" userId="85eefe040dbd19ca" providerId="LiveId" clId="{F6C0FBD5-51B7-4E53-9C14-EFF993B86CB3}" dt="2025-11-13T06:40:25.053" v="333" actId="122"/>
        <pc:sldMkLst>
          <pc:docMk/>
          <pc:sldMk cId="1554791802" sldId="263"/>
        </pc:sldMkLst>
        <pc:spChg chg="mod">
          <ac:chgData name="Anusuya R" userId="85eefe040dbd19ca" providerId="LiveId" clId="{F6C0FBD5-51B7-4E53-9C14-EFF993B86CB3}" dt="2025-11-13T06:40:25.053" v="333" actId="122"/>
          <ac:spMkLst>
            <pc:docMk/>
            <pc:sldMk cId="1554791802" sldId="263"/>
            <ac:spMk id="2" creationId="{75056433-4C60-0686-114F-5A99A876FB20}"/>
          </ac:spMkLst>
        </pc:spChg>
      </pc:sldChg>
      <pc:sldChg chg="modSp mod">
        <pc:chgData name="Anusuya R" userId="85eefe040dbd19ca" providerId="LiveId" clId="{F6C0FBD5-51B7-4E53-9C14-EFF993B86CB3}" dt="2025-11-13T06:40:33.347" v="334" actId="122"/>
        <pc:sldMkLst>
          <pc:docMk/>
          <pc:sldMk cId="3686422511" sldId="265"/>
        </pc:sldMkLst>
        <pc:spChg chg="mod">
          <ac:chgData name="Anusuya R" userId="85eefe040dbd19ca" providerId="LiveId" clId="{F6C0FBD5-51B7-4E53-9C14-EFF993B86CB3}" dt="2025-11-13T06:40:33.347" v="334" actId="122"/>
          <ac:spMkLst>
            <pc:docMk/>
            <pc:sldMk cId="3686422511" sldId="265"/>
            <ac:spMk id="2" creationId="{7275F1C2-F317-8A60-B416-5D355C0709C3}"/>
          </ac:spMkLst>
        </pc:spChg>
      </pc:sldChg>
      <pc:sldChg chg="modSp mod">
        <pc:chgData name="Anusuya R" userId="85eefe040dbd19ca" providerId="LiveId" clId="{F6C0FBD5-51B7-4E53-9C14-EFF993B86CB3}" dt="2025-11-13T06:40:57.225" v="336" actId="108"/>
        <pc:sldMkLst>
          <pc:docMk/>
          <pc:sldMk cId="1166797744" sldId="270"/>
        </pc:sldMkLst>
        <pc:spChg chg="mod">
          <ac:chgData name="Anusuya R" userId="85eefe040dbd19ca" providerId="LiveId" clId="{F6C0FBD5-51B7-4E53-9C14-EFF993B86CB3}" dt="2025-11-13T06:40:57.225" v="336" actId="108"/>
          <ac:spMkLst>
            <pc:docMk/>
            <pc:sldMk cId="1166797744" sldId="270"/>
            <ac:spMk id="3" creationId="{39C6EBCD-A7AA-8085-961D-8A5BF2F53569}"/>
          </ac:spMkLst>
        </pc:spChg>
      </pc:sldChg>
      <pc:sldChg chg="modSp mod">
        <pc:chgData name="Anusuya R" userId="85eefe040dbd19ca" providerId="LiveId" clId="{F6C0FBD5-51B7-4E53-9C14-EFF993B86CB3}" dt="2025-11-13T06:41:17.466" v="338" actId="20577"/>
        <pc:sldMkLst>
          <pc:docMk/>
          <pc:sldMk cId="947849567" sldId="271"/>
        </pc:sldMkLst>
        <pc:spChg chg="mod">
          <ac:chgData name="Anusuya R" userId="85eefe040dbd19ca" providerId="LiveId" clId="{F6C0FBD5-51B7-4E53-9C14-EFF993B86CB3}" dt="2025-11-13T06:41:17.466" v="338" actId="20577"/>
          <ac:spMkLst>
            <pc:docMk/>
            <pc:sldMk cId="947849567" sldId="271"/>
            <ac:spMk id="3" creationId="{EB2A5162-CB10-CCB9-C68E-07C892708E10}"/>
          </ac:spMkLst>
        </pc:spChg>
      </pc:sldChg>
      <pc:sldChg chg="modSp mod">
        <pc:chgData name="Anusuya R" userId="85eefe040dbd19ca" providerId="LiveId" clId="{F6C0FBD5-51B7-4E53-9C14-EFF993B86CB3}" dt="2025-11-13T06:40:01.148" v="330" actId="207"/>
        <pc:sldMkLst>
          <pc:docMk/>
          <pc:sldMk cId="3611368133" sldId="273"/>
        </pc:sldMkLst>
        <pc:spChg chg="mod">
          <ac:chgData name="Anusuya R" userId="85eefe040dbd19ca" providerId="LiveId" clId="{F6C0FBD5-51B7-4E53-9C14-EFF993B86CB3}" dt="2025-11-13T06:40:01.148" v="330" actId="207"/>
          <ac:spMkLst>
            <pc:docMk/>
            <pc:sldMk cId="3611368133" sldId="273"/>
            <ac:spMk id="3" creationId="{1477C200-2DD5-D481-15AD-AF475DBFC5A7}"/>
          </ac:spMkLst>
        </pc:spChg>
      </pc:sldChg>
      <pc:sldChg chg="addSp modSp">
        <pc:chgData name="Anusuya R" userId="85eefe040dbd19ca" providerId="LiveId" clId="{F6C0FBD5-51B7-4E53-9C14-EFF993B86CB3}" dt="2025-11-13T06:12:18.283" v="0"/>
        <pc:sldMkLst>
          <pc:docMk/>
          <pc:sldMk cId="3385487311" sldId="275"/>
        </pc:sldMkLst>
      </pc:sldChg>
      <pc:sldChg chg="addSp modSp new">
        <pc:chgData name="Anusuya R" userId="85eefe040dbd19ca" providerId="LiveId" clId="{F6C0FBD5-51B7-4E53-9C14-EFF993B86CB3}" dt="2025-11-13T06:12:50.725" v="4"/>
        <pc:sldMkLst>
          <pc:docMk/>
          <pc:sldMk cId="552132308" sldId="277"/>
        </pc:sldMkLst>
        <pc:inkChg chg="add mod">
          <ac:chgData name="Anusuya R" userId="85eefe040dbd19ca" providerId="LiveId" clId="{F6C0FBD5-51B7-4E53-9C14-EFF993B86CB3}" dt="2025-11-13T06:12:50.725" v="4"/>
          <ac:inkMkLst>
            <pc:docMk/>
            <pc:sldMk cId="552132308" sldId="277"/>
            <ac:inkMk id="2" creationId="{D3BD417E-67C2-BCAD-2A48-E9A824F2F812}"/>
          </ac:inkMkLst>
        </pc:inkChg>
      </pc:sldChg>
      <pc:sldChg chg="modSp new mod">
        <pc:chgData name="Anusuya R" userId="85eefe040dbd19ca" providerId="LiveId" clId="{F6C0FBD5-51B7-4E53-9C14-EFF993B86CB3}" dt="2025-11-13T06:22:19.967" v="186" actId="113"/>
        <pc:sldMkLst>
          <pc:docMk/>
          <pc:sldMk cId="855592194" sldId="278"/>
        </pc:sldMkLst>
        <pc:spChg chg="mod">
          <ac:chgData name="Anusuya R" userId="85eefe040dbd19ca" providerId="LiveId" clId="{F6C0FBD5-51B7-4E53-9C14-EFF993B86CB3}" dt="2025-11-13T06:22:19.967" v="186" actId="113"/>
          <ac:spMkLst>
            <pc:docMk/>
            <pc:sldMk cId="855592194" sldId="278"/>
            <ac:spMk id="3" creationId="{21AF0CA4-944B-04D6-7BBB-ADE5C7F72E3E}"/>
          </ac:spMkLst>
        </pc:spChg>
      </pc:sldChg>
      <pc:sldChg chg="addSp modSp new mod">
        <pc:chgData name="Anusuya R" userId="85eefe040dbd19ca" providerId="LiveId" clId="{F6C0FBD5-51B7-4E53-9C14-EFF993B86CB3}" dt="2025-11-13T06:21:33.890" v="182" actId="122"/>
        <pc:sldMkLst>
          <pc:docMk/>
          <pc:sldMk cId="4192719240" sldId="279"/>
        </pc:sldMkLst>
        <pc:spChg chg="mod">
          <ac:chgData name="Anusuya R" userId="85eefe040dbd19ca" providerId="LiveId" clId="{F6C0FBD5-51B7-4E53-9C14-EFF993B86CB3}" dt="2025-11-13T06:21:33.890" v="182" actId="122"/>
          <ac:spMkLst>
            <pc:docMk/>
            <pc:sldMk cId="4192719240" sldId="279"/>
            <ac:spMk id="2" creationId="{0FEF96CF-BD0C-DA32-0F41-47C8F7AA9DD1}"/>
          </ac:spMkLst>
        </pc:spChg>
        <pc:spChg chg="mod">
          <ac:chgData name="Anusuya R" userId="85eefe040dbd19ca" providerId="LiveId" clId="{F6C0FBD5-51B7-4E53-9C14-EFF993B86CB3}" dt="2025-11-13T06:21:21.026" v="180" actId="27636"/>
          <ac:spMkLst>
            <pc:docMk/>
            <pc:sldMk cId="4192719240" sldId="279"/>
            <ac:spMk id="3" creationId="{8FB87565-2105-EC5F-CB9A-A068E050664E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5" creationId="{30EC72C8-4477-1342-C49D-1F48658816F3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6" creationId="{45F4D0A4-29A6-2C47-A773-7037C3E7A3A6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7" creationId="{D9793F72-24FA-6D2C-5E01-82CCFA5ABAD2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8" creationId="{30BB019A-A6D1-E1DF-4D08-27087411DC30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9" creationId="{27A0325F-217B-4C42-CD2E-08181D65C7E6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10" creationId="{F29A2A2F-EAB2-EB73-A314-99B9FC643869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11" creationId="{42D5BBF5-890E-8447-0A8E-4F2AE94B1F27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12" creationId="{58CE296E-81B6-E835-6D60-3E5403456FF5}"/>
          </ac:spMkLst>
        </pc:spChg>
        <pc:spChg chg="mod">
          <ac:chgData name="Anusuya R" userId="85eefe040dbd19ca" providerId="LiveId" clId="{F6C0FBD5-51B7-4E53-9C14-EFF993B86CB3}" dt="2025-11-13T06:21:12.278" v="178"/>
          <ac:spMkLst>
            <pc:docMk/>
            <pc:sldMk cId="4192719240" sldId="279"/>
            <ac:spMk id="13" creationId="{2EF815C0-8A39-1348-A0F0-076EA835F596}"/>
          </ac:spMkLst>
        </pc:spChg>
        <pc:grpChg chg="add mod">
          <ac:chgData name="Anusuya R" userId="85eefe040dbd19ca" providerId="LiveId" clId="{F6C0FBD5-51B7-4E53-9C14-EFF993B86CB3}" dt="2025-11-13T06:21:12.278" v="178"/>
          <ac:grpSpMkLst>
            <pc:docMk/>
            <pc:sldMk cId="4192719240" sldId="279"/>
            <ac:grpSpMk id="4" creationId="{1C46BF6F-D087-9D92-80CE-9E57E0E00D14}"/>
          </ac:grpSpMkLst>
        </pc:grpChg>
      </pc:sldChg>
      <pc:sldChg chg="addSp modSp new mod">
        <pc:chgData name="Anusuya R" userId="85eefe040dbd19ca" providerId="LiveId" clId="{F6C0FBD5-51B7-4E53-9C14-EFF993B86CB3}" dt="2025-11-13T06:37:13.164" v="320" actId="20577"/>
        <pc:sldMkLst>
          <pc:docMk/>
          <pc:sldMk cId="871012337" sldId="280"/>
        </pc:sldMkLst>
        <pc:graphicFrameChg chg="add mod modGraphic">
          <ac:chgData name="Anusuya R" userId="85eefe040dbd19ca" providerId="LiveId" clId="{F6C0FBD5-51B7-4E53-9C14-EFF993B86CB3}" dt="2025-11-13T06:37:13.164" v="320" actId="20577"/>
          <ac:graphicFrameMkLst>
            <pc:docMk/>
            <pc:sldMk cId="871012337" sldId="280"/>
            <ac:graphicFrameMk id="2" creationId="{B3D3082F-D16A-4E08-FDE3-930619A1C5A6}"/>
          </ac:graphicFrameMkLst>
        </pc:graphicFrameChg>
      </pc:sldChg>
      <pc:sldChg chg="addSp modSp new mod">
        <pc:chgData name="Anusuya R" userId="85eefe040dbd19ca" providerId="LiveId" clId="{F6C0FBD5-51B7-4E53-9C14-EFF993B86CB3}" dt="2025-11-13T06:54:21.538" v="426" actId="14100"/>
        <pc:sldMkLst>
          <pc:docMk/>
          <pc:sldMk cId="1895247402" sldId="281"/>
        </pc:sldMkLst>
        <pc:spChg chg="mod">
          <ac:chgData name="Anusuya R" userId="85eefe040dbd19ca" providerId="LiveId" clId="{F6C0FBD5-51B7-4E53-9C14-EFF993B86CB3}" dt="2025-11-13T06:53:18.785" v="418" actId="20577"/>
          <ac:spMkLst>
            <pc:docMk/>
            <pc:sldMk cId="1895247402" sldId="281"/>
            <ac:spMk id="3" creationId="{E7B12768-430A-2668-C26A-B6FB3F7A84A4}"/>
          </ac:spMkLst>
        </pc:spChg>
        <pc:picChg chg="add">
          <ac:chgData name="Anusuya R" userId="85eefe040dbd19ca" providerId="LiveId" clId="{F6C0FBD5-51B7-4E53-9C14-EFF993B86CB3}" dt="2025-11-13T06:33:16.793" v="315" actId="22"/>
          <ac:picMkLst>
            <pc:docMk/>
            <pc:sldMk cId="1895247402" sldId="281"/>
            <ac:picMk id="6" creationId="{C87B8C24-9475-E2F6-5613-460ED50787BE}"/>
          </ac:picMkLst>
        </pc:picChg>
        <pc:picChg chg="add mod">
          <ac:chgData name="Anusuya R" userId="85eefe040dbd19ca" providerId="LiveId" clId="{F6C0FBD5-51B7-4E53-9C14-EFF993B86CB3}" dt="2025-11-13T06:54:21.538" v="426" actId="14100"/>
          <ac:picMkLst>
            <pc:docMk/>
            <pc:sldMk cId="1895247402" sldId="281"/>
            <ac:picMk id="7" creationId="{47B9326F-6D88-DC84-DA0F-78818B335B1A}"/>
          </ac:picMkLst>
        </pc:picChg>
      </pc:sldChg>
      <pc:sldChg chg="modSp new mod">
        <pc:chgData name="Anusuya R" userId="85eefe040dbd19ca" providerId="LiveId" clId="{F6C0FBD5-51B7-4E53-9C14-EFF993B86CB3}" dt="2025-11-13T06:51:34.772" v="417" actId="20577"/>
        <pc:sldMkLst>
          <pc:docMk/>
          <pc:sldMk cId="2717058274" sldId="282"/>
        </pc:sldMkLst>
        <pc:spChg chg="mod">
          <ac:chgData name="Anusuya R" userId="85eefe040dbd19ca" providerId="LiveId" clId="{F6C0FBD5-51B7-4E53-9C14-EFF993B86CB3}" dt="2025-11-13T06:51:34.772" v="417" actId="20577"/>
          <ac:spMkLst>
            <pc:docMk/>
            <pc:sldMk cId="2717058274" sldId="282"/>
            <ac:spMk id="3" creationId="{23EF295A-F593-CC89-07B7-B984721ACBA2}"/>
          </ac:spMkLst>
        </pc:spChg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866350990" sldId="283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955286577" sldId="284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832708971" sldId="285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833715625" sldId="286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480236917" sldId="287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714500539" sldId="288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793938988" sldId="289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183111033" sldId="322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378479077" sldId="323"/>
        </pc:sldMkLst>
      </pc:sldChg>
      <pc:sldChg chg="modSp add mod">
        <pc:chgData name="Anusuya R" userId="85eefe040dbd19ca" providerId="LiveId" clId="{F6C0FBD5-51B7-4E53-9C14-EFF993B86CB3}" dt="2025-11-13T10:27:32.840" v="428" actId="27636"/>
        <pc:sldMkLst>
          <pc:docMk/>
          <pc:sldMk cId="1138491665" sldId="324"/>
        </pc:sldMkLst>
        <pc:spChg chg="mod">
          <ac:chgData name="Anusuya R" userId="85eefe040dbd19ca" providerId="LiveId" clId="{F6C0FBD5-51B7-4E53-9C14-EFF993B86CB3}" dt="2025-11-13T10:27:32.840" v="428" actId="27636"/>
          <ac:spMkLst>
            <pc:docMk/>
            <pc:sldMk cId="1138491665" sldId="324"/>
            <ac:spMk id="3" creationId="{00000000-0000-0000-0000-000000000000}"/>
          </ac:spMkLst>
        </pc:spChg>
      </pc:sldChg>
      <pc:sldChg chg="modSp add mod">
        <pc:chgData name="Anusuya R" userId="85eefe040dbd19ca" providerId="LiveId" clId="{F6C0FBD5-51B7-4E53-9C14-EFF993B86CB3}" dt="2025-11-20T06:05:36.237" v="443" actId="5793"/>
        <pc:sldMkLst>
          <pc:docMk/>
          <pc:sldMk cId="1925542651" sldId="376"/>
        </pc:sldMkLst>
        <pc:spChg chg="mod">
          <ac:chgData name="Anusuya R" userId="85eefe040dbd19ca" providerId="LiveId" clId="{F6C0FBD5-51B7-4E53-9C14-EFF993B86CB3}" dt="2025-11-20T06:05:36.237" v="443" actId="5793"/>
          <ac:spMkLst>
            <pc:docMk/>
            <pc:sldMk cId="1925542651" sldId="376"/>
            <ac:spMk id="3" creationId="{00000000-0000-0000-0000-000000000000}"/>
          </ac:spMkLst>
        </pc:spChg>
      </pc:sldChg>
      <pc:sldChg chg="add">
        <pc:chgData name="Anusuya R" userId="85eefe040dbd19ca" providerId="LiveId" clId="{F6C0FBD5-51B7-4E53-9C14-EFF993B86CB3}" dt="2025-11-20T06:05:31.261" v="442"/>
        <pc:sldMkLst>
          <pc:docMk/>
          <pc:sldMk cId="1089510382" sldId="377"/>
        </pc:sldMkLst>
      </pc:sldChg>
      <pc:sldChg chg="modSp add mod">
        <pc:chgData name="Anusuya R" userId="85eefe040dbd19ca" providerId="LiveId" clId="{F6C0FBD5-51B7-4E53-9C14-EFF993B86CB3}" dt="2025-11-20T06:06:27.977" v="455" actId="113"/>
        <pc:sldMkLst>
          <pc:docMk/>
          <pc:sldMk cId="3145766603" sldId="378"/>
        </pc:sldMkLst>
        <pc:spChg chg="mod">
          <ac:chgData name="Anusuya R" userId="85eefe040dbd19ca" providerId="LiveId" clId="{F6C0FBD5-51B7-4E53-9C14-EFF993B86CB3}" dt="2025-11-20T06:06:27.977" v="455" actId="113"/>
          <ac:spMkLst>
            <pc:docMk/>
            <pc:sldMk cId="3145766603" sldId="378"/>
            <ac:spMk id="3" creationId="{00000000-0000-0000-0000-000000000000}"/>
          </ac:spMkLst>
        </pc:spChg>
      </pc:sldChg>
      <pc:sldChg chg="modSp add mod">
        <pc:chgData name="Anusuya R" userId="85eefe040dbd19ca" providerId="LiveId" clId="{F6C0FBD5-51B7-4E53-9C14-EFF993B86CB3}" dt="2025-11-20T06:05:41.841" v="444" actId="20577"/>
        <pc:sldMkLst>
          <pc:docMk/>
          <pc:sldMk cId="4001715507" sldId="379"/>
        </pc:sldMkLst>
        <pc:spChg chg="mod">
          <ac:chgData name="Anusuya R" userId="85eefe040dbd19ca" providerId="LiveId" clId="{F6C0FBD5-51B7-4E53-9C14-EFF993B86CB3}" dt="2025-11-20T06:05:41.841" v="444" actId="20577"/>
          <ac:spMkLst>
            <pc:docMk/>
            <pc:sldMk cId="4001715507" sldId="379"/>
            <ac:spMk id="2" creationId="{00000000-0000-0000-0000-000000000000}"/>
          </ac:spMkLst>
        </pc:spChg>
      </pc:sldChg>
      <pc:sldChg chg="modSp add mod">
        <pc:chgData name="Anusuya R" userId="85eefe040dbd19ca" providerId="LiveId" clId="{F6C0FBD5-51B7-4E53-9C14-EFF993B86CB3}" dt="2025-11-20T06:05:48.998" v="445" actId="20577"/>
        <pc:sldMkLst>
          <pc:docMk/>
          <pc:sldMk cId="3458475541" sldId="380"/>
        </pc:sldMkLst>
        <pc:spChg chg="mod">
          <ac:chgData name="Anusuya R" userId="85eefe040dbd19ca" providerId="LiveId" clId="{F6C0FBD5-51B7-4E53-9C14-EFF993B86CB3}" dt="2025-11-20T06:05:48.998" v="445" actId="20577"/>
          <ac:spMkLst>
            <pc:docMk/>
            <pc:sldMk cId="3458475541" sldId="380"/>
            <ac:spMk id="2" creationId="{00000000-0000-0000-0000-000000000000}"/>
          </ac:spMkLst>
        </pc:spChg>
      </pc:sldChg>
      <pc:sldChg chg="modSp add mod">
        <pc:chgData name="Anusuya R" userId="85eefe040dbd19ca" providerId="LiveId" clId="{F6C0FBD5-51B7-4E53-9C14-EFF993B86CB3}" dt="2025-11-20T06:06:02.972" v="449" actId="113"/>
        <pc:sldMkLst>
          <pc:docMk/>
          <pc:sldMk cId="2792465030" sldId="381"/>
        </pc:sldMkLst>
        <pc:spChg chg="mod">
          <ac:chgData name="Anusuya R" userId="85eefe040dbd19ca" providerId="LiveId" clId="{F6C0FBD5-51B7-4E53-9C14-EFF993B86CB3}" dt="2025-11-20T06:06:02.972" v="449" actId="113"/>
          <ac:spMkLst>
            <pc:docMk/>
            <pc:sldMk cId="2792465030" sldId="381"/>
            <ac:spMk id="3" creationId="{00000000-0000-0000-0000-000000000000}"/>
          </ac:spMkLst>
        </pc:spChg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4234474471" sldId="385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537290646" sldId="386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43549544" sldId="387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360355583" sldId="388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359640149" sldId="389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233100688" sldId="390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503955182" sldId="391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99490792" sldId="392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801145347" sldId="393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012957286" sldId="394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271484911" sldId="395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031055642" sldId="396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762009353" sldId="397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337551008" sldId="398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489119588" sldId="399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205087037" sldId="400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469498095" sldId="401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361236865" sldId="402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118783457" sldId="403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3002976263" sldId="404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024697113" sldId="405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2237891793" sldId="406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402436181" sldId="407"/>
        </pc:sldMkLst>
      </pc:sldChg>
      <pc:sldChg chg="add">
        <pc:chgData name="Anusuya R" userId="85eefe040dbd19ca" providerId="LiveId" clId="{F6C0FBD5-51B7-4E53-9C14-EFF993B86CB3}" dt="2025-11-13T10:27:32.562" v="427"/>
        <pc:sldMkLst>
          <pc:docMk/>
          <pc:sldMk cId="1877673415" sldId="408"/>
        </pc:sldMkLst>
      </pc:sldChg>
      <pc:sldChg chg="modSp new mod">
        <pc:chgData name="Anusuya R" userId="85eefe040dbd19ca" providerId="LiveId" clId="{F6C0FBD5-51B7-4E53-9C14-EFF993B86CB3}" dt="2025-11-13T10:28:54.732" v="441"/>
        <pc:sldMkLst>
          <pc:docMk/>
          <pc:sldMk cId="2102574427" sldId="409"/>
        </pc:sldMkLst>
        <pc:spChg chg="mod">
          <ac:chgData name="Anusuya R" userId="85eefe040dbd19ca" providerId="LiveId" clId="{F6C0FBD5-51B7-4E53-9C14-EFF993B86CB3}" dt="2025-11-13T10:28:54.732" v="441"/>
          <ac:spMkLst>
            <pc:docMk/>
            <pc:sldMk cId="2102574427" sldId="409"/>
            <ac:spMk id="3" creationId="{06B7B28D-08A5-6B42-D978-231F575539BB}"/>
          </ac:spMkLst>
        </pc:spChg>
      </pc:sldChg>
      <pc:sldChg chg="modSp add mod">
        <pc:chgData name="Anusuya R" userId="85eefe040dbd19ca" providerId="LiveId" clId="{F6C0FBD5-51B7-4E53-9C14-EFF993B86CB3}" dt="2025-11-20T06:06:19.155" v="453" actId="113"/>
        <pc:sldMkLst>
          <pc:docMk/>
          <pc:sldMk cId="3722651547" sldId="410"/>
        </pc:sldMkLst>
        <pc:spChg chg="mod">
          <ac:chgData name="Anusuya R" userId="85eefe040dbd19ca" providerId="LiveId" clId="{F6C0FBD5-51B7-4E53-9C14-EFF993B86CB3}" dt="2025-11-20T06:06:19.155" v="453" actId="113"/>
          <ac:spMkLst>
            <pc:docMk/>
            <pc:sldMk cId="3722651547" sldId="410"/>
            <ac:spMk id="3" creationId="{00000000-0000-0000-0000-000000000000}"/>
          </ac:spMkLst>
        </pc:spChg>
      </pc:sldChg>
      <pc:sldChg chg="add">
        <pc:chgData name="Anusuya R" userId="85eefe040dbd19ca" providerId="LiveId" clId="{F6C0FBD5-51B7-4E53-9C14-EFF993B86CB3}" dt="2025-11-20T06:05:31.261" v="442"/>
        <pc:sldMkLst>
          <pc:docMk/>
          <pc:sldMk cId="799980748" sldId="411"/>
        </pc:sldMkLst>
      </pc:sldChg>
      <pc:sldChg chg="add">
        <pc:chgData name="Anusuya R" userId="85eefe040dbd19ca" providerId="LiveId" clId="{F6C0FBD5-51B7-4E53-9C14-EFF993B86CB3}" dt="2025-11-20T06:08:23.825" v="500"/>
        <pc:sldMkLst>
          <pc:docMk/>
          <pc:sldMk cId="3478306808" sldId="412"/>
        </pc:sldMkLst>
      </pc:sldChg>
      <pc:sldChg chg="add">
        <pc:chgData name="Anusuya R" userId="85eefe040dbd19ca" providerId="LiveId" clId="{F6C0FBD5-51B7-4E53-9C14-EFF993B86CB3}" dt="2025-12-05T04:44:52.399" v="1326"/>
        <pc:sldMkLst>
          <pc:docMk/>
          <pc:sldMk cId="1404842149" sldId="413"/>
        </pc:sldMkLst>
      </pc:sldChg>
      <pc:sldChg chg="add">
        <pc:chgData name="Anusuya R" userId="85eefe040dbd19ca" providerId="LiveId" clId="{F6C0FBD5-51B7-4E53-9C14-EFF993B86CB3}" dt="2025-12-05T04:44:52.399" v="1326"/>
        <pc:sldMkLst>
          <pc:docMk/>
          <pc:sldMk cId="2426912388" sldId="414"/>
        </pc:sldMkLst>
      </pc:sldChg>
      <pc:sldChg chg="add">
        <pc:chgData name="Anusuya R" userId="85eefe040dbd19ca" providerId="LiveId" clId="{F6C0FBD5-51B7-4E53-9C14-EFF993B86CB3}" dt="2025-12-05T04:44:52.399" v="1326"/>
        <pc:sldMkLst>
          <pc:docMk/>
          <pc:sldMk cId="171012746" sldId="415"/>
        </pc:sldMkLst>
      </pc:sldChg>
      <pc:sldChg chg="add">
        <pc:chgData name="Anusuya R" userId="85eefe040dbd19ca" providerId="LiveId" clId="{F6C0FBD5-51B7-4E53-9C14-EFF993B86CB3}" dt="2025-12-05T04:45:10.815" v="1327"/>
        <pc:sldMkLst>
          <pc:docMk/>
          <pc:sldMk cId="1300764126" sldId="416"/>
        </pc:sldMkLst>
      </pc:sldChg>
      <pc:sldChg chg="add">
        <pc:chgData name="Anusuya R" userId="85eefe040dbd19ca" providerId="LiveId" clId="{F6C0FBD5-51B7-4E53-9C14-EFF993B86CB3}" dt="2025-11-20T06:08:23.825" v="500"/>
        <pc:sldMkLst>
          <pc:docMk/>
          <pc:sldMk cId="1364015095" sldId="417"/>
        </pc:sldMkLst>
      </pc:sldChg>
      <pc:sldChg chg="add">
        <pc:chgData name="Anusuya R" userId="85eefe040dbd19ca" providerId="LiveId" clId="{F6C0FBD5-51B7-4E53-9C14-EFF993B86CB3}" dt="2025-12-05T04:45:45.733" v="1328"/>
        <pc:sldMkLst>
          <pc:docMk/>
          <pc:sldMk cId="4097987450" sldId="418"/>
        </pc:sldMkLst>
      </pc:sldChg>
      <pc:sldChg chg="add">
        <pc:chgData name="Anusuya R" userId="85eefe040dbd19ca" providerId="LiveId" clId="{F6C0FBD5-51B7-4E53-9C14-EFF993B86CB3}" dt="2025-12-05T04:45:45.733" v="1328"/>
        <pc:sldMkLst>
          <pc:docMk/>
          <pc:sldMk cId="542465305" sldId="419"/>
        </pc:sldMkLst>
      </pc:sldChg>
      <pc:sldChg chg="modSp add mod modAnim">
        <pc:chgData name="Anusuya R" userId="85eefe040dbd19ca" providerId="LiveId" clId="{F6C0FBD5-51B7-4E53-9C14-EFF993B86CB3}" dt="2025-11-20T06:07:47.822" v="499" actId="6549"/>
        <pc:sldMkLst>
          <pc:docMk/>
          <pc:sldMk cId="3761215704" sldId="420"/>
        </pc:sldMkLst>
        <pc:spChg chg="mod">
          <ac:chgData name="Anusuya R" userId="85eefe040dbd19ca" providerId="LiveId" clId="{F6C0FBD5-51B7-4E53-9C14-EFF993B86CB3}" dt="2025-11-20T06:07:47.822" v="499" actId="6549"/>
          <ac:spMkLst>
            <pc:docMk/>
            <pc:sldMk cId="3761215704" sldId="420"/>
            <ac:spMk id="3" creationId="{00000000-0000-0000-0000-000000000000}"/>
          </ac:spMkLst>
        </pc:spChg>
        <pc:graphicFrameChg chg="modGraphic">
          <ac:chgData name="Anusuya R" userId="85eefe040dbd19ca" providerId="LiveId" clId="{F6C0FBD5-51B7-4E53-9C14-EFF993B86CB3}" dt="2025-11-20T06:07:45.094" v="498" actId="14734"/>
          <ac:graphicFrameMkLst>
            <pc:docMk/>
            <pc:sldMk cId="3761215704" sldId="420"/>
            <ac:graphicFrameMk id="23" creationId="{00000000-0000-0000-0000-000000000000}"/>
          </ac:graphicFrameMkLst>
        </pc:graphicFrameChg>
      </pc:sldChg>
      <pc:sldChg chg="add">
        <pc:chgData name="Anusuya R" userId="85eefe040dbd19ca" providerId="LiveId" clId="{F6C0FBD5-51B7-4E53-9C14-EFF993B86CB3}" dt="2025-11-20T06:05:31.261" v="442"/>
        <pc:sldMkLst>
          <pc:docMk/>
          <pc:sldMk cId="2416519415" sldId="421"/>
        </pc:sldMkLst>
      </pc:sldChg>
      <pc:sldChg chg="add">
        <pc:chgData name="Anusuya R" userId="85eefe040dbd19ca" providerId="LiveId" clId="{F6C0FBD5-51B7-4E53-9C14-EFF993B86CB3}" dt="2025-12-05T04:45:45.733" v="1328"/>
        <pc:sldMkLst>
          <pc:docMk/>
          <pc:sldMk cId="527870816" sldId="422"/>
        </pc:sldMkLst>
      </pc:sldChg>
      <pc:sldChg chg="add">
        <pc:chgData name="Anusuya R" userId="85eefe040dbd19ca" providerId="LiveId" clId="{F6C0FBD5-51B7-4E53-9C14-EFF993B86CB3}" dt="2025-12-05T04:45:45.733" v="1328"/>
        <pc:sldMkLst>
          <pc:docMk/>
          <pc:sldMk cId="3282605366" sldId="423"/>
        </pc:sldMkLst>
      </pc:sldChg>
      <pc:sldChg chg="add">
        <pc:chgData name="Anusuya R" userId="85eefe040dbd19ca" providerId="LiveId" clId="{F6C0FBD5-51B7-4E53-9C14-EFF993B86CB3}" dt="2025-12-05T04:45:45.733" v="1328"/>
        <pc:sldMkLst>
          <pc:docMk/>
          <pc:sldMk cId="3630644415" sldId="426"/>
        </pc:sldMkLst>
      </pc:sldChg>
      <pc:sldChg chg="add">
        <pc:chgData name="Anusuya R" userId="85eefe040dbd19ca" providerId="LiveId" clId="{F6C0FBD5-51B7-4E53-9C14-EFF993B86CB3}" dt="2025-12-05T04:45:45.733" v="1328"/>
        <pc:sldMkLst>
          <pc:docMk/>
          <pc:sldMk cId="3113794504" sldId="427"/>
        </pc:sldMkLst>
      </pc:sldChg>
      <pc:sldChg chg="add">
        <pc:chgData name="Anusuya R" userId="85eefe040dbd19ca" providerId="LiveId" clId="{F6C0FBD5-51B7-4E53-9C14-EFF993B86CB3}" dt="2025-11-20T06:05:31.261" v="442"/>
        <pc:sldMkLst>
          <pc:docMk/>
          <pc:sldMk cId="778740642" sldId="429"/>
        </pc:sldMkLst>
      </pc:sldChg>
      <pc:sldChg chg="modSp new mod">
        <pc:chgData name="Anusuya R" userId="85eefe040dbd19ca" providerId="LiveId" clId="{F6C0FBD5-51B7-4E53-9C14-EFF993B86CB3}" dt="2025-11-20T06:07:36.105" v="497" actId="20577"/>
        <pc:sldMkLst>
          <pc:docMk/>
          <pc:sldMk cId="1841266310" sldId="430"/>
        </pc:sldMkLst>
        <pc:spChg chg="mod">
          <ac:chgData name="Anusuya R" userId="85eefe040dbd19ca" providerId="LiveId" clId="{F6C0FBD5-51B7-4E53-9C14-EFF993B86CB3}" dt="2025-11-20T06:07:36.105" v="497" actId="20577"/>
          <ac:spMkLst>
            <pc:docMk/>
            <pc:sldMk cId="1841266310" sldId="430"/>
            <ac:spMk id="3" creationId="{9DB0C8A4-CDAB-8C39-FD46-44B98485F45D}"/>
          </ac:spMkLst>
        </pc:spChg>
      </pc:sldChg>
      <pc:sldChg chg="delSp modSp add mod delAnim modAnim">
        <pc:chgData name="Anusuya R" userId="85eefe040dbd19ca" providerId="LiveId" clId="{F6C0FBD5-51B7-4E53-9C14-EFF993B86CB3}" dt="2025-12-05T04:43:30.161" v="1324" actId="478"/>
        <pc:sldMkLst>
          <pc:docMk/>
          <pc:sldMk cId="475073719" sldId="431"/>
        </pc:sldMkLst>
        <pc:spChg chg="mod">
          <ac:chgData name="Anusuya R" userId="85eefe040dbd19ca" providerId="LiveId" clId="{F6C0FBD5-51B7-4E53-9C14-EFF993B86CB3}" dt="2025-11-20T06:19:10.029" v="548" actId="20577"/>
          <ac:spMkLst>
            <pc:docMk/>
            <pc:sldMk cId="475073719" sldId="431"/>
            <ac:spMk id="3" creationId="{00000000-0000-0000-0000-000000000000}"/>
          </ac:spMkLst>
        </pc:spChg>
      </pc:sldChg>
      <pc:sldChg chg="addSp modSp new mod">
        <pc:chgData name="Anusuya R" userId="85eefe040dbd19ca" providerId="LiveId" clId="{F6C0FBD5-51B7-4E53-9C14-EFF993B86CB3}" dt="2025-11-20T06:21:32.243" v="578" actId="22"/>
        <pc:sldMkLst>
          <pc:docMk/>
          <pc:sldMk cId="931032836" sldId="432"/>
        </pc:sldMkLst>
        <pc:spChg chg="mod">
          <ac:chgData name="Anusuya R" userId="85eefe040dbd19ca" providerId="LiveId" clId="{F6C0FBD5-51B7-4E53-9C14-EFF993B86CB3}" dt="2025-11-20T06:21:31.577" v="577" actId="5793"/>
          <ac:spMkLst>
            <pc:docMk/>
            <pc:sldMk cId="931032836" sldId="432"/>
            <ac:spMk id="3" creationId="{779070EF-8085-853B-9DEE-5811F046CBAA}"/>
          </ac:spMkLst>
        </pc:spChg>
        <pc:picChg chg="add">
          <ac:chgData name="Anusuya R" userId="85eefe040dbd19ca" providerId="LiveId" clId="{F6C0FBD5-51B7-4E53-9C14-EFF993B86CB3}" dt="2025-11-20T06:21:32.243" v="578" actId="22"/>
          <ac:picMkLst>
            <pc:docMk/>
            <pc:sldMk cId="931032836" sldId="432"/>
            <ac:picMk id="5" creationId="{E6C92F94-7892-85F5-20B7-3EE52E1E5F0E}"/>
          </ac:picMkLst>
        </pc:picChg>
      </pc:sldChg>
      <pc:sldChg chg="addSp modSp new mod">
        <pc:chgData name="Anusuya R" userId="85eefe040dbd19ca" providerId="LiveId" clId="{F6C0FBD5-51B7-4E53-9C14-EFF993B86CB3}" dt="2025-12-02T04:16:06.688" v="934" actId="20577"/>
        <pc:sldMkLst>
          <pc:docMk/>
          <pc:sldMk cId="2196018836" sldId="433"/>
        </pc:sldMkLst>
        <pc:spChg chg="mod">
          <ac:chgData name="Anusuya R" userId="85eefe040dbd19ca" providerId="LiveId" clId="{F6C0FBD5-51B7-4E53-9C14-EFF993B86CB3}" dt="2025-12-01T10:50:44.850" v="610" actId="20577"/>
          <ac:spMkLst>
            <pc:docMk/>
            <pc:sldMk cId="2196018836" sldId="433"/>
            <ac:spMk id="2" creationId="{B04F55E5-955F-E099-4CFD-97589360B741}"/>
          </ac:spMkLst>
        </pc:spChg>
        <pc:spChg chg="mod">
          <ac:chgData name="Anusuya R" userId="85eefe040dbd19ca" providerId="LiveId" clId="{F6C0FBD5-51B7-4E53-9C14-EFF993B86CB3}" dt="2025-12-02T04:16:06.688" v="934" actId="20577"/>
          <ac:spMkLst>
            <pc:docMk/>
            <pc:sldMk cId="2196018836" sldId="433"/>
            <ac:spMk id="3" creationId="{B51BAF4D-C03F-CD00-3AC3-51B4D48B287B}"/>
          </ac:spMkLst>
        </pc:spChg>
        <pc:spChg chg="add">
          <ac:chgData name="Anusuya R" userId="85eefe040dbd19ca" providerId="LiveId" clId="{F6C0FBD5-51B7-4E53-9C14-EFF993B86CB3}" dt="2025-12-01T10:51:03.394" v="614"/>
          <ac:spMkLst>
            <pc:docMk/>
            <pc:sldMk cId="2196018836" sldId="433"/>
            <ac:spMk id="4" creationId="{431C00D7-7203-DAD8-B3FF-CE8238D92E36}"/>
          </ac:spMkLst>
        </pc:spChg>
      </pc:sldChg>
      <pc:sldChg chg="addSp modSp new mod">
        <pc:chgData name="Anusuya R" userId="85eefe040dbd19ca" providerId="LiveId" clId="{F6C0FBD5-51B7-4E53-9C14-EFF993B86CB3}" dt="2025-12-02T04:26:23.731" v="971"/>
        <pc:sldMkLst>
          <pc:docMk/>
          <pc:sldMk cId="4266065275" sldId="434"/>
        </pc:sldMkLst>
        <pc:spChg chg="mod">
          <ac:chgData name="Anusuya R" userId="85eefe040dbd19ca" providerId="LiveId" clId="{F6C0FBD5-51B7-4E53-9C14-EFF993B86CB3}" dt="2025-12-02T04:26:23.731" v="971"/>
          <ac:spMkLst>
            <pc:docMk/>
            <pc:sldMk cId="4266065275" sldId="434"/>
            <ac:spMk id="3" creationId="{7C649511-E4E9-EA4B-06C4-CD52728FD4E8}"/>
          </ac:spMkLst>
        </pc:spChg>
      </pc:sldChg>
      <pc:sldChg chg="addSp modSp new mod">
        <pc:chgData name="Anusuya R" userId="85eefe040dbd19ca" providerId="LiveId" clId="{F6C0FBD5-51B7-4E53-9C14-EFF993B86CB3}" dt="2025-12-02T04:33:12.215" v="1003" actId="113"/>
        <pc:sldMkLst>
          <pc:docMk/>
          <pc:sldMk cId="2539440134" sldId="435"/>
        </pc:sldMkLst>
        <pc:spChg chg="mod">
          <ac:chgData name="Anusuya R" userId="85eefe040dbd19ca" providerId="LiveId" clId="{F6C0FBD5-51B7-4E53-9C14-EFF993B86CB3}" dt="2025-12-02T04:33:12.215" v="1003" actId="113"/>
          <ac:spMkLst>
            <pc:docMk/>
            <pc:sldMk cId="2539440134" sldId="435"/>
            <ac:spMk id="3" creationId="{B4F49D00-108F-74B2-F599-0713CE987525}"/>
          </ac:spMkLst>
        </pc:spChg>
      </pc:sldChg>
      <pc:sldChg chg="modSp new mod">
        <pc:chgData name="Anusuya R" userId="85eefe040dbd19ca" providerId="LiveId" clId="{F6C0FBD5-51B7-4E53-9C14-EFF993B86CB3}" dt="2025-12-02T07:57:23.527" v="1006" actId="20577"/>
        <pc:sldMkLst>
          <pc:docMk/>
          <pc:sldMk cId="2052721557" sldId="436"/>
        </pc:sldMkLst>
        <pc:spChg chg="mod">
          <ac:chgData name="Anusuya R" userId="85eefe040dbd19ca" providerId="LiveId" clId="{F6C0FBD5-51B7-4E53-9C14-EFF993B86CB3}" dt="2025-12-02T03:44:05.063" v="675" actId="20577"/>
          <ac:spMkLst>
            <pc:docMk/>
            <pc:sldMk cId="2052721557" sldId="436"/>
            <ac:spMk id="2" creationId="{1FFD6D2C-081B-449C-C727-0209264BB7EA}"/>
          </ac:spMkLst>
        </pc:spChg>
        <pc:spChg chg="mod">
          <ac:chgData name="Anusuya R" userId="85eefe040dbd19ca" providerId="LiveId" clId="{F6C0FBD5-51B7-4E53-9C14-EFF993B86CB3}" dt="2025-12-02T07:57:23.527" v="1006" actId="20577"/>
          <ac:spMkLst>
            <pc:docMk/>
            <pc:sldMk cId="2052721557" sldId="436"/>
            <ac:spMk id="3" creationId="{19D7D016-515A-86A4-F7F4-A799C1DE532D}"/>
          </ac:spMkLst>
        </pc:spChg>
      </pc:sldChg>
      <pc:sldChg chg="addSp modSp new mod">
        <pc:chgData name="Anusuya R" userId="85eefe040dbd19ca" providerId="LiveId" clId="{F6C0FBD5-51B7-4E53-9C14-EFF993B86CB3}" dt="2025-12-02T04:28:10.749" v="995" actId="122"/>
        <pc:sldMkLst>
          <pc:docMk/>
          <pc:sldMk cId="631812792" sldId="437"/>
        </pc:sldMkLst>
        <pc:spChg chg="mod">
          <ac:chgData name="Anusuya R" userId="85eefe040dbd19ca" providerId="LiveId" clId="{F6C0FBD5-51B7-4E53-9C14-EFF993B86CB3}" dt="2025-12-02T04:28:10.749" v="995" actId="122"/>
          <ac:spMkLst>
            <pc:docMk/>
            <pc:sldMk cId="631812792" sldId="437"/>
            <ac:spMk id="3" creationId="{1032951C-53BC-C77E-018F-69468A3E5C34}"/>
          </ac:spMkLst>
        </pc:spChg>
      </pc:sldChg>
      <pc:sldChg chg="modSp new mod">
        <pc:chgData name="Anusuya R" userId="85eefe040dbd19ca" providerId="LiveId" clId="{F6C0FBD5-51B7-4E53-9C14-EFF993B86CB3}" dt="2025-12-02T04:28:18.313" v="997" actId="207"/>
        <pc:sldMkLst>
          <pc:docMk/>
          <pc:sldMk cId="3989423421" sldId="438"/>
        </pc:sldMkLst>
        <pc:spChg chg="mod">
          <ac:chgData name="Anusuya R" userId="85eefe040dbd19ca" providerId="LiveId" clId="{F6C0FBD5-51B7-4E53-9C14-EFF993B86CB3}" dt="2025-12-02T04:28:18.313" v="997" actId="207"/>
          <ac:spMkLst>
            <pc:docMk/>
            <pc:sldMk cId="3989423421" sldId="438"/>
            <ac:spMk id="3" creationId="{FBB7F2FD-3E41-5097-F8B6-F912EEC3CA00}"/>
          </ac:spMkLst>
        </pc:spChg>
      </pc:sldChg>
      <pc:sldChg chg="modSp new mod">
        <pc:chgData name="Anusuya R" userId="85eefe040dbd19ca" providerId="LiveId" clId="{F6C0FBD5-51B7-4E53-9C14-EFF993B86CB3}" dt="2025-12-02T03:56:43.348" v="836" actId="20577"/>
        <pc:sldMkLst>
          <pc:docMk/>
          <pc:sldMk cId="4147302961" sldId="439"/>
        </pc:sldMkLst>
        <pc:spChg chg="mod">
          <ac:chgData name="Anusuya R" userId="85eefe040dbd19ca" providerId="LiveId" clId="{F6C0FBD5-51B7-4E53-9C14-EFF993B86CB3}" dt="2025-12-02T03:56:43.348" v="836" actId="20577"/>
          <ac:spMkLst>
            <pc:docMk/>
            <pc:sldMk cId="4147302961" sldId="439"/>
            <ac:spMk id="3" creationId="{69FB83B7-3144-7CD2-AA2C-D04AF492CC27}"/>
          </ac:spMkLst>
        </pc:spChg>
      </pc:sldChg>
      <pc:sldChg chg="modSp new mod">
        <pc:chgData name="Anusuya R" userId="85eefe040dbd19ca" providerId="LiveId" clId="{F6C0FBD5-51B7-4E53-9C14-EFF993B86CB3}" dt="2025-12-02T03:58:25.186" v="874" actId="27636"/>
        <pc:sldMkLst>
          <pc:docMk/>
          <pc:sldMk cId="2231943221" sldId="440"/>
        </pc:sldMkLst>
        <pc:spChg chg="mod">
          <ac:chgData name="Anusuya R" userId="85eefe040dbd19ca" providerId="LiveId" clId="{F6C0FBD5-51B7-4E53-9C14-EFF993B86CB3}" dt="2025-12-02T03:58:25.186" v="874" actId="27636"/>
          <ac:spMkLst>
            <pc:docMk/>
            <pc:sldMk cId="2231943221" sldId="440"/>
            <ac:spMk id="3" creationId="{AE1AE0AC-42F1-6052-2070-B6A8AB7CF6C9}"/>
          </ac:spMkLst>
        </pc:spChg>
      </pc:sldChg>
      <pc:sldChg chg="addSp modSp new mod">
        <pc:chgData name="Anusuya R" userId="85eefe040dbd19ca" providerId="LiveId" clId="{F6C0FBD5-51B7-4E53-9C14-EFF993B86CB3}" dt="2025-12-02T04:28:41.290" v="1001" actId="403"/>
        <pc:sldMkLst>
          <pc:docMk/>
          <pc:sldMk cId="3668656118" sldId="441"/>
        </pc:sldMkLst>
        <pc:spChg chg="mod">
          <ac:chgData name="Anusuya R" userId="85eefe040dbd19ca" providerId="LiveId" clId="{F6C0FBD5-51B7-4E53-9C14-EFF993B86CB3}" dt="2025-12-02T04:14:19.599" v="919" actId="27636"/>
          <ac:spMkLst>
            <pc:docMk/>
            <pc:sldMk cId="3668656118" sldId="441"/>
            <ac:spMk id="3" creationId="{9253964F-E5D8-F3FA-E5AD-77FD0FB5A9A6}"/>
          </ac:spMkLst>
        </pc:spChg>
        <pc:graphicFrameChg chg="add mod modGraphic">
          <ac:chgData name="Anusuya R" userId="85eefe040dbd19ca" providerId="LiveId" clId="{F6C0FBD5-51B7-4E53-9C14-EFF993B86CB3}" dt="2025-12-02T04:28:41.290" v="1001" actId="403"/>
          <ac:graphicFrameMkLst>
            <pc:docMk/>
            <pc:sldMk cId="3668656118" sldId="441"/>
            <ac:graphicFrameMk id="4" creationId="{FCEDBE64-6DF8-DE7C-E797-241CD09A06EB}"/>
          </ac:graphicFrameMkLst>
        </pc:graphicFrameChg>
      </pc:sldChg>
      <pc:sldChg chg="modSp new mod">
        <pc:chgData name="Anusuya R" userId="85eefe040dbd19ca" providerId="LiveId" clId="{F6C0FBD5-51B7-4E53-9C14-EFF993B86CB3}" dt="2025-12-02T03:59:33.098" v="884" actId="27636"/>
        <pc:sldMkLst>
          <pc:docMk/>
          <pc:sldMk cId="3165459301" sldId="442"/>
        </pc:sldMkLst>
        <pc:spChg chg="mod">
          <ac:chgData name="Anusuya R" userId="85eefe040dbd19ca" providerId="LiveId" clId="{F6C0FBD5-51B7-4E53-9C14-EFF993B86CB3}" dt="2025-12-02T03:59:33.098" v="884" actId="27636"/>
          <ac:spMkLst>
            <pc:docMk/>
            <pc:sldMk cId="3165459301" sldId="442"/>
            <ac:spMk id="3" creationId="{55EE222D-2499-BFB3-89F8-1F13C28C0031}"/>
          </ac:spMkLst>
        </pc:spChg>
      </pc:sldChg>
      <pc:sldChg chg="add">
        <pc:chgData name="Anusuya R" userId="85eefe040dbd19ca" providerId="LiveId" clId="{F6C0FBD5-51B7-4E53-9C14-EFF993B86CB3}" dt="2025-12-02T08:01:11.942" v="1021"/>
        <pc:sldMkLst>
          <pc:docMk/>
          <pc:sldMk cId="2145868022" sldId="460"/>
        </pc:sldMkLst>
      </pc:sldChg>
      <pc:sldChg chg="modSp add mod">
        <pc:chgData name="Anusuya R" userId="85eefe040dbd19ca" providerId="LiveId" clId="{F6C0FBD5-51B7-4E53-9C14-EFF993B86CB3}" dt="2025-12-04T05:42:07.345" v="1129" actId="6549"/>
        <pc:sldMkLst>
          <pc:docMk/>
          <pc:sldMk cId="3527219685" sldId="461"/>
        </pc:sldMkLst>
        <pc:spChg chg="mod">
          <ac:chgData name="Anusuya R" userId="85eefe040dbd19ca" providerId="LiveId" clId="{F6C0FBD5-51B7-4E53-9C14-EFF993B86CB3}" dt="2025-12-04T05:42:07.345" v="1129" actId="6549"/>
          <ac:spMkLst>
            <pc:docMk/>
            <pc:sldMk cId="3527219685" sldId="461"/>
            <ac:spMk id="3" creationId="{00000000-0000-0000-0000-000000000000}"/>
          </ac:spMkLst>
        </pc:spChg>
      </pc:sldChg>
      <pc:sldChg chg="add">
        <pc:chgData name="Anusuya R" userId="85eefe040dbd19ca" providerId="LiveId" clId="{F6C0FBD5-51B7-4E53-9C14-EFF993B86CB3}" dt="2025-12-02T07:56:08.736" v="1004"/>
        <pc:sldMkLst>
          <pc:docMk/>
          <pc:sldMk cId="2267310330" sldId="462"/>
        </pc:sldMkLst>
      </pc:sldChg>
      <pc:sldChg chg="addSp delSp modSp new mod ord">
        <pc:chgData name="Anusuya R" userId="85eefe040dbd19ca" providerId="LiveId" clId="{F6C0FBD5-51B7-4E53-9C14-EFF993B86CB3}" dt="2025-12-04T04:15:28.343" v="1028"/>
        <pc:sldMkLst>
          <pc:docMk/>
          <pc:sldMk cId="1783588391" sldId="465"/>
        </pc:sldMkLst>
        <pc:spChg chg="mod">
          <ac:chgData name="Anusuya R" userId="85eefe040dbd19ca" providerId="LiveId" clId="{F6C0FBD5-51B7-4E53-9C14-EFF993B86CB3}" dt="2025-12-02T07:57:45.577" v="1020" actId="20577"/>
          <ac:spMkLst>
            <pc:docMk/>
            <pc:sldMk cId="1783588391" sldId="465"/>
            <ac:spMk id="2" creationId="{00A00902-FA73-B13F-BBFB-517557D0FC62}"/>
          </ac:spMkLst>
        </pc:spChg>
        <pc:picChg chg="add mod">
          <ac:chgData name="Anusuya R" userId="85eefe040dbd19ca" providerId="LiveId" clId="{F6C0FBD5-51B7-4E53-9C14-EFF993B86CB3}" dt="2025-12-02T07:57:42.188" v="1013" actId="14100"/>
          <ac:picMkLst>
            <pc:docMk/>
            <pc:sldMk cId="1783588391" sldId="465"/>
            <ac:picMk id="5" creationId="{03755E53-7839-8C62-6429-47BA46376812}"/>
          </ac:picMkLst>
        </pc:picChg>
      </pc:sldChg>
      <pc:sldChg chg="add">
        <pc:chgData name="Anusuya R" userId="85eefe040dbd19ca" providerId="LiveId" clId="{F6C0FBD5-51B7-4E53-9C14-EFF993B86CB3}" dt="2025-12-02T08:01:11.942" v="1021"/>
        <pc:sldMkLst>
          <pc:docMk/>
          <pc:sldMk cId="2452480906" sldId="466"/>
        </pc:sldMkLst>
      </pc:sldChg>
      <pc:sldChg chg="add">
        <pc:chgData name="Anusuya R" userId="85eefe040dbd19ca" providerId="LiveId" clId="{F6C0FBD5-51B7-4E53-9C14-EFF993B86CB3}" dt="2025-12-02T08:01:11.942" v="1021"/>
        <pc:sldMkLst>
          <pc:docMk/>
          <pc:sldMk cId="1641997505" sldId="467"/>
        </pc:sldMkLst>
      </pc:sldChg>
      <pc:sldChg chg="add">
        <pc:chgData name="Anusuya R" userId="85eefe040dbd19ca" providerId="LiveId" clId="{F6C0FBD5-51B7-4E53-9C14-EFF993B86CB3}" dt="2025-12-09T07:13:39.647" v="1437"/>
        <pc:sldMkLst>
          <pc:docMk/>
          <pc:sldMk cId="4282627180" sldId="475"/>
        </pc:sldMkLst>
      </pc:sldChg>
      <pc:sldChg chg="add">
        <pc:chgData name="Anusuya R" userId="85eefe040dbd19ca" providerId="LiveId" clId="{F6C0FBD5-51B7-4E53-9C14-EFF993B86CB3}" dt="2025-12-09T07:13:39.647" v="1437"/>
        <pc:sldMkLst>
          <pc:docMk/>
          <pc:sldMk cId="3099623841" sldId="476"/>
        </pc:sldMkLst>
      </pc:sldChg>
      <pc:sldChg chg="add">
        <pc:chgData name="Anusuya R" userId="85eefe040dbd19ca" providerId="LiveId" clId="{F6C0FBD5-51B7-4E53-9C14-EFF993B86CB3}" dt="2025-12-09T07:13:39.647" v="1437"/>
        <pc:sldMkLst>
          <pc:docMk/>
          <pc:sldMk cId="1050207081" sldId="477"/>
        </pc:sldMkLst>
      </pc:sldChg>
      <pc:sldChg chg="modSp add mod">
        <pc:chgData name="Anusuya R" userId="85eefe040dbd19ca" providerId="LiveId" clId="{F6C0FBD5-51B7-4E53-9C14-EFF993B86CB3}" dt="2025-12-05T04:38:14.206" v="1299" actId="113"/>
        <pc:sldMkLst>
          <pc:docMk/>
          <pc:sldMk cId="1033984734" sldId="478"/>
        </pc:sldMkLst>
        <pc:graphicFrameChg chg="mod modGraphic">
          <ac:chgData name="Anusuya R" userId="85eefe040dbd19ca" providerId="LiveId" clId="{F6C0FBD5-51B7-4E53-9C14-EFF993B86CB3}" dt="2025-12-05T04:38:14.206" v="1299" actId="113"/>
          <ac:graphicFrameMkLst>
            <pc:docMk/>
            <pc:sldMk cId="1033984734" sldId="478"/>
            <ac:graphicFrameMk id="4" creationId="{00000000-0000-0000-0000-000000000000}"/>
          </ac:graphicFrameMkLst>
        </pc:graphicFrameChg>
      </pc:sldChg>
      <pc:sldChg chg="addSp delSp modSp new mod">
        <pc:chgData name="Anusuya R" userId="85eefe040dbd19ca" providerId="LiveId" clId="{F6C0FBD5-51B7-4E53-9C14-EFF993B86CB3}" dt="2025-12-04T04:17:24.874" v="1041"/>
        <pc:sldMkLst>
          <pc:docMk/>
          <pc:sldMk cId="940911949" sldId="479"/>
        </pc:sldMkLst>
        <pc:spChg chg="mod">
          <ac:chgData name="Anusuya R" userId="85eefe040dbd19ca" providerId="LiveId" clId="{F6C0FBD5-51B7-4E53-9C14-EFF993B86CB3}" dt="2025-12-04T04:15:53.602" v="1030"/>
          <ac:spMkLst>
            <pc:docMk/>
            <pc:sldMk cId="940911949" sldId="479"/>
            <ac:spMk id="2" creationId="{8A6CC3F4-0DB5-C794-F063-CF0518B83F59}"/>
          </ac:spMkLst>
        </pc:spChg>
        <pc:spChg chg="add del mod">
          <ac:chgData name="Anusuya R" userId="85eefe040dbd19ca" providerId="LiveId" clId="{F6C0FBD5-51B7-4E53-9C14-EFF993B86CB3}" dt="2025-12-04T04:17:24.874" v="1041"/>
          <ac:spMkLst>
            <pc:docMk/>
            <pc:sldMk cId="940911949" sldId="479"/>
            <ac:spMk id="3" creationId="{BC32D8C8-A1AF-FB1B-629C-D747D3ED6A66}"/>
          </ac:spMkLst>
        </pc:spChg>
      </pc:sldChg>
      <pc:sldChg chg="modSp new">
        <pc:chgData name="Anusuya R" userId="85eefe040dbd19ca" providerId="LiveId" clId="{F6C0FBD5-51B7-4E53-9C14-EFF993B86CB3}" dt="2025-12-04T04:21:32.810" v="1043"/>
        <pc:sldMkLst>
          <pc:docMk/>
          <pc:sldMk cId="1087712904" sldId="480"/>
        </pc:sldMkLst>
        <pc:spChg chg="mod">
          <ac:chgData name="Anusuya R" userId="85eefe040dbd19ca" providerId="LiveId" clId="{F6C0FBD5-51B7-4E53-9C14-EFF993B86CB3}" dt="2025-12-04T04:21:32.810" v="1043"/>
          <ac:spMkLst>
            <pc:docMk/>
            <pc:sldMk cId="1087712904" sldId="480"/>
            <ac:spMk id="3" creationId="{687AA6F1-D8D6-1B1A-A827-3C27AD8A5870}"/>
          </ac:spMkLst>
        </pc:spChg>
      </pc:sldChg>
      <pc:sldChg chg="addSp delSp modSp new mod">
        <pc:chgData name="Anusuya R" userId="85eefe040dbd19ca" providerId="LiveId" clId="{F6C0FBD5-51B7-4E53-9C14-EFF993B86CB3}" dt="2025-12-04T05:42:53.364" v="1138" actId="12"/>
        <pc:sldMkLst>
          <pc:docMk/>
          <pc:sldMk cId="1033351397" sldId="481"/>
        </pc:sldMkLst>
        <pc:spChg chg="add del mod">
          <ac:chgData name="Anusuya R" userId="85eefe040dbd19ca" providerId="LiveId" clId="{F6C0FBD5-51B7-4E53-9C14-EFF993B86CB3}" dt="2025-12-04T05:42:53.364" v="1138" actId="12"/>
          <ac:spMkLst>
            <pc:docMk/>
            <pc:sldMk cId="1033351397" sldId="481"/>
            <ac:spMk id="3" creationId="{54F89540-931C-FA31-E9C3-501B67E5600D}"/>
          </ac:spMkLst>
        </pc:spChg>
      </pc:sldChg>
      <pc:sldChg chg="modSp new">
        <pc:chgData name="Anusuya R" userId="85eefe040dbd19ca" providerId="LiveId" clId="{F6C0FBD5-51B7-4E53-9C14-EFF993B86CB3}" dt="2025-12-04T04:27:54.407" v="1061"/>
        <pc:sldMkLst>
          <pc:docMk/>
          <pc:sldMk cId="3873413685" sldId="482"/>
        </pc:sldMkLst>
        <pc:spChg chg="mod">
          <ac:chgData name="Anusuya R" userId="85eefe040dbd19ca" providerId="LiveId" clId="{F6C0FBD5-51B7-4E53-9C14-EFF993B86CB3}" dt="2025-12-04T04:27:54.407" v="1061"/>
          <ac:spMkLst>
            <pc:docMk/>
            <pc:sldMk cId="3873413685" sldId="482"/>
            <ac:spMk id="3" creationId="{F5D6800E-14C2-2A61-81AA-8C400FFB07D3}"/>
          </ac:spMkLst>
        </pc:spChg>
      </pc:sldChg>
      <pc:sldChg chg="addSp modSp new mod">
        <pc:chgData name="Anusuya R" userId="85eefe040dbd19ca" providerId="LiveId" clId="{F6C0FBD5-51B7-4E53-9C14-EFF993B86CB3}" dt="2025-12-04T04:32:20.743" v="1067" actId="27636"/>
        <pc:sldMkLst>
          <pc:docMk/>
          <pc:sldMk cId="1545276260" sldId="483"/>
        </pc:sldMkLst>
        <pc:spChg chg="mod">
          <ac:chgData name="Anusuya R" userId="85eefe040dbd19ca" providerId="LiveId" clId="{F6C0FBD5-51B7-4E53-9C14-EFF993B86CB3}" dt="2025-12-04T04:32:20.743" v="1067" actId="27636"/>
          <ac:spMkLst>
            <pc:docMk/>
            <pc:sldMk cId="1545276260" sldId="483"/>
            <ac:spMk id="3" creationId="{54E1915E-4CF1-0895-5C7E-0A95B2F83C86}"/>
          </ac:spMkLst>
        </pc:spChg>
      </pc:sldChg>
      <pc:sldChg chg="modSp new">
        <pc:chgData name="Anusuya R" userId="85eefe040dbd19ca" providerId="LiveId" clId="{F6C0FBD5-51B7-4E53-9C14-EFF993B86CB3}" dt="2025-12-04T04:35:37.569" v="1069"/>
        <pc:sldMkLst>
          <pc:docMk/>
          <pc:sldMk cId="3728817118" sldId="484"/>
        </pc:sldMkLst>
        <pc:spChg chg="mod">
          <ac:chgData name="Anusuya R" userId="85eefe040dbd19ca" providerId="LiveId" clId="{F6C0FBD5-51B7-4E53-9C14-EFF993B86CB3}" dt="2025-12-04T04:35:37.569" v="1069"/>
          <ac:spMkLst>
            <pc:docMk/>
            <pc:sldMk cId="3728817118" sldId="484"/>
            <ac:spMk id="3" creationId="{1F26CC86-D8FA-6EB5-68DB-3E5A74570B84}"/>
          </ac:spMkLst>
        </pc:spChg>
      </pc:sldChg>
      <pc:sldChg chg="modSp new">
        <pc:chgData name="Anusuya R" userId="85eefe040dbd19ca" providerId="LiveId" clId="{F6C0FBD5-51B7-4E53-9C14-EFF993B86CB3}" dt="2025-12-04T04:38:45.461" v="1071"/>
        <pc:sldMkLst>
          <pc:docMk/>
          <pc:sldMk cId="3717135434" sldId="485"/>
        </pc:sldMkLst>
        <pc:spChg chg="mod">
          <ac:chgData name="Anusuya R" userId="85eefe040dbd19ca" providerId="LiveId" clId="{F6C0FBD5-51B7-4E53-9C14-EFF993B86CB3}" dt="2025-12-04T04:38:45.461" v="1071"/>
          <ac:spMkLst>
            <pc:docMk/>
            <pc:sldMk cId="3717135434" sldId="485"/>
            <ac:spMk id="3" creationId="{24801482-30B8-4324-80EA-2BD9050C9808}"/>
          </ac:spMkLst>
        </pc:spChg>
      </pc:sldChg>
      <pc:sldChg chg="modSp new mod">
        <pc:chgData name="Anusuya R" userId="85eefe040dbd19ca" providerId="LiveId" clId="{F6C0FBD5-51B7-4E53-9C14-EFF993B86CB3}" dt="2025-12-04T05:43:42.934" v="1157" actId="20577"/>
        <pc:sldMkLst>
          <pc:docMk/>
          <pc:sldMk cId="963866411" sldId="486"/>
        </pc:sldMkLst>
        <pc:spChg chg="mod">
          <ac:chgData name="Anusuya R" userId="85eefe040dbd19ca" providerId="LiveId" clId="{F6C0FBD5-51B7-4E53-9C14-EFF993B86CB3}" dt="2025-12-04T05:43:42.934" v="1157" actId="20577"/>
          <ac:spMkLst>
            <pc:docMk/>
            <pc:sldMk cId="963866411" sldId="486"/>
            <ac:spMk id="3" creationId="{EB245041-2D55-96AB-BDFC-537CC1CC8FF1}"/>
          </ac:spMkLst>
        </pc:spChg>
      </pc:sldChg>
      <pc:sldChg chg="modSp new">
        <pc:chgData name="Anusuya R" userId="85eefe040dbd19ca" providerId="LiveId" clId="{F6C0FBD5-51B7-4E53-9C14-EFF993B86CB3}" dt="2025-12-04T04:39:17.204" v="1076"/>
        <pc:sldMkLst>
          <pc:docMk/>
          <pc:sldMk cId="1816741714" sldId="487"/>
        </pc:sldMkLst>
        <pc:spChg chg="mod">
          <ac:chgData name="Anusuya R" userId="85eefe040dbd19ca" providerId="LiveId" clId="{F6C0FBD5-51B7-4E53-9C14-EFF993B86CB3}" dt="2025-12-04T04:39:17.204" v="1076"/>
          <ac:spMkLst>
            <pc:docMk/>
            <pc:sldMk cId="1816741714" sldId="487"/>
            <ac:spMk id="3" creationId="{CE97273E-9187-56A6-88DB-4091B8A3FEDE}"/>
          </ac:spMkLst>
        </pc:spChg>
      </pc:sldChg>
      <pc:sldChg chg="modSp new">
        <pc:chgData name="Anusuya R" userId="85eefe040dbd19ca" providerId="LiveId" clId="{F6C0FBD5-51B7-4E53-9C14-EFF993B86CB3}" dt="2025-12-04T04:46:37.828" v="1078"/>
        <pc:sldMkLst>
          <pc:docMk/>
          <pc:sldMk cId="1090258649" sldId="488"/>
        </pc:sldMkLst>
        <pc:spChg chg="mod">
          <ac:chgData name="Anusuya R" userId="85eefe040dbd19ca" providerId="LiveId" clId="{F6C0FBD5-51B7-4E53-9C14-EFF993B86CB3}" dt="2025-12-04T04:46:37.828" v="1078"/>
          <ac:spMkLst>
            <pc:docMk/>
            <pc:sldMk cId="1090258649" sldId="488"/>
            <ac:spMk id="3" creationId="{75C08443-7E5A-3800-3A7F-634BC21A6F36}"/>
          </ac:spMkLst>
        </pc:spChg>
      </pc:sldChg>
      <pc:sldChg chg="modSp new mod">
        <pc:chgData name="Anusuya R" userId="85eefe040dbd19ca" providerId="LiveId" clId="{F6C0FBD5-51B7-4E53-9C14-EFF993B86CB3}" dt="2025-12-04T04:46:55.226" v="1081" actId="27636"/>
        <pc:sldMkLst>
          <pc:docMk/>
          <pc:sldMk cId="2105780696" sldId="489"/>
        </pc:sldMkLst>
        <pc:spChg chg="mod">
          <ac:chgData name="Anusuya R" userId="85eefe040dbd19ca" providerId="LiveId" clId="{F6C0FBD5-51B7-4E53-9C14-EFF993B86CB3}" dt="2025-12-04T04:46:55.226" v="1081" actId="27636"/>
          <ac:spMkLst>
            <pc:docMk/>
            <pc:sldMk cId="2105780696" sldId="489"/>
            <ac:spMk id="3" creationId="{9331A28D-A6D6-11CD-17ED-2DA699144EE5}"/>
          </ac:spMkLst>
        </pc:spChg>
      </pc:sldChg>
      <pc:sldChg chg="modSp new mod">
        <pc:chgData name="Anusuya R" userId="85eefe040dbd19ca" providerId="LiveId" clId="{F6C0FBD5-51B7-4E53-9C14-EFF993B86CB3}" dt="2025-12-04T04:49:05.236" v="1090"/>
        <pc:sldMkLst>
          <pc:docMk/>
          <pc:sldMk cId="930782920" sldId="490"/>
        </pc:sldMkLst>
        <pc:spChg chg="mod">
          <ac:chgData name="Anusuya R" userId="85eefe040dbd19ca" providerId="LiveId" clId="{F6C0FBD5-51B7-4E53-9C14-EFF993B86CB3}" dt="2025-12-04T04:49:05.236" v="1090"/>
          <ac:spMkLst>
            <pc:docMk/>
            <pc:sldMk cId="930782920" sldId="490"/>
            <ac:spMk id="3" creationId="{2CA22645-AC3F-0C78-48D3-E65E4CD646B4}"/>
          </ac:spMkLst>
        </pc:spChg>
      </pc:sldChg>
      <pc:sldChg chg="modSp new">
        <pc:chgData name="Anusuya R" userId="85eefe040dbd19ca" providerId="LiveId" clId="{F6C0FBD5-51B7-4E53-9C14-EFF993B86CB3}" dt="2025-12-04T04:49:16.217" v="1092"/>
        <pc:sldMkLst>
          <pc:docMk/>
          <pc:sldMk cId="3161433283" sldId="491"/>
        </pc:sldMkLst>
        <pc:spChg chg="mod">
          <ac:chgData name="Anusuya R" userId="85eefe040dbd19ca" providerId="LiveId" clId="{F6C0FBD5-51B7-4E53-9C14-EFF993B86CB3}" dt="2025-12-04T04:49:16.217" v="1092"/>
          <ac:spMkLst>
            <pc:docMk/>
            <pc:sldMk cId="3161433283" sldId="491"/>
            <ac:spMk id="3" creationId="{B8EBCDBE-31C1-6D40-D638-35E7CB5EAAD2}"/>
          </ac:spMkLst>
        </pc:spChg>
      </pc:sldChg>
      <pc:sldChg chg="modSp new mod">
        <pc:chgData name="Anusuya R" userId="85eefe040dbd19ca" providerId="LiveId" clId="{F6C0FBD5-51B7-4E53-9C14-EFF993B86CB3}" dt="2025-12-04T04:57:48.107" v="1098"/>
        <pc:sldMkLst>
          <pc:docMk/>
          <pc:sldMk cId="1461401488" sldId="492"/>
        </pc:sldMkLst>
        <pc:spChg chg="mod">
          <ac:chgData name="Anusuya R" userId="85eefe040dbd19ca" providerId="LiveId" clId="{F6C0FBD5-51B7-4E53-9C14-EFF993B86CB3}" dt="2025-12-04T04:57:48.107" v="1098"/>
          <ac:spMkLst>
            <pc:docMk/>
            <pc:sldMk cId="1461401488" sldId="492"/>
            <ac:spMk id="3" creationId="{3D7C8485-F317-13E9-C513-48BDBDAA5FBD}"/>
          </ac:spMkLst>
        </pc:spChg>
      </pc:sldChg>
      <pc:sldChg chg="modSp new mod">
        <pc:chgData name="Anusuya R" userId="85eefe040dbd19ca" providerId="LiveId" clId="{F6C0FBD5-51B7-4E53-9C14-EFF993B86CB3}" dt="2025-12-05T03:17:31.127" v="1245" actId="20577"/>
        <pc:sldMkLst>
          <pc:docMk/>
          <pc:sldMk cId="1035123096" sldId="494"/>
        </pc:sldMkLst>
        <pc:spChg chg="mod">
          <ac:chgData name="Anusuya R" userId="85eefe040dbd19ca" providerId="LiveId" clId="{F6C0FBD5-51B7-4E53-9C14-EFF993B86CB3}" dt="2025-12-05T03:17:31.127" v="1245" actId="20577"/>
          <ac:spMkLst>
            <pc:docMk/>
            <pc:sldMk cId="1035123096" sldId="494"/>
            <ac:spMk id="3" creationId="{A15E0E65-D866-6F36-E966-39D868196F89}"/>
          </ac:spMkLst>
        </pc:spChg>
      </pc:sldChg>
      <pc:sldChg chg="modSp new mod">
        <pc:chgData name="Anusuya R" userId="85eefe040dbd19ca" providerId="LiveId" clId="{F6C0FBD5-51B7-4E53-9C14-EFF993B86CB3}" dt="2025-12-05T04:47:30.780" v="1342" actId="6549"/>
        <pc:sldMkLst>
          <pc:docMk/>
          <pc:sldMk cId="542162350" sldId="495"/>
        </pc:sldMkLst>
        <pc:spChg chg="mod">
          <ac:chgData name="Anusuya R" userId="85eefe040dbd19ca" providerId="LiveId" clId="{F6C0FBD5-51B7-4E53-9C14-EFF993B86CB3}" dt="2025-12-05T04:47:30.780" v="1342" actId="6549"/>
          <ac:spMkLst>
            <pc:docMk/>
            <pc:sldMk cId="542162350" sldId="495"/>
            <ac:spMk id="3" creationId="{229C2006-3BC4-73F4-7C87-2B99BEEF2199}"/>
          </ac:spMkLst>
        </pc:spChg>
      </pc:sldChg>
      <pc:sldChg chg="add">
        <pc:chgData name="Anusuya R" userId="85eefe040dbd19ca" providerId="LiveId" clId="{F6C0FBD5-51B7-4E53-9C14-EFF993B86CB3}" dt="2025-12-05T04:45:45.733" v="1328"/>
        <pc:sldMkLst>
          <pc:docMk/>
          <pc:sldMk cId="2905529507" sldId="496"/>
        </pc:sldMkLst>
      </pc:sldChg>
      <pc:sldChg chg="addSp delSp modSp new mod">
        <pc:chgData name="Anusuya R" userId="85eefe040dbd19ca" providerId="LiveId" clId="{F6C0FBD5-51B7-4E53-9C14-EFF993B86CB3}" dt="2025-12-09T06:57:39.006" v="1373" actId="207"/>
        <pc:sldMkLst>
          <pc:docMk/>
          <pc:sldMk cId="18416419" sldId="497"/>
        </pc:sldMkLst>
        <pc:spChg chg="add del mod">
          <ac:chgData name="Anusuya R" userId="85eefe040dbd19ca" providerId="LiveId" clId="{F6C0FBD5-51B7-4E53-9C14-EFF993B86CB3}" dt="2025-12-09T06:57:39.006" v="1373" actId="207"/>
          <ac:spMkLst>
            <pc:docMk/>
            <pc:sldMk cId="18416419" sldId="497"/>
            <ac:spMk id="2" creationId="{8C98DEBA-523A-D06B-9F64-D83D860F88EE}"/>
          </ac:spMkLst>
        </pc:spChg>
        <pc:spChg chg="mod">
          <ac:chgData name="Anusuya R" userId="85eefe040dbd19ca" providerId="LiveId" clId="{F6C0FBD5-51B7-4E53-9C14-EFF993B86CB3}" dt="2025-12-09T06:57:31.140" v="1370" actId="123"/>
          <ac:spMkLst>
            <pc:docMk/>
            <pc:sldMk cId="18416419" sldId="497"/>
            <ac:spMk id="3" creationId="{01A63FEC-1652-7849-234F-78838C89FA02}"/>
          </ac:spMkLst>
        </pc:spChg>
        <pc:spChg chg="add mod">
          <ac:chgData name="Anusuya R" userId="85eefe040dbd19ca" providerId="LiveId" clId="{F6C0FBD5-51B7-4E53-9C14-EFF993B86CB3}" dt="2025-12-09T06:57:12.440" v="1367"/>
          <ac:spMkLst>
            <pc:docMk/>
            <pc:sldMk cId="18416419" sldId="497"/>
            <ac:spMk id="4" creationId="{905C6477-8857-11BF-F74F-6FA88CE3C262}"/>
          </ac:spMkLst>
        </pc:spChg>
      </pc:sldChg>
      <pc:sldChg chg="modSp new mod">
        <pc:chgData name="Anusuya R" userId="85eefe040dbd19ca" providerId="LiveId" clId="{F6C0FBD5-51B7-4E53-9C14-EFF993B86CB3}" dt="2025-12-09T07:03:44.525" v="1408" actId="207"/>
        <pc:sldMkLst>
          <pc:docMk/>
          <pc:sldMk cId="890366516" sldId="498"/>
        </pc:sldMkLst>
        <pc:spChg chg="mod">
          <ac:chgData name="Anusuya R" userId="85eefe040dbd19ca" providerId="LiveId" clId="{F6C0FBD5-51B7-4E53-9C14-EFF993B86CB3}" dt="2025-12-09T06:57:56.929" v="1377" actId="122"/>
          <ac:spMkLst>
            <pc:docMk/>
            <pc:sldMk cId="890366516" sldId="498"/>
            <ac:spMk id="2" creationId="{0306736D-FF4C-08B3-DDD5-CAABE4139DF4}"/>
          </ac:spMkLst>
        </pc:spChg>
        <pc:spChg chg="mod">
          <ac:chgData name="Anusuya R" userId="85eefe040dbd19ca" providerId="LiveId" clId="{F6C0FBD5-51B7-4E53-9C14-EFF993B86CB3}" dt="2025-12-09T07:03:44.525" v="1408" actId="207"/>
          <ac:spMkLst>
            <pc:docMk/>
            <pc:sldMk cId="890366516" sldId="498"/>
            <ac:spMk id="3" creationId="{9692896B-D08B-7FD5-EF0D-4E388458886B}"/>
          </ac:spMkLst>
        </pc:spChg>
      </pc:sldChg>
      <pc:sldChg chg="delSp modSp new add del mod">
        <pc:chgData name="Anusuya R" userId="85eefe040dbd19ca" providerId="LiveId" clId="{F6C0FBD5-51B7-4E53-9C14-EFF993B86CB3}" dt="2025-12-09T07:05:39.306" v="1435" actId="27636"/>
        <pc:sldMkLst>
          <pc:docMk/>
          <pc:sldMk cId="3205441001" sldId="499"/>
        </pc:sldMkLst>
        <pc:spChg chg="del">
          <ac:chgData name="Anusuya R" userId="85eefe040dbd19ca" providerId="LiveId" clId="{F6C0FBD5-51B7-4E53-9C14-EFF993B86CB3}" dt="2025-12-09T07:05:36.665" v="1433" actId="478"/>
          <ac:spMkLst>
            <pc:docMk/>
            <pc:sldMk cId="3205441001" sldId="499"/>
            <ac:spMk id="2" creationId="{C791CF90-AEA4-E522-681A-C9B7648657DB}"/>
          </ac:spMkLst>
        </pc:spChg>
        <pc:spChg chg="mod">
          <ac:chgData name="Anusuya R" userId="85eefe040dbd19ca" providerId="LiveId" clId="{F6C0FBD5-51B7-4E53-9C14-EFF993B86CB3}" dt="2025-12-09T07:05:39.306" v="1435" actId="27636"/>
          <ac:spMkLst>
            <pc:docMk/>
            <pc:sldMk cId="3205441001" sldId="499"/>
            <ac:spMk id="3" creationId="{72B67831-A843-99C4-35AC-33B06AE09847}"/>
          </ac:spMkLst>
        </pc:spChg>
      </pc:sldChg>
      <pc:sldChg chg="new del">
        <pc:chgData name="Anusuya R" userId="85eefe040dbd19ca" providerId="LiveId" clId="{F6C0FBD5-51B7-4E53-9C14-EFF993B86CB3}" dt="2025-12-09T07:13:43.065" v="1438" actId="47"/>
        <pc:sldMkLst>
          <pc:docMk/>
          <pc:sldMk cId="1991201680" sldId="50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4B4A98-46CA-4214-92FE-0F68BF2DBB8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D6A224B7-DEAB-4345-B7F3-DA5B1C8E1353}">
      <dgm:prSet phldrT="[Text]" phldr="0"/>
      <dgm:spPr/>
      <dgm:t>
        <a:bodyPr/>
        <a:lstStyle/>
        <a:p>
          <a:r>
            <a:rPr lang="en-IN" dirty="0"/>
            <a:t>Finite Automata</a:t>
          </a:r>
        </a:p>
      </dgm:t>
    </dgm:pt>
    <dgm:pt modelId="{139B6B35-0F6E-4152-B916-F3DBBFDB1A86}" type="parTrans" cxnId="{DCB8BE87-CE45-4AD7-AE3A-75CC555EB3D7}">
      <dgm:prSet/>
      <dgm:spPr/>
      <dgm:t>
        <a:bodyPr/>
        <a:lstStyle/>
        <a:p>
          <a:endParaRPr lang="en-IN"/>
        </a:p>
      </dgm:t>
    </dgm:pt>
    <dgm:pt modelId="{33EBB63D-2712-48A2-BFA4-0AE6C69FEE16}" type="sibTrans" cxnId="{DCB8BE87-CE45-4AD7-AE3A-75CC555EB3D7}">
      <dgm:prSet/>
      <dgm:spPr/>
      <dgm:t>
        <a:bodyPr/>
        <a:lstStyle/>
        <a:p>
          <a:endParaRPr lang="en-IN"/>
        </a:p>
      </dgm:t>
    </dgm:pt>
    <dgm:pt modelId="{00F84654-842F-411F-998A-F57643235838}">
      <dgm:prSet phldrT="[Text]" phldr="0"/>
      <dgm:spPr/>
      <dgm:t>
        <a:bodyPr/>
        <a:lstStyle/>
        <a:p>
          <a:r>
            <a:rPr lang="en-IN" dirty="0"/>
            <a:t>With Output</a:t>
          </a:r>
        </a:p>
      </dgm:t>
    </dgm:pt>
    <dgm:pt modelId="{93469AB0-C0E0-4CDD-9347-53B55809F5F7}" type="parTrans" cxnId="{9EFD10F8-68DD-4F0D-B2E7-0BB6DE631D35}">
      <dgm:prSet/>
      <dgm:spPr/>
      <dgm:t>
        <a:bodyPr/>
        <a:lstStyle/>
        <a:p>
          <a:endParaRPr lang="en-IN"/>
        </a:p>
      </dgm:t>
    </dgm:pt>
    <dgm:pt modelId="{84C8CBC8-E93C-4F46-B966-C16993025D01}" type="sibTrans" cxnId="{9EFD10F8-68DD-4F0D-B2E7-0BB6DE631D35}">
      <dgm:prSet/>
      <dgm:spPr/>
      <dgm:t>
        <a:bodyPr/>
        <a:lstStyle/>
        <a:p>
          <a:endParaRPr lang="en-IN"/>
        </a:p>
      </dgm:t>
    </dgm:pt>
    <dgm:pt modelId="{6FD6DEBB-81AC-41DC-9627-88F760490728}">
      <dgm:prSet phldrT="[Text]" phldr="0"/>
      <dgm:spPr/>
      <dgm:t>
        <a:bodyPr/>
        <a:lstStyle/>
        <a:p>
          <a:r>
            <a:rPr lang="en-IN" dirty="0"/>
            <a:t>Moore Machine</a:t>
          </a:r>
        </a:p>
      </dgm:t>
    </dgm:pt>
    <dgm:pt modelId="{0E60FB3F-E2E8-45CA-958B-AA103D76A687}" type="parTrans" cxnId="{168A995C-E8AC-4159-91A9-EF243DB66824}">
      <dgm:prSet/>
      <dgm:spPr/>
      <dgm:t>
        <a:bodyPr/>
        <a:lstStyle/>
        <a:p>
          <a:endParaRPr lang="en-IN"/>
        </a:p>
      </dgm:t>
    </dgm:pt>
    <dgm:pt modelId="{88495501-EDB1-4E82-8766-B4E0E0CA1BCF}" type="sibTrans" cxnId="{168A995C-E8AC-4159-91A9-EF243DB66824}">
      <dgm:prSet/>
      <dgm:spPr/>
      <dgm:t>
        <a:bodyPr/>
        <a:lstStyle/>
        <a:p>
          <a:endParaRPr lang="en-IN"/>
        </a:p>
      </dgm:t>
    </dgm:pt>
    <dgm:pt modelId="{359E5CFB-30E7-4121-A00E-660EAA91A716}">
      <dgm:prSet phldrT="[Text]" phldr="0"/>
      <dgm:spPr/>
      <dgm:t>
        <a:bodyPr/>
        <a:lstStyle/>
        <a:p>
          <a:r>
            <a:rPr lang="en-IN" dirty="0"/>
            <a:t>Mealy Machine</a:t>
          </a:r>
        </a:p>
      </dgm:t>
    </dgm:pt>
    <dgm:pt modelId="{5E48A37C-596E-476D-B54D-95C630D96116}" type="parTrans" cxnId="{667BC140-F23E-48F2-8C67-79A4110C4F3A}">
      <dgm:prSet/>
      <dgm:spPr/>
      <dgm:t>
        <a:bodyPr/>
        <a:lstStyle/>
        <a:p>
          <a:endParaRPr lang="en-IN"/>
        </a:p>
      </dgm:t>
    </dgm:pt>
    <dgm:pt modelId="{DC4F9639-20A2-44ED-A3AC-55434DBE46CF}" type="sibTrans" cxnId="{667BC140-F23E-48F2-8C67-79A4110C4F3A}">
      <dgm:prSet/>
      <dgm:spPr/>
      <dgm:t>
        <a:bodyPr/>
        <a:lstStyle/>
        <a:p>
          <a:endParaRPr lang="en-IN"/>
        </a:p>
      </dgm:t>
    </dgm:pt>
    <dgm:pt modelId="{32F6CED1-12C0-44A2-8BA2-9591B50563E5}">
      <dgm:prSet phldrT="[Text]" phldr="0"/>
      <dgm:spPr/>
      <dgm:t>
        <a:bodyPr/>
        <a:lstStyle/>
        <a:p>
          <a:r>
            <a:rPr lang="en-IN" dirty="0"/>
            <a:t>Without Output</a:t>
          </a:r>
        </a:p>
      </dgm:t>
    </dgm:pt>
    <dgm:pt modelId="{A06AC13A-97A6-4A10-B29E-230D2910E8C4}" type="parTrans" cxnId="{C9D8402C-8C14-4FDB-AC17-688CC481D4FC}">
      <dgm:prSet/>
      <dgm:spPr/>
      <dgm:t>
        <a:bodyPr/>
        <a:lstStyle/>
        <a:p>
          <a:endParaRPr lang="en-IN"/>
        </a:p>
      </dgm:t>
    </dgm:pt>
    <dgm:pt modelId="{396B0C68-B0D2-41D2-BCF8-49004D111EC9}" type="sibTrans" cxnId="{C9D8402C-8C14-4FDB-AC17-688CC481D4FC}">
      <dgm:prSet/>
      <dgm:spPr/>
      <dgm:t>
        <a:bodyPr/>
        <a:lstStyle/>
        <a:p>
          <a:endParaRPr lang="en-IN"/>
        </a:p>
      </dgm:t>
    </dgm:pt>
    <dgm:pt modelId="{9994A454-3E06-4A16-8328-C6A05BC4EB12}">
      <dgm:prSet phldrT="[Text]" phldr="0"/>
      <dgm:spPr/>
      <dgm:t>
        <a:bodyPr/>
        <a:lstStyle/>
        <a:p>
          <a:r>
            <a:rPr lang="en-IN" dirty="0"/>
            <a:t>DFA</a:t>
          </a:r>
        </a:p>
      </dgm:t>
    </dgm:pt>
    <dgm:pt modelId="{E8935D86-BD12-4D72-BE22-489887D3261D}" type="parTrans" cxnId="{EF9B710A-CE69-496C-83C7-708223D999D0}">
      <dgm:prSet/>
      <dgm:spPr/>
      <dgm:t>
        <a:bodyPr/>
        <a:lstStyle/>
        <a:p>
          <a:endParaRPr lang="en-IN"/>
        </a:p>
      </dgm:t>
    </dgm:pt>
    <dgm:pt modelId="{F72D8757-33EE-4F70-8C43-AAA6B0481385}" type="sibTrans" cxnId="{EF9B710A-CE69-496C-83C7-708223D999D0}">
      <dgm:prSet/>
      <dgm:spPr/>
      <dgm:t>
        <a:bodyPr/>
        <a:lstStyle/>
        <a:p>
          <a:endParaRPr lang="en-IN"/>
        </a:p>
      </dgm:t>
    </dgm:pt>
    <dgm:pt modelId="{A96F0EB0-77CF-4CF7-9EBD-1A7366812C34}">
      <dgm:prSet phldrT="[Text]" phldr="0"/>
      <dgm:spPr/>
      <dgm:t>
        <a:bodyPr/>
        <a:lstStyle/>
        <a:p>
          <a:r>
            <a:rPr lang="en-IN" dirty="0"/>
            <a:t>NFA</a:t>
          </a:r>
        </a:p>
      </dgm:t>
    </dgm:pt>
    <dgm:pt modelId="{410040E3-156F-4802-B722-7794EF5C53FE}" type="parTrans" cxnId="{E91B39C4-0E57-451C-BB9D-051887575410}">
      <dgm:prSet/>
      <dgm:spPr/>
      <dgm:t>
        <a:bodyPr/>
        <a:lstStyle/>
        <a:p>
          <a:endParaRPr lang="en-IN"/>
        </a:p>
      </dgm:t>
    </dgm:pt>
    <dgm:pt modelId="{06E892B8-1C47-4952-BECC-E143BEE792D6}" type="sibTrans" cxnId="{E91B39C4-0E57-451C-BB9D-051887575410}">
      <dgm:prSet/>
      <dgm:spPr/>
      <dgm:t>
        <a:bodyPr/>
        <a:lstStyle/>
        <a:p>
          <a:endParaRPr lang="en-IN"/>
        </a:p>
      </dgm:t>
    </dgm:pt>
    <dgm:pt modelId="{A9DF7240-2112-4A5A-8D1D-65FAC87C739E}">
      <dgm:prSet phldrT="[Text]" phldr="0"/>
      <dgm:spPr/>
      <dgm:t>
        <a:bodyPr/>
        <a:lstStyle/>
        <a:p>
          <a:r>
            <a:rPr lang="el-GR" dirty="0"/>
            <a:t>ε</a:t>
          </a:r>
          <a:r>
            <a:rPr lang="en-IN" dirty="0"/>
            <a:t>-NFA</a:t>
          </a:r>
        </a:p>
      </dgm:t>
    </dgm:pt>
    <dgm:pt modelId="{918FD869-D412-41B2-ABE9-3AA2C652AEA9}" type="parTrans" cxnId="{16A18AFE-B921-4622-9583-702E20AD6938}">
      <dgm:prSet/>
      <dgm:spPr/>
      <dgm:t>
        <a:bodyPr/>
        <a:lstStyle/>
        <a:p>
          <a:endParaRPr lang="en-IN"/>
        </a:p>
      </dgm:t>
    </dgm:pt>
    <dgm:pt modelId="{61FCBBF4-91BA-4E14-A840-6437E52CEA7F}" type="sibTrans" cxnId="{16A18AFE-B921-4622-9583-702E20AD6938}">
      <dgm:prSet/>
      <dgm:spPr/>
      <dgm:t>
        <a:bodyPr/>
        <a:lstStyle/>
        <a:p>
          <a:endParaRPr lang="en-IN"/>
        </a:p>
      </dgm:t>
    </dgm:pt>
    <dgm:pt modelId="{7D53BF6D-8D36-4301-BE2A-B7DBAE1C6CDA}" type="pres">
      <dgm:prSet presAssocID="{474B4A98-46CA-4214-92FE-0F68BF2DBB8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3949945-292D-49C8-B3EF-604221BA83E9}" type="pres">
      <dgm:prSet presAssocID="{D6A224B7-DEAB-4345-B7F3-DA5B1C8E1353}" presName="hierRoot1" presStyleCnt="0">
        <dgm:presLayoutVars>
          <dgm:hierBranch val="init"/>
        </dgm:presLayoutVars>
      </dgm:prSet>
      <dgm:spPr/>
    </dgm:pt>
    <dgm:pt modelId="{AE66763F-E166-4899-B6D2-9E89A5B2D8B2}" type="pres">
      <dgm:prSet presAssocID="{D6A224B7-DEAB-4345-B7F3-DA5B1C8E1353}" presName="rootComposite1" presStyleCnt="0"/>
      <dgm:spPr/>
    </dgm:pt>
    <dgm:pt modelId="{811A0035-2CDC-4F8F-B319-D1A7E893FC09}" type="pres">
      <dgm:prSet presAssocID="{D6A224B7-DEAB-4345-B7F3-DA5B1C8E1353}" presName="rootText1" presStyleLbl="node0" presStyleIdx="0" presStyleCnt="1">
        <dgm:presLayoutVars>
          <dgm:chPref val="3"/>
        </dgm:presLayoutVars>
      </dgm:prSet>
      <dgm:spPr/>
    </dgm:pt>
    <dgm:pt modelId="{4F44798B-D2B1-4BC5-BF90-1A7C86946E0C}" type="pres">
      <dgm:prSet presAssocID="{D6A224B7-DEAB-4345-B7F3-DA5B1C8E1353}" presName="rootConnector1" presStyleLbl="node1" presStyleIdx="0" presStyleCnt="0"/>
      <dgm:spPr/>
    </dgm:pt>
    <dgm:pt modelId="{270C0864-12B8-430A-A533-CFF9B86A3B78}" type="pres">
      <dgm:prSet presAssocID="{D6A224B7-DEAB-4345-B7F3-DA5B1C8E1353}" presName="hierChild2" presStyleCnt="0"/>
      <dgm:spPr/>
    </dgm:pt>
    <dgm:pt modelId="{B79297D3-5D31-4FA3-A2A3-BAB7CCB6ED4E}" type="pres">
      <dgm:prSet presAssocID="{93469AB0-C0E0-4CDD-9347-53B55809F5F7}" presName="Name64" presStyleLbl="parChTrans1D2" presStyleIdx="0" presStyleCnt="2"/>
      <dgm:spPr/>
    </dgm:pt>
    <dgm:pt modelId="{448E114F-152F-4183-A7AF-F54FDA1F58FB}" type="pres">
      <dgm:prSet presAssocID="{00F84654-842F-411F-998A-F57643235838}" presName="hierRoot2" presStyleCnt="0">
        <dgm:presLayoutVars>
          <dgm:hierBranch val="init"/>
        </dgm:presLayoutVars>
      </dgm:prSet>
      <dgm:spPr/>
    </dgm:pt>
    <dgm:pt modelId="{F13D6FD4-977E-4DD9-87C4-4FBBAF7AF0FC}" type="pres">
      <dgm:prSet presAssocID="{00F84654-842F-411F-998A-F57643235838}" presName="rootComposite" presStyleCnt="0"/>
      <dgm:spPr/>
    </dgm:pt>
    <dgm:pt modelId="{36376D7E-98F1-4F04-B817-4D091E50AE40}" type="pres">
      <dgm:prSet presAssocID="{00F84654-842F-411F-998A-F57643235838}" presName="rootText" presStyleLbl="node2" presStyleIdx="0" presStyleCnt="2">
        <dgm:presLayoutVars>
          <dgm:chPref val="3"/>
        </dgm:presLayoutVars>
      </dgm:prSet>
      <dgm:spPr/>
    </dgm:pt>
    <dgm:pt modelId="{7E424999-4B16-4E21-9470-B84BCC550EC5}" type="pres">
      <dgm:prSet presAssocID="{00F84654-842F-411F-998A-F57643235838}" presName="rootConnector" presStyleLbl="node2" presStyleIdx="0" presStyleCnt="2"/>
      <dgm:spPr/>
    </dgm:pt>
    <dgm:pt modelId="{56F09D5F-0B6C-4FB7-8FD4-B6C6B94E274B}" type="pres">
      <dgm:prSet presAssocID="{00F84654-842F-411F-998A-F57643235838}" presName="hierChild4" presStyleCnt="0"/>
      <dgm:spPr/>
    </dgm:pt>
    <dgm:pt modelId="{23128CFE-AE86-488B-A6C5-4590AEB7F861}" type="pres">
      <dgm:prSet presAssocID="{0E60FB3F-E2E8-45CA-958B-AA103D76A687}" presName="Name64" presStyleLbl="parChTrans1D3" presStyleIdx="0" presStyleCnt="5"/>
      <dgm:spPr/>
    </dgm:pt>
    <dgm:pt modelId="{0470D8DF-6C38-40BD-8FF7-F2868C9B30A2}" type="pres">
      <dgm:prSet presAssocID="{6FD6DEBB-81AC-41DC-9627-88F760490728}" presName="hierRoot2" presStyleCnt="0">
        <dgm:presLayoutVars>
          <dgm:hierBranch val="init"/>
        </dgm:presLayoutVars>
      </dgm:prSet>
      <dgm:spPr/>
    </dgm:pt>
    <dgm:pt modelId="{F3B7C901-E1BB-4D98-B1CF-6446F61543B9}" type="pres">
      <dgm:prSet presAssocID="{6FD6DEBB-81AC-41DC-9627-88F760490728}" presName="rootComposite" presStyleCnt="0"/>
      <dgm:spPr/>
    </dgm:pt>
    <dgm:pt modelId="{7095BDDD-3C90-424A-BADF-D21D16F10BF0}" type="pres">
      <dgm:prSet presAssocID="{6FD6DEBB-81AC-41DC-9627-88F760490728}" presName="rootText" presStyleLbl="node3" presStyleIdx="0" presStyleCnt="5">
        <dgm:presLayoutVars>
          <dgm:chPref val="3"/>
        </dgm:presLayoutVars>
      </dgm:prSet>
      <dgm:spPr/>
    </dgm:pt>
    <dgm:pt modelId="{DBC0347D-A6F9-4BDE-9504-BE5293392D83}" type="pres">
      <dgm:prSet presAssocID="{6FD6DEBB-81AC-41DC-9627-88F760490728}" presName="rootConnector" presStyleLbl="node3" presStyleIdx="0" presStyleCnt="5"/>
      <dgm:spPr/>
    </dgm:pt>
    <dgm:pt modelId="{12625A16-419F-4B92-A9FE-73E6FBE9CEF2}" type="pres">
      <dgm:prSet presAssocID="{6FD6DEBB-81AC-41DC-9627-88F760490728}" presName="hierChild4" presStyleCnt="0"/>
      <dgm:spPr/>
    </dgm:pt>
    <dgm:pt modelId="{20A11950-424F-45A4-A439-061514A8B68C}" type="pres">
      <dgm:prSet presAssocID="{6FD6DEBB-81AC-41DC-9627-88F760490728}" presName="hierChild5" presStyleCnt="0"/>
      <dgm:spPr/>
    </dgm:pt>
    <dgm:pt modelId="{247BCD5C-E346-4997-B008-95491A64B015}" type="pres">
      <dgm:prSet presAssocID="{5E48A37C-596E-476D-B54D-95C630D96116}" presName="Name64" presStyleLbl="parChTrans1D3" presStyleIdx="1" presStyleCnt="5"/>
      <dgm:spPr/>
    </dgm:pt>
    <dgm:pt modelId="{C57478AB-65C8-49C0-8472-D16C8C6E8220}" type="pres">
      <dgm:prSet presAssocID="{359E5CFB-30E7-4121-A00E-660EAA91A716}" presName="hierRoot2" presStyleCnt="0">
        <dgm:presLayoutVars>
          <dgm:hierBranch val="init"/>
        </dgm:presLayoutVars>
      </dgm:prSet>
      <dgm:spPr/>
    </dgm:pt>
    <dgm:pt modelId="{A10DE207-39CA-45B2-9097-0C0EBCD39A64}" type="pres">
      <dgm:prSet presAssocID="{359E5CFB-30E7-4121-A00E-660EAA91A716}" presName="rootComposite" presStyleCnt="0"/>
      <dgm:spPr/>
    </dgm:pt>
    <dgm:pt modelId="{5FDE6A2A-5F3E-468B-9180-6F76DBDCB0F5}" type="pres">
      <dgm:prSet presAssocID="{359E5CFB-30E7-4121-A00E-660EAA91A716}" presName="rootText" presStyleLbl="node3" presStyleIdx="1" presStyleCnt="5">
        <dgm:presLayoutVars>
          <dgm:chPref val="3"/>
        </dgm:presLayoutVars>
      </dgm:prSet>
      <dgm:spPr/>
    </dgm:pt>
    <dgm:pt modelId="{6881DE6B-7557-4876-9958-9343D545DADA}" type="pres">
      <dgm:prSet presAssocID="{359E5CFB-30E7-4121-A00E-660EAA91A716}" presName="rootConnector" presStyleLbl="node3" presStyleIdx="1" presStyleCnt="5"/>
      <dgm:spPr/>
    </dgm:pt>
    <dgm:pt modelId="{2365B7F7-C275-403C-BB84-471B0F10F35F}" type="pres">
      <dgm:prSet presAssocID="{359E5CFB-30E7-4121-A00E-660EAA91A716}" presName="hierChild4" presStyleCnt="0"/>
      <dgm:spPr/>
    </dgm:pt>
    <dgm:pt modelId="{D57CD845-79B3-4569-B8D5-EA49C2BE4A1F}" type="pres">
      <dgm:prSet presAssocID="{359E5CFB-30E7-4121-A00E-660EAA91A716}" presName="hierChild5" presStyleCnt="0"/>
      <dgm:spPr/>
    </dgm:pt>
    <dgm:pt modelId="{FB4A568A-7E50-4034-AB2A-83DE7CF8B1FD}" type="pres">
      <dgm:prSet presAssocID="{00F84654-842F-411F-998A-F57643235838}" presName="hierChild5" presStyleCnt="0"/>
      <dgm:spPr/>
    </dgm:pt>
    <dgm:pt modelId="{4C1F7243-603F-4579-AAD4-D2A6479B57B1}" type="pres">
      <dgm:prSet presAssocID="{A06AC13A-97A6-4A10-B29E-230D2910E8C4}" presName="Name64" presStyleLbl="parChTrans1D2" presStyleIdx="1" presStyleCnt="2"/>
      <dgm:spPr/>
    </dgm:pt>
    <dgm:pt modelId="{3D3E779D-C352-4BA2-97EE-A7120883D624}" type="pres">
      <dgm:prSet presAssocID="{32F6CED1-12C0-44A2-8BA2-9591B50563E5}" presName="hierRoot2" presStyleCnt="0">
        <dgm:presLayoutVars>
          <dgm:hierBranch val="init"/>
        </dgm:presLayoutVars>
      </dgm:prSet>
      <dgm:spPr/>
    </dgm:pt>
    <dgm:pt modelId="{00F04DDA-B90B-4164-BF50-FD9BCB1FE332}" type="pres">
      <dgm:prSet presAssocID="{32F6CED1-12C0-44A2-8BA2-9591B50563E5}" presName="rootComposite" presStyleCnt="0"/>
      <dgm:spPr/>
    </dgm:pt>
    <dgm:pt modelId="{74C13760-B0C1-43F5-987A-263A7485F2CE}" type="pres">
      <dgm:prSet presAssocID="{32F6CED1-12C0-44A2-8BA2-9591B50563E5}" presName="rootText" presStyleLbl="node2" presStyleIdx="1" presStyleCnt="2">
        <dgm:presLayoutVars>
          <dgm:chPref val="3"/>
        </dgm:presLayoutVars>
      </dgm:prSet>
      <dgm:spPr/>
    </dgm:pt>
    <dgm:pt modelId="{1A48231B-833A-464B-A0EF-3E0EB9B108FE}" type="pres">
      <dgm:prSet presAssocID="{32F6CED1-12C0-44A2-8BA2-9591B50563E5}" presName="rootConnector" presStyleLbl="node2" presStyleIdx="1" presStyleCnt="2"/>
      <dgm:spPr/>
    </dgm:pt>
    <dgm:pt modelId="{E7EE7E82-BDAA-4CCD-BBF5-171B322A009D}" type="pres">
      <dgm:prSet presAssocID="{32F6CED1-12C0-44A2-8BA2-9591B50563E5}" presName="hierChild4" presStyleCnt="0"/>
      <dgm:spPr/>
    </dgm:pt>
    <dgm:pt modelId="{E46F462F-7010-480D-818A-FA3D676998BA}" type="pres">
      <dgm:prSet presAssocID="{E8935D86-BD12-4D72-BE22-489887D3261D}" presName="Name64" presStyleLbl="parChTrans1D3" presStyleIdx="2" presStyleCnt="5"/>
      <dgm:spPr/>
    </dgm:pt>
    <dgm:pt modelId="{16F7409B-4747-4C55-AAF4-7D85401C63CA}" type="pres">
      <dgm:prSet presAssocID="{9994A454-3E06-4A16-8328-C6A05BC4EB12}" presName="hierRoot2" presStyleCnt="0">
        <dgm:presLayoutVars>
          <dgm:hierBranch val="init"/>
        </dgm:presLayoutVars>
      </dgm:prSet>
      <dgm:spPr/>
    </dgm:pt>
    <dgm:pt modelId="{419679F4-F591-4159-8932-A2A2F3DE4E05}" type="pres">
      <dgm:prSet presAssocID="{9994A454-3E06-4A16-8328-C6A05BC4EB12}" presName="rootComposite" presStyleCnt="0"/>
      <dgm:spPr/>
    </dgm:pt>
    <dgm:pt modelId="{5228E966-D227-41D2-BA0F-17805EB12559}" type="pres">
      <dgm:prSet presAssocID="{9994A454-3E06-4A16-8328-C6A05BC4EB12}" presName="rootText" presStyleLbl="node3" presStyleIdx="2" presStyleCnt="5">
        <dgm:presLayoutVars>
          <dgm:chPref val="3"/>
        </dgm:presLayoutVars>
      </dgm:prSet>
      <dgm:spPr/>
    </dgm:pt>
    <dgm:pt modelId="{5A6DD086-1B76-4738-B292-8A72C224B7A0}" type="pres">
      <dgm:prSet presAssocID="{9994A454-3E06-4A16-8328-C6A05BC4EB12}" presName="rootConnector" presStyleLbl="node3" presStyleIdx="2" presStyleCnt="5"/>
      <dgm:spPr/>
    </dgm:pt>
    <dgm:pt modelId="{EE1DE56C-2159-4A09-93A2-BE4F28B640A6}" type="pres">
      <dgm:prSet presAssocID="{9994A454-3E06-4A16-8328-C6A05BC4EB12}" presName="hierChild4" presStyleCnt="0"/>
      <dgm:spPr/>
    </dgm:pt>
    <dgm:pt modelId="{E3D4C76A-E700-4809-AA78-38F72A111BF3}" type="pres">
      <dgm:prSet presAssocID="{9994A454-3E06-4A16-8328-C6A05BC4EB12}" presName="hierChild5" presStyleCnt="0"/>
      <dgm:spPr/>
    </dgm:pt>
    <dgm:pt modelId="{8CA94AAA-DBC9-42BD-8849-D4D906CF6E62}" type="pres">
      <dgm:prSet presAssocID="{410040E3-156F-4802-B722-7794EF5C53FE}" presName="Name64" presStyleLbl="parChTrans1D3" presStyleIdx="3" presStyleCnt="5"/>
      <dgm:spPr/>
    </dgm:pt>
    <dgm:pt modelId="{41277444-2741-41C1-B44C-591F9ABDD540}" type="pres">
      <dgm:prSet presAssocID="{A96F0EB0-77CF-4CF7-9EBD-1A7366812C34}" presName="hierRoot2" presStyleCnt="0">
        <dgm:presLayoutVars>
          <dgm:hierBranch val="init"/>
        </dgm:presLayoutVars>
      </dgm:prSet>
      <dgm:spPr/>
    </dgm:pt>
    <dgm:pt modelId="{4EE2F76E-E940-46B6-B2C5-303698250992}" type="pres">
      <dgm:prSet presAssocID="{A96F0EB0-77CF-4CF7-9EBD-1A7366812C34}" presName="rootComposite" presStyleCnt="0"/>
      <dgm:spPr/>
    </dgm:pt>
    <dgm:pt modelId="{607A7227-584A-40C1-9722-0688287550D6}" type="pres">
      <dgm:prSet presAssocID="{A96F0EB0-77CF-4CF7-9EBD-1A7366812C34}" presName="rootText" presStyleLbl="node3" presStyleIdx="3" presStyleCnt="5">
        <dgm:presLayoutVars>
          <dgm:chPref val="3"/>
        </dgm:presLayoutVars>
      </dgm:prSet>
      <dgm:spPr/>
    </dgm:pt>
    <dgm:pt modelId="{24C40169-E6BD-441F-A770-18FA819CA39B}" type="pres">
      <dgm:prSet presAssocID="{A96F0EB0-77CF-4CF7-9EBD-1A7366812C34}" presName="rootConnector" presStyleLbl="node3" presStyleIdx="3" presStyleCnt="5"/>
      <dgm:spPr/>
    </dgm:pt>
    <dgm:pt modelId="{F797024E-46F1-4F01-8D51-F222B3A3672E}" type="pres">
      <dgm:prSet presAssocID="{A96F0EB0-77CF-4CF7-9EBD-1A7366812C34}" presName="hierChild4" presStyleCnt="0"/>
      <dgm:spPr/>
    </dgm:pt>
    <dgm:pt modelId="{05BFDBB6-A2AA-4B41-B1A2-E1444ACEAB93}" type="pres">
      <dgm:prSet presAssocID="{A96F0EB0-77CF-4CF7-9EBD-1A7366812C34}" presName="hierChild5" presStyleCnt="0"/>
      <dgm:spPr/>
    </dgm:pt>
    <dgm:pt modelId="{16786A2D-C891-4A08-AD7C-B7B7BDF30809}" type="pres">
      <dgm:prSet presAssocID="{918FD869-D412-41B2-ABE9-3AA2C652AEA9}" presName="Name64" presStyleLbl="parChTrans1D3" presStyleIdx="4" presStyleCnt="5"/>
      <dgm:spPr/>
    </dgm:pt>
    <dgm:pt modelId="{F0B7F5C3-CB44-4F50-9211-9B6B80CB7D7D}" type="pres">
      <dgm:prSet presAssocID="{A9DF7240-2112-4A5A-8D1D-65FAC87C739E}" presName="hierRoot2" presStyleCnt="0">
        <dgm:presLayoutVars>
          <dgm:hierBranch val="init"/>
        </dgm:presLayoutVars>
      </dgm:prSet>
      <dgm:spPr/>
    </dgm:pt>
    <dgm:pt modelId="{A8620AF0-F500-4004-B377-0640A9D5982B}" type="pres">
      <dgm:prSet presAssocID="{A9DF7240-2112-4A5A-8D1D-65FAC87C739E}" presName="rootComposite" presStyleCnt="0"/>
      <dgm:spPr/>
    </dgm:pt>
    <dgm:pt modelId="{9F947E5A-3F4C-43E6-8666-68AF96CE8BE9}" type="pres">
      <dgm:prSet presAssocID="{A9DF7240-2112-4A5A-8D1D-65FAC87C739E}" presName="rootText" presStyleLbl="node3" presStyleIdx="4" presStyleCnt="5">
        <dgm:presLayoutVars>
          <dgm:chPref val="3"/>
        </dgm:presLayoutVars>
      </dgm:prSet>
      <dgm:spPr/>
    </dgm:pt>
    <dgm:pt modelId="{8FB05FA4-9B2A-48B6-A8D9-936ACD2E6F83}" type="pres">
      <dgm:prSet presAssocID="{A9DF7240-2112-4A5A-8D1D-65FAC87C739E}" presName="rootConnector" presStyleLbl="node3" presStyleIdx="4" presStyleCnt="5"/>
      <dgm:spPr/>
    </dgm:pt>
    <dgm:pt modelId="{AB95F5A2-B031-4176-9AA4-1B78E6A3ABDC}" type="pres">
      <dgm:prSet presAssocID="{A9DF7240-2112-4A5A-8D1D-65FAC87C739E}" presName="hierChild4" presStyleCnt="0"/>
      <dgm:spPr/>
    </dgm:pt>
    <dgm:pt modelId="{A1445F1F-841A-4A6A-82EE-F347634443FD}" type="pres">
      <dgm:prSet presAssocID="{A9DF7240-2112-4A5A-8D1D-65FAC87C739E}" presName="hierChild5" presStyleCnt="0"/>
      <dgm:spPr/>
    </dgm:pt>
    <dgm:pt modelId="{FDAF9EBB-2264-45E0-945D-DDB1AFC3355F}" type="pres">
      <dgm:prSet presAssocID="{32F6CED1-12C0-44A2-8BA2-9591B50563E5}" presName="hierChild5" presStyleCnt="0"/>
      <dgm:spPr/>
    </dgm:pt>
    <dgm:pt modelId="{C9C4F852-D14A-4E39-9AF1-333BA989260A}" type="pres">
      <dgm:prSet presAssocID="{D6A224B7-DEAB-4345-B7F3-DA5B1C8E1353}" presName="hierChild3" presStyleCnt="0"/>
      <dgm:spPr/>
    </dgm:pt>
  </dgm:ptLst>
  <dgm:cxnLst>
    <dgm:cxn modelId="{A220AF02-088B-4F23-AEBE-6DCE9CA00F02}" type="presOf" srcId="{5E48A37C-596E-476D-B54D-95C630D96116}" destId="{247BCD5C-E346-4997-B008-95491A64B015}" srcOrd="0" destOrd="0" presId="urn:microsoft.com/office/officeart/2009/3/layout/HorizontalOrganizationChart"/>
    <dgm:cxn modelId="{89A94905-812A-424A-B947-F67A4841DE2D}" type="presOf" srcId="{00F84654-842F-411F-998A-F57643235838}" destId="{36376D7E-98F1-4F04-B817-4D091E50AE40}" srcOrd="0" destOrd="0" presId="urn:microsoft.com/office/officeart/2009/3/layout/HorizontalOrganizationChart"/>
    <dgm:cxn modelId="{7B1CB808-894D-4615-BCC3-3B1669532E0B}" type="presOf" srcId="{474B4A98-46CA-4214-92FE-0F68BF2DBB8A}" destId="{7D53BF6D-8D36-4301-BE2A-B7DBAE1C6CDA}" srcOrd="0" destOrd="0" presId="urn:microsoft.com/office/officeart/2009/3/layout/HorizontalOrganizationChart"/>
    <dgm:cxn modelId="{EF9B710A-CE69-496C-83C7-708223D999D0}" srcId="{32F6CED1-12C0-44A2-8BA2-9591B50563E5}" destId="{9994A454-3E06-4A16-8328-C6A05BC4EB12}" srcOrd="0" destOrd="0" parTransId="{E8935D86-BD12-4D72-BE22-489887D3261D}" sibTransId="{F72D8757-33EE-4F70-8C43-AAA6B0481385}"/>
    <dgm:cxn modelId="{34D80D0C-1A5E-453F-8399-0C569AF923A9}" type="presOf" srcId="{A06AC13A-97A6-4A10-B29E-230D2910E8C4}" destId="{4C1F7243-603F-4579-AAD4-D2A6479B57B1}" srcOrd="0" destOrd="0" presId="urn:microsoft.com/office/officeart/2009/3/layout/HorizontalOrganizationChart"/>
    <dgm:cxn modelId="{00E73111-9E04-4F87-BB8C-7D6AB0B434B9}" type="presOf" srcId="{00F84654-842F-411F-998A-F57643235838}" destId="{7E424999-4B16-4E21-9470-B84BCC550EC5}" srcOrd="1" destOrd="0" presId="urn:microsoft.com/office/officeart/2009/3/layout/HorizontalOrganizationChart"/>
    <dgm:cxn modelId="{FFDE9820-DEBE-4EDF-8C25-AA13C5AFD58B}" type="presOf" srcId="{9994A454-3E06-4A16-8328-C6A05BC4EB12}" destId="{5A6DD086-1B76-4738-B292-8A72C224B7A0}" srcOrd="1" destOrd="0" presId="urn:microsoft.com/office/officeart/2009/3/layout/HorizontalOrganizationChart"/>
    <dgm:cxn modelId="{C9D8402C-8C14-4FDB-AC17-688CC481D4FC}" srcId="{D6A224B7-DEAB-4345-B7F3-DA5B1C8E1353}" destId="{32F6CED1-12C0-44A2-8BA2-9591B50563E5}" srcOrd="1" destOrd="0" parTransId="{A06AC13A-97A6-4A10-B29E-230D2910E8C4}" sibTransId="{396B0C68-B0D2-41D2-BCF8-49004D111EC9}"/>
    <dgm:cxn modelId="{667BC140-F23E-48F2-8C67-79A4110C4F3A}" srcId="{00F84654-842F-411F-998A-F57643235838}" destId="{359E5CFB-30E7-4121-A00E-660EAA91A716}" srcOrd="1" destOrd="0" parTransId="{5E48A37C-596E-476D-B54D-95C630D96116}" sibTransId="{DC4F9639-20A2-44ED-A3AC-55434DBE46CF}"/>
    <dgm:cxn modelId="{FBBFD140-5A9A-4C40-9085-8F1A01EEE5D0}" type="presOf" srcId="{410040E3-156F-4802-B722-7794EF5C53FE}" destId="{8CA94AAA-DBC9-42BD-8849-D4D906CF6E62}" srcOrd="0" destOrd="0" presId="urn:microsoft.com/office/officeart/2009/3/layout/HorizontalOrganizationChart"/>
    <dgm:cxn modelId="{168A995C-E8AC-4159-91A9-EF243DB66824}" srcId="{00F84654-842F-411F-998A-F57643235838}" destId="{6FD6DEBB-81AC-41DC-9627-88F760490728}" srcOrd="0" destOrd="0" parTransId="{0E60FB3F-E2E8-45CA-958B-AA103D76A687}" sibTransId="{88495501-EDB1-4E82-8766-B4E0E0CA1BCF}"/>
    <dgm:cxn modelId="{598B6D42-8E50-4807-BB77-644FA093354B}" type="presOf" srcId="{32F6CED1-12C0-44A2-8BA2-9591B50563E5}" destId="{1A48231B-833A-464B-A0EF-3E0EB9B108FE}" srcOrd="1" destOrd="0" presId="urn:microsoft.com/office/officeart/2009/3/layout/HorizontalOrganizationChart"/>
    <dgm:cxn modelId="{0E135842-172A-4E2F-ABDE-55BAC17CAEC2}" type="presOf" srcId="{6FD6DEBB-81AC-41DC-9627-88F760490728}" destId="{7095BDDD-3C90-424A-BADF-D21D16F10BF0}" srcOrd="0" destOrd="0" presId="urn:microsoft.com/office/officeart/2009/3/layout/HorizontalOrganizationChart"/>
    <dgm:cxn modelId="{95399A45-704D-49BF-ABD4-960634F48CDF}" type="presOf" srcId="{A96F0EB0-77CF-4CF7-9EBD-1A7366812C34}" destId="{24C40169-E6BD-441F-A770-18FA819CA39B}" srcOrd="1" destOrd="0" presId="urn:microsoft.com/office/officeart/2009/3/layout/HorizontalOrganizationChart"/>
    <dgm:cxn modelId="{186C4866-B4A5-452D-B7BB-682EE37EC0C6}" type="presOf" srcId="{359E5CFB-30E7-4121-A00E-660EAA91A716}" destId="{5FDE6A2A-5F3E-468B-9180-6F76DBDCB0F5}" srcOrd="0" destOrd="0" presId="urn:microsoft.com/office/officeart/2009/3/layout/HorizontalOrganizationChart"/>
    <dgm:cxn modelId="{5B694451-B5E0-4016-952B-57FAD3904130}" type="presOf" srcId="{9994A454-3E06-4A16-8328-C6A05BC4EB12}" destId="{5228E966-D227-41D2-BA0F-17805EB12559}" srcOrd="0" destOrd="0" presId="urn:microsoft.com/office/officeart/2009/3/layout/HorizontalOrganizationChart"/>
    <dgm:cxn modelId="{5A5F2978-6C15-4518-AD68-47E080564FB5}" type="presOf" srcId="{918FD869-D412-41B2-ABE9-3AA2C652AEA9}" destId="{16786A2D-C891-4A08-AD7C-B7B7BDF30809}" srcOrd="0" destOrd="0" presId="urn:microsoft.com/office/officeart/2009/3/layout/HorizontalOrganizationChart"/>
    <dgm:cxn modelId="{7821667F-8AF2-4F9C-8C24-AD733EE63281}" type="presOf" srcId="{0E60FB3F-E2E8-45CA-958B-AA103D76A687}" destId="{23128CFE-AE86-488B-A6C5-4590AEB7F861}" srcOrd="0" destOrd="0" presId="urn:microsoft.com/office/officeart/2009/3/layout/HorizontalOrganizationChart"/>
    <dgm:cxn modelId="{B9975981-0E25-43C3-8BF0-1865F6905C29}" type="presOf" srcId="{A9DF7240-2112-4A5A-8D1D-65FAC87C739E}" destId="{9F947E5A-3F4C-43E6-8666-68AF96CE8BE9}" srcOrd="0" destOrd="0" presId="urn:microsoft.com/office/officeart/2009/3/layout/HorizontalOrganizationChart"/>
    <dgm:cxn modelId="{DCB8BE87-CE45-4AD7-AE3A-75CC555EB3D7}" srcId="{474B4A98-46CA-4214-92FE-0F68BF2DBB8A}" destId="{D6A224B7-DEAB-4345-B7F3-DA5B1C8E1353}" srcOrd="0" destOrd="0" parTransId="{139B6B35-0F6E-4152-B916-F3DBBFDB1A86}" sibTransId="{33EBB63D-2712-48A2-BFA4-0AE6C69FEE16}"/>
    <dgm:cxn modelId="{DCB33393-40CC-41EC-B909-29B543F286B0}" type="presOf" srcId="{93469AB0-C0E0-4CDD-9347-53B55809F5F7}" destId="{B79297D3-5D31-4FA3-A2A3-BAB7CCB6ED4E}" srcOrd="0" destOrd="0" presId="urn:microsoft.com/office/officeart/2009/3/layout/HorizontalOrganizationChart"/>
    <dgm:cxn modelId="{AF909D94-FB0A-4FBF-B64B-337429B87546}" type="presOf" srcId="{D6A224B7-DEAB-4345-B7F3-DA5B1C8E1353}" destId="{811A0035-2CDC-4F8F-B319-D1A7E893FC09}" srcOrd="0" destOrd="0" presId="urn:microsoft.com/office/officeart/2009/3/layout/HorizontalOrganizationChart"/>
    <dgm:cxn modelId="{7E13E397-7E6C-4C66-B0D0-407BDAE99F9D}" type="presOf" srcId="{A9DF7240-2112-4A5A-8D1D-65FAC87C739E}" destId="{8FB05FA4-9B2A-48B6-A8D9-936ACD2E6F83}" srcOrd="1" destOrd="0" presId="urn:microsoft.com/office/officeart/2009/3/layout/HorizontalOrganizationChart"/>
    <dgm:cxn modelId="{376BB6A5-62B2-42F1-97B4-241B95F1DEA8}" type="presOf" srcId="{32F6CED1-12C0-44A2-8BA2-9591B50563E5}" destId="{74C13760-B0C1-43F5-987A-263A7485F2CE}" srcOrd="0" destOrd="0" presId="urn:microsoft.com/office/officeart/2009/3/layout/HorizontalOrganizationChart"/>
    <dgm:cxn modelId="{CC14C5A5-FBED-4379-97AE-95CF7313C937}" type="presOf" srcId="{A96F0EB0-77CF-4CF7-9EBD-1A7366812C34}" destId="{607A7227-584A-40C1-9722-0688287550D6}" srcOrd="0" destOrd="0" presId="urn:microsoft.com/office/officeart/2009/3/layout/HorizontalOrganizationChart"/>
    <dgm:cxn modelId="{D2849DAF-DEC2-4AA4-98F4-4E7CF95568F4}" type="presOf" srcId="{E8935D86-BD12-4D72-BE22-489887D3261D}" destId="{E46F462F-7010-480D-818A-FA3D676998BA}" srcOrd="0" destOrd="0" presId="urn:microsoft.com/office/officeart/2009/3/layout/HorizontalOrganizationChart"/>
    <dgm:cxn modelId="{9367B5C0-19B0-4DA6-B89B-A720455AC74C}" type="presOf" srcId="{D6A224B7-DEAB-4345-B7F3-DA5B1C8E1353}" destId="{4F44798B-D2B1-4BC5-BF90-1A7C86946E0C}" srcOrd="1" destOrd="0" presId="urn:microsoft.com/office/officeart/2009/3/layout/HorizontalOrganizationChart"/>
    <dgm:cxn modelId="{E91B39C4-0E57-451C-BB9D-051887575410}" srcId="{32F6CED1-12C0-44A2-8BA2-9591B50563E5}" destId="{A96F0EB0-77CF-4CF7-9EBD-1A7366812C34}" srcOrd="1" destOrd="0" parTransId="{410040E3-156F-4802-B722-7794EF5C53FE}" sibTransId="{06E892B8-1C47-4952-BECC-E143BEE792D6}"/>
    <dgm:cxn modelId="{4764ADCD-EF25-49EB-855B-865CBC0EDA2A}" type="presOf" srcId="{6FD6DEBB-81AC-41DC-9627-88F760490728}" destId="{DBC0347D-A6F9-4BDE-9504-BE5293392D83}" srcOrd="1" destOrd="0" presId="urn:microsoft.com/office/officeart/2009/3/layout/HorizontalOrganizationChart"/>
    <dgm:cxn modelId="{A19E57DE-0D6C-4A3B-B130-D6EB6A6A3C75}" type="presOf" srcId="{359E5CFB-30E7-4121-A00E-660EAA91A716}" destId="{6881DE6B-7557-4876-9958-9343D545DADA}" srcOrd="1" destOrd="0" presId="urn:microsoft.com/office/officeart/2009/3/layout/HorizontalOrganizationChart"/>
    <dgm:cxn modelId="{9EFD10F8-68DD-4F0D-B2E7-0BB6DE631D35}" srcId="{D6A224B7-DEAB-4345-B7F3-DA5B1C8E1353}" destId="{00F84654-842F-411F-998A-F57643235838}" srcOrd="0" destOrd="0" parTransId="{93469AB0-C0E0-4CDD-9347-53B55809F5F7}" sibTransId="{84C8CBC8-E93C-4F46-B966-C16993025D01}"/>
    <dgm:cxn modelId="{16A18AFE-B921-4622-9583-702E20AD6938}" srcId="{32F6CED1-12C0-44A2-8BA2-9591B50563E5}" destId="{A9DF7240-2112-4A5A-8D1D-65FAC87C739E}" srcOrd="2" destOrd="0" parTransId="{918FD869-D412-41B2-ABE9-3AA2C652AEA9}" sibTransId="{61FCBBF4-91BA-4E14-A840-6437E52CEA7F}"/>
    <dgm:cxn modelId="{61DB1329-2A63-425C-963A-14A197A0F202}" type="presParOf" srcId="{7D53BF6D-8D36-4301-BE2A-B7DBAE1C6CDA}" destId="{A3949945-292D-49C8-B3EF-604221BA83E9}" srcOrd="0" destOrd="0" presId="urn:microsoft.com/office/officeart/2009/3/layout/HorizontalOrganizationChart"/>
    <dgm:cxn modelId="{6D0B76E9-F31A-4326-BD09-A2AE5DDC9E6B}" type="presParOf" srcId="{A3949945-292D-49C8-B3EF-604221BA83E9}" destId="{AE66763F-E166-4899-B6D2-9E89A5B2D8B2}" srcOrd="0" destOrd="0" presId="urn:microsoft.com/office/officeart/2009/3/layout/HorizontalOrganizationChart"/>
    <dgm:cxn modelId="{9D2B7453-A5A3-48C9-8D75-64DA4A083403}" type="presParOf" srcId="{AE66763F-E166-4899-B6D2-9E89A5B2D8B2}" destId="{811A0035-2CDC-4F8F-B319-D1A7E893FC09}" srcOrd="0" destOrd="0" presId="urn:microsoft.com/office/officeart/2009/3/layout/HorizontalOrganizationChart"/>
    <dgm:cxn modelId="{06D9E504-C078-4B21-9A96-C9788BF2770A}" type="presParOf" srcId="{AE66763F-E166-4899-B6D2-9E89A5B2D8B2}" destId="{4F44798B-D2B1-4BC5-BF90-1A7C86946E0C}" srcOrd="1" destOrd="0" presId="urn:microsoft.com/office/officeart/2009/3/layout/HorizontalOrganizationChart"/>
    <dgm:cxn modelId="{D31BCDF2-16DC-47E3-8B2C-F5A2A4D031E9}" type="presParOf" srcId="{A3949945-292D-49C8-B3EF-604221BA83E9}" destId="{270C0864-12B8-430A-A533-CFF9B86A3B78}" srcOrd="1" destOrd="0" presId="urn:microsoft.com/office/officeart/2009/3/layout/HorizontalOrganizationChart"/>
    <dgm:cxn modelId="{7476B28B-9BE2-4F13-A59F-079A66AD6C48}" type="presParOf" srcId="{270C0864-12B8-430A-A533-CFF9B86A3B78}" destId="{B79297D3-5D31-4FA3-A2A3-BAB7CCB6ED4E}" srcOrd="0" destOrd="0" presId="urn:microsoft.com/office/officeart/2009/3/layout/HorizontalOrganizationChart"/>
    <dgm:cxn modelId="{DB087134-66FC-4D2E-8EF2-57685C8E6A19}" type="presParOf" srcId="{270C0864-12B8-430A-A533-CFF9B86A3B78}" destId="{448E114F-152F-4183-A7AF-F54FDA1F58FB}" srcOrd="1" destOrd="0" presId="urn:microsoft.com/office/officeart/2009/3/layout/HorizontalOrganizationChart"/>
    <dgm:cxn modelId="{5A519C4A-93BD-4F57-88B4-94CAC8443727}" type="presParOf" srcId="{448E114F-152F-4183-A7AF-F54FDA1F58FB}" destId="{F13D6FD4-977E-4DD9-87C4-4FBBAF7AF0FC}" srcOrd="0" destOrd="0" presId="urn:microsoft.com/office/officeart/2009/3/layout/HorizontalOrganizationChart"/>
    <dgm:cxn modelId="{BB8E4B4C-D276-4F81-84EB-7A80048FD4B3}" type="presParOf" srcId="{F13D6FD4-977E-4DD9-87C4-4FBBAF7AF0FC}" destId="{36376D7E-98F1-4F04-B817-4D091E50AE40}" srcOrd="0" destOrd="0" presId="urn:microsoft.com/office/officeart/2009/3/layout/HorizontalOrganizationChart"/>
    <dgm:cxn modelId="{D89C97D8-3D3D-4FCA-B34E-B0E9E39D1990}" type="presParOf" srcId="{F13D6FD4-977E-4DD9-87C4-4FBBAF7AF0FC}" destId="{7E424999-4B16-4E21-9470-B84BCC550EC5}" srcOrd="1" destOrd="0" presId="urn:microsoft.com/office/officeart/2009/3/layout/HorizontalOrganizationChart"/>
    <dgm:cxn modelId="{77614E4D-8402-4514-A193-7F77FB34BB6F}" type="presParOf" srcId="{448E114F-152F-4183-A7AF-F54FDA1F58FB}" destId="{56F09D5F-0B6C-4FB7-8FD4-B6C6B94E274B}" srcOrd="1" destOrd="0" presId="urn:microsoft.com/office/officeart/2009/3/layout/HorizontalOrganizationChart"/>
    <dgm:cxn modelId="{C457979F-F132-4C53-B9ED-30A013DB7C5D}" type="presParOf" srcId="{56F09D5F-0B6C-4FB7-8FD4-B6C6B94E274B}" destId="{23128CFE-AE86-488B-A6C5-4590AEB7F861}" srcOrd="0" destOrd="0" presId="urn:microsoft.com/office/officeart/2009/3/layout/HorizontalOrganizationChart"/>
    <dgm:cxn modelId="{55B9C48D-FE0D-4C04-8360-BEEDE57C75E3}" type="presParOf" srcId="{56F09D5F-0B6C-4FB7-8FD4-B6C6B94E274B}" destId="{0470D8DF-6C38-40BD-8FF7-F2868C9B30A2}" srcOrd="1" destOrd="0" presId="urn:microsoft.com/office/officeart/2009/3/layout/HorizontalOrganizationChart"/>
    <dgm:cxn modelId="{83E1E1F4-02A2-4B91-A73C-9B393BB3E308}" type="presParOf" srcId="{0470D8DF-6C38-40BD-8FF7-F2868C9B30A2}" destId="{F3B7C901-E1BB-4D98-B1CF-6446F61543B9}" srcOrd="0" destOrd="0" presId="urn:microsoft.com/office/officeart/2009/3/layout/HorizontalOrganizationChart"/>
    <dgm:cxn modelId="{C9257275-15C7-4E0B-8F41-4CE1D280EE61}" type="presParOf" srcId="{F3B7C901-E1BB-4D98-B1CF-6446F61543B9}" destId="{7095BDDD-3C90-424A-BADF-D21D16F10BF0}" srcOrd="0" destOrd="0" presId="urn:microsoft.com/office/officeart/2009/3/layout/HorizontalOrganizationChart"/>
    <dgm:cxn modelId="{A98D2591-06BD-4CBB-A5F3-B1DE669B2C78}" type="presParOf" srcId="{F3B7C901-E1BB-4D98-B1CF-6446F61543B9}" destId="{DBC0347D-A6F9-4BDE-9504-BE5293392D83}" srcOrd="1" destOrd="0" presId="urn:microsoft.com/office/officeart/2009/3/layout/HorizontalOrganizationChart"/>
    <dgm:cxn modelId="{96207C19-737F-4315-915C-82351BD476AE}" type="presParOf" srcId="{0470D8DF-6C38-40BD-8FF7-F2868C9B30A2}" destId="{12625A16-419F-4B92-A9FE-73E6FBE9CEF2}" srcOrd="1" destOrd="0" presId="urn:microsoft.com/office/officeart/2009/3/layout/HorizontalOrganizationChart"/>
    <dgm:cxn modelId="{64F9E542-CD4A-4953-A40E-D875A33B34A4}" type="presParOf" srcId="{0470D8DF-6C38-40BD-8FF7-F2868C9B30A2}" destId="{20A11950-424F-45A4-A439-061514A8B68C}" srcOrd="2" destOrd="0" presId="urn:microsoft.com/office/officeart/2009/3/layout/HorizontalOrganizationChart"/>
    <dgm:cxn modelId="{C4AC5794-B75C-46DB-BB7B-7CDBBFEEE0E4}" type="presParOf" srcId="{56F09D5F-0B6C-4FB7-8FD4-B6C6B94E274B}" destId="{247BCD5C-E346-4997-B008-95491A64B015}" srcOrd="2" destOrd="0" presId="urn:microsoft.com/office/officeart/2009/3/layout/HorizontalOrganizationChart"/>
    <dgm:cxn modelId="{92815A66-0B23-44EC-9ED1-509F9E3D8E9C}" type="presParOf" srcId="{56F09D5F-0B6C-4FB7-8FD4-B6C6B94E274B}" destId="{C57478AB-65C8-49C0-8472-D16C8C6E8220}" srcOrd="3" destOrd="0" presId="urn:microsoft.com/office/officeart/2009/3/layout/HorizontalOrganizationChart"/>
    <dgm:cxn modelId="{88D0229D-C081-4904-A396-80048DDBC525}" type="presParOf" srcId="{C57478AB-65C8-49C0-8472-D16C8C6E8220}" destId="{A10DE207-39CA-45B2-9097-0C0EBCD39A64}" srcOrd="0" destOrd="0" presId="urn:microsoft.com/office/officeart/2009/3/layout/HorizontalOrganizationChart"/>
    <dgm:cxn modelId="{E324CABB-5B8E-4CFB-9C3D-EDF80527A533}" type="presParOf" srcId="{A10DE207-39CA-45B2-9097-0C0EBCD39A64}" destId="{5FDE6A2A-5F3E-468B-9180-6F76DBDCB0F5}" srcOrd="0" destOrd="0" presId="urn:microsoft.com/office/officeart/2009/3/layout/HorizontalOrganizationChart"/>
    <dgm:cxn modelId="{2C742D3A-FA34-4D95-B20F-C9FBAACDB956}" type="presParOf" srcId="{A10DE207-39CA-45B2-9097-0C0EBCD39A64}" destId="{6881DE6B-7557-4876-9958-9343D545DADA}" srcOrd="1" destOrd="0" presId="urn:microsoft.com/office/officeart/2009/3/layout/HorizontalOrganizationChart"/>
    <dgm:cxn modelId="{D1BECD1F-79AE-48B1-A135-B4AA685F5EC0}" type="presParOf" srcId="{C57478AB-65C8-49C0-8472-D16C8C6E8220}" destId="{2365B7F7-C275-403C-BB84-471B0F10F35F}" srcOrd="1" destOrd="0" presId="urn:microsoft.com/office/officeart/2009/3/layout/HorizontalOrganizationChart"/>
    <dgm:cxn modelId="{A4D449DE-9A46-476B-BDC7-04739F28B9C4}" type="presParOf" srcId="{C57478AB-65C8-49C0-8472-D16C8C6E8220}" destId="{D57CD845-79B3-4569-B8D5-EA49C2BE4A1F}" srcOrd="2" destOrd="0" presId="urn:microsoft.com/office/officeart/2009/3/layout/HorizontalOrganizationChart"/>
    <dgm:cxn modelId="{D5F5D691-6504-4427-B410-220F08B05BE0}" type="presParOf" srcId="{448E114F-152F-4183-A7AF-F54FDA1F58FB}" destId="{FB4A568A-7E50-4034-AB2A-83DE7CF8B1FD}" srcOrd="2" destOrd="0" presId="urn:microsoft.com/office/officeart/2009/3/layout/HorizontalOrganizationChart"/>
    <dgm:cxn modelId="{E71DF22A-B9BF-49D5-BB71-10F0D9B1BEAE}" type="presParOf" srcId="{270C0864-12B8-430A-A533-CFF9B86A3B78}" destId="{4C1F7243-603F-4579-AAD4-D2A6479B57B1}" srcOrd="2" destOrd="0" presId="urn:microsoft.com/office/officeart/2009/3/layout/HorizontalOrganizationChart"/>
    <dgm:cxn modelId="{9DC01A98-9C80-48D9-89CA-43B30EAFFB39}" type="presParOf" srcId="{270C0864-12B8-430A-A533-CFF9B86A3B78}" destId="{3D3E779D-C352-4BA2-97EE-A7120883D624}" srcOrd="3" destOrd="0" presId="urn:microsoft.com/office/officeart/2009/3/layout/HorizontalOrganizationChart"/>
    <dgm:cxn modelId="{85F1F275-0F0F-473C-B3BD-908372FCFAD9}" type="presParOf" srcId="{3D3E779D-C352-4BA2-97EE-A7120883D624}" destId="{00F04DDA-B90B-4164-BF50-FD9BCB1FE332}" srcOrd="0" destOrd="0" presId="urn:microsoft.com/office/officeart/2009/3/layout/HorizontalOrganizationChart"/>
    <dgm:cxn modelId="{3B0E4500-D59E-4EB1-A605-839B792ED59C}" type="presParOf" srcId="{00F04DDA-B90B-4164-BF50-FD9BCB1FE332}" destId="{74C13760-B0C1-43F5-987A-263A7485F2CE}" srcOrd="0" destOrd="0" presId="urn:microsoft.com/office/officeart/2009/3/layout/HorizontalOrganizationChart"/>
    <dgm:cxn modelId="{28559E98-7E01-4853-83FD-6BB6BC956535}" type="presParOf" srcId="{00F04DDA-B90B-4164-BF50-FD9BCB1FE332}" destId="{1A48231B-833A-464B-A0EF-3E0EB9B108FE}" srcOrd="1" destOrd="0" presId="urn:microsoft.com/office/officeart/2009/3/layout/HorizontalOrganizationChart"/>
    <dgm:cxn modelId="{D530CD96-38C3-4CBB-93EB-2EACB1B11DFC}" type="presParOf" srcId="{3D3E779D-C352-4BA2-97EE-A7120883D624}" destId="{E7EE7E82-BDAA-4CCD-BBF5-171B322A009D}" srcOrd="1" destOrd="0" presId="urn:microsoft.com/office/officeart/2009/3/layout/HorizontalOrganizationChart"/>
    <dgm:cxn modelId="{26E54759-A79B-41DD-8AF1-58ECD34FFE6D}" type="presParOf" srcId="{E7EE7E82-BDAA-4CCD-BBF5-171B322A009D}" destId="{E46F462F-7010-480D-818A-FA3D676998BA}" srcOrd="0" destOrd="0" presId="urn:microsoft.com/office/officeart/2009/3/layout/HorizontalOrganizationChart"/>
    <dgm:cxn modelId="{E69C5EA8-E204-4DA7-81F3-7B31A09FE755}" type="presParOf" srcId="{E7EE7E82-BDAA-4CCD-BBF5-171B322A009D}" destId="{16F7409B-4747-4C55-AAF4-7D85401C63CA}" srcOrd="1" destOrd="0" presId="urn:microsoft.com/office/officeart/2009/3/layout/HorizontalOrganizationChart"/>
    <dgm:cxn modelId="{611160A0-746A-4AFF-9A16-0C4F6FF8C337}" type="presParOf" srcId="{16F7409B-4747-4C55-AAF4-7D85401C63CA}" destId="{419679F4-F591-4159-8932-A2A2F3DE4E05}" srcOrd="0" destOrd="0" presId="urn:microsoft.com/office/officeart/2009/3/layout/HorizontalOrganizationChart"/>
    <dgm:cxn modelId="{0C4A1D28-91FE-46C0-9D66-6E83AF9F7D94}" type="presParOf" srcId="{419679F4-F591-4159-8932-A2A2F3DE4E05}" destId="{5228E966-D227-41D2-BA0F-17805EB12559}" srcOrd="0" destOrd="0" presId="urn:microsoft.com/office/officeart/2009/3/layout/HorizontalOrganizationChart"/>
    <dgm:cxn modelId="{2DB34A1D-114C-4F38-8E0C-0DA9999301D4}" type="presParOf" srcId="{419679F4-F591-4159-8932-A2A2F3DE4E05}" destId="{5A6DD086-1B76-4738-B292-8A72C224B7A0}" srcOrd="1" destOrd="0" presId="urn:microsoft.com/office/officeart/2009/3/layout/HorizontalOrganizationChart"/>
    <dgm:cxn modelId="{594B7CBA-D3D2-4BDD-BCE4-8098C161E1AB}" type="presParOf" srcId="{16F7409B-4747-4C55-AAF4-7D85401C63CA}" destId="{EE1DE56C-2159-4A09-93A2-BE4F28B640A6}" srcOrd="1" destOrd="0" presId="urn:microsoft.com/office/officeart/2009/3/layout/HorizontalOrganizationChart"/>
    <dgm:cxn modelId="{B24BF7DC-6E9C-4BB1-BCF0-3FA6632C3F20}" type="presParOf" srcId="{16F7409B-4747-4C55-AAF4-7D85401C63CA}" destId="{E3D4C76A-E700-4809-AA78-38F72A111BF3}" srcOrd="2" destOrd="0" presId="urn:microsoft.com/office/officeart/2009/3/layout/HorizontalOrganizationChart"/>
    <dgm:cxn modelId="{82B0231C-AFC4-4198-9874-3296FBF40C86}" type="presParOf" srcId="{E7EE7E82-BDAA-4CCD-BBF5-171B322A009D}" destId="{8CA94AAA-DBC9-42BD-8849-D4D906CF6E62}" srcOrd="2" destOrd="0" presId="urn:microsoft.com/office/officeart/2009/3/layout/HorizontalOrganizationChart"/>
    <dgm:cxn modelId="{B01D23E0-C755-4C38-86C1-A0FC0B36D485}" type="presParOf" srcId="{E7EE7E82-BDAA-4CCD-BBF5-171B322A009D}" destId="{41277444-2741-41C1-B44C-591F9ABDD540}" srcOrd="3" destOrd="0" presId="urn:microsoft.com/office/officeart/2009/3/layout/HorizontalOrganizationChart"/>
    <dgm:cxn modelId="{01F0F5B6-428E-43C2-84AA-A3CC1A0C878A}" type="presParOf" srcId="{41277444-2741-41C1-B44C-591F9ABDD540}" destId="{4EE2F76E-E940-46B6-B2C5-303698250992}" srcOrd="0" destOrd="0" presId="urn:microsoft.com/office/officeart/2009/3/layout/HorizontalOrganizationChart"/>
    <dgm:cxn modelId="{782B21A5-EBEA-4574-BF11-1EB28465BED1}" type="presParOf" srcId="{4EE2F76E-E940-46B6-B2C5-303698250992}" destId="{607A7227-584A-40C1-9722-0688287550D6}" srcOrd="0" destOrd="0" presId="urn:microsoft.com/office/officeart/2009/3/layout/HorizontalOrganizationChart"/>
    <dgm:cxn modelId="{DC5EB544-5837-4071-AAC7-F1071003C683}" type="presParOf" srcId="{4EE2F76E-E940-46B6-B2C5-303698250992}" destId="{24C40169-E6BD-441F-A770-18FA819CA39B}" srcOrd="1" destOrd="0" presId="urn:microsoft.com/office/officeart/2009/3/layout/HorizontalOrganizationChart"/>
    <dgm:cxn modelId="{74D539BE-BBF3-423F-9AD7-8CEC22A1998B}" type="presParOf" srcId="{41277444-2741-41C1-B44C-591F9ABDD540}" destId="{F797024E-46F1-4F01-8D51-F222B3A3672E}" srcOrd="1" destOrd="0" presId="urn:microsoft.com/office/officeart/2009/3/layout/HorizontalOrganizationChart"/>
    <dgm:cxn modelId="{51DAF8B2-C10E-47E3-A50E-2CF838EB1273}" type="presParOf" srcId="{41277444-2741-41C1-B44C-591F9ABDD540}" destId="{05BFDBB6-A2AA-4B41-B1A2-E1444ACEAB93}" srcOrd="2" destOrd="0" presId="urn:microsoft.com/office/officeart/2009/3/layout/HorizontalOrganizationChart"/>
    <dgm:cxn modelId="{F924E861-F396-4F48-A45C-D07C961524CD}" type="presParOf" srcId="{E7EE7E82-BDAA-4CCD-BBF5-171B322A009D}" destId="{16786A2D-C891-4A08-AD7C-B7B7BDF30809}" srcOrd="4" destOrd="0" presId="urn:microsoft.com/office/officeart/2009/3/layout/HorizontalOrganizationChart"/>
    <dgm:cxn modelId="{CE715611-8CCC-4F22-A512-D67FA68016BF}" type="presParOf" srcId="{E7EE7E82-BDAA-4CCD-BBF5-171B322A009D}" destId="{F0B7F5C3-CB44-4F50-9211-9B6B80CB7D7D}" srcOrd="5" destOrd="0" presId="urn:microsoft.com/office/officeart/2009/3/layout/HorizontalOrganizationChart"/>
    <dgm:cxn modelId="{599F4DCE-67EF-4EBF-B63F-C191122EB4C0}" type="presParOf" srcId="{F0B7F5C3-CB44-4F50-9211-9B6B80CB7D7D}" destId="{A8620AF0-F500-4004-B377-0640A9D5982B}" srcOrd="0" destOrd="0" presId="urn:microsoft.com/office/officeart/2009/3/layout/HorizontalOrganizationChart"/>
    <dgm:cxn modelId="{C238DC4B-88F6-4C75-96E1-E988689291AB}" type="presParOf" srcId="{A8620AF0-F500-4004-B377-0640A9D5982B}" destId="{9F947E5A-3F4C-43E6-8666-68AF96CE8BE9}" srcOrd="0" destOrd="0" presId="urn:microsoft.com/office/officeart/2009/3/layout/HorizontalOrganizationChart"/>
    <dgm:cxn modelId="{98EC4025-BD31-4955-8E7A-2D6455F4A9C4}" type="presParOf" srcId="{A8620AF0-F500-4004-B377-0640A9D5982B}" destId="{8FB05FA4-9B2A-48B6-A8D9-936ACD2E6F83}" srcOrd="1" destOrd="0" presId="urn:microsoft.com/office/officeart/2009/3/layout/HorizontalOrganizationChart"/>
    <dgm:cxn modelId="{0F8522C3-6A9B-440F-86BB-5B47A631C429}" type="presParOf" srcId="{F0B7F5C3-CB44-4F50-9211-9B6B80CB7D7D}" destId="{AB95F5A2-B031-4176-9AA4-1B78E6A3ABDC}" srcOrd="1" destOrd="0" presId="urn:microsoft.com/office/officeart/2009/3/layout/HorizontalOrganizationChart"/>
    <dgm:cxn modelId="{A2AA1626-722E-42F6-A2BB-E0A0E6FB0F1B}" type="presParOf" srcId="{F0B7F5C3-CB44-4F50-9211-9B6B80CB7D7D}" destId="{A1445F1F-841A-4A6A-82EE-F347634443FD}" srcOrd="2" destOrd="0" presId="urn:microsoft.com/office/officeart/2009/3/layout/HorizontalOrganizationChart"/>
    <dgm:cxn modelId="{BD09AF4B-28FC-45E9-A6D0-0F3F456E8B50}" type="presParOf" srcId="{3D3E779D-C352-4BA2-97EE-A7120883D624}" destId="{FDAF9EBB-2264-45E0-945D-DDB1AFC3355F}" srcOrd="2" destOrd="0" presId="urn:microsoft.com/office/officeart/2009/3/layout/HorizontalOrganizationChart"/>
    <dgm:cxn modelId="{0B27CF7A-857E-4BD2-AD12-95E52490E90B}" type="presParOf" srcId="{A3949945-292D-49C8-B3EF-604221BA83E9}" destId="{C9C4F852-D14A-4E39-9AF1-333BA989260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86A2D-C891-4A08-AD7C-B7B7BDF30809}">
      <dsp:nvSpPr>
        <dsp:cNvPr id="0" name=""/>
        <dsp:cNvSpPr/>
      </dsp:nvSpPr>
      <dsp:spPr>
        <a:xfrm>
          <a:off x="5258345" y="3736470"/>
          <a:ext cx="477738" cy="10271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8869" y="0"/>
              </a:lnTo>
              <a:lnTo>
                <a:pt x="238869" y="1027137"/>
              </a:lnTo>
              <a:lnTo>
                <a:pt x="477738" y="102713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A94AAA-DBC9-42BD-8849-D4D906CF6E62}">
      <dsp:nvSpPr>
        <dsp:cNvPr id="0" name=""/>
        <dsp:cNvSpPr/>
      </dsp:nvSpPr>
      <dsp:spPr>
        <a:xfrm>
          <a:off x="5258345" y="3690750"/>
          <a:ext cx="477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7738" y="4572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6F462F-7010-480D-818A-FA3D676998BA}">
      <dsp:nvSpPr>
        <dsp:cNvPr id="0" name=""/>
        <dsp:cNvSpPr/>
      </dsp:nvSpPr>
      <dsp:spPr>
        <a:xfrm>
          <a:off x="5258345" y="2709333"/>
          <a:ext cx="477738" cy="1027137"/>
        </a:xfrm>
        <a:custGeom>
          <a:avLst/>
          <a:gdLst/>
          <a:ahLst/>
          <a:cxnLst/>
          <a:rect l="0" t="0" r="0" b="0"/>
          <a:pathLst>
            <a:path>
              <a:moveTo>
                <a:pt x="0" y="1027137"/>
              </a:moveTo>
              <a:lnTo>
                <a:pt x="238869" y="1027137"/>
              </a:lnTo>
              <a:lnTo>
                <a:pt x="238869" y="0"/>
              </a:lnTo>
              <a:lnTo>
                <a:pt x="477738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1F7243-603F-4579-AAD4-D2A6479B57B1}">
      <dsp:nvSpPr>
        <dsp:cNvPr id="0" name=""/>
        <dsp:cNvSpPr/>
      </dsp:nvSpPr>
      <dsp:spPr>
        <a:xfrm>
          <a:off x="2391916" y="2452549"/>
          <a:ext cx="477738" cy="12839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8869" y="0"/>
              </a:lnTo>
              <a:lnTo>
                <a:pt x="238869" y="1283921"/>
              </a:lnTo>
              <a:lnTo>
                <a:pt x="477738" y="128392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7BCD5C-E346-4997-B008-95491A64B015}">
      <dsp:nvSpPr>
        <dsp:cNvPr id="0" name=""/>
        <dsp:cNvSpPr/>
      </dsp:nvSpPr>
      <dsp:spPr>
        <a:xfrm>
          <a:off x="5258345" y="1168627"/>
          <a:ext cx="477738" cy="5135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8869" y="0"/>
              </a:lnTo>
              <a:lnTo>
                <a:pt x="238869" y="513568"/>
              </a:lnTo>
              <a:lnTo>
                <a:pt x="477738" y="51356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128CFE-AE86-488B-A6C5-4590AEB7F861}">
      <dsp:nvSpPr>
        <dsp:cNvPr id="0" name=""/>
        <dsp:cNvSpPr/>
      </dsp:nvSpPr>
      <dsp:spPr>
        <a:xfrm>
          <a:off x="5258345" y="655058"/>
          <a:ext cx="477738" cy="513568"/>
        </a:xfrm>
        <a:custGeom>
          <a:avLst/>
          <a:gdLst/>
          <a:ahLst/>
          <a:cxnLst/>
          <a:rect l="0" t="0" r="0" b="0"/>
          <a:pathLst>
            <a:path>
              <a:moveTo>
                <a:pt x="0" y="513568"/>
              </a:moveTo>
              <a:lnTo>
                <a:pt x="238869" y="513568"/>
              </a:lnTo>
              <a:lnTo>
                <a:pt x="238869" y="0"/>
              </a:lnTo>
              <a:lnTo>
                <a:pt x="477738" y="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297D3-5D31-4FA3-A2A3-BAB7CCB6ED4E}">
      <dsp:nvSpPr>
        <dsp:cNvPr id="0" name=""/>
        <dsp:cNvSpPr/>
      </dsp:nvSpPr>
      <dsp:spPr>
        <a:xfrm>
          <a:off x="2391916" y="1168627"/>
          <a:ext cx="477738" cy="1283921"/>
        </a:xfrm>
        <a:custGeom>
          <a:avLst/>
          <a:gdLst/>
          <a:ahLst/>
          <a:cxnLst/>
          <a:rect l="0" t="0" r="0" b="0"/>
          <a:pathLst>
            <a:path>
              <a:moveTo>
                <a:pt x="0" y="1283921"/>
              </a:moveTo>
              <a:lnTo>
                <a:pt x="238869" y="1283921"/>
              </a:lnTo>
              <a:lnTo>
                <a:pt x="238869" y="0"/>
              </a:lnTo>
              <a:lnTo>
                <a:pt x="477738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A0035-2CDC-4F8F-B319-D1A7E893FC09}">
      <dsp:nvSpPr>
        <dsp:cNvPr id="0" name=""/>
        <dsp:cNvSpPr/>
      </dsp:nvSpPr>
      <dsp:spPr>
        <a:xfrm>
          <a:off x="3224" y="2088273"/>
          <a:ext cx="2388691" cy="7285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Finite Automata</a:t>
          </a:r>
        </a:p>
      </dsp:txBody>
      <dsp:txXfrm>
        <a:off x="3224" y="2088273"/>
        <a:ext cx="2388691" cy="728550"/>
      </dsp:txXfrm>
    </dsp:sp>
    <dsp:sp modelId="{36376D7E-98F1-4F04-B817-4D091E50AE40}">
      <dsp:nvSpPr>
        <dsp:cNvPr id="0" name=""/>
        <dsp:cNvSpPr/>
      </dsp:nvSpPr>
      <dsp:spPr>
        <a:xfrm>
          <a:off x="2869654" y="804352"/>
          <a:ext cx="2388691" cy="7285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With Output</a:t>
          </a:r>
        </a:p>
      </dsp:txBody>
      <dsp:txXfrm>
        <a:off x="2869654" y="804352"/>
        <a:ext cx="2388691" cy="728550"/>
      </dsp:txXfrm>
    </dsp:sp>
    <dsp:sp modelId="{7095BDDD-3C90-424A-BADF-D21D16F10BF0}">
      <dsp:nvSpPr>
        <dsp:cNvPr id="0" name=""/>
        <dsp:cNvSpPr/>
      </dsp:nvSpPr>
      <dsp:spPr>
        <a:xfrm>
          <a:off x="5736083" y="290783"/>
          <a:ext cx="2388691" cy="7285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Moore Machine</a:t>
          </a:r>
        </a:p>
      </dsp:txBody>
      <dsp:txXfrm>
        <a:off x="5736083" y="290783"/>
        <a:ext cx="2388691" cy="728550"/>
      </dsp:txXfrm>
    </dsp:sp>
    <dsp:sp modelId="{5FDE6A2A-5F3E-468B-9180-6F76DBDCB0F5}">
      <dsp:nvSpPr>
        <dsp:cNvPr id="0" name=""/>
        <dsp:cNvSpPr/>
      </dsp:nvSpPr>
      <dsp:spPr>
        <a:xfrm>
          <a:off x="5736083" y="1317920"/>
          <a:ext cx="2388691" cy="7285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Mealy Machine</a:t>
          </a:r>
        </a:p>
      </dsp:txBody>
      <dsp:txXfrm>
        <a:off x="5736083" y="1317920"/>
        <a:ext cx="2388691" cy="728550"/>
      </dsp:txXfrm>
    </dsp:sp>
    <dsp:sp modelId="{74C13760-B0C1-43F5-987A-263A7485F2CE}">
      <dsp:nvSpPr>
        <dsp:cNvPr id="0" name=""/>
        <dsp:cNvSpPr/>
      </dsp:nvSpPr>
      <dsp:spPr>
        <a:xfrm>
          <a:off x="2869654" y="3372195"/>
          <a:ext cx="2388691" cy="7285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Without Output</a:t>
          </a:r>
        </a:p>
      </dsp:txBody>
      <dsp:txXfrm>
        <a:off x="2869654" y="3372195"/>
        <a:ext cx="2388691" cy="728550"/>
      </dsp:txXfrm>
    </dsp:sp>
    <dsp:sp modelId="{5228E966-D227-41D2-BA0F-17805EB12559}">
      <dsp:nvSpPr>
        <dsp:cNvPr id="0" name=""/>
        <dsp:cNvSpPr/>
      </dsp:nvSpPr>
      <dsp:spPr>
        <a:xfrm>
          <a:off x="5736083" y="2345058"/>
          <a:ext cx="2388691" cy="7285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DFA</a:t>
          </a:r>
        </a:p>
      </dsp:txBody>
      <dsp:txXfrm>
        <a:off x="5736083" y="2345058"/>
        <a:ext cx="2388691" cy="728550"/>
      </dsp:txXfrm>
    </dsp:sp>
    <dsp:sp modelId="{607A7227-584A-40C1-9722-0688287550D6}">
      <dsp:nvSpPr>
        <dsp:cNvPr id="0" name=""/>
        <dsp:cNvSpPr/>
      </dsp:nvSpPr>
      <dsp:spPr>
        <a:xfrm>
          <a:off x="5736083" y="3372195"/>
          <a:ext cx="2388691" cy="7285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NFA</a:t>
          </a:r>
        </a:p>
      </dsp:txBody>
      <dsp:txXfrm>
        <a:off x="5736083" y="3372195"/>
        <a:ext cx="2388691" cy="728550"/>
      </dsp:txXfrm>
    </dsp:sp>
    <dsp:sp modelId="{9F947E5A-3F4C-43E6-8666-68AF96CE8BE9}">
      <dsp:nvSpPr>
        <dsp:cNvPr id="0" name=""/>
        <dsp:cNvSpPr/>
      </dsp:nvSpPr>
      <dsp:spPr>
        <a:xfrm>
          <a:off x="5736083" y="4399332"/>
          <a:ext cx="2388691" cy="7285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700" kern="1200" dirty="0"/>
            <a:t>ε</a:t>
          </a:r>
          <a:r>
            <a:rPr lang="en-IN" sz="2700" kern="1200" dirty="0"/>
            <a:t>-NFA</a:t>
          </a:r>
        </a:p>
      </dsp:txBody>
      <dsp:txXfrm>
        <a:off x="5736083" y="4399332"/>
        <a:ext cx="2388691" cy="728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5-11-13T06:12:50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3438 1935 1061 0,'0'0'24'15,"0"0"30"-15,0-3 47 0,0 1 25 0,13 0 14 16,-13 1 9-16,0 0-9 0,0-2 0 0,0 1 39 15,0 1-12-15,0-1 2 0,0 0-4 16,0 0-28-16,0 1-3 0,0 0-3 0,0 0 12 16,0 0 6-16,0 0 9 0,0 1-2 0,0 0 5 15,0 0-13-15,0 0-8 0,0 0 12 0,0 0-23 16,0 0-17-16,0 0 14 0,0 0-33 0,0 0-5 16,0 0-11-16,0 0-10 0,0 0 1 0,0 0 3 15,0 0 1-15,0 0-21 0,0 0-12 16,0 0-22-16,0 4-6 0,0-4 13 0,0 3 4 0,0 0 16 15,0 1-6-15,-10-1-10 0,10-1-7 0,0 2 5 16,0 1 9-16,0 1-8 0,0 2 17 0,0-1 10 16,0 4-21-16,0 0 10 0,0 1-14 0,0 3-7 15,0 2 13-15,12 0 0 0,-12 1-14 0,9 2-2 16,-9-2-13-16,11 1 6 0,-11-1 5 0,0 2-17 16,13-2 7-16,-13-1-8 0,11 0 7 15,-11 1 11-15,9-3-16 0,-9 2-5 0,10-2-4 16,-10 1 4-16,0-4 24 0,0 1-11 0,12-5 1 15,-12 0-8-15,0-1-25 0,0-1 14 0,0-6-4 16,0 0 15-16,0 6 3 0,10-6-27 0,-10 0 2 16,0 0-48-16,0 0-20 0,0 0 21 0,0 0-93 15,0 0-53-15,0 0-82 0,0-3-141 0,0-3-55 16,0-1-57-16,0-1-79 0,0-1-37 0,0-2 19 16,-10-2-13-16</inkml:trace>
  <inkml:trace contextRef="#ctx0" brushRef="#br0" timeOffset="1">3250 1977 2573 0,'-7'-5'57'16,"7"2"55"-16,-7-3 33 0,2 2 41 0,5 0 21 15,0 1-35-15,0 2 28 0,0-3-5 0,0 3-49 16,0-1-7-16,0 1-46 0,0 0-14 0,0 0-12 15,0-1-14-15,0 0-6 0,0 0-13 0,0-1-7 16,10-1 1-16,2-1-10 0,1 1 10 0,3 0-22 16,1-1 39-16,2 1 3 0,2 1-12 15,4 0 24-15,-1 1-41 0,3 2-9 0,1 0 22 16,2 0-18-16,0 6 12 0,3 0 25 0,1 0-35 16,-1 1 12-16,2 1 2 0,-4 0-12 0,1 1-4 15,-2 1-11-15,-5 1 12 0,0 1-22 0,-7-1 13 16,1 1 6-16,-5 1-20 0,0 1 18 0,-4 0-11 15,1 1 9-15,-11 1 9 0,8 1-20 0,-8 0 28 16,0 0-18-16,0 1 4 0,0 0 12 0,0 3-19 16,-13 0 14-16,2 0-21 0,0 0 22 0,-3-1-3 15,1 2-5-15,-4 1 5 0,1-4-30 0,-3 0 6 16,1-2 1-16,-2 0 8 0,1-2 30 16,-2-1-13-16,1-4 22 0,1 1 23 0,0-2 4 15,2-3 3-15,2 2 1 0,1-8-6 0,1 6-10 16,1-6 14-16,1 0-2 0,1 0-20 0,-1 0-15 15,2 0-3-15,-4 0-20 0,2 0-5 0,0-9 5 16,1 1-4-16,0 1 6 0,10 2-5 0,-10-1 11 16,10-1-22-16,-10 7-78 0,10-8-33 0,-12 1-133 15,12 3-52-15,0 4-48 0,0-6-124 0,0 1-51 16,0-1-139-16,0 0-69 0,0 0-23 0,0-2 17 16</inkml:trace>
  <inkml:trace contextRef="#ctx0" brushRef="#br0" timeOffset="2">4028 2047 3330 0,'0'-5'53'0,"0"-2"98"0,0-1 54 0,0 2 29 15,0 1 2-15,0 2-74 0,0-1-60 16,0 1-15-16,0 0-42 0,0 3-26 0,0 0 10 16,0 0-20-16,0 0-9 0,0 0-9 0,0 0-1 15,0 0 6-15,0 6-13 0,0-2 21 0,0 2 3 16,0 2-12-16,0 3 16 0,10 1-7 0,-10 2 8 16,8 1-5-16,1 3-2 0,-9 2 5 0,8-2 5 15,0 3 27-15,-8 0 2 0,8 0-16 0,-8 0 0 16,11-2-12-16,-3 1-20 0,-8-2 21 0,9-1-18 15,-9-2 5-15,11-1 1 0,-11-1 8 0,8-2-1 16,-8-1-10-16,0-1 8 0,8-1-15 0,-8-2 23 16,0-6-3-16,0 6-4 0,0-6 3 0,0 0-20 15,0 0 13-15,0 0 10 0,11 0-13 0,-11 0-12 16,0 0-91-16,0 0-92 0,0 0-159 0,0-7-125 16,0-1-19-16,0-3-86 0,0-2-20 15,0-2-13-15,0-1-40 0</inkml:trace>
  <inkml:trace contextRef="#ctx0" brushRef="#br0" timeOffset="3">4023 2021 2497 0,'0'-6'73'0,"-7"1"31"16,7-2 91-16,-7 3 23 0,7 0-5 0,0 1-22 16,-6 1-75-16,6 1-7 0,0 0-58 0,0 1-4 15,0 0-9-15,0 0-15 0,0 0-4 0,0 0-2 16,0 0 4-16,0 0-6 0,0 4-2 15,0-3 4-15,0 1 16 0,0 1 38 0,0-2 15 16,8 2 37-16,1 1-22 0,2-1-10 0,2 0 4 16,1-1-20-16,4 1 1 0,2-1-17 0,0 0-13 15,3 1-23-15,1-3 0 0,1 0-2 0,2 0 13 16,-2 2-2-16,3-2 6 0,-2 0 7 0,-1 0-40 16,-1 0 13-16,-2 0-14 0,-3 0-10 0,0-4 25 15,-6 3-9-15,-1 1-2 0,-12-3-11 0,13 3-8 16,-13 0-3-16,0 0 7 0,0-2-30 0,0 2-27 15,0-1-93-15,0 0-93 0,0 0-84 0,0 1-94 16,0 0-37-16,0 0-51 0,0 0 11 0,0 0 5 16,0 0 0-16,-16 3 34 0,0 2 76 15</inkml:trace>
  <inkml:trace contextRef="#ctx0" brushRef="#br0" timeOffset="4">4096 2146 1137 0,'0'2'68'0,"0"1"59"0,0-2 47 0,0 2 50 16,0 0-27-16,0-1 31 0,0 1-3 0,10-2 9 15,0 3-15-15,-1-1-48 0,0 0-25 0,2-1-28 16,0-1 22-16,0 2-7 0,3-2 4 16,-1 2 12-16,1-1-28 0,2 0 1 0,0-2-10 15,3 0-42-15,-2 0-7 0,1 0-3 0,1 0-13 16,1 0 5-16,-4 0-26 0,5 0-13 0,-4 0 4 15,4-4 3-15,-3 0 24 0,0 4-30 0,-1-2 0 16,-2 1-23-16,0 1-1 0,-5-3 0 16,0 3 21-16,-10 0 7 0,0 0-10 0,0 0 7 0,0 0-39 15,9 0-1-15,-9 0-79 0,0 0-113 0,0 0-106 16,0-3-118-16,0 3-93 0,0-5-60 0,0 5-22 16,0-3-13-16,0-1 107 0</inkml:trace>
  <inkml:trace contextRef="#ctx0" brushRef="#br0" timeOffset="5">4757 2251 1603 0,'0'6'42'15,"11"-2"46"-15,-3-4 35 0,-8 3 35 0,0 0 52 16,7-1-7-16,-7-2-19 0,0 0 1 0,0 0-63 15,0 0 17-15,0 0 26 0,0-3 10 0,0 3 13 16,0 0 0-16,0 0 19 0,0 0-1 0,0 0-8 16,0 0-30-16,0 0-40 0,0 0-23 15,0 0-19-15,0 0-4 0,0 0 3 0,0-8-7 16,-10 1-3-16,2 1-9 0,8-1-8 0,-13-1-6 16,13-1 6-16,-11-3-1 0,2 1-17 0,9-2-7 15,-13-1-12-15,13-2-8 0,-9-2 9 0,9 1 7 16,0-1 5-16,-8 0-11 0,8-2 14 0,0 2-10 15,0 2-5-15,0-1 15 0,0 2-8 0,0 1 0 16,0 0-8-16,0 3 3 0,0 1-15 0,9 1-5 16,-1 2 5-16,-8 1-25 0,11 2 12 0,-3 0 8 15,0 1-18-15,0 3 15 0,3 0-5 0,-3 0-9 16,3 0 11-16,0 0 0 0,3 5 11 16,0 0-9-16,1 1-6 0,0 0 2 0,0 1-11 15,2 1 23-15,-1 2 1 0,3-1-1 0,-3 1-1 16,1 1-5-16,-2 0 0 0,0 1 5 0,0 0-2 15,-2 2-4-15,0-3 0 0,0 1-1 0,-2 0-4 16,-1 0 13-16,0 1-1 0,-10-2 5 0,10-2 3 16,-10 1-15-16,11 1 17 0,-11-2-11 0,11 1-1 15,-11-3 4-15,0 1-28 0,0 1 14 0,8-3 11 16,-8 2 2-16,0-2 20 0,0 0-32 0,0-1-1 16,0-1 5-16,0-4-11 0,0 5 22 0,0-5-21 15,0 0-55-15,0 0-34 0,0 0-50 0,0 0-34 16,0 0-24-16,0 0-26 0,0 0-65 15,0 0-113-15,0-2-128 0,0-1-113 0,0 0-85 0,0-1-2 16,0-1 55-16,0-2 161 0</inkml:trace>
  <inkml:trace contextRef="#ctx0" brushRef="#br0" timeOffset="6">4718 2085 1993 0,'0'3'53'0,"0"-3"97"16,0 0 47-16,0 0-8 0,0 0-39 16,0 0-65-16,0 0-48 0,0 0 45 0,0 0 27 0,0 0 30 15,0 0 34-15,0 3-10 0,10 0-2 16,0 0-31-16,3 0-8 0,2-1-2 0,0-2-21 16,2 3-19-16,2-3-25 0,3 0 8 0,-1 0-20 15,1 0-2-15,-1 0 2 0,2 0-30 0,-1 0 15 16,-1 0-21-16,1 0-12 0,0 0 13 0,-3 0-11 15,2 0 4-15,-3-3 9 0,-1 1-12 0,-2 1-2 16,-2 1-14-16,-2 0 8 0,0 0-37 0,-11 0-83 16,8 0-52-16,-8 0-101 0,0 0-101 0,0-3-107 15,0 3-86-15,0 0-73 0,0-3-1 0,0-1 136 16</inkml:trace>
  <inkml:trace contextRef="#ctx0" brushRef="#br0" timeOffset="7">3440 2809 1835 0,'-19'3'56'16,"6"-3"104"-16,1 0 46 0,4 0 18 0,8 0-31 16,0 0-78-16,0 0-27 0,0 0-13 0,0 0 0 15,0-3 16-15,0 1-7 0,0 0 27 0,14-2 3 16,2 0-36-16,6-1-10 0,2 1-2 0,9-3-7 16,3 3 20-16,4-2 35 0,10-1-26 0,1 2-4 15,8-2-10-15,4 1-42 0,5 0 22 0,6 0-8 16,5 0-9-16,7 0 12 0,2 1-7 0,7 1 12 15,2 0-14-15,3 0 20 0,0 4 10 0,0-3-9 16,0 3 10-16,-4 0-17 0,-6 0-20 16,-3-4 12-16,-7 4 26 0,-10 0-15 0,-7-4-10 15,-9 4-9-15,-9-3-17 0,-9 3 17 0,-9-4 9 16,-8 4-14-16,-8 0 10 0,-11 0-17 0,0 0-10 16,0 0-3-16,0 0-22 0,0-5-8 0,0 5 2 15,0-4-4-15,-11 0-39 0,-1 4-46 0,-5-4-45 16,4 1-86-16,-6 3-33 0,2-2-67 0,-2 2-67 15,2 0-7-15,2 0-84 0,-2 0-24 0,6 0-17 16,-1 8-60-16,12-2 83 0</inkml:trace>
  <inkml:trace contextRef="#ctx0" brushRef="#br0" timeOffset="8">4994 3306 2242 0,'0'0'109'0,"0"0"48"0,0 0 51 0,0 0 67 16,0 0-86-16,0 0 2 0,0 0-16 0,0 0-4 16,0 0 15-16,0 0-22 0,0 0-14 0,10 0-37 15,2 0-14-15,3 0-13 0,2 0 6 0,3 0 3 16,3 0-18-16,2 0 23 0,0 0-34 0,2-6-15 16,-2 6 6-16,1-9-30 0,-2 9 30 0,-1-6-22 15,-2 6-4-15,-4-8 9 0,-1 8-26 0,-5 0 13 16,0 0-6-16,-11 0-15 0,0-6 7 0,11 6 2 15,-11 0-5-15,0 0-5 0,0-7-18 0,0 7-22 16,0 0-31-16,0 0-95 0,0-7-117 16,0 7-193-16,0-6-145 0,0 6-156 0,0 0-108 15,0-9 44-15</inkml:trace>
  <inkml:trace contextRef="#ctx0" brushRef="#br0" timeOffset="9">6044 3233 1868 0,'0'0'54'0,"0"-8"55"0,0 8 69 15,0-6 44-15,0 3-2 0,0 3-19 0,0 0-11 16,0 0-9-16,0 0-1 0,0 0-12 16,0 0-38-16,0 0-9 0,0 0-41 0,0 0-16 15,0 0-12-15,0 0-47 0,0 0 4 0,0 0-25 16,0 0-2-16,0 0 6 0,0 0-3 0,0 0 12 15,0 0 14-15,0 8 1 0,0-1-14 0,0 4 1 16,0 1-25-16,0 2 24 0,0 1-3 0,0 0 12 16,0 0 3-16,0 1-9 0,0-1 9 0,0 0-7 15,11 0-3-15,-11-2-1 0,13-1 0 0,-13 1 10 16,11-4-1-16,-11 0 3 0,11-1-10 0,-11-1-2 16,0 0 12-16,0-2-1 0,11-1-11 0,-11-4-62 15,0 5-79-15,0-3-110 0,0-2-157 0,0 0-121 16,0 0-131-16,0 0-76 0,0-5 149 15</inkml:trace>
  <inkml:trace contextRef="#ctx0" brushRef="#br0" timeOffset="10">5617 3238 2503 0,'0'0'51'15,"0"0"49"-15,0 0 30 0,0 0 60 0,8 0-14 16,0 0-15-16,3 0-5 0,1 0-38 0,1 0 11 16,3-7 9-16,0 7-9 0,3 0 15 15,0-6-41-15,5 6-19 0,-1 0 17 0,1-6-60 16,-2 6 19-16,5 0-23 0,0-6-9 0,1 6 21 16,-1 0-21-16,3-6 13 0,-3 6-23 0,0 0 19 15,-5 0-3-15,0-6-29 0,-3 6 5 0,-4 0-25 16,-3 0 10-16,-12 0 9 0,11 0 11 0,-11 0-6 15,0 0-15-15,0 0 8 0,0 0-18 0,0 0-21 16,0 0-61-16,0 0-85 0,0 0-109 0,0 0-87 16,0 0-28-16,0 0-95 0,0 0-50 0,0 0-15 15,0 0-51-15,0 0 107 0</inkml:trace>
  <inkml:trace contextRef="#ctx0" brushRef="#br0" timeOffset="11">5739 3594 1373 0,'-13'17'41'16,"2"-6"19"-16,11-1 22 0,-11-2 41 0,11 0 7 15,0-2 38-15,0-1 98 0,0-1 5 0,0-1-17 16,0 0 8-16,0-3-66 0,14 0-15 0,-1 0 21 16,3 4-17-16,1-4-16 0,2 0 0 0,0 0-28 15,3 0-31-15,2 0-8 0,3 0-16 0,1 0-2 16,2 0 4-16,0 0-34 0,0-7 6 0,0 7-15 15,-4-4-11-15,1 4 16 0,-2 0-18 16,-5-5-7-16,-5 5-4 0,-1 0-11 0,-14 0-7 16,11 0 5-16,-11-6-2 0,0 6 9 0,0 0-8 15,0 0 7-15,0 0-20 0,0 0-4 0,0 0 12 16,0 0-43-16,0 0-6 0,0 0-63 0,0 0-76 16,0 0-71-16,0 0-115 0,0 0-86 0,0 0-107 15,0-6-90-15,0 6-29 0,0-8-26 0</inkml:trace>
  <inkml:trace contextRef="#ctx0" brushRef="#br0" timeOffset="12">6319 3602 1730 0,'0'0'60'0,"11"0"50"0,-11 0 103 16,0 3 39-16,0-3-43 0,0 0-10 0,0 0-82 15,0 3 7-15,0-3 20 0,0 0 20 0,8 0 41 16,-8 0 4-16,0 0 7 0,8 0-5 0,-8 0-35 16,13 0-11-16,-13 0-16 0,12 0-46 0,-2-8 13 15,-10 1-19-15,14 1-11 0,-6-2-2 16,-8 0-21-16,10-1-2 0,-10-2-13 0,0-1 8 16,0-2-12-16,0-1-25 0,0-3-6 0,0-1 2 15,0-2-3-15,0-1 21 0,0-2 1 0,0 0-12 16,0 0-1-16,0 0-10 0,-12 1 12 0,12 3 5 15,-14 0 6-15,14 5 7 0,-11 1-14 0,11 5 4 16,0 1-12-16,0 8-32 0,-11 0 15 0,11-7-29 16,0 7-8-16,0 0 37 0,0 0-20 0,0 0 5 15,0 0 18-15,0 0-19 0,0 0 8 0,0 12 5 16,0 0-15-16,0 2 12 0,0 1-7 0,0 2 3 16,0 3 12-16,0 0-6 0,0 1 6 0,0 1 8 15,13-1-1-15,-2 0-8 0,-11 0-3 0,14 0 4 16,-1-4-3-16,1 0 10 0,-3-1-15 0,3-1 23 15,0-1-6-15,-1-2-15 0,3-1 19 0,-2 0-29 16,2-3 5-16,1 1-20 0,-3-9-26 16,5 8-79-16,-6-8-32 0,3 4-25 0,-2-4-56 15,-3 0-52-15,2 0-124 0,-4 0-78 0,-9-6-159 16,10-1-64-16,-10-2 17 0,0-2-6 0</inkml:trace>
  <inkml:trace contextRef="#ctx0" brushRef="#br0" timeOffset="13">6344 3412 2282 0,'0'0'110'0,"0"0"37"0,0 0 45 0,0 0 39 16,12 0-70-16,0 0 11 0,1 0-3 0,4 0-19 16,1 0-19-16,2 0-13 0,-1 0-23 0,3 0-8 15,2 0-13-15,-2 0-45 0,0-6-10 0,-1 2-18 16,-1 0-7-16,-2 4 14 0,2-6-3 0,-4 3 2 15,0 3-9-15,-2-5-94 0,-3 1-125 0,-1 4-129 16,-10 0-261-16,11 0-123 0,-11-8-94 0</inkml:trace>
  <inkml:trace contextRef="#ctx0" brushRef="#br0" timeOffset="14">7954 3356 1769 0,'0'0'42'0,"0"0"46"0,0-5 45 16,0 5 64-16,0 0-19 0,0 0-1 0,0 0-53 16,0 0-63-16,0 0-24 0,0 0-49 0,0 0 2 15,0 0 6-15,0 0 2 0,0 0-3 0,0 0 22 16,0 0 39-16,0 6 5 0,0-1 13 0,0 1-2 16,0-1-19-16,0 0 19 0,0 2 22 0,11 0 24 15,-3 0-8-15,2-1 21 0,0-1-24 0,0 0 3 16,0 1 19-16,2-1-16 0,1-5 19 0,0 5 0 15,1-5-35-15,-3 0 23 0,4 0-4 0,-2 0-12 16,1 0 37-16,-1 0-16 0,-2 0-20 16,0 0-20-16,-11-8-15 0,13 0-12 0,-1-2 14 0,-12-1-2 15,10-1-28-15,-10-2-11 0,0-2-1 16,11 1 2-16,-11-2 31 0,0 0 2 0,0-1-14 16,0 3 12-16,0 0-38 0,0 2 12 0,0 1 10 15,0 1-22-15,0 4 5 0,0 7-16 0,0 0-22 16,0 0 8-16,0 0-1 0,0 0-21 0,0 0 10 15,0 0-6-15,0 0-4 0,0 0 6 0,0 0-6 16,0 0 17-16,0 0-6 0,0 0 5 0,0 10 5 16,0-1-7-16,0 2 11 0,0 2-11 0,0 0 15 15,0-1-12-15,0 2 9 0,13-2 7 0,-4 2-19 16,1-3 9-16,1 1 3 0,-2 0-10 16,1-1 12-16,4-2-8 0,-3 0 1 0,0-9 4 15,5 7 1-15,-2-7 4 0,2 0-8 0,3 0 9 16,-2 0 6-16,4 0 2 0,-2 0-1 0,1-9 7 15,1 0-7-15,-5-1-15 0,1-1 13 0,-4 0-7 16,-1-3-1-16,-12-1 6 0,13 0-14 0,-13 0 14 16,0 0 2-16,0-1-6 0,0 1-9 0,0-2-2 15,0 3-5-15,0 2 5 0,0-1 3 0,-13 0-17 16,13-1 1-16,-17 2-10 0,4 3 18 0,1 1 4 16,12 1-4-16,-13 7 7 0,1-5-9 0,12 5-10 15,0 0 3-15,-12 0-1 0,12 0-3 0,0 0 6 16,0 0-14-16,0 0 14 0,0 0 3 15,0 8 2-15,0-1 23 0,0 1-20 0,0-1 13 16,0 3 6-16,0-1 0 0,16 0-4 0,-3 2-13 16,1 0 16-16,4-1-21 0,0 1 13 0,2 0 10 15,2 0-19-15,0-1 0 0,0 1 11 0,3 0-6 16,0-2 0-16,2-1 7 0,-3 1-1 0,-2-9-2 16,0 10-6-16,0-2 0 0,-4-2-4 0,-2 2 7 15,-5-8-13-15,-11 7 5 0,12 0 3 0,-12-7-3 16,0 7 8-16,0-7 10 0,0 8-7 0,0-2 6 15,0 1 4-15,0 0-4 0,-17 1 10 0,1-1-15 16,-6 3-7-16,2-2 10 0,-6 0-23 16,2 0 11-16,-3-1-8 0,-1 0-44 0,1-7-33 15,0 7-69-15,2-7-47 0,3 5-52 0,-2-5-79 16,4 0-97-16,-2 0-107 0,4 0-144 0,-1 0-101 16,3-8-99-16</inkml:trace>
  <inkml:trace contextRef="#ctx0" brushRef="#br0" timeOffset="15">8016 2937 2976 0,'0'-2'-3'0,"-10"-2"10"0,10 1 4 15,0 3-13-15,0 0 10 0,0 0-8 0,0 0-36 16,0 0-126-16,0 0-157 0,0 0-182 0,21 8-170 15,-4-5 91-15</inkml:trace>
  <inkml:trace contextRef="#ctx0" brushRef="#br0" timeOffset="16">9829 3012 2714 0,'0'-5'80'0,"7"-2"76"0,-7 3 78 0,0 0 34 15,0 0-32-15,0 4-47 0,0 0-74 0,0 0-6 16,0 0-56-16,0 0-23 0,0 0 1 16,0 0-37-16,0 0 24 0,0 0-18 0,0 0-13 15,0 0 18-15,0 8-14 0,0-1 21 0,0 2 21 16,0 2-8-16,0 3 30 0,12 0 3 0,-12 3-9 16,10 1 14-16,-10 2-28 0,11-1-21 0,0 2-5 15,-11-1-10-15,11 1-19 0,1-1 24 0,-12 0 20 16,13-2-14-16,-3 1 6 0,-10 0-20 0,14-3 2 15,-5-1 8-15,-9 1-2 0,10-2-13 0,-10-2-103 16,12-2-105-16,-12-2-107 0,0-2-90 0,0-1-76 16,0-5-82-16,0 0-59 0,0 0-84 0</inkml:trace>
  <inkml:trace contextRef="#ctx0" brushRef="#br0" timeOffset="17">9526 3155 2737 0,'0'0'27'0,"0"-3"45"0,0 3 23 16,0-3 42-16,0 3-13 0,0-3-4 0,15 3 26 15,1-5-17-15,6 2 20 0,4 3-17 0,2-7-11 16,4 3-15-16,1 1-15 0,3-3-1 0,1 1-13 16,2 1-2-16,-1 4-16 0,0-8-23 0,0 2-16 15,-3 0-5-15,-2 0 11 0,-3 1 21 0,-3 0 19 16,-6 0-4-16,-3-1-1 0,-3 0-25 15,-6 0-34-15,-9 0 15 0,0-1-24 0,0-1 9 16,0 0 15-16,0-1-7 0,0 0 8 0,0 0-4 16,0 0-11-16,0 3-2 0,0-2-2 0,0 4 7 15,-9-1-7-15,9 5-3 0,-10-5 7 0,10 5-22 16,0 0 18-16,-12 0-26 0,12 0 19 0,0 0 5 16,0 0-7-16,-10 10 19 0,10-1-11 0,0 2-10 15,0 2 7-15,0 1 5 0,0 4 2 0,0 1 21 16,0 1 6-16,0 3-14 0,0-2 0 0,0 2-6 15,0-1-21-15,0 0 3 0,0 0-10 0,0-1 14 16,13-1 6-16,-1-3-11 0,-12 0 19 0,13-2-8 16,-2-3-4-16,-11-1 26 0,0-1-14 0,11-5-7 15,-11-5 21-15,0 0 24 0,0 0 29 16,0 0 30-16,11 0-2 0,-11 0-30 0,0 0 0 16,0 0-33-16,0 0-8 0,11-10 10 0,-11-1-38 15,11 0 18-15,-11-2-19 0,0-1-2 0,13 0 9 16,-13 2-20-16,13 0 24 0,-13 2 13 0,0 3-26 15,11 7 2-15,-11 0-6 0,0 0-14 0,0 0 29 16,14 0-15-16,-14 0-7 0,11 0 4 0,-11 0-24 16,17 0 24-16,-4 0 9 0,4 0-12 0,-1 0 11 15,2 12 6-15,-1-1-6 0,2-1 4 0,3 1-4 16,-1 1-6-16,2-2 6 0,1 0 0 16,1-1 15-16,1 1 7 0,2-3 17 0,-1 0 13 15,0-2 10-15,0-5 10 0,-2 0-7 0,0 0 6 16,-2 0 3-16,-1 0-4 0,-3 0 2 0,-2 0-22 15,0-9-12-15,-4 0-10 0,1-2-16 0,-6-1 5 16,-8-2-10-16,12 2-7 0,-12-2 11 0,0-1-18 16,0-2 11-16,0 0 1 0,0 2-16 0,0-2 10 15,0 0-10-15,0 2 4 0,0-2 20 0,-15 3-22 16,1 2-6-16,-2 2-2 0,0 2-3 0,0 2 13 16,-4 6-5-16,1 0-3 0,-2 0-16 0,1 0 24 15,1 0-3-15,0 0-8 0,3 11 1 0,3 1-8 16,1-1 18-16,12-1-3 0,-13 3-1 15,13 1 2-15,0-1-25 0,0 2 37 0,0-1-3 0,0 1-4 16,13-1 29-16,3 0-30 0,2-2-2 16,2 0 7-16,2 1 2 0,3-3 13 0,3-2 12 15,2-2 10-15,-1-6-20 0,1 6-8 0,0-6-1 16,0 0-9-16,-2 0 8 0,-2 0-7 0,2 0 16 16,-4 0-10-16,-2 0-1 0,-3 0 16 0,-2-9-18 15,-4 4 3-15,-2 5-18 0,-11 0-72 0,0-6-78 16,0 6-107-16,0 0-122 0,11-6-145 0,-11 0-183 15,0 6-172-15,0 0-150 0,0-9 29 0</inkml:trace>
  <inkml:trace contextRef="#ctx0" brushRef="#br0" timeOffset="18">12161 3120 1583 0,'0'0'18'0,"0"0"9"16,0 0 42-16,0 4 14 0,0-4 5 0,0 6 6 15,0 1-35-15,0-3 5 0,0 2-4 0,0 0 10 16,0 1 59-16,0 0 2 0,0 1-12 0,0-1-5 15,0-2-61-15,0 1 13 0,0 0 23 16,0-1 19-16,0-5 22 0,10 0 17 0,-10 0 3 16,12 0 15-16,-12 6 15 0,13-6 4 0,-2 0 1 15,0 0-24-15,0 0-9 0,1 0-43 0,0 0 1 16,2 0-23-16,0 0 8 0,-1 0 3 0,1 0-6 16,-1 0 6-16,-2-10-29 0,3 3 9 0,-4-2-23 15,-10-3-3-15,14 0-16 0,-14-1-15 0,11 0 8 16,-11-3-18-16,0 0 3 0,0 0-14 0,0 0-9 15,0 1 23-15,0 0-29 0,0 1 29 0,0 0-13 16,0 2-9-16,0 0 17 0,-17 1-18 0,6 3 11 16,11 1-7-16,-15 1 3 0,15 2 1 15,-15 4-14-15,15 0-7 0,0 0-3 0,-12 0-5 16,12 0-6-16,0 0 7 0,0 0 16 0,0 5-5 16,0 2 24-16,0 0-9 0,0 1-11 0,0 1 16 15,0 1-3-15,15 2 26 0,2 1-17 0,1 1-3 16,5-1 10-16,-1 1-10 0,5 0 9 0,2 0 3 15,-1 0-29-15,2 0 6 0,-1 0 16 0,-1-1-17 16,1 0 10-16,-4-1 12 0,-3 0-6 0,0-1 3 16,-6-2-9-16,-2 0-11 0,-3-9-21 0,-11 9 28 15,0-9 22-15,0 8-20 0,0-8 17 16,0 9-7-16,0-1-12 0,0 1 10 0,0-1-10 0,-17-1-2 16,3-1 0-16,-5-6 8 0,0 8 9 15,-2 0-11-15,-1-8 8 0,3 0-22 0,0 0 14 16,0 0 1-16,5 0-8 0,-2 0 11 0,5 0 0 15,11 0-16-15,-11 0-11 0,11 0 20 0,0 0-4 16,0 0-1-16,0 0 19 0,0 0-9 0,0 0-3 16,0 0 8-16,0 0-3 0,0 0-14 0,13 0 3 15,2 0-12-15,1 0 14 0,6 0 17 0,-1 0-10 16,1 0 19-16,5-8-30 0,-2 8 0 0,2 0 3 16,0-8 0-16,-3 8 23 0,1-6-19 0,0 6 6 15,-3-7 19-15,0 7-16 0,-2-8 16 0,-2 8 11 16,-5-9 0-16,-13 3 24 0,17-2-33 15,-17 2-8-15,13-3-17 0,-13 0-13 0,0-1 21 16,0-4 1-16,0 1 2 0,0-2 11 0,0 1-6 16,0 0-8-16,0 1-4 0,0 2-18 0,0 0 2 15,0 0 5-15,0 3-4 0,-13 2 3 0,13 0 8 16,-13 1 4-16,13 5-17 0,0 0-10 0,0-5-12 16,-13 5-11-16,13 0 19 0,0 0 11 0,0 0 27 15,0 10-25-15,0-1 17 0,0 0-13 0,0 1-14 16,0 2 26-16,0 1-5 0,0 2 20 0,0 0 5 15,0 0-24-15,0 0 3 0,0-1-11 0,0 1 0 16,14-1 11-16,3 0 6 0,-1-2 2 0,1 0 3 16,2 0 3-16,2-2-9 0,0-1-8 15,2-3-6-15,1-6 11 0,0 0 2 0,-1 0 10 16,-2 0 11-16,-2 0 4 0,0 0 2 0,-3 0-4 16,0-11 4-16,-2-1 3 0,0 0-21 0,-3 1 11 15,2-1-23-15,-13 1-29 0,12-2 30 0,-12-1-7 16,0-2 4-16,0 1 23 0,0-3-18 0,0 3-4 15,0-1 1-15,0 0-5 0,0 2-2 0,0 3-1 16,0 0-2-16,0 2 4 0,0 2-2 0,-11 2-8 16,11 1 8-16,0 4-9 0,-14 0 0 0,14 0-9 15,0 0-2-15,0 0-5 0,0 0 9 0,0 0 11 16,0 0-2-16,0 8 22 0,0 0-4 0,0 2 2 16,0 3-2-16,-11-1-4 0,11 2-8 15,0 3 9-15,0-2 6 0,0 0-15 0,0-1 0 16,0 0-6-16,0-2 9 0,0-1 14 0,0-2 2 15,0 0-8-15,0-9-4 0,0 8-6 0,0-8 4 16,0 0 15-16,0 8-7 0,0-8 8 0,0 0 5 16,0 0 6-16,0 0-10 0,0 0-7 0,0 0-7 15,0 0-14-15,0-8 11 0,0 0 0 0,0-1 5 16,0 0 7-16,0-3 7 0,0-2 2 0,0 0-9 16,11-1-4-16,-11-2 0 0,13 1-8 0,-13 1 12 15,9 1-2-15,-9 1-9 0,13 3 1 0,-13 0-9 16,14 2 3-16,-4 3-11 0,-10 1 2 15,12-1 8-15,-1 5-1 0,1 0 11 0,-12 0-14 16,15 0 7-16,-2 0-9 0,-1 0 2 0,0 0 19 16,0 11-14-16,1-1 13 0,-2 1-17 0,3 2 13 15,-3-1 4-15,0 2-16 0,0-1 9 0,0 2-7 16,-11 0 11-16,13-1 3 0,0-3 15 0,-13 0-6 16,11-1-20-16,-11-3 5 0,0 1-1 0,12-8-5 15,-12 0 5-15,0 6 13 0,0-6 6 0,0 0 4 16,0 0 6-16,0 0-3 0,0 0-17 0,0 0 5 15,0 0-11-15,0-6-10 0,0-2-2 0,0-2-12 16,0-1 7-16,0-3 6 0,0-1 10 16,0-2 2-16,0-1 8 0,0-1-12 0,0 2-12 15,13 2 9-15,-13 0-21 0,0 2 20 0,0 2 6 16,11 3-11-16,-11 1 15 0,0 1-18 0,0 2-6 16,0 4 2-16,0 0 3 0,0 0-3 0,0 0 4 15,11 0-6-15,-11 0-6 0,11 0 19 0,-11 9-4 16,14 0 13-16,-1 0 7 0,-2 2-4 0,3 1 20 15,-2 1-29-15,3 2 7 0,-2-1-8 0,1 2-6 16,2 1 19-16,0-2-10 0,-2 1-2 0,-1-4-7 16,1 1 11-16,0-4 6 0,-14-2 3 0,18-7-2 15,-7 5 6-15,1-5-3 0,-1 0 21 0,-1 0 11 16,4 0-5-16,-14 0-10 0,16 0-7 16,-2-9-3-16,-3-2-11 0,-11-1-2 0,13-4-7 15,-13 1-6-15,0-3 7 0,12-1 13 0,-12-1-10 16,0 1 10-16,0-3 2 0,0 1-7 0,0 0 1 15,0 0-14-15,0 0 0 0,0 4 14 0,0 0 15 16,0 2 2-16,0 3-12 0,0 2-24 0,0 4-16 16,0 2 3-16,-12 1-11 0,12 3 4 0,0 0-8 15,0 0 9-15,0 0 24 0,0 7-6 0,0 1 7 16,0 4-2-16,0 2-8 0,0 3 21 0,0 4 6 16,0 2-14-16,12 6 9 0,-2 0-2 0,-10 3 12 15,17 1-3-15,-4 2-15 0,-1 0-11 16,1 0-9-16,-1-1 8 0,0 1 4 0,-1-3 9 0,2-1-3 15,-2-1 5-15,-2-2 4 0,4-2-15 16,-13-3-1-16,11-3 3 0,-11-1-4 0,11-6 24 16,-11-2-4-16,0-2-15 0,0-4 19 0,0-2 5 15,0-3 18-15,0 0 10 0,0 0-23 0,0 0-6 16,0 0-12-16,0-5 1 0,0-2 16 0,0-2-25 16,0-2-8-16,0-2 6 0,-16-3-9 0,2-3 10 15,1-2 8-15,2-4-12 0,-3-2 8 0,1-1-4 16,1-2 1-16,12-1 2 0,-14-1-6 0,2 1 9 15,12-1-10-15,0 3-2 0,0-1-1 0,0 4-6 16,0 1 0-16,0 3-2 0,0 2 0 0,0 5-8 16,13 1 12-16,2 4-1 0,-3 2 3 15,2 2 12-15,2 1-22 0,-2 2 14 0,5 2-3 16,-4 1-6-16,3 0 19 0,-3 0-26 0,2 6 12 16,0 1 3-16,-4 1-3 0,4 0 21 0,-5 1-25 15,-1 0 3-15,0 3-6 0,-11-2 5 0,9 2 6 16,-9 0-1-16,0 0 12 0,0 1-16 0,0 1 21 15,0-1-5-15,0-1-15 0,0 0 11 0,-19-1-13 16,3-1 24-16,-1-1 3 0,1-2-7 0,1-1-6 16,-2-6-18-16,4 7 15 0,0-7 5 0,0 0-11 15,13 0 11-15,-11 0-10 0,11 0 13 0,0 0 3 16,0 0 4-16,-10 0-13 0,10 0-9 0,0 0 1 16,0 0 4-16,0 0 3 0,0 0-4 15,0 0 7-15,0 0-15 0,0 0-1 0,0 0-5 16,0 0-1-16,13 0 14 0,3 0 7 0,-2 0 12 15,5 0 5-15,0-7-31 0,3 7 11 0,4 0-13 16,0 0 7-16,0 0 11 0,-1 0-7 0,2-9-1 16,2 3 7-16,-6-1 1 0,2 2 7 0,-1-1 7 15,-5-2-5-15,3-1 12 0,-6 0 1 0,1-2-2 16,-4-1-13-16,-2-2-14 0,-11-1-9 0,15-2 4 16,-15 0-12-16,0-3 10 0,0 0 11 0,0-1-3 15,0-1 14-15,0-2-11 0,0-1-6 0,-17 2 5 16,4 1 1-16,-2 0 9 0,3 1-1 15,0 1-9-15,1 3 3 0,11 3 5 0,-15 2-4 16,5 3-5-16,10 1 4 0,0 3-20 0,-10 1-5 16,10 2 5-16,0 2-22 0,0 0-1 0,0 0 13 15,0 0 14-15,0 5 5 0,0-1 14 0,0 3-9 16,0 2-12-16,0 3 13 0,0 2 14 0,0 3-6 16,0 1-3-16,0 2 0 0,0 1-10 0,0 2 19 15,10 0-3-15,1 0 2 0,3 0-6 0,-1 1 2 16,4-1-2-16,-1-1 10 0,3 2-10 0,2 0-5 15,-1-4 10-15,6 0-1 0,-3-2 8 0,6-3-9 16,-4-1 1-16,5-3-7 0,2-4 11 0,1-2 4 16,-2-5 2-16,-1 0 3 0,-1 0-5 0,-2 0-5 15,-2-8 3-15,-3-1-4 0,-4-2-7 16,-1-1 15-16,0-2-12 0,-5-1-4 0,-4-1-6 16,-8-1-15-16,10-1 10 0,-10 0 4 0,0 0 10 15,0 0 3-15,0 0-9 0,0 0-9 0,0 1-5 16,0 2-8-16,-14 3 9 0,3-1-2 0,-3 4 2 15,5 0 18-15,-3 2-26 0,0 2-1 0,1 2-3 16,-2 1-3-16,0 2 15 0,1 0 1 0,-1 0 4 16,0 5-7-16,-1 1 14 0,3 2 1 0,11-1-8 15,-15 4-5-15,3-2-7 0,12 3 8 0,0 1 9 16,-13-1 6-16,13 1-2 0,0 0 1 0,0 0 6 16,0 1-1-16,0 0-5 0,0-2 0 15,0 2-12-15,0 0 10 0,0-1 5 0,18-1-6 16,-1-1 7-16,1-1-6 0,4-1 11 0,2 0-3 15,2-4 2-15,3-5-15 0,1 6-8 0,0-6 16 16,2 0-4-16,1 0 18 0,0 0-11 0,0-9-11 16,-1 1 13-16,0-1-7 0,-6-3 17 0,3 0-3 15,-4-1-20-15,-2 0 15 0,-3-2 2 0,-1 1-3 16,-5-2 11-16,-3 1-24 0,-11 0-2 0,14-1 4 16,-14 0-6-16,0 1 6 0,0 0-16 0,0 0 3 15,0 0 7-15,0 1-7 0,-20 0-1 0,7 0-13 16,-2 2-7-16,0 3 6 0,1 0-7 0,1 1 13 15,2 2-4-15,11 1-6 0,-14 2 5 16,4 1-15-16,10 2 19 0,0 0 4 0,-12 0 8 16,12 0 5-16,0 7-18 0,0-1 5 0,0-1 8 15,0 2-1-15,0 2 9 0,0 0 7 0,0 2-6 16,0 0 7-16,0 0 0 0,22 1-5 0,-2 2-5 16,1 0 9-16,3-1 7 0,3 1-20 0,1-1 20 15,1 0-12-15,-1-1 11 0,0 0 7 0,2 1-19 16,-3-1 0-16,-3-1-10 0,2 1 8 0,-3-3 9 15,-4 0 4-15,-3 0-10 0,0-1-19 0,-16-2-4 16,12-1 5-16,-12-5 4 0,0 6 25 16,0-6-12-16,0 6 10 0,0-6 10 0,0 4-18 15,-17 2 28-15,-2-2-32 0,2-4-7 0,-2 6 8 16,-3-6-6-16,-2 5 13 0,5-5-15 0,-2 0 4 16,4 0 4-16,4 5 14 0,-1-5-5 0,14 0-6 15,-11 0-19-15,11 0-10 0,0 0 0 0,0 0 11 16,0 0 0-16,0 0-2 0,0 0 18 0,0 0-5 15,0 0 1-15,0 0 6 0,17 0-7 0,-1 0-2 16,3 0 13-16,5 0-7 0,-2 0 2 0,3 0-6 16,2 0 2-16,-2-5 5 0,4-1 9 0,-1 1 3 15,-2-2-5-15,-1 0-2 0,0-1 13 0,-3 1 11 16,2-3 32-16,-3 0 14 0,-4-1-12 0,-1-1 4 16,-2-2-43-16,-3 0-7 0,-11-1-25 0,10-2 6 15,-10-1 17-15,0-2-4 0,0 0-2 16,0-1-7-16,0-1-4 0,0-1 4 0,0 0 20 15,-15 2-11-15,3-2 1 0,-1 3-4 0,2 0 13 16,11 4 1-16,-14 0 3 0,4 4-7 0,10 1-14 16,0 4-3-16,-11 2-9 0,11 1 1 0,0 2-11 15,0 2 14-15,0 0-7 0,0 0 2 0,0 0 5 16,0 4-11-16,0 2 12 0,0 2 7 0,0 3 3 16,0 0 0-16,0 4-14 0,0 2 11 0,0 4 0 15,0-1 2-15,0 3 9 0,0 0-19 16,0 0 13-16,0 1 1 0,0-1-9 0,0 2 11 0,10-1-19 15,1-1 15-15,0 0 6 0,0-3-5 16,0 2-7-16,3-3-20 0,-2 0 2 0,1-5-25 16,0-2-24-16,0-2-44 0,0 0-55 0,-1-4-51 15,1-6-28-15,0 0-39 0,-1 0-44 0,-1 0-74 16,0-5-121-16,0-2-73 0,-11-1-139 0,13-4-82 16,-13-2 2-16</inkml:trace>
  <inkml:trace contextRef="#ctx0" brushRef="#br0" timeOffset="19">15534 2829 2704 0,'-14'-2'66'0,"14"-1"74"0,-13 0 48 16,13 3 59-16,0 0-43 0,0 0-42 0,0 0-32 16,0 0-27-16,0 0-2 0,0 0 14 0,0 0-15 15,0 0-5-15,19 0-11 0,5 0-62 0,-2 0 15 16,3 0-36-16,7 0-3 0,4 0 21 0,0 0-7 15,2 0 0-15,1 0-14 0,1 0-3 0,-2 0-7 16,-1 0 16-16,-4 0 1 0,-1 0-2 0,-6 0-37 16,-4 0-64-16,-5 0-100 0,-5 0-141 0,-12 0-109 15,0-1-119-15,0 1-49 0,0-2 27 0,0-2-11 16,-21 2 128-16</inkml:trace>
  <inkml:trace contextRef="#ctx0" brushRef="#br0" timeOffset="20">12844 2778 3379 0,'0'0'80'0,"0"0"111"0,0 0 74 0,0 0 31 15,0 0-50-15,0 0-104 0,0 0-47 0,0 0-41 16,0 0-12-16,0 0-16 0,0 0-31 16,0 0 22-16,0 0-34 0,0 0 15 0,0 0 5 15,0 0-25-15,0 0-5 0,0 0-61 0,0 0-109 16,0 0-146-16,0 0-197 0,0 0-236 0,0 0-226 15,0 7 156-15</inkml:trace>
  <inkml:trace contextRef="#ctx0" brushRef="#br0" timeOffset="21">16776 3055 1178 0,'0'0'28'0,"0"0"34"0,0 0 11 16,0 0 14-16,10 0-24 0,-10 0-30 0,0 0 18 15,0 0-13-15,0 0-12 0,0 0 13 16,0 0 1-16,0 7 15 0,0-3 18 0,0 0-2 16,0-4-9-16,0 5 14 0,0 0 68 0,0-2 26 15,0-1-2-15,0 0-5 0,0-2-32 0,0 2-34 16,0 0 19-16,0-2 22 0,0 0 8 0,0 0 52 16,0 0 13-16,0 0 22 0,0 0-10 0,0 0-49 15,0 0-24-15,0 0-68 0,0 0-27 0,0-8 12 16,0 2-18-16,0-2 3 0,0 1-19 0,0-4-7 15,0 0-16-15,0-1-16 0,0-2 11 0,0 0-3 16,0-2 0-16,0 0 5 0,0 1 9 16,0 1-23-16,0 0 8 0,0 1 11 0,0 2-16 0,11 0 3 15,-11 3 6-15,14 2-1 0,-14 2-8 16,13 1 11-16,-1 3-10 0,1 0-9 0,-3 0 3 16,2 0-1-16,1 6 4 0,1 1 3 0,-1 3 15 15,4-1-3-15,-4 3-5 0,3 2-4 0,-4-2-6 16,1 3 5-16,0 0-3 0,-2-1 14 0,-11 0-14 15,14 0-4-15,-14-1 8 0,14-2-9 0,-14-1 29 16,0-1-13-16,0-1-9 0,10-4 11 0,-10-4-14 16,0 5 22-16,0-5 15 0,0 0 6 0,0 0-12 15,0 0 6-15,0 0-13 0,0 0-17 0,0-7 16 16,0-1-20-16,0-2 13 0,0 1-11 0,0-3 19 16,0-2-1-16,16-1 10 0,-16 0 14 15,0-1-26-15,14-1-13 0,-14 3 1 0,0-1 1 16,12 3-3-16,-12 1 20 0,0 0-30 0,15 4 7 15,-15 1-2-15,14 1-4 0,-14 2 12 0,14 3-20 16,-14 0 1-16,16 0 4 0,-16 0 19 0,16 6-1 16,-1 0-4-16,2 2-6 0,-2 3-4 0,1 1 8 15,1 0-5-15,3 3 14 0,-2-1-11 0,1 3-3 16,-3 0 22-16,1 0-2 0,-4 0-25 0,3-1 9 16,-5-2-6-16,-11 2-7 0,13-3 23 0,-13 0-3 15,16-3-7-15,-16-2 7 0,0-2-3 0,11 0-1 16,-11-6 34-16,0 0-12 0,0 0 3 15,0 0 10-15,0 0-25 0,0 0-8 0,0 0-8 16,12-8-11-16,-12-1-2 0,0 0 22 0,0-2-17 16,11-2-9-16,-11-1-18 0,0-1 18 0,14 0 18 15,-14-1 15-15,12 0 11 0,-12 0-35 0,11 0 24 16,-11 1-7-16,14 1 3 0,-5 2-6 0,4 2-5 16,0 0-21-16,-4 5-21 0,5 1 39 0,1-1-14 15,0 5 17-15,1 0 22 0,1 0-37 0,1 0 19 16,1 8 1-16,-1-2-10 0,0 3 24 0,0-1-23 15,-6 1-3-15,1 1 22 0,1 0-14 0,-14 1 15 16,13 1-18-16,-13 0-3 0,0 0 5 0,0-1-4 16,0 2 17-16,0 0 3 0,0-1 13 15,0 0-22-15,0-1-5 0,0 0 6 0,-16-1-23 16,-3 0 32-16,3-4-3 0,-3 0-10 0,-1-6 15 16,-1 0-18-16,-2 0 17 0,1 0-18 0,1 0-6 15,-3-9 16-15,2 0-11 0,3 0-12 0,3-2 14 16,-1-1-13-16,4 1 4 0,0-1 39 0,13 0-20 15,-12 0-1-15,12-1-7 0,0 0-10 0,0 0 0 16,0-1 6-16,0 2 15 0,0-2-12 0,0 2 0 16,17 0-2-16,1 1-9 0,2 0 10 0,2 2 2 15,2 2-6-15,3-1-11 0,5 3 11 16,1 1 8-16,3 2-13 0,0-1 30 0,2 3-17 16,2 0-11-16,2 0 29 0,0 0-26 0,-1 0 1 15,1 0 10-15,-2 0-9 0,0 0 3 0,-1 5 6 16,-4-2-1-16,-4 0 6 0,-4-3-10 0,-3 0 9 15,-5 3-18-15,-4-3 0 0,-15 0 18 0,12 0-12 16,-12 0 9-16,0 0 2 0,0 0-12 0,0 0 25 16,0 0-22-16,0 0-26 0,0 0 32 0,0 0-16 15,0 0-4-15,0 0 23 0,-19 0-15 0,1 3-10 16,0-3 17-16,-6 0 22 0,0 3-11 0,-3 2-9 16,-3 1 23-16,0-2-51 0,0 4 15 0,2 0 9 15,1 2-19-15,0 1 24 0,2 0-12 16,1 1 5-16,7 2-10 0,-1 1 15 0,2-1 8 15,2-1 6-15,14 1-1 0,0-1-7 0,-12 1 7 16,12 0-16-16,0-1 1 0,0 1 4 0,0-2-16 16,0 2 9-16,21-2 16 0,-3-1-10 0,3-1 1 15,1 0-6-15,0-3 1 0,2-7-11 0,1 8 12 16,0-8 11-16,3 0-21 0,-1 0 8 0,-3 0-4 16,0 0 6-16,0-11 32 0,-2-1 0 0,-1-1-5 15,-4-1 14-15,-1-2-4 0,-1-1 5 0,-2-2 7 16,0-1-23-16,-13-2-1 0,11-2-9 15,-11-1-2-15,0-2 12 0,0-1-8 0,0-1-3 0,0-2-9 16,0 1-5-16,0-1 5 0,0 0-9 0,-19 1 17 16,3 1-5-16,0 2 1 0,2 2 26 15,3 3-22-15,11 4 13 0,-18 3-8 0,18 4-18 16,-17 2 19-16,17 3-46 0,0 1 6 0,0 5-10 16,-11 0-16-16,11 0 30 0,0 0-5 0,0 9 26 15,0 0-6-15,0 2-10 0,0 3 11 0,0 3 1 16,0 2-4-16,0 3 20 0,0 1-16 0,0 2-9 15,16 1 22-15,-2 1-8 0,2 0 1 0,-2 0-8 16,-1 0 4-16,3-1-1 0,0-1 6 0,2-1 17 16,4-1-24-16,-2-1 4 0,2-1 7 0,1-2-12 15,1-3 13-15,0-1 0 0,1-2 6 0,0-1 9 16,1-5 1-16,-3-2 1 0,0-5 6 16,0 0 5-16,-4 0-1 0,-1 0-6 0,-1-5-21 15,-3-2-5-15,0-2-6 0,-2-2 4 0,-12-1 4 16,14-1-9-16,-14-2 6 0,12 0 3 0,-12-2-7 15,0 0-2-15,0 1-3 0,0-2-5 0,0 0 7 16,0 0-6-16,0 1 5 0,0 2-4 0,0 1-12 16,-12 2 10-16,-1 0-5 0,0 1-2 0,1 5 9 15,-1 0-4-15,0 1-4 0,-1 4 1 0,-2 1-1 16,2 0-5-16,0 6 20 0,0 0-2 0,3 3-8 16,-2 0 9-16,13 2-17 0,-13 3 3 0,13-1 16 15,-11 3-2-15,11 2-1 0,0 0 15 16,0-1-9-16,0 2 0 0,0-1 3 0,0 0-20 15,0-1 11-15,15 0 8 0,2 0-6 0,-1-2 2 16,4-1-2-16,1-1-6 0,1-2 9 0,3-1 1 16,2-4-7-16,2 0 3 0,2-6 13 0,-1 0-10 15,0 0 0-15,0-7-4 0,0-1-19 0,-3-3 29 16,-2-2 6-16,-2-2-11 0,-3 0 7 0,-1-5-19 16,-3 0-13-16,0-3 15 0,-3-1 7 0,-1-1 3 15,-12-2 4-15,14-1-10 0,-14-1 0 0,0-2-4 16,0 1 6-16,0-2 0 0,0 3-10 0,0-1 9 15,0 3-1-15,-18 0 1 0,1 2 3 0,2 6-9 16,15 3-1-16,-16 3-2 0,16 3-2 16,0 2-8-16,-14 5-4 0,14 3-13 0,0 0 23 15,0 0-3-15,0 7-6 0,0 1 17 0,0 5-23 0,0 0 17 16,0 6 16-16,0 2-9 0,0 3 10 16,0 3-8-16,0 2-6 0,0 3 12 0,0 0 1 15,15-1 17-15,3 1-10 0,-1 0 14 0,4-1-15 16,-4-2-17-16,5-2 16 0,-4-2-22 0,1-2 15 15,-2-2 3-15,-3-1-5 0,-1-5 7 0,0-1-4 16,-2-2 5-16,-11-2 2 0,12-2-5 0,-12-3-11 16,12-5 1-16,-12 5-5 0,0-5-51 0,0 0-54 15,12 0-101-15,-12 0-90 0,0 0-109 0,13 0-197 16,-13-7-228-16,11 2-216 0,-11-5-86 16</inkml:trace>
  <inkml:trace contextRef="#ctx0" brushRef="#br0" timeOffset="22">19888 2936 1539 0,'0'-5'53'0,"11"1"60"0,-11-1 43 0,0-1 91 16,0 0-1-16,0 1 0 0,0-1-16 15,0 1-44-15,0 0-28 0,0 0 6 0,0 0 15 16,0-1-23-16,0 2 13 0,0-2-51 0,0 1-25 16,0-1-15-16,-13 3-32 0,13-2-22 0,-12 2-11 15,12 0-12-15,-14 0-1 0,1 3 7 0,2-1-13 16,-2 1 3-16,-1 0-8 0,-2 4 23 0,2 2 0 16,1 2 1-16,-2 0-6 0,0 2-8 0,1 1-15 15,14 2 8-15,-16 1 20 0,16 1-19 0,-14 0 28 16,14 2-2-16,0-1-21 0,0 1 20 0,0-2-8 15,0 2-15-15,0 0 22 0,0 0-10 0,0-1 8 16,18-1 17-16,2-1-1 0,-1-1 9 0,5-2-14 16,1-3 13-16,0-1 12 0,-1-7 4 15,2 0 42-15,-3 0-20 0,1 0-15 0,-5 0 5 16,0 0 0-16,-2-8-9 0,-3 2-4 0,-1-4-21 16,0-1-30-16,-13-1 14 0,13-2-6 0,-13-4-11 15,0-1 9-15,0-1-9 0,0-2-11 0,0-2 21 16,0 1-13-16,0-1 3 0,0 1 1 0,-17 0-11 15,2 3 10-15,0 0 13 0,-3 2-6 0,1 2-2 16,-3 3-2-16,-2 1-38 0,1 4 42 0,-1 0-7 16,4 4-17-16,-2 2 31 0,5 2-34 0,-1 0 4 15,2 0 17-15,14 7-9 0,-15 3 11 0,15-1-1 16,0 3-15-16,0 0 9 0,0 1 9 0,0 2-8 16,0 0 20-16,0 1-25 0,0-1 0 15,0 0 14-15,19-1-4 0,2 0 24 0,-2-2-20 16,2 0-14-16,-3-3 15 0,3 1-12 0,-2-3-3 15,3-2 36-15,0-2-29 0,-3-3 12 0,2 0 22 16,-1 0-11-16,-1 0 17 0,2-8 20 0,-4-2 5 16,2-1-29-16,-2 0 20 0,-1-4-21 0,0-1 71 15,-3 0 36-15,0-3-38 0,-1-2-1 0,-2-2-89 16,-10-3-17-16,14-1 19 0,-14-1 3 0,12 0 12 16,-12 0-10-16,0 0 1 0,10 0 2 0,-10 2 35 15,0 2 35-15,0 2-6 0,0 5-7 0,0 2-42 16,0 3-20-16,0 4-18 0,0 0-2 15,0 5-1-15,0 3-30 0,0 0 24 0,0 0-5 0,0 0-6 16,0 8 20-16,0 3-10 0,0 2 5 16,0 4 11-16,0 4-10 0,0 4-10 0,0 4 0 15,0 3 12-15,0 2 15 0,0 3 5 0,0 0-10 16,0 1-2-16,0 3 0 0,0 1 2 0,0-1 9 16,14 0-11-16,-3 2-9 0,0-3 24 0,-1-1-21 15,3 0 2-15,0-2-4 0,0-2-11 0,4-3 19 16,1-3-1-16,1-3 4 0,-3-3-13 0,4-2-3 15,-2-5 15-15,-1-2 2 0,0-4 7 0,-4-3 6 16,3-3-10-16,-2-4 5 0,2 0 12 0,-16 0 0 16,14 0-3-16,-14-6-12 0,16-2-6 15,-5-1 10-15,-11-2-20 0,0-2 23 0,0-2-7 16,13-3-6-16,-13-2-4 0,0-1-22 0,0-2 6 16,0-3-5-16,0-1 19 0,0-2 0 0,-13-2-14 15,-6 0 4-15,2 0-10 0,-5 1 6 0,-3 1-2 16,-2 2-4-16,-3 2 11 0,0 4 1 0,1 2 16 15,-1 2-13-15,1 5 1 0,4 2-18 0,0 2-12 16,4 5 11-16,5 0-13 0,2 3 11 0,5 0 10 16,9 0-9-16,0 0 19 0,-11 6-4 0,11-2-9 15,0 1 15-15,0 1-13 0,0 0 22 0,0 0-1 16,0 3-14-16,17-1 10 0,4 0-11 0,1 1 20 16,3 0 10-16,7-3-15 0,2 2 16 15,3-4-3-15,2 1 6 0,0-5 28 0,0 0-25 16,-5 0 3-16,-2 0 22 0,-3 0-8 0,-4-6 22 15,-3 3-13-15,-6-1-32 0,-3 2-7 0,-1 0-7 16,-12-1-6-16,0 2 1 0,10-1 2 0,-10 2-2 16,0-3-3-16,0 3-26 0,0 0-65 0,0-1-66 15,0 1-84-15,0 0-74 0,0 0-89 0,0 0-54 16,0 0-105-16,0-4-79 0,0 4-75 0,0 0-111 16,0 0-91-16,0-6 169 0</inkml:trace>
  <inkml:trace contextRef="#ctx0" brushRef="#br0" timeOffset="23">21673 2966 1813 0,'0'0'65'0,"0"0"50"0,0 0 84 16,0 0 32-16,0 0-50 0,0-2-26 0,0 2-63 16,0-4 7-16,0 3-2 0,0-2 11 0,0 2-6 15,0-1-12-15,0 0-5 0,0-1-2 0,0 3-10 16,0-1-2-16,0-1 8 0,0 1-19 0,0-1-3 16,0 1 3-16,0-1-16 0,0 0-3 15,0-2 9-15,0 1-6 0,0 0-8 0,0 0 7 16,0 0-20-16,0 1-10 0,-11-3 10 0,11 3-13 15,0-1 2-15,-12 1-3 0,12-1 7 0,-13 0-12 16,13 0-7-16,-16 1 8 0,3 0-23 0,13 1 19 16,-15 1 12-16,3 0-8 0,-2 0-7 0,14 0-2 15,-14 0-7-15,0 5-5 0,14-1 15 0,-14 3 5 16,2-2-4-16,2 2-6 0,10 0 14 0,-17 2-9 16,17-1-5-16,-15 3 9 0,15-1-15 0,-13 1 11 15,13 0 11-15,0 1 10 0,0-1-12 0,0 2 1 16,0 0 8-16,0 1-17 0,0 1 14 0,0-1-11 15,0 0 0-15,11-1 11 0,3 1-3 0,-1 0 27 16,4 0-17-16,-1 0 2 0,3-4 26 0,-1-1-45 16,2-1 16-16,4 0-4 0,-3-2-16 15,1-6 11-15,-2 0 9 0,-1 0 17 0,2 0-1 16,-2 0 12-16,-2 0-1 0,0 0-9 0,-2 0 7 16,0 0 4-16,-2 0-8 0,0 0 1 0,0 0-18 15,-4-8-4-15,-9 1 20 0,16-2-21 0,-16-1 17 16,13-3-10-16,-3 0-14 0,-10 0 7 0,12 0-18 15,-12 1 1-15,12 1 3 0,-12-3 3 0,13 1 7 16,-13 2-8-16,9 0-13 0,-9 2 7 0,13 0-1 16,0 1 18-16,-13 1-11 0,9 1-6 0,-9 2-9 15,16 0 1-15,-16 1 1 0,13 0 5 0,-2 3-1 16,-11 0 6-16,16 0 11 0,-4 0-16 16,2 0 24-16,-1 7-43 0,-1 0 9 0,0 0 1 15,-12 1 0-15,15 1 17 0,-3 1-6 0,-12 0-14 16,14 1 9-16,-14-2 17 0,12 0-3 0,-12 0 14 15,0 1-23-15,0 0-3 0,0-3-7 0,0 1 13 16,0 0 9-16,0 1-2 0,0 0 0 0,0 1 2 16,-14-1 5-16,2-3-10 0,0 1 14 0,0 0-14 15,-1-7-4-15,1 0-4 0,-3 7-12 0,3-7 5 16,-1 0 3-16,2 0 18 0,-1 0 9 0,12-7 18 16,-15 0-33-16,1 0 28 0,14-1-3 0,-11-2 1 15,11 0 5-15,-11 0-31 0,11-3 7 0,0 1-23 16,0-1-2-16,0-1 21 0,0 0 6 0,0 0-8 15,0 0 0-15,0 0-13 0,0 1-33 0,0 0 25 16,16 1 14-16,-1 2 7 0,-4 0 0 16,1 1-13-16,3 2 8 0,-2 0-10 0,-1 3-3 15,5 1-6-15,-4 3 15 0,4 0 1 0,-2 0 10 16,0 0 7-16,0 0-29 0,1 6 2 0,1 0 11 16,-2 1-10-16,2 2 13 0,-2-1-22 0,-2 3 16 15,4 1 11-15,-2 1-4 0,-2-1 22 0,1 0-17 16,-3 0-20-16,-11 1 27 0,19-2-26 0,-8 0 3 15,-11 0 0-15,0 0-13 0,13-2 22 0,-13 0-18 16,0 1 38-16,0-3-11 0,16-1 19 0,-16 0-5 16,0-6-34-16,0 7 7 0,0-7-29 15,0 0 25-15,0 0 29 0,0 0-35 0,0 0 10 16,0 0-7-16,0 0-1 0,0 0 31 0,0 0-13 16,0 0 19-16,0-7-7 0,0-2-3 0,0 2 15 15,0-4-10-15,-16 0-4 0,16-1 15 0,0 0-12 16,0-2 18-16,0 3-19 0,0-3-19 0,0 0 17 15,0 1-37-15,0 0 19 0,0 0 9 0,0 1-16 16,0 1 3-16,0 1-3 0,0 1-5 0,17 3 11 16,-4 2 1-16,-1-1-6 0,0 5-14 0,-1 0 16 15,1 0-5-15,0 0 2 0,-12 0 10 0,17 0-29 16,-4 0 21-16,1 8 10 0,-14-2-4 16,14 3 9-16,0 0-13 0,-3 0-7 0,-11 1 0 15,13 0 4-15,-1 1 18 0,-12 2-18 0,13-1 3 16,-13-1 0-16,13 1-6 0,-13-1 17 0,0-1-8 15,0 1 11-15,11-3-20 0,-11-1 3 0,0 0-6 16,0 0 8-16,11-2 16 0,-11 1-19 0,0-6 36 16,0 4-26-16,0-4 5 0,11 0 19 0,-11 0-14 15,0 0 5-15,0 0-22 0,11 0 1 0,-11-7-10 16,13 0 15-16,-13 0 16 0,14-1-2 0,-3-2 4 16,-11-1-15-16,14 0-4 0,-3-2-4 0,-11 0 14 15,16-1-19-15,-16 0 15 0,13 0 0 16,-13 1-9-16,13 0 28 0,-13 1-13 0,10 1 13 0,-10 3 9 15,0 0-28-15,0 2 4 0,0 3-23 16,0-1-14-16,0 3 18 0,0 1-6 0,0 0 0 16,0 0-5-16,0 0 0 0,0 0-3 0,0 0 13 15,0 5 12-15,0 1-12 0,0 1 15 0,15 1-3 16,-15 2 3-16,12 1-2 0,-12 3-8 0,13-2 17 16,-3 2-9-16,-10-1 1 0,14 0 5 0,-1-1-23 15,-1-1 7-15,-1 0 11 0,0-3-7 0,2 1 14 16,-2-3-2-16,1 0-12 0,-12-6 11 0,15 4 7 15,-4-4-6-15,-11 0 8 0,16 0-7 0,-16 0-2 16,11 0 4-16,-11-5 28 0,15-4 4 0,-15 0-9 16,15-1 0-16,-3-1-16 0,-12-2-9 15,11-2-2-15,-11-1-10 0,0 0-8 0,0-2 1 16,0 1 12-16,0-2 7 0,0 1-5 0,0 0 8 16,0 1-19-16,0 0 10 0,0 2 5 0,0 3-3 15,0 1 14-15,0 4-22 0,0 0-7 0,0 3-5 16,0 1-21-16,0 3 12 0,0 0-1 0,0 0 0 15,0 0 31-15,0 6-9 0,0 2-5 0,0 2 2 16,0 3-9-16,0 3 9 0,0 3 22 0,0 2-7 16,0 5-2-16,0 2-9 0,13 2-6 0,-13 0 15 15,13 2-12-15,-13 0 11 0,0-1-4 0,13 1-14 16,-13 0 8-16,17-3-1 0,-17 0 6 0,11-2-11 16,-11-1 0-16,14-3 6 0,-14 0-7 15,11-5 21-15,-11 0 4 0,0-2-20 0,11-2 1 16,-11-5 4-16,0-1-10 0,0-2 24 0,0-2-7 15,0-4 2-15,0 0 5 0,0 0-10 0,0 0 23 16,0 0-15-16,0 0 2 0,0-8-1 0,0-2-21 16,0-2 6-16,0-3-1 0,0-4 1 0,0-4 5 15,0 0-1-15,-12-3-10 0,12-3-12 0,-14 0 3 16,14-3 4-16,0 0 14 0,-15 0 1 0,15-1-19 16,0 2 2-16,0 2-1 0,0 1 5 0,0 3 7 15,0 2-3-15,0 3-2 0,0 4 4 16,17 0 1-16,-5 4 6 0,-12 1-6 0,16 2-10 0,-1 3 5 15,-2 0-4-15,3 3-4 0,-3 1 5 16,0 2 12-16,2 0-16 0,0 0 16 0,2 0-4 16,0 5-12-16,-4 1 12 0,2 0-9 0,-2 2 17 15,1-2-8-15,-3 3-12 0,-11-1 4 0,13 1-5 16,-13-1 12-16,0 0 13 0,0-1 1 0,0 2-19 16,0 0 5-16,0-1-3 0,0 1 0 0,0 0 19 15,0 2-4-15,-14-1-11 0,-4 1-1 0,1-1 1 16,-5 0-1-16,1-1 9 0,4-1 8 0,0 0-11 15,0-4-8-15,4 0 5 0,13-4 6 0,-13 4-20 16,13-4 18-16,0 0-1 0,0 0-22 16,-14 0 32-16,14 0-16 0,0 0 1 0,0 0 14 15,0 0-14-15,0 0-4 0,0 0-12 0,0 0 7 16,0 0 15-16,0 0-1 0,0 0 13 0,0 0-17 16,14 0 1-16,-1 0-1 0,0 0-4 0,5 0-9 15,1 0 3-15,3 6 19 0,0-6-5 0,4 0 6 16,-1 4-3-16,0-4-6 0,-1 0-4 0,-2 0 5 15,2 0-4-15,-2 0-11 0,-5 0 33 0,2 0-7 16,-2-7-5-16,-1-3 10 0,-3 2-22 0,1-2 7 16,-2-1 9-16,-2 0 8 0,-10-2-23 0,13 2 6 15,-13-1-15-15,0-2-6 0,8 0 28 0,-8-1-25 16,0 1 9-16,0-1 18 0,0 1-23 16,0 1 28-16,0-1-6 0,0 3-31 0,0 2 13 0,0 2-10 15,-10 1 17-15,10 1 5 0,0 2-12 16,0 0 3-16,0 1-16 0,0 2-10 0,0 0 21 15,0 0-11-15,0 0 10 0,0 5 6 0,-11 0 0 16,11 1 4-16,0 1 1 0,0 4 10 0,0 1-7 16,0 1 0-16,0 0-7 0,0 1-11 0,0 1 10 15,0-1 10-15,0 0 6 0,0-1 8 0,0 0-14 16,0-1-1-16,16 1-7 0,-2-1 6 0,1-1-5 16,-1 0 8-16,-1-1 5 0,4-2-8 0,-3-1 11 15,3-1-17-15,-2-6-8 0,-1 0 17 0,3 0-13 16,-4 0 23-16,1 0-8 0,-2-6 8 0,-2-1-8 15,-10-1-11-15,11 0 20 0,-11-3-21 16,12 0 14-16,-12-1-9 0,0-1-7 0,0 0 1 16,0 0-8-16,0 0 14 0,0 1-3 0,0 0 3 15,0 1 9-15,0 3-15 0,0-1-6 0,0 4 2 16,0 0-5-16,0 0 12 0,0 2-11 0,0 3-1 16,0 0-7-16,0 0-3 0,0 0 9 0,0 0 2 15,0 0 3-15,0 4-8 0,0 1 28 0,0 1-15 16,0-1 10-16,0 3 5 0,0-1-15 0,0 1 1 15,0 1 0-15,15 0 12 0,-15 0-12 0,13-1 15 16,-13 1-3-16,16-1-10 0,-5-1 4 16,-11-2-7-16,17 1 1 0,-4-1 0 0,-1-2 12 15,-12-3 1-15,15 0-4 0,-4 0 8 0,-11 0 0 16,17 0 1-16,-4 0-5 0,-13-7-11 0,17-1-3 16,-4-1-5-16,-13-2 21 0,14-1-1 0,-14-2 0 15,0-1 6-15,0-3-13 0,11-1-2 0,-11-1 3 16,0-2 1-16,0-1-5 0,0-1 9 0,0 0 5 15,0-4-7-15,0 1 0 0,0-1 6 0,0 0-24 16,0 1 23-16,0 1 9 0,0 3-3 0,0 1-10 16,0 5-15-16,0 2-1 0,0 3-8 0,0 3 28 15,0 1-13-15,0 5-5 0,0 1-4 0,0 2-22 16,0 0 6-16,0 0 2 0,0 0 0 16,0 7 22-16,0 0 5 0,0 4-15 0,0 1 18 15,0 3-2-15,0 4 3 0,0 2 11 0,0 1-18 16,0 1-4-16,0 1-16 0,0 1 13 0,0-1 16 15,0 0-4-15,0 0 15 0,0-2-11 0,0 0-11 16,0-1-1-16,14 1 8 0,-14-2-2 0,15-2 3 16,-1 0 6-16,-1 1-19 0,1-2 13 0,3-1 2 15,-1-1-21-15,1-2 24 0,1-2-21 0,-1-1 8 16,0-2 10-16,3-2-8 0,-3 0 10 0,-3-3-16 16,4-3 22-16,-7 0-15 0,3 0-1 0,-3 0 22 15,-1 0-21-15,-10-6 16 0,14 0-5 0,-5 0-5 16,-9-3 0-16,13-2-16 0,-13 1 8 15,9-2-17-15,-9-1 16 0,13-1 15 0,-13 0-21 16,12-1 9-16,-12 0-23 0,10 1 7 0,-10 0 13 16,11 2 3-16,-11 0 12 0,11 1-31 0,-11 0-3 15,11 4 11-15,-3 1 3 0,-8 1 6 0,13 0-4 16,-13 1-13-16,13 2 8 0,-3-1 5 0,-10 3 4 16,13 0-8-16,-2 0-10 0,0 0 17 0,2 0 3 15,-2 3 0-15,2 0-5 0,0 2-14 0,-3-2 9 16,1 2-4-16,-11-3 6 0,18 2 3 0,-9 0-7 15,-9-1 4-15,12-1 5 0,-12 1 3 0,0-3-10 16,10 0 17-16,-10 0-19 0,0 0-3 0,0 0 19 16,0 0-13-16,0 0 23 0,0 0-10 0,0 0-2 15,0 0 6-15,0 0-8 0,0-3 17 16,0 1-30-16,0-1 6 0,0 0-8 0,0 0-6 16,-10-1 15-16,10-1 2 0,-17-1 1 0,2 1-5 15,2 1 2-15,-2-1-12 0,0 2 11 0,-1 0-1 16,0 3 0-16,-1 0-4 0,3 0-9 0,-3 0 2 15,0 4 1-15,2 1 1 0,4 1 0 0,-5 2-7 16,5 1 10-16,0 0-10 0,11 2 8 0,-14 0-6 16,14 0-5-16,-15 1 18 0,15 0-5 0,0 0 11 15,0 2 15-15,0-2-25 0,0 2 10 0,0-2-4 16,0-1-2-16,0-1 6 0,0 1-1 16,0 0 4-16,0-2-14 0,16 0 33 0,1-1-26 15,-4-1 8-15,4-1 7 0,0-1-11 0,0 0 17 16,0-5-7-16,5 0-4 0,-3 0-1 0,0 0 2 15,-1 0-2-15,-1-7 3 0,0-1 8 0,-2 0-3 16,-3 0 3-16,0-1-4 0,-12 0 0 0,13 0-1 16,-13-1-5-16,0-1 0 0,0-1-23 0,0-1 9 15,0 2-1-15,0 0 4 0,0-1 7 0,0 0-14 16,0 3 12-16,0 2 1 0,0 0 0 0,0 1-7 16,0 1-8-16,0 2 0 0,0 2-9 0,0-1 0 15,0 2 7-15,0 0-14 0,0 0 10 0,0 0 19 16,0 0-12-16,0 0 13 0,0 6 1 15,0 0 1-15,0 2-5 0,0 0 7 0,0-1 6 16,0 2-9-16,0 1 1 0,0 0-8 0,0 0 9 16,13-1-2-16,-13 0 11 0,14-1 12 0,-1-1-35 15,0-1 17-15,-1-1-4 0,1 0-15 0,0-2 39 16,-1-3-16-16,1 0 14 0,4 0-9 0,1 0-7 16,-2 0 9-16,2-7 2 0,-3 1 37 0,0-3-12 15,-2 0-2-15,-13-2-18 0,14-1-10 0,-14-3-1 16,12 1 9-16,-12-3-3 0,0 0-6 0,0-2-3 15,0-3 2-15,0-1-1 0,0 0-19 16,0-3 9-16,0 0-10 0,0-1 20 0,0-1-5 0,0 0 0 16,0 1 3-16,0 2-18 0,0 1 15 15,0 2-1-15,-14 1-10 0,14 4 20 0,-15 3-26 16,15 4 17-16,-14 1-18 0,14 2 1 0,0 3-9 16,0 2-1-16,0 2 12 0,0 0-7 0,0 0 23 15,0 0-31-15,0 0 13 0,0 8 9 0,0 1 4 16,0 4 18-16,0 1-14 0,-16 2-17 0,16 2 16 15,0 4-22-15,0 1 26 0,0 1 10 0,0 0-14 16,0 1 22-16,0-1-30 0,0 1 5 0,0-2-10 16,16 0 7-16,-16 0 3 0,17 0 1 0,-3-1 5 15,-1-3 6-15,2 1 0 0,0-1-14 0,1-2 7 16,1-2-11-16,4-1 20 0,-3-1-10 0,4-4 0 16,1 2-3-16,-2-5-11 0,3 0 25 15,-2-2-9-15,0-3-2 0,-5-1 1 0,4 0-3 16,-7 0 9-16,2 0 9 0,-5-5-1 0,0-1-4 15,-11 0-6-15,13 0 6 0,-13-3-22 0,0 0 1 16,9-2 8-16,-9 0-16 0,0-2 6 0,0 0 7 16,0-1-7-16,0 1 3 0,0 1 10 0,0-1-14 15,0 3-1-15,0 0 15 0,0 3 5 0,0-1-2 16,0 3-4-16,0 1-15 0,0 2-13 0,0 1 9 16,0 1-6-16,0 0-5 0,0 0 13 0,0 0-22 15,0 0 26-15,0 3 8 0,0 1-5 0,0 1 18 16,0 3-6-16,0-2-8 0,0 3-4 15,0 2 7-15,0-2-11 0,0 3 6 0,0-3 15 0,0 2-6 16,0-2-7-16,0-1 1 0,0 0-7 16,0-1-3-16,13 1 13 0,-13-2-2 0,11 0 3 15,-2-1 7-15,4-1-5 0,-13 1 9 0,14-2-8 16,-1-3-10-16,-1 0 5 0,1 0-2 0,1 0-1 16,-1-5-2-16,3-1 2 0,-3-1 7 0,0-1 7 15,0 2 8-15,1-2-5 0,-2-1-13 0,-1 0-7 16,0-2 0-16,-2 2-1 0,-9-2 0 0,15 0 1 15,-3 1 3-15,-2-1-1 0,-10-1-4 0,14 3 6 16,-5-2-7-16,-9 3 0 0,15-2 6 16,-1 2-6-16,-5 2-6 0,-9-1-4 0,17 3 15 15,-4 0-10-15,-13 1 14 0,14 1-5 0,-14 1-4 16,15 1 9-16,-15 0-14 0,15 0 14 0,-15 6-3 16,13 1 7-16,-13-2 3 0,15 4-5 0,-15-1-21 15,14 2 1-15,-14 1 17 0,13 1-2 0,-13 0 15 16,0 1-10-16,0-1-12 0,0 0 5 0,0-1 12 15,0 0 1-15,0-1-3 0,0 1-2 0,0-2-21 16,0 0 13-16,0 0 4 0,-17-1 0 0,3-2 16 16,14-1-6-16,-14 1 3 0,0-2-7 0,3-1-2 15,-1-1-3-15,12-2 7 0,-13 0 14 0,1 0-20 16,12 0 1-16,-17 0-5 0,4-5-3 0,13-1 21 16,-15 1-13-16,3-2 2 0,12-2-2 0,-11 1-10 15,11 1 13-15,-10-3-5 0,10 1-4 16,0 0-6-16,0 0 8 0,0-2-12 0,0 2 6 15,0-3 3-15,0 1-15 0,0 1 18 0,0-1 0 16,12 0-3-16,1-1 9 0,1 1-18 0,-1 2-7 16,-1 1 15-16,6 2-10 0,-1 0 8 0,-3 2 0 15,3 1 3-15,1 1 0 0,-2 2 6 0,0 0-9 16,-1 0-4-16,0 5 7 0,0-1 5 0,0 0-4 16,-1 1-2-16,-1 1 0 0,-4 1-11 0,3 2 19 15,-12 0-9-15,15 0 6 0,-15 3 1 0,14-1-10 16,-14 3 21-16,11-2-4 0,-11 2-4 15,13-1-2-15,-13 1-14 0,0-1 7 0,0-1 0 16,12 0 13-16,-12-1-3 0,0-2-2 0,0 1-4 16,0-2-7-16,0-2 9 0,0-1-10 0,0-1 18 15,0 0 0-15,0-4-9 0,0 0 8 0,0 0 9 16,0 0 8-16,0 0 15 0,0 0-22 0,0 0-20 16,0 0 7-16,0-6-11 0,0 0 14 0,0-2-4 15,0-1-4-15,0-2-3 0,0-1 3 0,0-2 8 16,0 0-24-16,0 0 23 0,0-1-5 0,0-2-2 15,0 2 24-15,15 0-20 0,-3-1 0 0,-12 2 3 16,13 1-21-16,-2 0 9 0,2 3 6 0,-13 1-14 16,13 0 20-16,-3 4-22 0,-10-1 2 15,13 3 0-15,-13 2 7 0,11 1 12 0,-11 0-20 16,16 4 26-16,-5 2-22 0,0-1 2 0,0 5 16 16,0-1-11-16,3 4 7 0,-1 0-3 0,1 3 0 15,1 0 5-15,0 1-7 0,0 0 11 0,-1 1 0 16,-1 1-10-16,-2-2 7 0,1 0-14 0,-1-1 8 15,-11-2 9-15,14 0-11 0,-4-1-4 0,-10-2-7 16,11 0-40-16,-11 0-82 0,13-2-92 0,-13-1-91 16,0-1-99-16,0-1-24 0,0-1-74 0,0-2-83 15,0 0-119-15,0-3-133 0,0 0-47 0</inkml:trace>
  <inkml:trace contextRef="#ctx0" brushRef="#br0" timeOffset="24">24647 2605 1184 0,'0'0'32'0,"-11"0"47"16,11 0 47-16,0 0 26 0,-13 0 10 0,13 0-8 15,-14 0-20-15,14 0 53 0,0 0-21 0,-9 0-5 16,9 0-6-16,0 0-59 0,0 0 0 0,0 0-22 15,0 0-22-15,0 0-12 0,0 0-8 0,0 0-15 16,0 0 2-16,0 0 6 0,0 0-14 0,0 0 5 16,0 3 17-16,0-1-6 0,0 0 17 15,0-1 25-15,0 0 13 0,0 3 10 0,0-1 33 0,0 2 1 16,14 0 0-16,3 0 4 0,3 0-22 16,2 1-8-16,1-1 3 0,6 0-20 0,1 0-21 15,0-2-16-15,1 0-25 0,3 0 11 0,0-1 28 16,0-2 6-16,-3 0 18 0,-1 0-18 0,-3 0-12 15,-3-4 13-15,-3 4-26 0,-6-5 20 0,-3 1-20 16,-12 1 1-16,0-1-21 0,0 1-19 0,0-2 3 16,0 1-26-16,0-1-24 0,0-1-86 0,0 1-85 15,0-1-114-15,0 0-84 0,-12 2-40 0,3 1-100 16,-5 0-55-16,1 1-49 0,-1 0-48 0</inkml:trace>
  <inkml:trace contextRef="#ctx0" brushRef="#br0" timeOffset="25">25199 2526 3508 0,'0'0'67'15,"0"0"53"-15,0-3 35 0,0 3 3 0,0 0-55 16,0 0-56-16,0 0-45 0,0 0 5 0,0 0-5 15,0 0-7-15,0 0-47 0,0-3-131 16,0 3-106-16,0 0-102 0,0 0-133 0,0 0-48 16,0 0-44-16,0 4-32 0</inkml:trace>
  <inkml:trace contextRef="#ctx0" brushRef="#br0" timeOffset="26">23631 2695 1358 0,'15'2'59'0,"-15"-1"44"0,12 0 43 0,0-1 33 16,-1 0-37-16,0 0-15 0,3 0 24 0,4 0-2 16,2 0 4-16,2 0-16 0,4 0-37 0,-1 0-9 15,4 0 3-15,1 0 13 0,3 0-20 0,2 0 14 16,2 0-9-16,3 0-4 0,0 0 19 0,1 0-15 15,-3 0 0-15,0 0 29 0,-3-3-4 16,-4 0-2-16,-4 1 10 0,-7-1-25 0,-3 2-13 0,-7-1 5 16,-10 0-36-16,11 1-20 0,-11 0-2 15,0 1-28-15,0 0 22 0,0 0-4 0,0 0-15 16,0 0 17-16,0-1-29 0,0 0-11 0,0 0-27 16,0 0-74-16,0 0-87 0,0 1-124 0,0 0-120 15,0 0-119-15,0 0-90 0,0 0-47 0,0 0 12 16</inkml:trace>
  <inkml:trace contextRef="#ctx0" brushRef="#br0" timeOffset="27">5179 4936 1771 0,'0'7'65'0,"-13"-7"61"0,13 0 84 16,-10 0 41-16,10 0-17 0,-10 0-37 0,10 0-53 15,0 0 11-15,-8 0-19 0,8 0 28 0,0 0-20 16,-11 0-30-16,11 0 3 0,0 0-43 0,0 0-5 16,0 0-9-16,0 0-27 0,0 0 7 0,0 0-17 15,0 0-20-15,0 0 9 0,0 0 3 16,0 0 28-16,0 0 26 0,17 0 6 0,1 0-2 15,1 0-8-15,3 0-13 0,3 0 4 0,3 0-14 16,1 0 0-16,-2 0 6 0,0 0-16 0,-2 0 9 16,-1 0-10-16,-4 0-1 0,-4-7-4 0,-2 7-10 15,-14 0 1-15,13 0-32 0,-13 0 19 0,0 0-3 16,0 0 12-16,0 0 4 0,0 0-21 0,0 0-19 16,0 0-11-16,0 0-38 0,0 0-69 0,0 0-84 15,0 0-129-15,0 0-104 0,0 0-175 0,0 0-135 16,0 0-87-16</inkml:trace>
  <inkml:trace contextRef="#ctx0" brushRef="#br0" timeOffset="28">6028 4825 3658 0,'13'0'85'0,"-13"0"55"16,0 0 77-16,0 0 38 0,0 0-58 0,0 0-52 16,0-8-73-16,0 8-27 0,0 0-12 0,0 0 3 15,14 0-13-15,-14 0-11 0,0 0 2 16,0 0-32-16,0 0 33 0,0 0-27 0,0 0-7 0,0 0 28 16,0 0-38-16,0 0 44 0,0 0-6 15,14 13-14-15,-14-2 15 0,12 0-20 0,-12 0 5 16,0 3 3-16,15-1 7 0,-15 0-3 0,0 0-1 15,0-1 15-15,10-1-8 0,-10 0 2 0,0-1-5 16,0-2-16-16,0 0 10 0,0-2 0 0,12-6 9 16,-12 8-1-16,0-8 0 0,0 8-5 0,0-8-66 15,0 0-59-15,0 0-81 0,0 0-141 0,0 0-96 16,0 0-170-16,0 0-122 0,0 0-42 0,0-9 38 16</inkml:trace>
  <inkml:trace contextRef="#ctx0" brushRef="#br0" timeOffset="29">5699 4740 3211 0,'-11'-6'57'16,"0"2"57"-16,11-2 42 0,0 6 36 0,0 0-34 16,0 0-37-16,0 0-23 0,0 0-44 0,0 0 2 15,0 0 24-15,0 0 14 0,0 0 28 0,0 0 10 16,16 0-20-16,0 0-20 0,6 0 23 0,2 0-24 15,4 0-20-15,2 0 1 0,2 0-10 0,1 0 11 16,2 0 12-16,0 0-4 0,0 0-37 16,-2 0 0-16,2 0-34 0,1 0-3 0,-2 0 8 15,-2 0-15-15,-4 0 17 0,-1 0 3 0,-6 0-10 16,1 0-6-16,-5 0 0 0,-5 0-12 0,-12 0 0 16,0 0 3-16,0 0 5 0,0 0-14 0,0 0 6 15,0 0-63-15,0 0-61 0,0 0-74 0,0 0-91 16,0 0-71-16,0 0-88 0,0 0-41 0,0 0-148 15,0 0-60-15,0 0-47 0,-14 0 57 0</inkml:trace>
  <inkml:trace contextRef="#ctx0" brushRef="#br0" timeOffset="30">5848 5016 1853 0,'0'6'53'0,"0"-6"50"15,0 5 122-15,0-5 68 0,0 2 1 0,0-2 9 16,0 0-44-16,0 0-5 0,0 0-6 0,0 0 14 16,14 6-66-16,2-6-13 0,0 0-16 0,6 0-60 15,0 0 23-15,3 0-34 0,-1 0-10 0,3 0 9 16,0 0-4-16,1 0-13 0,-1 0-8 0,-2 0-9 16,1 0-19-16,-2 0-11 0,-2 0-13 15,1 0-10-15,-5 0-7 0,1 0 7 0,-4 0 1 0,-2 0 4 16,-13 0 1-16,13 0-2 0,-13 0-8 15,0 0-7-15,0 0-3 0,12 0-6 0,-12 0-10 16,0-6-74-16,0 6-53 0,0 0-72 0,0 0-74 16,0-5-55-16,0 1-129 0,0 4-132 0,0 0-126 15,0-7-86-15,15 0 38 0</inkml:trace>
  <inkml:trace contextRef="#ctx0" brushRef="#br0" timeOffset="31">6512 4724 3863 0,'0'-7'89'0,"0"1"84"15,0-1 56-15,0 7 47 0,0 0-72 0,0 0-67 16,0 0-22-16,0 0-46 0,0 0-7 0,0 0-10 16,0 0-39-16,0 0 6 0,0 0-13 0,0 0-9 15,0 0 3-15,0 0 0 0,0 0 0 0,0 9 2 16,0 0 7-16,0 0-6 0,0 2-4 0,0 1 13 15,0 1-12-15,13 3 2 0,-13 1 0 0,11 0 10 16,-11 1-5-16,14 1 4 0,-14 0 24 0,11 0-29 16,-11 1 20-16,16-1-3 0,-16-1-18 0,11-1 8 15,-11-4-12-15,14 3 4 0,-3-6 15 0,-11 1 13 16,11-2-3-16,-11-1 2 0,14 0-27 16,-1-2-32-16,-13-6 30 0,13 6-10 0,-1-6 4 15,0 0 20-15,0 0-30 0,-1 0-6 0,2 0-33 16,-13 0-65-16,16 0-54 0,-3 0-77 0,-1-8-73 15,-12-1-107-15,11 1-80 0,-11-1-106 0,0-1-57 16,0 0 15-16,0-2-50 0</inkml:trace>
  <inkml:trace contextRef="#ctx0" brushRef="#br0" timeOffset="32">6370 4812 3389 0,'-11'0'39'15,"11"0"63"-15,0 0 48 0,0 0 55 0,0 0 10 16,0 0-31-16,0 0-19 0,0 0-19 0,14 0-22 16,2 0-20-16,1 0 0 0,5 0-25 0,-1 0-10 15,4 0 10-15,0 0-15 0,1 0-3 0,0 0 3 16,1 0-35-16,-3 0 21 0,3 0-24 0,-3 0-15 16,-1 0 29-16,-2 0-43 0,-4 0 17 0,2 0-4 15,-6-9-22-15,-13 9 8 0,13 0-15 0,-13 0-16 16,0 0-71-16,14-6-73 0,-14 6-120 0,0-6-155 15,0 1-138-15,0 5-264 0,0 0-206 0</inkml:trace>
  <inkml:trace contextRef="#ctx0" brushRef="#br0" timeOffset="33">8139 4577 2941 0,'0'-3'77'0,"0"-1"64"0,0 1 48 15,0 3 61-15,0 0-58 0,0 0-63 0,0 0-56 16,0 0-60-16,0 0-22 0,0 0 1 0,0 0 9 16,0 0 0-16,0 5 4 0,0-2 1 0,0 3 0 15,0 0 6-15,0 3 15 0,0 2 10 0,0 2 11 16,12 2-22-16,-12 2 28 0,13 1-12 15,-13 4 18-15,14-1 24 0,-4-1-46 0,-10 2 12 16,13-1-27-16,-1-1-9 0,-12-1 11 0,11 0-23 16,-11-4-1-16,13-1 8 0,-13 0-18 0,13-2 12 15,-13-2 3-15,0-2-6 0,0-1 21 0,9-7 6 16,-9 0 17-16,0 6 36 0,0-6 30 0,0 0 39 16,0 0 12-16,0 0 22 0,0 0-19 0,0 0-48 15,0 0-9-15,0 0-56 0,0 0-9 0,0-11-14 16,0 2-16-16,0-1 3 0,0-2-19 0,0 1 29 15,0-1-10-15,0-1 7 0,0 0-8 0,0 1-1 16,16 0 7-16,-16 1-32 0,11 1 16 0,-11 0-26 16,11 1 8-16,-11 1 15 0,14 1-2 15,-2 7-1-15,0-8-4 0,-1 8 1 0,0 0-4 16,3 0 13-16,-1 0 1 0,1 0 10 0,2 13-17 16,1-3 9-16,-2 1-22 0,4 1 7 0,-3-2 6 15,1 0 5-15,-1 0 2 0,3 2-4 0,-4-1 2 16,0 0-8-16,-2-2 8 0,-13 1-7 0,15-3 11 15,-15-7-14-15,16 10 7 0,-16-10 0 0,0 7 8 16,0-7 3-16,13 0-2 0,-13 0 15 0,0 0-9 16,0 0 11-16,0 0-1 0,0 0-22 0,0 0 8 15,0 0-13-15,0 0-4 0,0 0 9 0,0-14 5 16,13 3 7-16,-13 0-9 0,0 0 0 0,13-2-10 16,-13 1-13-16,0 1 17 0,0-2-11 15,13 0 12-15,-13 1 0 0,17 0-14 0,-4 0 15 16,-13 1-21-16,17 0 10 0,0 2 15 0,-2 3-11 15,1 0 10-15,0 6 15 0,-2 0-35 0,3 0 13 16,-4 0 1-16,4 0-16 0,-4 0 24 0,1 0-5 16,-1 0-6-16,-2 0-9 0,0 0 21 0,0 0-18 15,-11 0 5-15,16 0 15 0,-5 0-13 0,-11 0 14 16,13 0-5-16,-13 0 4 0,0 7-13 0,11-7 13 16,-11 0 10-16,0 0 3 0,0 0 0 0,0 0-4 15,0 0 3-15,0 0-12 0,0 0 11 0,0 0-22 16,0 0 0-16,0 0-3 0,0 0-4 15,0-9 12-15,0 3-3 0,-16-1 5 0,2 7-21 16,1-8 10-16,-1 2-7 0,0 6-6 0,1-6 25 16,-6 6-31-16,3 0 22 0,-4 0 4 0,2 0-12 15,-1 0 18-15,-1 0-18 0,2 0-1 0,1 12 4 16,3 0-1-16,1-1 6 0,13-1-15 0,-16 1 14 16,2 2 1-16,14 0-9 0,0-2 20 0,0 0-25 15,0 1 15-15,0 0 8 0,0-1-10 0,0 0 22 16,0-1-24-16,0 2-5 0,0-2 16 0,0 2-10 15,21-1 2-15,-3-2-1 0,3-2 5 0,1 2 4 16,0-2-3-16,2-7 10 0,-3 0-17 0,2 7-1 16,-2-7 15-16,-2 0-12 0,0 0 11 0,-3 0 4 15,-2 0 9-15,0 0-5 0,-1-11-7 16,-13 1 5-16,13 0-8 0,-13-1 19 0,12 0-11 16,-12 0-16-16,0 1 10 0,0-2-4 0,0-1 15 15,0 1 10-15,0-1-18 0,0 3 3 0,0-1 6 16,0 2-5-16,0 0 4 0,0 1-19 0,0 8 5 15,0 0-11-15,0 0-13 0,0 0-1 0,0 0-14 16,0 0 12-16,0 0 4 0,0 0 11 0,0 0-1 16,0 0-1-16,0 0 14 0,0 0-1 0,0 12 3 15,0 0-7-15,0-2-5 0,10 0 12 0,-1 1-14 16,5 1 19-16,-3-2-11 0,1 0-2 16,3-1 23-16,-2-1-30 0,3 1 25 0,1-3-18 15,1-6-6-15,2 8 26 0,-1-8-7 0,2 0 10 16,-1 0 1-16,-1 0 4 0,3 0 1 0,-4 0 19 15,1-11-4-15,-4 1-2 0,0 1 5 0,-1 1-25 16,-5-1-5-16,-9 0-5 0,0-1-16 0,12 1 7 16,-12-2-3-16,0-2-6 0,0-1-4 0,0-3 1 15,0 0 17-15,0 1-10 0,0-1 3 0,-15-1-2 16,1 2-13-16,1 2 14 0,-1 1-13 0,3 2 6 16,11 2 1-16,-14 3 1 0,3 0-1 0,11 6 1 15,-11 0-17-15,11 0-8 0,0 0 20 0,0 0-8 16,0 0 12-16,-13 0-4 0,13 0 3 0,0 0 0 15,0 10 19-15,0-2-1 0,0 1-16 16,0 1 5-16,0 1-19 0,0 1 9 0,17 2 26 16,-2-1-8-16,2 1-6 0,0 2 1 0,1-2-10 15,4 1 17-15,0-1 2 0,2 0-2 0,1-2 1 16,-1-1-14-16,-1-1 14 0,0 1-2 0,2-1-7 16,-3-2 12-16,0 2-11 0,-3-1 14 0,-1 0-14 15,-4 0-16-15,2-3-11 0,-16 2 19 0,13-2 9 16,-13 1 4-16,0-7 17 0,0 7-38 0,0 0 16 15,0-7 2-15,0 8-1 0,0-2 13 0,0-6-16 16,0 7 4-16,-15-7-5 0,-2 7 4 0,4-7 13 16,-3 0-4-16,0 6-4 0,-1-6-5 15,-1 0-5-15,-2 0-1 0,1 0 7 0,0 0-4 16,-1 0-2-16,-2 0-36 0,2 0-66 0,0 0-111 16,2 0-116-16,3-6-104 0,2 6-147 0,2-5-108 15,11 5-186-15,0 0-195 0,0-6 97 0</inkml:trace>
  <inkml:trace contextRef="#ctx0" brushRef="#br0" timeOffset="34">10633 4788 1929 0,'0'-6'48'0,"0"0"52"0,0-1 106 0,0 1 31 15,0 2 0-15,0 0-9 0,0 4-73 0,0-5 12 16,0 5-22-16,0 0 17 0,0-5-2 0,0 5-11 15,0 0 2-15,0 0-34 0,0 0-18 0,0 0-9 16,0 0-31-16,0 0-16 0,0 0-23 0,0 0-27 16,0 0 17-16,0 0-24 0,0 0-2 0,13 0 32 15,-13 0-26-15,0 0 13 0,10 0 17 0,-10 0-32 16,11 12 27-16,3-1-8 0,-4 1 7 0,4-1 18 16,0 3-35-16,-1 1 23 0,4 2-19 0,-1 0-1 15,0 1 30-15,1 0-29 0,-1-1 19 0,1 1-9 16,-2-1-14-16,0-2 5 0,-2-1 14 0,1-3-4 15,-1 0-2-15,-2-1 10 0,-11-2-11 16,13-1-1-16,-13-1 21 0,0-6 12 0,11 6 17 16,-11-6 50-16,0 0 15 0,0 0 43 0,0 0 7 15,0 0-30-15,0 0-4 0,0 0-52 0,0 0-47 16,0 0 0-16,0-11-35 0,0 1 1 0,0-3 7 16,0 1-2-16,0-2 11 0,0-3-7 0,0 0-2 15,0-2-11-15,0 1-8 0,0 0 15 0,0 0 0 16,0 1-2-16,0 0 10 0,0 2-18 0,0 1 2 15,11 3 0-15,-11 2 3 0,0 0-10 0,0 1 6 16,0 8-12-16,0-6-1 0,0 6 9 0,13 0 1 16,-13 0 6-16,0 0 6 0,14 0-6 15,-2 0-4-15,-12 0-1 0,15 11 2 0,2-11 8 16,-1 12-9-16,3-1 1 0,1-2-9 0,1 0-12 16,1-1 17-16,0-8 1 0,-1 10 4 0,-1-3 8 15,-1 2-6-15,-1-3-6 0,2-6 0 0,-5 0 13 16,2 0 6-16,-3 9 6 0,0-9-13 0,-1 0 0 15,1 0-5-15,-3 0 11 0,-11 0 26 0,18 0-1 16,-18-9 10-16,14 9-5 0,-14-11-5 0,13 4-8 16,-13-1 0-16,0 0 8 0,0-2-10 0,0 2-9 15,12-1-3-15,-12-2-19 0,0 1-4 0,0-2 7 16,0-1-14-16,0 2 13 0,0 1-2 0,-15 0-2 16,0 0 3-16,1 2-15 0,0-1 6 15,-3 3-3-15,1 6 11 0,0 0 1 0,0 0-23 16,2 0 7-16,14 0-3 0,-16 0-5 0,0 0 23 15,16 0-11-15,0 8-23 0,-12 2 26 0,12-1-7 16,-13 2 8-16,13 1 13 0,0 2-8 0,0-2-1 16,0 1 3-16,0 0-1 0,0 1 8 0,0 1-11 15,0 2 5-15,0-1 12 0,14-1-17 0,3 0 20 16,-4 0-23-16,0 0 6 0,4-1 9 0,2-2-2 16,3 1 20-16,-1-4-15 0,2 0 1 0,3-1-2 15,-1-2-3-15,2-6 6 0,2 0 9 0,-1 0-7 16,0 0 2-16,2 0 5 0,0 0-12 15,-3 0 18-15,0 0 2 0,-2-11 12 0,-1 1 2 16,-2-1-11-16,0-2 2 0,-4 0-22 0,-1-1 9 16,-4-1 0-16,1 0 8 0,-14-1-13 0,13-1-8 15,-13-1-5-15,0 1-11 0,0 0 12 0,0-1-7 16,0 0-2-16,0-1 3 0,0 1-8 0,0 1 2 16,0 1 3-16,0 0-4 0,-15 4 8 0,0-1-7 15,4 3 3-15,-2 2 0 0,13 1-5 0,-14 2 4 16,1 5-8-16,13-4 0 0,-14 4-7 0,14 0-5 15,-13 0 18-15,13 0-4 0,0 0 14 0,-12 0-8 16,12 0 5-16,0 8-3 0,0-1-8 16,0-2 21-16,0 2-26 0,0 2 1 0,0-1 19 15,0-1-8-15,0 1 10 0,0 1 12 0,0 0-9 16,0-1-3-16,12 1-3 0,-1-9-12 0,2 10 16 16,4-5-2-16,1-5 3 0,-1 0 2 0,5 0-12 15,0 7 0-15,-1-7 15 0,3 0 0 0,-4 0-8 16,1 0 8-16,-4 0-14 0,-1-8-3 0,-2 8 12 15,-14-6 1-15,12 6 5 0,-12-6 8 0,0 6-9 16,0 0-3-16,0 0-8 0,0 0-6 0,0 0-2 16,0 0-4-16,0 0 5 0,0 0 4 0,0 0-4 15,0 0 2-15,0 0-8 0,0 0 5 0,0 0 2 16,0 0 4-16,0 0-4 0,0 0 0 16,0 10 5-16,0 0-7 0,0 0 13 0,0 2-9 15,17 1 7-15,-17-1 6 0,13 0-5 0,-13 0-6 16,18 1-1-16,-6-1-6 0,-12-1 14 0,17-1 3 15,-3 1-7-15,0 0 10 0,2-1-19 0,0-2 19 16,0 1-11-16,4-4 4 0,1-5 5 0,-2 0-21 16,5 0 23-16,-4 0-12 0,-1 0 17 0,0 0 18 15,0 0-13-15,-3-11 25 0,-2 1-3 0,0 0-1 16,-2 0 4-16,0 0-22 0,-12-2-3 0,11 0 0 16,-11-2-13-16,0 0 6 0,0-1-16 0,0 0-8 15,0-1 4-15,0 1 6 0,0 0-1 0,0 1 1 16,0 0 10-16,0 3-8 0,0 3 11 15,0-1-14-15,-11 4-11 0,11 0 1 0,0 5-8 16,0 0 6-16,0 0-9 0,0 0-8 0,0 0 5 16,0 0 4-16,0 0 15 0,0 0 4 0,0 8 4 15,0 0 7-15,0-1-4 0,0 4 4 0,0 1-6 16,0 2-5-16,0 1 0 0,0-1 15 0,11 3-6 16,2-2 0-16,-1-1-6 0,1 0-1 0,-1-2 3 15,3-3 4-15,1 2-3 0,-2-4 1 0,3 1 2 16,-1-8 4-16,3 0 10 0,0 0-18 0,0 0 8 15,0 0 4-15,-1 0 3 0,-1 0 17 0,-1 0-8 16,-2-9 0-16,-1 1 7 0,-3-1-6 0,-10 0-1 16,13-2-5-16,-13 0-13 0,13-2 0 15,-13-1 0-15,0-2-9 0,0 1-7 0,0 0 8 16,0-2-2-16,0 2 9 0,0 0 7 0,0 2-7 16,0-1-10-16,0 2-3 0,0 1-4 0,0 4-1 15,-13 0 0-15,13 2-6 0,0 3 0 0,0 2-7 16,0 0 4-16,0 0 2 0,0 0 1 0,0 0-4 15,-9 5 12-15,9 2 5 0,0 2 2 0,0 2 16 16,0 3-15-16,0 3 5 0,0 5-4 0,0-1-1 16,0 5-6-16,0 1 4 0,0 2 8 0,9 0-13 15,4 2 5-15,-2 0-3 0,0 0-6 0,3 2 6 16,0-1 15-16,-1-1-5 0,5 0-8 0,-6-1 5 16,6-1-9-16,-4 0 5 0,2 0 12 15,0-3-3-15,-1 0 2 0,0-3-14 0,-1 1 0 16,-1-4-1-16,-13 0 5 0,13-3 7 0,-13-2-9 15,0-2 8-15,0-3-19 0,0-1 17 0,0-2 14 16,0-3-6-16,0-4 18 0,0 4-19 0,0-4-15 16,0 0 6-16,-17 0 1 0,-2 0 6 0,-5 0 4 15,-6 0 3-15,-3-8-17 0,-2-2 0 0,-2 2 2 16,3-4-2-16,1 0 15 0,3-1-6 0,2-1 2 16,4-1-19-16,3 0 3 0,4-1 8 0,4-1-5 15,13-1 11-15,-11 1-13 0,11 2-8 0,0-2-7 16,0 1 11-16,0 0 13 0,13 1 0 0,1-1 6 15,3 1-14-15,1 3 4 0,1-1 1 16,5 1 0-16,-3 1 10 0,2 2-21 0,-3 2 17 16,2 2-3-16,-4-1-10 0,-1 2 23 0,-5 4-20 15,-12-3 11-15,15 3 12 0,-15 0-32 0,0 0 14 16,0 0-22-16,0 0-25 0,0 0-23 0,0 0-84 16,0 0-68-16,0 0-105 0,0 0-68 0,0 0-73 15,0 0-96-15,0 0-101 0,0 0-145 0,0 0-115 16,0-5-92-16</inkml:trace>
  <inkml:trace contextRef="#ctx0" brushRef="#br0" timeOffset="35">13907 4817 1906 0,'0'0'7'16,"11"0"7"-16,-11 0 6 0,0 0-8 0,0 0 1 15,0 0-3-15,0 9 7 0,0-9 18 0,0 0 27 16,11 6 76-16,-11-6 24 0,0 6 7 0,0 0-3 16,12-1-41-16,-12-5-31 0,10 5 29 0,1-5-8 15,-11 6 20-15,11-6 49 0,-11 0 0 0,13 0 17 16,-13 0-10-16,16 0-5 0,-16 0-15 0,14 0-5 15,-3 0-40-15,-11 0-27 0,14-11-3 16,-14 2-21-16,13 0-2 0,-13-2-4 0,12-1-19 0,-12-2-8 16,0-3 8-16,0 0-3 0,0-3-1 15,0-3 4-15,0-1 14 0,0-3-34 0,0-1 3 16,0-1-2-16,0 0-22 0,0 0 36 0,-13 1 11 16,13 1-3-16,-18 1 7 0,2 3-14 0,16 3 2 15,-16 3-8-15,16 3-19 0,-14 2-1 0,14 4-26 16,0 2-13-16,0 6-4 0,0 0 2 0,0 0-14 15,0 0 5-15,0 0 25 0,0 0-5 0,0 11 28 16,0-2-2-16,0 5-24 0,0 0 3 0,0 2 6 16,0 4-2-16,0 0 13 0,0 3-7 0,0 0-15 15,0 1 8-15,0 0 16 0,0 0-2 0,16 0-9 16,-16 1 9-16,16-2-18 0,-1 0 12 16,-2 1 14-16,1-2-14 0,2-2 6 0,0 0-11 15,0-2-2-15,1 0 21 0,2-2-1 0,-1-1 2 16,4-3 2-16,-5-1-7 0,4-1-3 0,-4-2 20 15,2-8 2-15,1 0 3 0,-2 0 25 0,3 0-2 16,-3 0 0-16,-2 0 8 0,3 0-27 0,-4 0 8 16,2 0 6-16,-4-10-21 0,1 0 6 0,-14 0-21 15,12-1 5-15,-12-1 16 0,0-1-1 0,12 0 4 16,-12-3-17-16,0 1-9 0,0 0 0 0,0-2-2 16,0 0 1-16,0 0-17 0,0 1-9 0,0 1 0 15,-13 2 6-15,13 2 7 0,-13 2 3 0,13 3-13 16,0-1-7-16,-14 3-2 0,14 4 8 0,0 0-10 15,0 0-5-15,0 0 5 0,0 0-8 16,0 0 8-16,0 0 11 0,0 0-9 0,0 0 12 16,0 11 4-16,0-3-3 0,0 2 5 0,0 3 5 15,0-1 0-15,0 2 6 0,0 1 11 0,0 0-17 16,0 3-5-16,14-3 12 0,-1 0-28 0,0-1 18 16,2 0 11-16,3 0-21 0,1-3 17 0,1 0-5 15,-1-1 2-15,5-2 3 0,1 0-6 0,0-8 9 16,-1 6-17-16,0-6 11 0,0 0 7 0,-1 0-19 15,-1 0 24-15,-4 0-14 0,2-9 20 0,-7 1-2 16,1-1-18-16,-3 0 13 0,-11-2-26 0,12 0 19 16,-12 0 9-16,0-2-28 0,0-1 10 15,0-2-12-15,0 1-2 0,0-1 20 0,0-1-4 0,0 3-3 16,0 2 3-16,0 1-4 0,0 1-2 16,0 3 4-16,0 1-5 0,0 2-8 0,0 4 8 15,0 0-6-15,0 0-4 0,0 0 6 0,0 0-16 16,0 0-1-16,0 0 15 0,0 0 8 0,0 0 5 15,0 10 6-15,0-2-15 0,0 3 7 0,0 1 5 16,0 0-4-16,0 3 0 0,0-1-15 0,0 2 1 16,0-1 6-16,0-2 19 0,0-2-11 0,0 0-6 15,0 0-13-15,0-4 4 0,0-7 11 0,0 7 11 16,0-7 7-16,0 0-20 0,0 0-1 16,0 0 13-16,0 0 3 0,0 0-9 0,0 0 7 15,0 0-13-15,0 0 11 0,0 0-2 0,0 0 7 16,0 0-10-16,0-10-15 0,0 1 8 0,0-2-12 15,0-2 17-15,0-3 3 0,0 0-2 0,0-3 1 16,0 1-12-16,0-1 1 0,0 1 5 0,0 1 9 16,10 2-11-16,-10 1 3 0,13 2 7 0,-13 2-12 15,14 2 0-15,-2 1 1 0,-1 3-3 0,1-1-1 16,-1 5 15-16,3 0-15 0,-1 0 2 0,0 0 4 16,1 0-2-16,0 7 3 0,2 2 2 0,-1-1 2 15,-3 2-6-15,1 1 10 0,-1 1-8 0,-1 1 4 16,-11 1 3-16,13-1 3 0,-1 0-9 15,-12 1 3-15,10 0-7 0,-10 0-13 0,11-2 20 16,-11 0-5-16,0-3 9 0,14 1 6 0,-14-4-13 16,0 1-2-16,0-7-8 0,0 0 16 0,0 0 4 15,0 0 8-15,0 0 20 0,0 0-18 0,0 0-3 16,0 0-20-16,0 0-9 0,0-9 5 0,10 0 17 16,-10 1 2-16,0-4-12 0,0 0 3 0,0 0-15 15,12-2 7-15,-12-1-6 0,12-1 1 0,-12 1 1 16,9 0-2-16,-9 1 24 0,13 2-3 0,-13 1-14 15,11 1 8-15,-11 3-15 0,0 2-6 0,11 1 14 16,-11 1-2-16,11 3 8 0,-11 0-14 16,11 0 3-16,-11 0 3 0,14 0-2 0,-3 9 14 0,2 0-3 15,-1 0-6-15,-2 2-6 0,1 1 5 16,3 0 5-16,-1 1 10 0,1 2-9 0,-3 0 4 16,1 1-5-16,2-1-10 0,-2-1 2 0,2 1-4 15,-1-1 11-15,0 0 5 0,-1-4 8 0,1-2 3 16,-2 0-1-16,0-2-11 0,-11-6-1 0,17 0-8 15,-5 0 6-15,-12 0 7 0,15 0 4 0,-2 0 16 16,-13 0-7-16,11 0-13 0,-11 0 11 0,14-9-18 16,-14-1-3-16,0-2 12 0,12 0-4 0,-12-2-5 15,0 0-4-15,0-1 4 0,0 0-8 0,0 1 10 16,0 0 8-16,0 2-13 0,0-2-6 16,0 3-5-16,0 1-1 0,0 2 12 0,0 2 6 15,0 0-5-15,0 2-9 0,0 4-11 0,0 0-11 16,0 0 13-16,0 0 10 0,0 0-11 0,0 0 12 15,0 0-11-15,0 5 9 0,0 2 20 0,0 1-8 16,0 2 9-16,0-1-15 0,0 3-5 0,0 2 11 16,0 0 6-16,14 0-5 0,-14-1-1 0,14 1 0 15,-3 1-8-15,0 0 20 0,0-2-11 0,2-2-2 16,-4-2-7-16,3 0-5 0,1-3 17 0,-3-6 6 16,3 0 9-16,3 0-12 0,-5 0 6 0,1 0-14 15,1 0 6-15,-2 0 11 0,0 0-8 0,0 0 15 16,-11-7-11-16,14-3-2 0,-14-2 6 15,11 0-1-15,-11-5 8 0,10 0 1 0,-10-4-6 16,0-1 0-16,0-2-14 0,0-1 7 0,0-2 5 16,0-4 0-16,0-1 2 0,0 0-12 0,0-2 1 15,0-3-12-15,-14 1 27 0,1-1-4 0,2 1-5 16,11 0 12-16,-14 4-18 0,0 0 14 0,2 5-2 16,12 3-5-16,-12 5-20 0,12 3-14 0,0 5 3 15,-11 4-3-15,11 2 3 0,0 5 6 0,0 0-19 16,0 0 4-16,0 6 12 0,0 1 2 0,0 2 13 15,0 3-5-15,0 3 4 0,0 3-5 0,0 3 4 16,0 2-7-16,0 2-1 0,0 3 8 16,0 0 8-16,0 1 3 0,0 0 3 0,11 0-18 15,5 0-9-15,-7 0 11 0,5-2-3 0,-1 1 13 16,3-2 1-16,-4 0 5 0,6 0-6 0,-4-3-8 16,5 0-1-16,-1-3-11 0,2 0 18 0,0-2 10 15,1-3-3-15,1-1 6 0,3 0-37 0,1-3 13 16,-4-4 3-16,5 1 8 0,-2-3 29 0,0-5-14 15,-1 0 6-15,-2 0-10 0,-3 0-9 0,0 0 0 16,-5 0-6-16,-4-10 7 0,4 2-3 0,-14-2 2 16,11-1-1-16,-11 1-12 0,0-3 11 0,14 0-10 15,-14-1 15-15,0-2-18 0,0 1-9 0,0-3 7 16,0 0 0-16,0 1 17 0,0 0 0 0,0 1-22 16,0 1-12-16,-15 1 7 0,3 2 5 15,12 2 21-15,-17 0-17 0,4 4-10 0,1 1 4 16,-1 2-3-16,13 3 15 0,-15 0-4 0,2 0-8 15,2 0-3-15,11 6 1 0,-16 2 10 0,3 0-5 16,2 2 2-16,11 1 2 0,-12 2-9 0,12 0 13 16,-13 1-7-16,13 2 15 0,0-1-2 0,0 2-8 15,0-2 11-15,0 0-26 0,0 0 15 0,0 1 7 16,0-1 0-16,0-1 23 0,14 0-28 0,-1-2 0 16,3-1-2-16,-2-2-6 0,3 1 20 0,4-5-11 15,0 1 7-15,2-6-12 0,1 6 9 0,-1-6 6 16,3 0-11-16,1 0 19 0,0 0-18 0,-1-9 5 15,-2 0 2-15,1-2-7 0,-4-1 2 16,1-2 2-16,-3 1 4 0,-1-1-6 0,-3-1-3 16,1 0-8-16,-3-1 5 0,-1 1 4 0,0 1 5 15,0 0 2-15,-4 1-15 0,-8 2 2 0,16 2 0 16,-7 1-3-16,-9 1 11 0,12 1-9 0,-12 3 6 16,12 0-7-16,-12 3-1 0,10 0-7 0,-10 0 18 15,9 0-4-15,2 0 14 0,-11 0 9 0,11 5-29 16,0-5 20-16,-1 6-24 0,-1-1 6 0,-9-1 8 15,13 1-6-15,-2-1 8 0,-11 0-4 0,11 0 5 16,-11-1 1-16,11 0-10 0,-11-3 10 0,0 0 3 16,11 0-6-16,-11 0 9 0,0 0 4 15,0 0 0-15,0 0-2 0,0 0-15 0,0 0 1 16,0-3-11-16,0-1 21 0,0-2 13 0,0 1-22 16,0-2 1-16,0 1-23 0,-14-1 14 0,1 0-2 15,4 0 8-15,-4 2 10 0,2-1-27 0,-3 2 18 16,1 0 6-16,-4 4-6 0,3-2 4 0,-4 2-13 15,2 0 1-15,-1 0 0 0,1 7 8 0,1 1-6 16,-2 0-4-16,3 0 8 0,2 2 3 0,-2 1 13 16,14 1-10-16,-15 0-8 0,15 1-1 0,-13 1 3 15,13 2 0-15,0 0 9 0,0 0-5 0,0 1-2 16,0 0 6-16,0 0-5 0,0-2-4 0,0 0-1 16,0-1 5-16,16 1 1 0,2-1 7 15,-4-1-7-15,3-3-5 0,3-1-7 0,-3-1-2 16,3-2 25-16,-1-1-3 0,2-5-1 0,-2 0 13 15,1 0-26-15,1 0 8 0,-2 0 2 0,0-9-3 16,0-1 11-16,-3 0-2 0,1-3-3 0,-3 0-8 16,0-3-12-16,-2-1-1 0,-3-1 16 0,-9-2 2 15,11-2 3-15,-11-1-7 0,0-2-13 0,10-3 1 16,-10 0 11-16,0-2 4 0,0-1 0 0,0-1-4 16,0-1-11-16,0 0 12 0,0 0 5 0,-18-1-2 15,6 2-1-15,-1 2-4 0,0 1-13 0,4 3 23 16,9 4-1-16,-13 2 1 0,13 5 6 15,-13 4-32-15,13 3 1 0,0 3-24 0,0 3 11 16,0 2 10-16,0 0 5 0,0 0 19 0,0 7-11 16,0 2 9-16,0 2-10 0,0 3-1 0,0 2 14 15,0 3-2-15,0 3-2 0,0 2-3 0,0 2-3 16,0 0 4-16,0 2 12 0,0-2-3 0,16 1 2 16,-5 1 4-16,2-2-20 0,1 0 20 0,-1-2-3 15,2 1-10-15,0-2 23 0,0-2-15 0,2-1-10 16,-2 0-3-16,1-2-2 0,1-2 5 0,0-2 17 15,1-2-14-15,-2 0-14 0,2-3-40 0,-4-3-55 16,2-6-10-16,-4 6-70 0,-12-6-51 0,14 0-75 16,-14 0-91-16,15 0-79 0,-15 0-97 15,0 0-106-15,0-7-103 0,0-3-24 0,0 0-3 16,0-1 52-16</inkml:trace>
  <inkml:trace contextRef="#ctx0" brushRef="#br0" timeOffset="36">15705 4355 1143 0,'-16'0'38'0,"16"0"23"0,-13 0 50 15,13 0 32-15,-14 0-9 0,0 0 11 0,14 0-18 16,-15 0-6-16,15 0 65 0,-17 0 3 0,17 0 4 16,-13 0-3-16,13 0-85 0,0-2-10 0,-12 2 30 15,12 0-21-15,0-1 11 0,0-1 15 0,0 2-51 16,0 0 15-16,0 0 5 0,0 0-30 0,0 0 2 16,0 0-14-16,-13 0-3 0,13 0 4 0,0 0-4 15,0 0-6-15,0 0-23 0,0 0-15 0,0 0 3 16,0 0 10-16,0 0 18 0,0 0 23 0,0 5 22 15,0-5 10-15,0 6 9 0,0-6-6 0,16 6-25 16,1-1-9-16,1-1-15 0,-1 1 7 16,5-5 12-16,-3 4-12 0,5-4-5 0,1 0-22 15,0 0-11-15,1 5-3 0,-4-5 10 0,3 0-9 16,-1 0-10-16,-2 0 14 0,-1 0-25 0,-1 0 16 16,-5 0 2-16,-1 0-16 0,-14 0 12 0,14 0-12 15,-14 0-1-15,0 0 6 0,0-3-11 0,0 3 3 16,0 0-31-16,0-5-76 0,0 5-74 0,0-4-166 15,0-1-100-15,0 2-73 0,0 0-111 0,-13 0-40 16,-4 3-29-16,1-8 19 0</inkml:trace>
  <inkml:trace contextRef="#ctx0" brushRef="#br0" timeOffset="37">15293 4326 3688 0,'0'3'80'0,"0"-3"83"0,0 0 63 0,0 0 31 16,0 0-49-16,0 0-77 0,0 0-51 0,0 0-23 15,0 0-42-15,0 0 0 0,0 0-17 0,0 0 7 16,0 0 12-16,0 0-9 0,0 0 7 0,0 0-49 16,0 0-70-16,0 0-116 0,0 0-176 0,0 0-114 15,0 0-181-15,0 0-102 0,0 0-53 16</inkml:trace>
  <inkml:trace contextRef="#ctx0" brushRef="#br0" timeOffset="38">14353 4381 3922 0,'0'0'75'0,"0"0"69"0,0 0 31 16,0 0 19-16,0 0-54 0,0 0-76 0,0 0-20 15,0 0-9-15,0 0-33 0,0 0 6 0,0 0-13 16,0 0-15-16,0 0-62 0,0 0-155 0,0 0-204 15,0 0-290-15,0 0-237 0,0 0 9 0</inkml:trace>
  <inkml:trace contextRef="#ctx0" brushRef="#br0" timeOffset="39">17771 4728 1609 0,'0'0'3'0,"0"0"23"0,0 0 5 0,0 0 0 15,0 0 3-15,0 0-23 0,0 0-11 0,0 0 6 16,0 0-10-16,0 8 17 0,0-8 31 0,0 6 24 16,0-6 14-16,0 8 6 0,0-2-8 0,0-6-6 15,0 7 60-15,0 1 7 0,0-3-5 0,11-5-9 16,-11 8-65-16,0-8 5 0,0 5-1 0,0-5 36 16,0 0 23-16,0 0-4 0,0 0 41 0,0 0-8 15,0 0 38-15,0 0 18 0,0 0-2 0,0 0-11 16,0 0-42-16,0 0-18 0,0 0-45 0,0 0-6 15,0-6-15-15,0-1-22 0,0 0 18 0,0-2-29 16,-11 2 11-16,11-3-5 0,-13 0-13 16,13-1 7-16,-10-1-16 0,10-2 2 0,0 0-15 15,0-1-2-15,-12 0 25 0,12-1-25 0,0 1 26 16,0 1 3-16,0 2-21 0,0 0 17 0,0 2-12 16,0 1-10-16,0 2-17 0,0 1 7 0,0 6-16 15,0-6 13-15,0 6 10 0,13 0-14 0,-13 0 12 16,17 0-5-16,-17 0 9 0,15 0 0 0,0 0-4 15,-2 0-5-15,1 0-16 0,1 9 8 0,-1-2 10 16,-2 2-3-16,4 1 13 0,-5-2-7 0,-11 2-7 16,16 1 9-16,-16 0-6 0,17 0 9 0,-17-1-7 15,16 2-1-15,-16-2 5 0,0-2-2 0,0 1-7 16,14-3-8-16,-14 1-4 0,0-7 18 0,0 7 15 16,0-7 5-16,0 0-2 0,0 0-9 15,0 0-11-15,0 0 4 0,0 0 20 0,0 0 7 16,0 0 17-16,0 0-2 0,0 0-10 0,0-7-7 15,0-1-18-15,0-1-2 0,0-1-20 0,0-3-9 16,0 1 20-16,0-3-10 0,0 0 22 0,18 1 2 16,-18 0-18-16,14 1 24 0,-14 0-19 0,11 2 0 15,-11 2 2-15,0 0-21 0,0 2 14 0,14 2-4 16,-14 5 4-16,0-5 3 0,13 5-6 0,-13 0 3 16,14 0-11-16,-14 0 7 0,15 0-4 0,-1 0 8 15,-2 6 3-15,-12 2 14 0,18-1-11 0,-6 1-6 16,1 1 7-16,0 1-5 0,-2 2 19 0,1-1-7 15,1 2-2-15,-2-1-12 0,2 2-2 16,0 0-7-16,1 0 13 0,-2-2 13 0,2 1 0 16,-1-1 17-16,-2 1-17 0,5-2-15 0,-5-3 15 15,3 2-9-15,-1-4 2 0,-2-6 16 0,3 8 1 16,-1-8 12-16,1 0 12 0,-3 0-7 0,3 0-9 16,-1 0 3-16,0 0 3 0,-1 0 6 0,-2 0 4 15,1 0-17-15,2-9-7 0,-4-2-4 0,-9 2-16 16,14-3-2-16,-14 0 9 0,15 1-15 0,-15-3 10 15,9 0 5-15,-9-1-17 0,0 1 6 0,0-1-16 16,0 0 16-16,0-1-4 0,0 2 3 16,0 2 0-16,0-2-7 0,-16 4 5 0,1 0-7 0,0 1-1 15,-4 2 4-15,3 1-4 0,-1 6-4 16,-1 0 10-16,0 0-18 0,2 0 4 0,0 0 5 16,-1 0-3-16,4 9 7 0,0 0 1 0,13 1 0 15,-15 1 5-15,15 0-5 0,-12 1 5 0,12 1 3 16,0 0 0-16,0 1 1 0,0 0 0 0,0 1 8 15,0 2-13-15,0-2 16 0,17 1-1 0,-4 0-11 16,4-1 18-16,0 0-11 0,0 0 7 0,4-3 0 16,1-1-4-16,1-2-1 0,-2 0-15 0,4 0 14 15,2-9-4-15,-2 6 7 0,2-6 14 16,-3 0-18-16,2 0 1 0,-1 0-6 0,-2 0 1 16,-2 0 19-16,0-9-3 0,-3 0-5 0,0-2-1 15,-2 1-16-15,-2-2 17 0,0-2 3 0,-14 0-3 16,15-3 1-16,-15 2-24 0,14-2 13 0,-14 2-12 15,0 0 5-15,0 1 5 0,0 2-8 0,0 2 15 16,0 0-13-16,0 2 9 0,0 1-7 0,0 3 5 16,0-1 8-16,0 1-21 0,0 4 1 0,0 0-11 15,0 0-11-15,0 0 16 0,0 0 0 0,0 0 9 16,0 0 6-16,0 0 6 0,0 9 0 0,0-2-10 16,0 1 2-16,0 0-6 0,0 2 12 0,0 0 7 15,0 2 0-15,0 1-15 0,0-1-2 0,0 1-3 16,0-1 6-16,0 1-4 0,0-1 16 0,0-3-4 15,0 0 6-15,0-1 15 0,0-2-33 16,0-6 5-16,0 6-6 0,0-6 13 0,0 0 11 16,0 0 8-16,0 0-1 0,0 0-13 0,0 0 0 15,0 0-8-15,0 0-2 0,0 0-2 0,0-9 4 16,0-2-6-16,0 0 3 0,0-2 8 0,0-2-13 16,12-1 13-16,-12-1-12 0,0 0 3 0,0 1 2 15,0-1 0-15,18 2 18 0,-18 2-13 0,11 2 4 16,-11 1-15-16,0 2-4 0,0 1 3 0,11 2 0 15,-11 0 11-15,0 5-7 0,0 0 2 0,17 0-1 16,-5 0-11-16,-12 0 9 0,17 0-5 16,-3 9 22-16,2-1-9 0,1 1-2 0,1 1 6 15,-1 0-23-15,-1 1 5 0,3 2 7 0,-3-1 0 16,1 0 16-16,-3 1 11 0,0 0-20 0,-3-2-6 16,1 0-11-16,-12-1 3 0,14 1 11 0,-14-4-4 15,13 1 11-15,-13-3 1 0,10-5-4 0,-10 8 17 16,0-8-13-16,0 0-10 0,0 0 12 0,0 0 3 15,0 0 1-15,0 0 1 0,0 0-5 0,0 0-19 16,0 0 7-16,13-10-1 0,-13-1 12 0,0 1-9 16,13-2 2-16,-13-1 4 0,0 1-22 0,12-2 10 15,-12 0-1-15,0 1 7 0,0 0 6 0,0 1 3 16,12 1-4-16,-12 1-1 0,0 1-9 0,0 2 16 16,0 1-17-16,0 4-12 0,0 2 7 15,0 0-4-15,0-3 16 0,0 3-7 0,0 0 1 16,0 0-10-16,0 0-6 0,0 0 17 0,14 0 1 15,-14 0 4-15,12 8 13 0,-12 2-9 0,13-1 3 16,1 1 2-16,-4 1-16 0,2 1 8 0,-1 0-7 16,1-1 3-16,0 2 4 0,-1-2-1 0,2-1 3 15,-4-1-11-15,-9 1 17 0,16-3-13 0,-3 1 2 16,-13-2-2-16,13-1-12 0,-13-5 34 0,14 6-6 16,-14-6-1-16,9 0 13 0,-9 0-23 0,0 0 14 15,0 0 3-15,11 0-8 0,-11 0-7 0,14-9-6 16,-14 1 14-16,13-2-7 0,0 0 0 15,-13-2 0-15,14 1-11 0,0-1 8 0,-14-2-1 16,14 0 1-16,-1 0 16 0,-13 1-1 0,18 0 9 16,-6 1 5-16,-12 1-19 0,14 2-4 0,-1 2-7 15,-13 1-1-15,14 1-1 0,-14 0-4 0,13 5-1 16,-13 0-8-16,16 0 14 0,-4 0-1 0,0 0 2 16,0 0-3-16,3 8-11 0,-2 0 15 0,0 1-4 15,3 1 4-15,-3 0 10 0,2 2-14 0,-3 0 5 16,0 1-2-16,2 1 0 0,-1-1-1 0,1-2 10 15,-3 0-2-15,-11-1-8 0,16 1-1 0,-16-3-12 16,0 0 7-16,0-1 4 0,0 0 4 16,0-2 7-16,0 1 1 0,0 0 0 0,0-6 5 15,0 4-10-15,0-4-7 0,0 7 1 0,-17-7-12 16,0 0 13-16,1 0 3 0,-6 0 1 0,1 0 8 16,-3 0-22-16,-1 0 9 0,1-8-4 0,-1 2-1 15,3-2 9-15,-2 2 0 0,2-2 12 0,4 1-9 16,1-1 5-16,4 1-15 0,1-2-16 0,12 1 13 15,-11 0 8-15,11 1 0 0,0-3 5 0,0 1 3 16,0 0-14-16,0 0 0 0,0-1 4 0,0-2-18 16,0 2 8-16,14-2 11 0,2-1-11 0,1 0 12 15,5 0-6-15,2-1-2 0,0 1 4 0,1-1 4 16,-1 2 8-16,-1-1-2 0,1 2-1 16,0-1-1-16,-7 2-11 0,2-1 7 0,-3 1 7 15,-2 0-6-15,-1 3 7 0,-13-1-6 0,11 0-6 16,-11 2 8-16,0-1-17 0,0-1 5 0,0 2-10 15,0-2-6-15,0 2 23 0,0-2-15 0,0 2 12 16,-17 0-6-16,1 2-14 0,3 2 13 0,13 2-12 16,-19 0 4-16,8 0-8 0,11 0-2 0,-13 0 4 15,13 0 9-15,-14 6 11 0,14 0-7 0,0 1 3 16,-13 1-21-16,13 0 6 0,0 1 6 0,0-1 11 16,0 3 8-16,0-2 0 0,0 0-3 15,0 2-3-15,0-1 10 0,0 2-12 0,0-1 9 0,15-2-9 16,0 1 4-16,2-1 17 0,1-1-6 15,0-2 0-15,6-2-14 0,-2-1 1 0,4-3-4 0,0 0 15 16,-1 0 7-16,-1 0 8 0,0 0-1 16,-4 0-2-16,-2-6 3 0,-3 0-18 0,0 3 11 15,-15 0 0-15,9 0-3 0,-9 3 0 0,0-3-6 16,0 3 2-16,0 0-16 0,0 0-3 0,0 0-7 16,0 0-8-16,0 0 11 0,0 0-4 0,0 0-2 15,0 0 1-15,0 0 4 0,0 7 9 0,0 1 11 16,0 0 0-16,0 2-3 0,0 1-3 0,0 1 0 15,0 0 5-15,0 1 6 0,0 0-9 0,0 0 8 16,0 0-12-16,0 0 1 0,0-1 5 0,0 0 0 16,0-1 4-16,0 0 5 0,0-2 14 15,0-1-18-15,16 1 0 0,-2-3-9 0,0 0 1 16,1 0 10-16,2-6 12 0,2 0-1 0,0 0 1 16,1 0 1-16,-2 0-9 0,2 0 9 0,-2-8-9 15,-1 1 0-15,-1-2-4 0,-2 0 1 0,0-1-7 16,-4-1 2-16,-10 0 4 0,13-2-11 0,-13 2 13 15,12-2-3-15,-12 0-4 0,0 0-8 0,0 1-6 16,0-1 8-16,0 1-4 0,0 1 15 0,0 3-3 16,0 1-14-16,0 1 3 0,0 1-8 0,0 2-5 15,0 0 2-15,0 3 0 0,0 0 3 0,0 0 6 16,0 0-1-16,0 0-7 0,0 6 2 16,0-1 10-16,0 2 0 0,0 0 21 0,0 2-5 15,0 0-9-15,0 2 0 0,0 0-21 0,0 0 10 16,0 0 1-16,0 1 2 0,11-2 19 0,2-1-15 15,0 0-4-15,-2-1 15 0,4-1-5 0,0-2 7 16,0-1 1-16,2-4 0 0,0 0 6 0,-1 0 9 16,1 0 5-16,-3-5 7 0,2-1 1 0,-2 1-19 15,0-4 2-15,-14 1-20 0,12-1 5 0,-12 0 2 16,0-1 2-16,14-2 5 0,-14 0-17 0,0 0 8 16,0-1-17-16,0 1 1 0,0 1 6 0,0 2 1 15,0 0 15-15,0 2 0 0,0 0-16 0,0 3-5 16,0 1-8-16,0 0-15 0,0 3 18 15,0 0 5-15,0 0-8 0,0 0 7 0,0 0-12 16,0 6-2-16,0 1 10 0,0 2 6 0,0 4 5 16,0 2 5-16,0 2 2 0,0 5 3 0,0 3 0 15,0 3-5-15,0 4-7 0,12 1 5 0,-12 3-1 16,13 2 3-16,0 2 0 0,-13 0-5 0,17 0 2 16,-3 1-4-16,-2 0 1 0,0-1-4 0,-1 0 5 15,0-2 0-15,0-1 5 0,0 0 0 0,-11-4-8 16,13-2 3-16,-13-2-1 0,11-5-10 0,-11-1 11 15,0-6 0-15,0-2 11 0,0-2 5 0,0-4 1 16,0-3 1-16,-14-1-12 0,1-5 10 0,-6 0-11 16,2 0 1-16,-9 0 2 0,-4 0-14 15,-3-9 16-15,-2-1-4 0,0-1 7 0,-2 1 4 16,1-3-18-16,4 0 6 0,2-1-16 0,6 0 7 16,2-1 21-16,5-2 0 0,4 1 17 0,13-3 7 15,0 1-17-15,0-1-8 0,0 1-10 0,0-3-15 16,0 2 12-16,22-1 8 0,2 1-3 0,4 2-8 15,2 1-6-15,2 1-11 0,1 2 12 0,0 2 12 16,3 2-6-16,-2 1 1 0,-6 1-34 0,-4 3-48 16,-2 4-68-16,-5 0-93 0,-17 0-80 0,13 0-101 15,-13 0-63-15,0-7-96 0,0 1-165 0,0 6-174 16,0 0-291-16,0-5 109 0</inkml:trace>
  <inkml:trace contextRef="#ctx0" brushRef="#br0" timeOffset="40">5619 8135 1850 0,'-2'-3'40'0,"-1"0"39"15,0 0 27-15,1 2 25 0,-1 1-7 0,0-2-7 16,0 2 8-16,1 0 28 0,-1 0 10 0,1 0-11 16,1 0-13-16,-2-3-17 0,1 1-18 0,1 2 2 15,-1-1 13-15,2-1-8 0,-1 2-7 0,-1 0 17 16,2-1-26-16,0 0-3 0,0 1 11 15,0-2-39-15,0 2 12 0,0 0-13 0,3 0-29 16,-1 0 16-16,-1 0-25 0,-1 0 2 0,2 0-5 16,-2 0 3-16,3 0-8 0,-2 0-10 0,1 0 11 15,-1 0-22-15,3 0 14 0,-1 0-2 0,3 0 6 16,4-2-10-16,2 0 4 0,1-1 4 0,6 0-17 16,3-2 21-16,0 1 2 0,5 0 2 0,3-2-8 15,0 0-12-15,4 1 1 0,0-3-2 0,4 2 16 16,-2 0 3-16,1 1-2 0,-1 1 2 0,1 0 9 15,-4-1-4-15,3 3 5 0,-4-1-16 0,-5 1-12 16,0 2 33-16,-2-2-12 0,0 2 23 0,-4-2-8 16,-2 1-30-16,-2 0-1 0,-1 0-22 0,-2 1 16 15,-3 0 0-15,3 0 13 0,-4 0 3 16,-2 0-11-16,3 0 18 0,-3 0-19 0,-2 0 3 16,2 0-11-16,-3 0-1 0,4 0 1 0,-4 0 6 15,0 0 9-15,0 0-11 0,-1 0 12 0,2-3-17 16,-2 3 17-16,-1-2 3 0,0 2-6 0,0-1 8 15,0-1-16-15,-1 1 15 0,-2 0 0 0,2 1 6 16,-1-2 2-16,-1 1-21 0,0 0 4 0,0-1-17 16,0 1 12-16,0 1-26 0,0 0-68 0,-3 0-81 15,1 0-121-15,-1-5-114 0,-2 3-127 0,1-3-74 16,-4 0-113-16,0-2-121 0,0-1 151 16</inkml:trace>
  <inkml:trace contextRef="#ctx0" brushRef="#br0" timeOffset="41">6109 7818 2881 0,'-11'0'59'15,"11"0"56"-15,0-7 65 0,0 0 47 0,-13 7-18 16,13 0-16-16,0 0-33 0,0 0-47 15,0 0-12-15,0 0-38 0,0 0-9 0,0 0 5 16,0 0-20-16,0 0-9 0,0 0-14 0,0 0-7 16,0 0-10-16,0 0 8 0,0 0-11 0,0 0 0 15,0 0 8-15,0 0 4 0,0 8 2 0,0-8 16 16,0 8 3-16,19 0 3 0,-2-1 30 0,1 2-18 16,2-1 16-16,2 1 9 0,1 1-35 0,2 0 27 15,2-1-2-15,0 1-8 0,0-2 5 0,1 3-7 16,0-1-30-16,1-10 8 0,-1 12-6 0,-2-2-7 15,-1-10 6-15,-3 11-9 0,-1-1-4 0,-5-10-2 16,-1 11-6-16,-5-11 7 0,-10 10 13 0,10-10-7 16,-10 0-8-16,0 11-16 0,0-11 4 15,0 0-4-15,0 0 22 0,0 0 1 0,0 10-5 16,0-10 2-16,0 12 8 0,0-4 8 0,0-8 17 16,-12 14-2-16,1-1 13 0,-1 0 2 0,0-1-5 15,0 1-2-15,-1-3-32 0,2 1-1 0,-3 0-1 16,3-2 2-16,-2 1 23 0,2 0-5 0,0-10-3 15,11 11 2-15,-16-1-19 0,5-10-8 0,11 9-12 16,-14-9 7-16,14 10 3 0,-11-10-1 0,11 0 10 16,-11 10-7-16,11-10-6 0,-13 9 17 0,13-9-25 15,0 0 2-15,-13 8 14 0,13-8-11 0,0 9 1 16,-15-9 4-16,15 0 1 0,0 9-9 0,0-9 21 16,-13 0 10-16,13 0-25 0,0 8-43 15,0-8-38-15,0 0-110 0,-12 0-84 0,12 0-79 16,0 0-98-16,0 0-67 0,0 0-146 0,0 0-110 15,0 0-121-15,0 0 122 0</inkml:trace>
  <inkml:trace contextRef="#ctx0" brushRef="#br0" timeOffset="42">6801 8242 1496 0,'0'8'16'0,"0"-8"25"0,0 0 28 16,0 0 29-16,0 6 8 0,0-6-6 0,0 8 8 15,0-8 5-15,0 7 41 0,0-7 12 16,0 8-10-16,0-8-19 0,0 6-26 0,0-6-15 16,0 0 3-16,0 7 25 0,0-7-11 0,0 0 33 15,0 0 4-15,0 0 18 0,0 0 29 0,0 0-10 16,0 0 3-16,0 0-3 0,0 0-7 0,0 0 12 15,0 0 42-15,0 0-29 0,0 0 1 0,0 0-27 16,0 0-56-16,0 0-5 0,0 0-37 0,0-11 3 16,13 1-1-16,-13-2-10 0,14-1-6 0,-14-2-23 15,0-4-12-15,11-1-11 0,-11-3 2 0,0 0-1 16,12-3-13-16,-12-2 10 0,0 1-7 16,0 0 12-16,12 0 2 0,-12 2-3 0,13 1 17 15,-13 1 0-15,0 2 12 0,0 2-11 0,12 3-8 16,-12 2-1-16,0 3-8 0,0 2-11 0,0 2-16 15,0 7-9-15,10-7 4 0,-10 7 7 0,0 0 0 16,0 0-7-16,0 0-2 0,0 0-3 0,0 0 6 16,0 0-1-16,0 0-8 0,0 0 17 0,0 0-20 15,0 0 15-15,14 0 5 0,-14 11-14 0,16 0 29 16,-16-1-6-16,16 2 4 0,-2 2 10 0,-1-1-13 16,-1 3-1-16,-1-2-8 0,2 3-2 0,1-2 5 15,-1 0-18-15,1-1 14 0,-1 2 0 0,-1-3-5 16,-1 3 15-16,-11-3-20 0,13-1 8 0,-13 0 0 15,14 0 0-15,-14-2 0 0,10 2-12 16,-10-4 19-16,0 2-14 0,12-3 21 0,-12 2-9 16,0-9-52-16,0 11-16 0,0-3-62 0,0-8-56 15,0 10-20-15,0-10-28 0,0 10 3 0,0-10 7 16,0 0-32-16,0 9-31 0,0-9-54 0,0 0-66 16,10 8-33-16,-10-8-97 0,0 0-46 0,0 0-81 15,0 0-118-15</inkml:trace>
  <inkml:trace contextRef="#ctx0" brushRef="#br0" timeOffset="43">6784 8086 2650 0,'0'7'28'16,"0"-7"6"-16,0 0 29 0,0 0 42 0,0 0-24 15,0 0 30-15,0 0 9 0,0 0-5 0,0 0 43 16,0 0-7-16,0 0 3 0,0 0 4 0,14 0-45 16,-3 0 2-16,5 0-26 0,0 0-14 0,4 0-6 15,-2 0-19-15,2 0-6 0,2 0-16 0,1 0 3 16,-1-8-16-16,0 8-13 0,0 0-3 16,-3-9-3-16,2 9 10 0,-1 0 0 0,-4 0 7 15,1-9 5-15,-7 9-1 0,-10 0-12 0,11 0-6 16,-11 0-11-16,0 0-9 0,0 0-35 0,0-7-74 15,0 7-89-15,0 0-106 0,0 0-86 0,0 0-119 16,0 0-52-16,0 0-18 0,-14 0-80 0</inkml:trace>
  <inkml:trace contextRef="#ctx0" brushRef="#br0" timeOffset="44">6578 8029 1561 0,'0'0'28'0,"0"0"37"0,8 0 27 15,-8 0 46-15,0 0 5 0,0 0-6 0,0 0 60 16,0 0-36-16,0 0-3 0,0 0 13 0,0 0-60 15,0 0 32-15,0 0-4 0,0 0-6 0,0-9 7 16,0 9-4-16,0 0-13 0,0 0 4 0,0 0 0 16,0 0-23-16,0 0 29 0,0-9-25 0,0 9-28 15,0-9 17-15,0 9-19 0,0-9-6 0,0 9-1 16,0-10-8-16,0 10-19 0,0-11 4 0,0 11 0 16,0-12-8-16,0 3 6 0,0 9 1 15,0-12 12-15,0 2-14 0,0 1-4 0,0-1-15 16,0 2-13-16,0-1-3 0,0-1 20 0,0 0-4 15,0 0 17-15,0-1-6 0,0 1-21 0,0 0 21 16,0-1-24-16,0 2 11 0,0-1-3 0,12-1 2 16,-12 2 8-16,0-1-29 0,0 1-5 0,13 0-9 15,-13-2-4-15,12 2 28 0,-12 1 5 0,11-2-1 16,-11 1-7-16,17 1 5 0,-7-2-5 0,2 2-1 16,-1-1 19-16,-11 0-3 0,16 2 2 0,-3-2-9 15,1 2-4-15,0 0-10 0,-1-1 3 0,1 0 7 16,-1 1-7-16,4 0 16 0,-4 7-6 15,1-10 9-15,2 2-1 0,1 1-7 0,1 7-5 16,-1-8-1-16,-2 2-7 0,0 6-8 0,-2-7 7 16,2 7 4-16,-2-7 0 0,1 7 14 0,-1 0-2 15,3 0-25-15,0 0 23 0,1 0-23 0,-1 0 3 16,1 0 8-16,1 0-19 0,-1 0 18 0,-1 0-7 16,1 0-3-16,-1 0 21 0,0 0-27 0,0 8 16 15,1-8 21-15,0 9-30 0,-1 0 14 0,0-3-12 16,0 1-5-16,0 0 20 0,-2 0-3 0,3 1 15 15,-2-1-26-15,0 2 5 0,0-3-1 0,-1 3-5 16,-1 0 12-16,-2-2-11 0,3 3 11 0,-3-2-11 16,3 1 6-16,-3 1-6 0,-1-2 4 15,2 2 3-15,-2-1-3 0,0 1 14 0,2 1-21 16,-12-1 10-16,13-1-2 0,-13 1-11 0,14 1 15 16,-3 0-11-16,-11 1 3 0,11-3 12 0,-11 3 3 15,11-2-9-15,-11 0 6 0,11 2-9 0,-11 0 2 16,0 0 14-16,11 0-11 0,-11 0 8 0,11 3-21 15,-11-3 15-15,0 3-2 0,11-1-1 0,-11-2 16 16,0 1-30-16,0 1 9 0,10 0-7 0,-10 1 0 16,0-1 10-16,0-2-14 0,0 2 11 0,0 0 1 15,0 0 4-15,0 0 11 0,0-2-14 0,0 1 3 16,0 0-8-16,0 0 7 0,0-1 4 16,0 1 0-16,0-1 13 0,0 0-18 0,0-1 0 0,0 1 16 15,0-1-9-15,0 0 21 0,0-1 2 16,0 0-19-16,0 0 6 0,0-1-17 0,-10 1 13 15,10-1 0-15,0 1 14 0,-11-2 1 0,11 0 0 16,-11 1 7-16,11 0-10 0,-11-1 11 0,11 0-10 16,-11 0 6-16,0 0 0 0,11 1 15 0,-13-1-3 15,1 1-18-15,2-1 11 0,2 1-31 0,-1-2 8 16,-2 2 10-16,1 0-15 0,2-2 4 0,-3 2-16 16,2-9 3-16,-1 10 0 0,1-3 10 0,9 0 4 15,-13-7-17-15,2 10 15 0,0-3-6 0,3-7 22 16,8 8 0-16,-13 0-23 0,1-8 15 15,12 8-15-15,-11-8 18 0,-2 10 2 0,13-10-21 0,-11 7 16 16,1-7-3-16,10 0 9 0,-12 7 21 16,2-7-25-16,10 0-1 0,-11 8 8 0,-1-8-23 15,2 0 13-15,2 0-18 0,-3 0 4 0,3 0-2 16,-3 8 6-16,-1-8 5 0,2 0-18 0,-1 0 20 16,0 0-9-16,0 0 9 0,0 0 6 0,-2 0-8 15,0 0 11-15,0 0-8 0,1 0 3 0,-2 0-10 16,1 0-6-16,1 0-9 0,-2 0 13 0,1 0 5 15,0 0-2-15,2 0 18 0,0 0-19 0,11 0 8 16,-16 0-6-16,3 0-2 0,13 0 5 0,-15 0-16 16,4 0 2-16,-2-8-8 0,2 8-2 15,1-8 27-15,-2 8-14 0,1-9 3 0,0 2 6 16,-2 7-23-16,2-8 15 0,-1 8-9 0,0-8-7 16,0 8 0-16,-1-9 6 0,2 2 17 0,-3 7-16 15,1-10 5-15,0 3-10 0,-1 7-6 0,3-7 15 16,-3 0 1-16,1 7 6 0,2-8-5 0,0 1-1 15,0 7 3-15,3-8-17 0,8 0 2 0,-14 8 4 16,6-8-5-16,8 8 19 0,-14-8-2 0,6 8-9 16,8-7 5-16,-10 7-4 0,10-7 5 0,-12 7 6 15,12-8 2-15,-8 8-10 0,8-8 11 0,0 0 3 16,-10 8-6-16,10-7 4 0,-9 1-9 16,9 6-2-16,-11-8 11 0,11 2-14 0,0 0-1 15,-10 6 6-15,10-8-21 0,0 0 40 0,-9 1-24 16,9 7-12-16,0-10 15 0,-13 1-25 0,13 2 41 15,0-1-6-15,-9 2-12 0,9-2 5 0,0 1-14 16,-10-1 12-16,10 1-5 0,0 0-4 0,0-1-9 16,-11-1-3-16,11 2 20 0,0-1-8 0,0-1 14 15,0 2-3-15,-11-1-9 0,11-1 24 0,0-1-21 16,0 3 0-16,0-1 2 0,0 1-27 0,0-1 27 16,0 8-16-16,0-11 3 0,0 4 18 0,0 7-11 15,0-12 27-15,0 4-17 0,0 8-6 0,0-10-5 16,0 1-12-16,0 2 22 0,0 7-13 0,0-10-6 15,0 1 18-15,0 9-8 0,0-10 17 0,0 0-4 16,0 10-11-16,0-10-10 0,0 10 0 16,0-10 20-16,0 10-26 0,0-9 18 0,0 9 0 15,0-7-20-15,0 7 37 0,0-10-23 0,0 10 5 16,0-10 10-16,0 3-17 0,0 7 22 0,0-10-19 16,0 3 1-16,10 7-4 0,-10-9-11 0,0 9 20 15,0-9-6-15,8 9 1 0,-8-8 4 0,0 8-14 16,0-9 9-16,10 2 10 0,-10 7-11 0,0-8 14 15,0 0-17-15,8 8 20 0,-8-8-15 0,0 8-12 16,10-9 14-16,-10 9-31 0,0-9 42 0,0 9-2 16,11-6-6-16,-11 6 10 0,0 0-25 15,0 0 27-15,0-7-14 0,0 7 2 0,0 0-8 16,0 0-5-16,0 0 18 0,0 0-11 0,0-7 9 16,0 7-16-16,0 0-4 0,0 0 8 0,0 0-48 15,0 0-58-15,0 0-75 0,0 0-88 0,0 0-99 16,0 0-135-16,0 0-143 0,0 0-207 0,0 0-230 15,0 0-218-15,0 0 121 0</inkml:trace>
  <inkml:trace contextRef="#ctx0" brushRef="#br0" timeOffset="45">10348 7743 2627 0,'0'0'47'15,"0"0"37"-15,0 0 23 0,0 0 46 0,0 0-14 16,0 0-25-16,0 0-1 0,0 0-5 0,0 0-30 16,0 0 10-16,0 0-22 0,0 0-35 0,0 0-11 15,0 0-16-15,0 0 4 0,0 0 13 0,0 0 31 16,0 7 8-16,0-1 29 0,0 0 4 0,0 2 1 15,0 1 13-15,0 1-6 0,0 2-13 0,0 1-13 16,0 0 10-16,0 1-15 0,0 1-13 0,0-1 11 16,0 2-45-16,0 0 3 0,11 0 16 0,-11 1-27 15,0-1 37-15,0-2-2 0,14 1-16 0,-14-2 1 16,0-1-9-16,0-2-22 0,0-10 24 0,13 11 3 16,-13-11-23-16,0 12 4 0,0-12-7 15,0 10-5-15,0-10-1 0,0 0 9 0,14 0-10 16,-14 0 13-16,0 0 1 0,0 0-2 0,0 0-2 15,0 0-5-15,0 0 5 0,0 0-31 0,0 0-48 16,0 0-58-16,0 0-123 0,0 0-121 0,0 0-96 16,0 0-60-16,0 0-65 0,0-12 7 0,0 2 37 15,0-1-49-15,0-1 118 0</inkml:trace>
  <inkml:trace contextRef="#ctx0" brushRef="#br0" timeOffset="46">10261 7788 2229 0,'0'-6'130'0,"0"-1"30"0,0 3 54 16,-10 4 53-16,10-6-76 0,0 6 24 0,0 0-16 15,0 0-7-15,0-7-1 0,0 7-27 0,0 0-5 16,0 0-24-16,0 0-42 0,0 0 4 0,0-7-18 16,0 7-3-16,0 0-17 0,0 0-10 0,0-6 20 15,13 6-17-15,1 0 15 0,-3 0-10 0,3-9-34 16,-1 9 22-16,2 0-2 0,2-8-9 0,0 8 10 15,2 0-11-15,0 0 1 0,2 0-4 16,1 0-13-16,2 0-8 0,-3 0-9 0,-1 0-14 0,0 0 18 16,-4 0-7-16,1 0 8 0,-5 0 26 0,-12 0-28 15,12 10-3-15,-12-10-10 0,0 9 7 16,0 1 12-16,0-2 5 0,0 1-13 0,0 0 17 16,0 2-6-16,0-2-9 0,0 3 4 0,-15 1-32 15,-2-1 5-15,2 0 23 0,-3-1 8 0,1 0 5 16,1-2 0-16,0-9-11 0,0 10 3 0,2-10-2 15,14 0-6-15,-17 10 0 0,17-10-2 0,-18 0-1 16,18 0 26-16,0 0 4 0,0 0-5 0,0 0 22 16,0 0-23-16,0 0-3 0,0 0 8 0,0 0-19 15,0 0 0-15,0 0-3 0,0-10-1 0,0 10 10 16,0-7-13-16,0 7 8 0,15-8-19 16,-1 8-6-16,0 0 24 0,2-9-2 0,3 9 12 15,0 0 8-15,1 0-8 0,1 0 7 0,1 0-9 16,0 0-16-16,0 0 5 0,-1 0-14 0,1 12 19 15,-2-12-10-15,-3 15 5 0,1-4 0 0,-5 1-3 16,0-2 15-16,-1 0-10 0,-12 0-2 0,10 1 3 16,-10 1 0-16,0-2 1 0,0-10 14 0,0 15-17 15,0-3-5-15,0-2 7 0,0 0 3 0,0-10 13 16,0 14-5-16,0-4 7 0,-18 2-9 0,0-1 21 16,0-1 10-16,1 0 7 0,-4-10 9 0,0 11-9 15,-2-11 14-15,1 11-24 0,-2-11-7 0,0 0 8 16,-3 0-29-16,2 0 6 0,-2 0-4 15,5 0-21-15,1 0 12 0,-1 0-4 0,4 0 2 16,2 0 6-16,2 0-4 0,2-11 0 0,12 11-4 16,-16 0-5-16,4 0-3 0,12-8 2 0,0 8-2 15,0 0-26-15,0 0-53 0,0 0-61 0,0 0-69 16,0 0-40-16,0-10-24 0,0 10-30 0,0 0-38 16,0-11-86-16,0 4-76 0,0 7-105 0,0-11-68 15,0 11-30-15,0-12-73 0</inkml:trace>
  <inkml:trace contextRef="#ctx0" brushRef="#br0" timeOffset="47">10346 7545 2208 0,'0'-7'111'0,"-13"1"33"0,13 2 28 15,-12-1 32-15,12 0-58 0,-11 5 3 0,11-4-16 16,-13 4 10-16,13 0-18 0,-14 0-12 16,4 0 6-16,10 0-22 0,-14 0-26 0,5 0-13 15,9 0-16-15,-13 0-8 0,13 0-2 0,-14 0-1 16,3 0 5-16,11 0 11 0,-14 10-1 0,2-2 0 15,0 3 8-15,2-1-7 0,-1 1 10 0,-1-1 4 16,12 1 8-16,-15 0-4 0,1 1 3 0,3 0 3 16,1 1-15-16,10 0-2 0,-18 0-2 0,5 1-3 15,1 0-5-15,0 1 2 0,12-2-11 0,-17 3 1 16,4-2 7-16,13 1-10 0,-14-1 3 0,14 1-17 16,-13-1 9-16,13 1 0 0,-14 0 14 0,14 1-7 15,-14-1-9-15,14 2 17 0,-10-2-27 0,10 3 7 16,0-1 0-16,0-1-15 0,-14 0 13 15,14-1 1-15,0 2-8 0,0-2 0 0,0 1-5 16,0-2-12-16,0 2 2 0,0 0 1 0,0 1 7 16,0 0 13-16,0 0 4 0,0 0-2 0,0-2-8 15,0 2 12-15,0-1 8 0,0-1-6 0,0-1 5 16,14 1 6-16,-14 0-24 0,10 0 11 0,-10 0-3 16,14-1-1-16,-3 0 16 0,-1 0 7 0,-10 0-1 15,15-1-5-15,-2-1 9 0,0 2-8 0,-2-2 13 16,3-1-18-16,0 1 3 0,-1 1-16 0,4-2-7 15,-1 0 27-15,3-2-11 0,0 1 12 0,0 0 1 16,3 0-6-16,0-1 11 0,-1 1 0 16,3-3 14-16,-1-7-2 0,3 12-10 0,-2-5 1 15,4-7-24-15,-1 9 1 0,1-9-1 0,-1 0-9 16,2 6 13-16,-1-6-23 0,2 0 10 0,-3 0 22 16,1 0-12-16,-2 0 24 0,2 0-19 0,-2 0-4 15,0 0 8-15,1 0-5 0,-3 0 11 0,1 0-27 16,-4 0 10-16,2-8-11 0,-1 0 4 0,-2 3 7 15,0-3-20-15,1 2 8 0,-1-2-4 0,1 0 2 16,-1 0 6-16,0 1-16 0,0-2 15 0,0 0 7 16,0-1 0-16,-2 1 6 0,0 1-26 0,-1-2-2 15,-2-1-1-15,0 1 12 0,0 0 5 0,-1 0-10 16,0 1 22-16,-2-3-18 0,0 2 5 0,-1-1 12 16,-11 0-21-16,16-1 6 0,-16 1 0 15,12-1-13-15,2-1 6 0,-14 0 7 0,13-1-11 16,-13-1 10-16,14 1-8 0,-14-1 7 0,11 0 2 15,-11-1-4-15,0 1 9 0,0-1-16 0,0 0 6 16,0 1 6-16,0-2-5 0,0 2-6 0,0 1-4 16,0 1-4-16,0-3 12 0,0 1 5 0,0 0-15 15,0 1-5-15,0-1-12 0,0-3 15 0,0 1 7 16,0-1 7-16,-16 1-7 0,16 0-4 0,-14 0 0 16,14 1 0-16,-13 1-1 0,13 1-11 0,-15 1 24 15,15-1-16-15,-15 1-1 0,2 1 4 16,1 0-9-16,1-1 0 0,0 1 14 0,-2-1-2 15,1 1-8-15,1 0 16 0,-2 2-12 0,-1-2 10 16,3 1-11-16,-3 0-2 0,1 1 11 0,2-1-12 16,-2 1 16-16,2 0-14 0,0 0-5 0,-2 1 6 15,4 1-6-15,-3-2 17 0,0 3-7 0,1-2 3 16,0 0-2-16,-2 3-4 0,3-1 9 0,0 1-12 16,0-1-4-16,-2 2 3 0,2-1 1 0,1 0 16 15,-4 1 3-15,13 5-9 0,-14-7-8 0,3 1-8 16,-2 6 8-16,2-6-7 0,0 6 2 0,0-6 6 15,1 6 2-15,-2-6 20 0,4 6-5 0,-2 0-16 16,-2-5 3-16,4 5-27 0,-2 0 30 0,-2 0-9 16,2 0-6-16,-1 0 11 0,-3 0-16 0,3 0 30 15,0 0-8-15,-3 0 1 0,2 0-11 16,0 0-10-16,-1 0 10 0,-1 0-6 0,1 0 2 16,1 7-4-16,-2-2 5 0,2-5 16 0,-2 8-9 15,2-2 6-15,-4 0-5 0,3-6-5 0,2 8 15 16,-3-2-19-16,3-1-2 0,11-5-5 0,-17 7 2 15,2-2 19-15,15-5 7 0,-14 6-2 0,14-6-1 16,-13 6-12-16,2-6 3 0,11 5-11 0,-12-5-6 16,12 6 10-16,-16-6-6 0,2 6 25 0,2-6-3 15,12 0 3-15,-15 6-10 0,2-6-17 0,3 5 11 16,10-5-17-16,-14 0 23 0,14 5 1 16,-11-5-7-16,11 0 19 0,-14 0-21 0,14 6 5 15,-13-6-4-15,13 0-2 0,-11 5 1 0,11-5 7 16,-11 0 1-16,11 0-4 0,0 6-10 0,0-6-51 15,-11 0-49-15,11 0-91 0,0 0-45 0,0 0-62 16,0 0-73-16,0 0-44 0,0 0-102 0,0 0-112 16,-11 7-88-16,11-7-143 0,0 0-135 0,0 6 25 15</inkml:trace>
  <inkml:trace contextRef="#ctx0" brushRef="#br0" timeOffset="48">7344 7629 1116 0,'0'0'42'0,"0"0"-13"0,0 0 32 16,0 0 39-16,12 0-18 0,-12 0 39 15,0 0-4-15,10 0-19 0,-10 0 4 0,0 0 1 16,0 0-7-16,8 0 11 0,-8-5 46 0,0 5 3 15,0 0-13-15,0 0-6 0,0 0-45 0,0 0-24 16,0 0 7-16,0 0 4 0,0 0-7 0,0 0 7 16,0 0 3-16,0 0-25 0,0-6-2 0,0 6-3 15,0-5 7-15,0 5 5 0,0 0-4 0,0-5 7 16,0 5-6-16,0-6 11 0,9 1-2 0,-9 5 14 16,0-7-14-16,0 1-14 0,10 0 24 0,-10 6-28 15,0-8 30-15,8 2 3 0,-8-2-31 16,0-1 6-16,12 3-22 0,-12-3 17 0,11 2 1 15,-11-3 1-15,10 1-8 0,-10 0-18 0,12-2 3 16,-2 2-12-16,-10-3 22 0,16 0-3 0,-5-1 10 16,0 0 8-16,1-3-27 0,0 2-7 0,-1-2-5 15,3 0-14-15,0-2 2 0,0 1 16 0,1 0-24 16,0 0 18-16,0 0-3 0,2 1-8 0,-1-2-1 16,0 1-8-16,1 1-2 0,0 0 0 0,2 1 8 15,-3 0-9-15,1 0-2 0,1 1 6 0,-2 1 9 16,0 0 8-16,3 1 2 0,-2 1-10 0,0-1-5 15,2 1 9-15,-1 0-8 0,2 1 8 0,-2 2-3 16,2-1-13-16,-1 1 14 0,0-1-4 0,0 3-6 16,3-2 4-16,-4 2 8 0,4-2-4 0,-2 3 5 15,1-1 14-15,1-1-7 0,0 0-3 16,-1 0-6-16,1 7-11 0,2-8 1 0,-1 1 4 16,0 1 4-16,0 6-6 0,1-8-1 0,-2 8-10 15,2-8 25-15,-2 8-6 0,2-7-6 0,-1 7 14 16,1 0-17-16,2-7 3 0,0 7 14 0,1 0-4 15,0 0-17-15,1-6 13 0,2 6-9 0,-3 0-3 16,2 0 22-16,-2 0-12 0,3 0 8 0,-2 0-22 16,1 0-5-16,1 0 3 0,-2 0 1 0,1 0 23 15,-1 0-8-15,-3 0 1 0,-1 0-5 0,0 0 6 16,1 0-3-16,-1 0 2 0,-1 0-4 0,-2 0-4 16,3 0 1-16,-2 0-2 0,0 0 2 15,0 0 5-15,0 0 10 0,2 0-12 0,-2 0 4 16,-1 7-2-16,1-7-3 0,1 7 8 0,0-7 4 15,-1 7-14-15,0-7 9 0,2 8 1 0,-3-8 1 16,0 10 16-16,1-10-10 0,-1 7 10 0,0-7-21 16,-1 10-2-16,1-10 1 0,1 8-2 0,0-1 7 15,0-7 3-15,1 7 2 0,0-7 11 0,-1 10-8 16,2-3-14-16,-3 0 3 0,1-1-24 0,-2-6 26 16,-1 9 5-16,2 0-6 0,-4-3 21 0,2 3-26 15,0-9 11-15,-1 8-12 0,-1-8-7 0,-1 10 8 16,-1-3-7-16,0-7 12 0,0 9-4 15,-3-9-6-15,0 10 2 0,-1-10 1 0,-11 10 2 16,15-2 15-16,-3-8-12 0,1 9-1 0,-13-9-6 16,15 9 2-16,-5 1 0 0,1-10 1 0,-11 10-2 15,14-1-15-15,-4-9 17 0,-10 10-6 0,15-10 6 16,-15 11 12-16,13-11-14 0,-13 10 6 0,14-10 2 16,-14 11-12-16,13-11 7 0,-13 11-6 0,11-11-1 15,-11 0 6-15,0 12-9 0,13-12-1 0,-13 10 4 16,0-10 6-16,13 0-8 0,-13 9 8 0,0-9-1 15,12 9-16-15,-12-9 30 0,0 11-7 0,14-4-7 16,-14-7 2-16,12 12-18 0,-12-3 9 16,12-9-5-16,-12 13 6 0,13-5 2 0,-13-8 0 15,14 11 3-15,-14-1 3 0,13-3 1 0,-13-7-14 16,15 12 10-16,-15-4-8 0,15 1 0 0,-15-9 5 16,13 10-1-16,-13-3 4 0,15-7 11 0,-15 9-4 15,13-9-7-15,-13 9-2 0,0-9-7 0,14 9 2 16,-14-9 7-16,0 8 7 0,0-8-5 0,0 8-2 15,0-8 9-15,0 8-7 0,11-8-10 0,-11 7 7 16,0-7 2-16,0 8-5 0,0-8 16 0,0 0-4 16,0 7-19-16,0-7 6 0,14 0-1 0,-14 0 1 15,0 9 8-15,0-9-10 0,0 0 7 0,0 0-3 16,13 6 1-16,-13-6 8 0,0 0-9 0,0 0 2 16,0 0 7-16,0 0-9 0,0 0 9 15,0 0-2-15,0 0-14 0,0 0 7 0,0 0-1 16,0 8-12-16,0-8 18 0,0 0-6 0,0 0 3 15,0 6 7-15,0-6-7 0,0 0 1 0,0 8-6 16,0-8 9-16,0 0-5 0,0 0 1 0,11 0-3 16,-11 6-2-16,0-6 1 0,0 0 9 0,0 0 5 15,0 0-2-15,0 0-1 0,0 0-1 0,0 0-10 16,0 0 4-16,0 0-5 0,0 0 5 0,0 0 6 16,0 0-2-16,0 0 11 0,0 0-1 0,0 0 1 15,0 0-3-15,0 0-8 0,0 0-1 0,0 0-14 16,0 0 8-16,0 0-1 0,0 0-30 15,0 0-36-15,0-6-59 0,0 6-39 0,0-8-23 16,0 8-17-16,0-9-3 0,0 0-9 0,0 3-29 16,-13 6-7-16,13-8-21 0,0 1-37 0,0 1-6 15,0 0 16-15,0 0 19 0,0 6 39 0,-14-7-40 16,14 7 1-16,0-8-33 0,0 8-54 0,0-8 33 16,-14-1-68-16,14 2-4 0</inkml:trace>
  <inkml:trace contextRef="#ctx0" brushRef="#br0" timeOffset="49">10351 7232 1629 0,'0'0'57'16,"0"0"37"-16,0 0 35 0,0 0 100 0,0 0-14 15,0 0-9-15,0 0-3 0,0 0-84 0,0 0 24 16,0 0-10-16,0 0 1 0,0 0 17 0,0 0-39 15,0 0 9-15,0 0 5 0,0 0-15 0,0 0-14 16,0 0 3-16,0 0-20 0,0 0-11 0,0 0 11 16,0 0-15-16,0 0-4 0,0 0-13 0,0 0 0 15,0 0-30-15,0 0 2 0,0 0 17 16,0 0-18-16,0 0 3 0,0 0 5 0,0 0-11 16,0 0 15-16,0 8 12 0,0-8-14 0,0 13 16 15,0-2-8-15,0-1-18 0,0-1 3 0,0 3 8 16,0-1-16-16,0 0 29 0,0-1 5 0,0 2-20 15,0-1-8-15,0-2 10 0,0 2-16 0,0 0-5 16,0 0 18-16,0-1-11 0,0 1-7 0,0 0 13 16,0-1-2-16,0-1-10 0,0 1 1 0,0-1-21 15,0-1 12-15,0-8-5 0,0 9 10 0,0-9 7 16,0 10 14-16,0-10-4 0,0 7 11 0,0-7-1 16,0 0-25-16,0 7 7 0,0-7-22 0,0 0 3 15,0 9 8-15,0-9 0 0,0 0 12 0,0 8-1 16,0-8-10-16,0 0 6 0,0 0 3 15,0 0-8-15,0 0-3 0,0 0 7 0,0 7-9 16,0-7 15-16,0 0 0 0,0 0 7 0,0 0-13 16,0 0-15-16,0 0 28 0,0 0-46 0,0 0 25 15,0 0 18-15,0 0-21 0,0 0 36 0,0 0 1 16,0 0-5-16,0 0 4 0,0 0-7 0,0 0-5 16,0 0 14-16,-14 0-6 0,14 0 21 0,-16 0-4 15,5 0-19-15,11 0 4 0,-19 0-12 0,6 0 4 16,-4 0 9-16,4 0-8 0,-2 0-9 0,-2 0-4 15,-1 0-11-15,0 0 11 0,-4 0-22 0,0 0 6 16,-3 0 0-16,1 0-8 0,-2-7 16 0,-2 7-2 16,0 0-1-16,-1 0-1 0,2 0-1 15,-1-7 4-15,1 7-1 0,5 0-4 0,-2 0 14 16,2 0-19-16,3 0 7 0,5 0 1 0,1 0-12 16,13 0 10-16,-12 0-8 0,12 0 3 0,0 0 8 15,0 0-8-15,0 0 9 0,0 0-7 0,0 0 0 16,0 0 13-16,0 0 0 0,0 0-2 0,0 0 11 15,0 0-14-15,0 0-4 0,0 0-2 0,0 0-7 16,0 0 0-16,0 0 6 0,0 0 13 0,0 0-12 16,0 0 11-16,0 0-17 0,0 0 0 0,0 0-49 15,0 0-72-15,0 0-54 0,0-10-84 0,0 10-50 16,0 0-52-16,0-5-119 0,0 5-109 0,0 0-176 16,0 0-224-16,0-7 96 0</inkml:trace>
  <inkml:trace contextRef="#ctx0" brushRef="#br0" timeOffset="50">10006 8340 202 0,'-14'0'-1'0,"14"0"15"0,0 0 2 0,0 0 20 16,-13 0 21-16,13 0-12 0,0 0-7 0,0 0 1 15,0 0-20-15,0 0 6 0,0 0 15 0,0 0-6 16,0 0 8-16,0 0 7 0,0 0 14 0,-11 0 0 16,11 0 2-16,0 0-10 0,0 0 5 15,0 0-1-15,0 0 2 0,0 0 17 0,0 0-29 16,0 0 17-16,0 0-6 0,0 0 17 0,0 0 4 16,0 0-8-16,0 0 10 0,0 0-24 0,0 0 20 15,0 0-8-15,0 0 3 0,0 0-13 0,0 0-6 16,0 0-15-16,0 0 8 0,0 0 10 0,0 0 57 15,0 0 7-15,0 0 4 0,0 0 2 0,0 0-66 16,0 0 18-16,0 0-18 0,0 0 3 0,0 0 4 16,0 0-19-16,0 0 4 0,0 0-6 0,0 0 4 15,0 0 7-15,0 0-11 0,0 0-6 0,0 0-21 16,0 0 12-16,0 0-6 0,0 0 6 16,0 0 9-16,0 0-32 0,0 0 13 0,0 0-5 15,0 0 5-15,0 0-2 0,0 0-9 0,0 0-1 16,0 0-2-16,-12 0 4 0,12 0 0 0,0 0-2 15,0 0-5-15,-10 0 17 0,10 7 9 0,0-7 9 16,-13 6 1-16,13-1-2 0,-12-5 4 0,12 8-6 16,-10-2-8-16,10-6-1 0,-14 7-4 0,14-7 2 15,-12 7 12-15,12-7-10 0,-13 7-2 0,13-7-5 16,-13 8-2-16,13-8 19 0,0 5-24 0,-13-5 17 16,13 7-4-16,0-7 1 0,-15 0 26 0,15 7-24 15,-11-7 13-15,11 5-11 0,0-5-7 0,-13 0 10 16,13 7-14-16,-13-7 16 0,13 0 1 15,-11 0-7-15,11 7-1 0,-14-7-7 0,14 0-3 16,-14 8 19-16,14-8-21 0,-16 0 16 0,16 8-15 16,-16-8-8-16,16 0 11 0,-17 8-8 0,17-8 8 15,-16 0 11-15,16 0-4 0,-19 0-17 0,19 6 0 16,-17-6-13-16,17 0 14 0,-18 7 2 0,4-7-10 16,14 0 22-16,-16 0-20 0,16 0 2 0,-17 7 15 15,17-7-31-15,-14 0 28 0,14 0 2 0,-16 0 3 16,16 7 9-16,0-7-35 0,-14 0 9 0,14 0 2 15,0 7 6-15,-16-7-4 0,16 0 24 0,-14 0-8 16,14 0 5-16,-16 0 17 0,16 0-23 0,-18 9-1 16,3-9-11-16,0 0 9 0,1 0-26 15,1 0 19-15,-1 0-25 0,0 7 10 0,1-7 3 16,-2 0-10-16,15 0 9 0,-18 0 5 0,2 0 4 16,5 9-8-16,11-9 6 0,-17 0-9 0,17 0 14 15,-15 0-8-15,15 0 14 0,-17 0-3 0,17 0-16 16,-14 0 6-16,14 0-4 0,-14 0 10 0,14 0 2 15,-15 0-4-15,15 0-5 0,-15 0-7 0,15 0 11 16,-15 0 7-16,0 0-3 0,15 0-1 0,-15 0-5 16,0 0-12-16,2 0-3 0,3 0 0 0,-4 0-3 15,1 0 21-15,1 0-11 0,-1 0 3 0,-1 0 10 16,1 0-16-16,1 0 14 0,-2 0-14 16,2 0-7-16,-3 0-10 0,4 0 15 0,11 0 9 15,-18 0 8-15,4 0 5 0,2 0-13 0,12 0-11 16,-15 0-5-16,15 0 6 0,-17 0 11 0,4 0 5 15,13 0-2-15,-14 0 13 0,14 0-19 0,-16 0-9 16,16 0 1-16,-19 0-7 0,8 0 0 0,11 0 21 16,-16-9-9-16,16 9 6 0,-16 0 6 0,2 0-9 15,14 0 0-15,-16-6 0 0,16 6 2 0,-18 0-3 16,3 0 8-16,2-7-12 0,13 7 3 0,-17 0 9 16,3 0-3-16,14-7 4 0,-19 7-6 0,19 0-10 15,-17 0 6-15,17-7-5 0,-15 7 6 16,15-7-1-16,-18 7 4 0,6 0-7 0,12-5 16 15,-19 5-6-15,19 0-17 0,-16-8 15 0,4 8-15 16,12 0 8-16,-16 0 2 0,16 0-7 0,-16-6 9 16,16 6 1-16,-17 0-1 0,4 0 8 0,13-7-19 15,-16 7 7-15,2 0-3 0,14-6-11 0,-14 6 20 16,1 0-7-16,13 0 6 0,-14-8 7 0,14 8-19 16,-14 0 9-16,14 0 6 0,-18 0-3 0,18-7 3 15,-12 7-7-15,12 0 0 0,-16 0 13 0,16-6 4 16,-11 6 7-16,11 0-13 0,-13-6-12 0,13 6-11 15,-14 0 3-15,14-6 17 0,-16 6-2 0,5 0 7 16,11-7-6-16,-14 7-13 0,1-6 11 16,13 6-4-16,-14-6-4 0,0 6 11 0,14-6-13 15,-15 6 4-15,0-5 3 0,15 5-11 0,-15-8 6 16,3 8-4-16,-1 0 3 0,13-6 17 0,-15 6-13 16,3-8 4-16,-2 8 5 0,3-6-15 0,0 6 8 15,11-6-3-15,-19 6-2 0,6-7-4 0,-1 7 24 16,14-6-12-16,-14 6-3 0,1-6 11 0,13 6-31 15,-16 0 19-15,4-7-16 0,12 7 13 0,-16-6 6 16,16 6 4-16,-13 0-3 0,13-7-3 0,-17 7-9 16,17-6 3-16,-13 6 15 0,13 0-15 0,-14-6 11 15,14 6-7-15,-13 0 1 0,13 0-2 0,0-7 4 16,-15 7-7-16,15 0 0 0,-15-7 9 0,15 7-7 16,-14-7 9-16,14 7-7 0,-14 0-4 15,14-7 13-15,-13 7-12 0,13-7 11 0,-16 7-2 16,16-6-17-16,-14 6 11 0,14 0-3 0,0-7 5 15,-16 7-12-15,16 0-2 0,0-9-4 0,-12 9-1 16,12-9 29-16,-14 9-5 0,14-8 2 0,-15 8 7 16,15-7-14-16,-15 7 7 0,15-8-2 0,-15 8-11 15,15-6 5-15,-15 6-7 0,15-9 21 0,-12 9-15 16,12 0 6-16,0-6 4 0,0 6-26 0,-14 0 21 16,14 0 1-16,0 0 2 0,0 0 6 0,-11-8-5 15,11 8-10-15,0 0-2 0,0-6 3 0,-11 6-10 16,11 0 3-16,0 0 8 0,0 0-6 15,0-8 14-15,0 8 8 0,-14 0-14 0,14 0 2 16,0-6-4-16,0 6-10 0,0 0 0 0,0 0 2 16,0-7 0-16,-11 7 3 0,11 0 10 0,0 0 5 15,0 0 5-15,0 0-3 0,0 0-21 0,0 0 2 16,0 0-2-16,0 0-7 0,0 0 28 0,0 0-20 16,0 0 9-16,-13 0-5 0,13 0-1 0,0-9 10 15,0 9-10-15,0 0 12 0,0 0-21 0,0-9 9 16,-13 9-12-16,13 0 7 0,0 0 10 0,0 0-9 15,0-6 19-15,0 6 1 0,0 0-4 0,0 0-7 16,0 0-6-16,0 0-8 0,0 0 7 0,0 0 6 16,0 0-2-16,0 0-4 0,0 0-1 0,0 0-3 15,0 0-1-15,0 0 28 0,0 0-20 16,0 0 3-16,0 0 1 0,0 0-28 0,0 0 20 16,0 0-3-16,0 0 2 0,0 0 17 0,0 0-24 15,0 0-18-15,0 0-24 0,0 0-58 0,0 0-49 16,0 0-38-16,0 0-52 0,0 0-26 0,0 0-14 15,0 0-32-15,0 0-39 0,0 0-55 0,0-10-42 16,0 10-94-16,0 0-9 0,0 0-23 0,0 0-10 16,0 0 11-16</inkml:trace>
  <inkml:trace contextRef="#ctx0" brushRef="#br0" timeOffset="51">7837 8104 1304 0,'0'0'7'0,"0"0"41"16,0 0 51-16,0 0 43 0,0 9 32 0,0-9-2 16,0 0-16-16,0 0 52 0,0 0-16 0,0 0 21 15,0 0-32-15,0 0-53 0,0 0 3 16,0 0-36-16,0 0 28 0,0 0-1 0,0 0 9 15,0 0-5-15,0 0 2 0,0 0-21 0,0 0-13 16,0 0 0-16,0 0-19 0,0 0 17 0,0 0-17 16,0 0-12-16,0 0-3 0,0 0-33 0,0 0-15 15,0 0 13-15,0 0-13 0,0 0 7 0,-16 0 7 16,3-9-13-16,13 9 11 0,-15 0-14 0,0-8 12 16,0 8-17-16,0 0 9 0,1-7-6 0,1 7-13 15,13 0 30-15,-17 0-15 0,17 0 6 0,-16-9 16 16,16 9-39-16,0 0-8 0,0 0 24 0,0 0-29 15,-14 0 19-15,14 0 9 0,0 0-5 16,0 0 1-16,0 0 6 0,0 0-1 0,0 0-27 16,0 0 14-16,0 0 4 0,0 0-14 0,0 0 16 15,0 0 13-15,0 0-12 0,0 0 3 0,0 0 6 16,0 0-19-16,0 0 7 0,0 0-6 0,0 0-11 16,0 0 21-16,0 0-9 0,0 0 20 0,0 0 0 15,0 0-5-15,0 0 0 0,0 0-3 0,0 0 7 16,0 0-7-16,0 0 17 0,0 0-21 0,0 0 7 15,0 0 2-15,0 0-20 0,0 0 15 0,0 0-10 16,0 0-4-16,0 0 9 0,0 0 3 0,0 0-29 16,0 0 15-16,0 0 12 0,0 0-10 0,0 12 9 15,0-1 2-15,0 1-11 0,0 1 18 0,0 1 3 16,0 1 0-16,0 1-7 0,0 1-3 16,0 0 12-16,0 0-12 0,0 3 2 0,0-2 4 15,0 0 4-15,0-1 6 0,0 0 10 0,0 2-9 16,0-2-3-16,0-1-22 0,0-1 25 0,0-1 17 15,0-1-16-15,14-1 6 0,-14-1-17 0,0-3 2 16,0 0 15-16,0-8 14 0,0 10-17 0,0-10-14 16,0 7-18-16,0-7 3 0,0 0 21 0,0 0-4 15,0 0 30-15,0 0 4 0,13 0-7 0,-13 0 1 16,0 0-16-16,0 0 4 0,0 0-34 0,0 0 34 16,0 0-11-16,0 0-13 0,0 0 22 0,0 0-32 15,0 0 19-15,0 0-3 0,0 0-93 16,0 0-109-16,0 0-134 0,0 0-185 0,0 0-123 0,0 0-200 15,0 0-216-15,0 0 142 0</inkml:trace>
  <inkml:trace contextRef="#ctx0" brushRef="#br0" timeOffset="52">8950 6306 1400 0,'0'5'51'0,"0"-5"33"16,0 0 23-16,0 0 42 0,0 0-32 0,0 0-28 16,0 0 16-16,0 0-18 0,0 0 57 15,0 0 28-15,0 0-18 0,0 0-19 0,0 0-45 0,0 0-12 16,0 6-17-16,0-6 20 0,0 0-5 16,0 0-33-16,0 0 2 0,0 0-17 0,0 0-39 15,0 0 32-15,0 0-7 0,0 0-4 0,0 6 14 16,0-6-12-16,0 9 2 0,0-1-8 0,0 1 16 15,0 2 21-15,0-1 11 0,0 1 39 0,0 3-15 16,0 0-14-16,0-1 6 0,0 1-6 0,0 2-2 16,0-1 11-16,0 0-12 0,0 0 6 0,0-2-3 15,0-1-5-15,0 0 0 0,0-1-18 0,0-2 6 16,0-2-20-16,0 0 14 0,0 0-13 16,0 0-1-16,0-1 11 0,0-6-8 0,0 4 12 15,0-4 14-15,0 0 13 0,0 0-10 0,0 0-7 16,0 0-26-16,0 0-11 0,0 0 9 0,0 0-11 15,0 0 35-15,0 0-43 0,0 0 19 0,0 0-10 16,0 0-3-16,0 0 6 0,0 0-27 0,0 0-25 16,0 0-115-16,0 0-143 0,0 0-178 0,0 0-203 15,0 0-140-15,0 0-47 0,0 0 71 0</inkml:trace>
  <inkml:trace contextRef="#ctx0" brushRef="#br0" timeOffset="53">8798 7783 2883 0,'0'0'46'0,"0"0"48"0,0 0 46 15,0 0 47-15,0 0 7 0,0 0-6 0,0 0-43 16,0 0-13-16,0 0-59 0,0 0-21 0,0 0-2 16,0 0-33-16,0 0 20 0,0 0-20 0,0 0 7 15,0 0-8-15,0 0-19 0,0 0-1 0,0 0-10 16,0 0 23-16,0 8 0 0,0 2 20 0,0-2 13 16,0 1 1-16,0 2 11 0,0 1 9 0,0 1-28 15,0 0-3-15,0 1 7 0,0-2 5 16,0 2 6-16,0 1 3 0,0-1-2 0,0 1-38 0,0-2 19 15,0 0-13-15,0-2 3 0,0 0-7 16,0-11 15-16,0 11-16 0,0-11 4 0,0 0 15 16,0 10-17-16,0-10 10 0,0 0-7 0,0 0-18 15,0 0 18-15,0 0-12 0,0 0 15 0,0 0 7 16,0 0-12-16,0 0 13 0,0 0-42 0,0 0 6 16,0 0-19-16,0 0-57 0,0 0-107 0,0 0-228 15,0 0-319-15,0 0-306 0,0 0-60 0</inkml:trace>
  <inkml:trace contextRef="#ctx0" brushRef="#br0" timeOffset="54">7216 10433 952 0,'0'0'18'0,"0"0"11"0,0 0 16 16,0 0 42-16,0 0-17 0,0 0 5 0,0 0 4 16,0 0-27-16,0 0 26 0,0 0 6 15,0 0 3-15,0 0 19 0,0 0 1 0,0 0-4 16,0 0 10-16,0 0-14 0,0 0 1 0,0 0 13 16,0 0-7-16,0 0 20 0,0 0 30 0,0 0-14 15,0 0 12-15,0 0-21 0,0 0-21 0,0 0 8 16,0 0-11-16,0 0 15 0,0 0-19 0,0 0-6 15,-2 0-23-15,2 0-29 0,-1 0-12 16,1 0-18-16,-2 0 18 0,2 0-9 0,-2-4 11 0,-1 4-6 16,2-1-18-16,-3-1 3 0,1 1-9 0,-2-2 4 15,-1 2-1-15,0-1 2 0,0 0-12 0,-1-1 6 16,-2 1-11-16,1 1 12 0,0 0 1 0,0 0-1 16,-3 0-5-16,3 1-4 0,0 0 0 15,0 0 0-15,-1 0 15 0,1 3-4 0,0 0 1 16,-1 0-19-16,1 1 14 0,0-1-13 0,1 1 8 15,-2 1 27-15,1 1-24 0,0-1 8 0,0 3-8 16,0 0-12-16,2 0 19 0,0 1-3 0,-1-1-7 16,2 1 14-16,-1-2-7 0,3 1-3 0,0 0 5 15,1 0 1-15,2-1-10 0,-1 2 26 0,1 0 2 16,0-2-20-16,0 3 18 0,0-3-15 0,0 1 2 16,0 0 25-16,0 1-5 0,0-1 9 0,3 0 0 15,0-1-15-15,2 2 8 0,1 0-6 0,0 0 3 16,2-1 8-16,2 2 0 0,2-3-3 15,0 2 16-15,0 0-4 0,2-1-14 0,2 2 25 16,-3-3-38-16,4 1 14 0,-1-3 1 0,1 1-13 16,-1-2 18-16,0 0-13 0,0-1 7 0,-1 0-11 15,0-2 5-15,1 2 0 0,-2-3-1 0,0 1 19 16,-3-1-7-16,2 0-3 0,-2 0-5 0,-2 0-13 16,1 0 13-16,-1 0 4 0,-4 0-9 0,0 0 7 15,0 0-15-15,-4-2-6 0,1 2 4 0,-2-3-4 16,2 0-5-16,-2 3 5 0,0 0-9 0,0 0 3 15,0 0-7-15,0 0-4 0,0 0 10 0,0 0-8 16,0 0-1-16,0 0-48 0,0 0-70 0,0 0-81 16,0 0-94-16,0 0-73 0,0-4-71 0,0 0-49 15,0 4-102-15,0 0-48 0,0-8-117 16,0 2-25-16</inkml:trace>
  <inkml:trace contextRef="#ctx0" brushRef="#br0" timeOffset="55">7374 10259 1311 0,'0'-9'1'15,"0"9"28"-15,0-9 39 0,0 9 27 0,0 0 44 16,0-8 10-16,0 8-10 0,0-5 18 0,0 5 40 15,0 0-8-15,0-6 11 0,0 6-12 16,0-5-61-16,0 5 17 0,0-5-26 0,0 0 3 16,0 5-3-16,-10 0-17 0,10-6 23 0,-11 6-18 15,11 0 2-15,-15 0-3 0,3-5-27 0,1 5 1 16,11 0-16-16,-19 0-10 0,5-7-2 0,1 7 5 16,2 0-7-16,-3-7 2 0,1 7-7 0,1 0 6 15,-1-7 10-15,0 7-1 0,1 0-2 0,12 0-15 16,-18-8 2-16,3 8-20 0,15 0 8 0,-16-7-16 15,0 7-12-15,16 0 1 0,-14 0 0 0,14 0-3 16,-19 0 7-16,6 0 2 0,13 0-7 0,-19 0-1 16,6 0-14-16,13 0 7 0,-17 0 10 15,3 0-5-15,14 0 4 0,-16 0-5 0,16 0-4 16,-19 0 20-16,7 0-9 0,12 0 0 0,-16 0 9 16,3 0-15-16,13 9 11 0,-16-9 16 0,2 9-29 15,14-9 16-15,-16 8 2 0,2-8-7 0,14 8 5 16,-16-8 6-16,16 7-9 0,-16-7-16 0,16 9 18 15,-16-9-12-15,16 8 9 0,-17-8-1 0,17 10 4 16,-14-10-18-16,14 9 3 0,-16-9 0 0,16 10 8 16,-13-10 13-16,13 12-4 0,-15-12-17 0,15 11 13 15,-12 0-12-15,12-11 8 0,0 11 16 0,-17-2-27 16,17-9 13-16,-13 13-7 0,13-2 7 0,-12-1 2 16,12-1-9-16,0-9-5 0,-13 14 14 15,13 0-10-15,0-1 2 0,-11-4 19 0,11 1-15 16,0-10 2-16,0 13 19 0,-14-2-27 0,14 0-1 15,0-11 8-15,0 13-12 0,-11-3 13 0,11 0 3 16,0 0-5-16,0-10 14 0,0 12-16 0,0-3 17 16,0-9-6-16,-13 12-7 0,13-3 20 0,0-9-27 15,0 9-7-15,0 1 5 0,0-10 7 0,0 10-2 16,0-10 15-16,0 11-14 0,0-2-1 0,0-9 17 16,0 11-4-16,0-2-34 0,0-9 2 0,0 10-5 15,0-1 3-15,0-9 37 0,0 10-4 0,0-2-4 16,0-8 4-16,0 10-5 0,0-10-17 15,0 11 15-15,0-3-6 0,0-8 9 0,0 10 18 16,0-1-9-16,0-9-6 0,0 9-4 0,0 0 1 16,0-9-12-16,13 9 2 0,-13 0 9 0,0-2-14 15,13-7 7-15,-13 10 3 0,12-1-9 0,-12-1 9 16,0-1-4-16,13-7-4 0,-13 10-4 0,11 0-6 16,-11-2 3-16,14-8 14 0,-14 9-5 0,13 0 10 15,-13-9-1-15,15 11-1 0,-15-4 5 0,13 2 3 16,-13-9-8-16,16 9-6 0,-16-2 6 0,14-7-14 15,-14 10 20-15,14-10-5 0,-1 10 1 0,-13-10 13 16,15 9-18-16,-15-9 7 0,17 8-1 0,-6 0-6 16,-11-8 6-16,16 7 2 0,-16-7 2 15,16 9 0-15,-4-9 1 0,-12 10-3 0,16-10 0 16,-16 7-7-16,17-7 9 0,-17 0 1 0,13 10-6 16,-13-10 4-16,0 7-17 0,17-7 17 0,-17 0-2 15,13 8 8-15,-13-8 2 0,17 0-26 0,-17 7 25 16,16-7-15-16,-3 0 3 0,-13 0 17 0,14 10-23 15,-14-10 11-15,14 0-2 0,-14 8 7 0,16-8-14 16,-16 0-6-16,17 0 17 0,-5 8-20 0,0-8 9 16,-12 0-6-16,16 8-7 0,-3-8 5 0,-1 0 8 15,-12 0 6-15,15 0-5 0,-1 8-3 0,-14-8 3 16,14 0-16-16,-3 0 8 0,-11 0 6 0,14 8-9 16,-2-8 26-16,-12 0-7 0,12 0 3 15,-12 0 2-15,16 0-18 0,-4 0 8 0,-2 0-8 16,-10 0 0-16,14 0 9 0,-3 0-10 0,-1 0 8 15,-10 0-4-15,17 0 3 0,-6 0 21 0,-1 0-16 16,2 0 19-16,-12 0-20 0,15 0-13 0,-3 0 17 16,1 0 0-16,-13 0 14 0,14 0-1 0,-3 0-7 15,-11 0-12-15,15 0 8 0,-5-7-6 0,-10 7 4 16,15-7-11-16,-3 7-9 0,-12-7 12 0,13-1-6 16,1 8 15-16,-3-8-9 0,-11 2-3 0,15-1 1 15,-3 2-12-15,-12-1 10 0,15-1-3 0,-3 2 0 16,-12-1 7-16,14-1 3 0,-14 1 1 15,14-1 0-15,-14 2-5 0,10-2 3 0,-10 2-6 16,11 0 7-16,-11 5 6 0,0-8-3 0,13 2 11 16,-13-1-7-16,0 3 4 0,11-2-6 0,-11 1 3 15,0 0-4-15,0 0-10 0,0-2 7 0,0 2-4 16,0-2 2-16,11 1 7 0,-11-2-12 0,0 1-3 16,0-1 5-16,0-2-17 0,0 2 9 0,0-2 2 15,0 0-5-15,0 1 12 0,0-2 3 0,0 1-7 16,0 1-3-16,0-1 14 0,0 1-20 0,0 1 14 15,0-2-12-15,0 2-8 0,0 0 4 0,0 0 1 16,0 0 14-16,0 0-8 0,0 0 9 0,0 0 0 16,0-1 0-16,0 1-1 0,0-1 5 15,0 0-17-15,0 0 6 0,0 1-1 0,0-2-16 16,0 0 14-16,0 3-18 0,0-3 17 0,0 3 8 16,0-1 0-16,0-1 5 0,0 3-17 0,0-2-5 15,0 2 7-15,0 6 4 0,0-11 5 0,0 4 13 16,0-1-12-16,0 8 4 0,0-10-8 0,0 2-4 15,0 0-10-15,0 8-2 0,0-10 12 0,0 0-7 16,0 3 11-16,0-1-1 0,0 1-7 0,-11-2 12 16,11 1-3-16,0 1 2 0,-11 0-5 0,11 7-1 15,0-8-12-15,-13 1 8 0,13 7 7 0,0-7-8 16,0 7 12-16,-11-9-8 0,11 3-7 0,0 6 14 16,0-7-9-16,-10 7 6 0,10-9 4 15,0 4-16-15,0 5 16 0,-12-7-19 0,12 7 10 16,0-8 0-16,-11 2-12 0,11 6 22 0,0-7-20 15,0 7 9-15,-13-6 8 0,13 6-12 0,-11-7 16 16,11 7-6-16,0-5-1 0,-11 5-4 0,11-6-5 16,-14 6-4-16,14-7-1 0,-10 7 17 0,10-5 5 15,-9 5-7-15,9-6-1 0,-13 1-17 0,13 5 14 16,-11 0 7-16,11-6 1 0,-11 6-2 0,11-7-23 16,-11 7 18-16,11-5-2 0,0 5 14 0,-11-6-5 15,11 6-10-15,-11-5-4 0,11 5 0 0,-13 0 4 16,13-6-3-16,0 6-2 0,-13 0 4 15,13-7 7-15,-12 7-4 0,12 0 5 0,-11-5-7 16,11 5-1-16,-13-6 7 0,13 6 1 0,-11 0-3 16,11-6-20-16,-11 6-32 0,11 0-43 0,-14 0-27 15,14 0-52-15,-13 0-38 0,13 0-30 0,-15 0-74 16,15 0-15-16,-13 0-89 0,13 0-108 0,-13 0-129 16,13 0-180-16,0 0-130 0,-14 6-47 0</inkml:trace>
  <inkml:trace contextRef="#ctx0" brushRef="#br0" timeOffset="56">10716 10317 1666 0,'0'-4'54'15,"0"1"29"-15,0 0 32 0,0 0 28 0,0 2-26 16,0-1 3-16,0 1-2 0,0 0 3 15,0 0 10-15,0 0 1 0,0 0 27 0,0 1-32 16,0 0-22-16,0 0-40 0,0 0-22 0,0 0 7 16,0 0-19-16,0 0 22 0,0 0-41 0,0 0-3 15,0 0 1-15,0 2-9 0,0-2-2 0,0 5 26 16,-3-2 6-16,3 1 30 0,-2 3 28 0,2 1-8 16,-3 1 14-16,2 0-9 0,-1 2-18 0,2 2-1 15,0-1-6-15,0 1-8 0,0-1 15 0,0 1-10 16,0-2-16-16,0 0-3 0,0-2-13 0,0 0-4 15,0 1 6-15,0-2-7 0,0 2-3 0,2-3 0 16,-2 1 0-16,0-2-13 0,0 1-4 16,0 1 15-16,0-3-9 0,0-1 1 0,0 1 7 15,0 0-16-15,0-2-14 0,0 0 20 0,0 1-14 16,0-4 7-16,0 4 12 0,0-1-5 0,0-1-3 16,0 0-8-16,0-1 8 0,0 1-5 0,0 1 9 15,0-1-13-15,0-2-5 0,4 0-11 0,-4 0-67 16,0 0-62-16,0 0-65 0,0 0-93 0,0 0-105 15,0 0-55-15,0 0-109 0,0 0-94 0,0-2 31 16</inkml:trace>
  <inkml:trace contextRef="#ctx0" brushRef="#br0" timeOffset="57">10556 10268 2048 0,'0'-4'44'0,"-1"1"33"15,1-1 45-15,0 1 36 0,0 1-3 0,0 0 20 16,0-1-5-16,0 3 0 0,0-1 2 0,0-1-11 16,0 2-17-16,0-1-6 0,0 0-27 0,0 1-31 15,0-1-9-15,0 0-10 0,0 1-5 16,0-2-5-16,3 1 13 0,0 1-9 0,2-1 0 15,-2 0-6-15,2-1-15 0,-2 2-8 0,3-1-2 16,1 0 9-16,-1-1-13 0,2 1 16 0,1 1-4 16,-1 0 2-16,2 0 12 0,2 0-22 0,0 0 12 15,0 3-16-15,2-1 9 0,1 1-3 0,0-1-9 16,1 0 14-16,0 0-19 0,3 0 9 0,-2 1-6 16,2 0-1-16,-3 1 3 0,1 1 20 0,-2-2-7 15,0 2-14-15,-2 0-1 0,1 1-31 0,-1 0 26 16,0 2 5-16,-1-2-14 0,0 2 21 0,0 0-26 15,-2 2 14-15,-1 0-2 0,2 0-19 0,-3 2 31 16,0 0-21-16,2 0 19 0,-3 0-1 0,0 0-20 16,-1-2 26-16,1 2-29 0,-3-1 6 15,2-2-1-15,-1 0-20 0,-2 2 22 0,-1 0-1 16,1-1 8-16,0 2-18 0,-3-2 12 0,2-1 7 16,-2 2-10-16,0-1 36 0,0 1-29 0,-5-3-2 15,2 2-5-15,-2-2-16 0,-1 2 20 0,-2-3-3 16,2 2 5-16,-2-1-6 0,-3 0 12 0,1 0 10 15,-1 0-17-15,-3-3 36 0,1 0-26 0,-2 0-2 16,0 0 24-16,0-1-21 0,0-1 28 0,-2-1 9 16,1-1 3-16,-1-1 11 0,2 0-2 0,-3 0-3 15,1 0 9-15,-3-3-15 0,4-1-5 0,-3 1-16 16,0-2 2-16,3-1 2 0,-4-1-9 0,4 0 7 16,-1-1-15-16,2 0 2 0,1 0 2 15,1 2 3-15,1-1-11 0,2 0-4 0,2 1 1 16,-1 0-20-16,3 1 20 0,1 1-21 0,2 0 8 15,-2 0 9-15,3 1-20 0,-1 0 21 0,3 0-8 16,-1 2 1-16,-1-1 0 0,2 1 4 0,-3-1-3 16,3 1-6-16,0 0 10 0,0-1-45 0,0-2-54 15,0 1-26-15,0 1-80 0,3-1-42 0,0-1-42 16,-3 1-56-16,2 0-57 0,-1-1-86 0,1-1-76 16,1 2-78-16,0-2-53 0,-1-1-86 0,1 0 146 15</inkml:trace>
  <inkml:trace contextRef="#ctx0" brushRef="#br0" timeOffset="58">10922 10106 893 0,'0'0'29'16,"0"0"28"-16,0 0 12 0,0 0 26 15,0 0-33-15,0 0-5 0,0 0 17 0,0 0 5 16,0 0 31-16,0 0-4 0,0 0-6 0,0 0 0 15,0 0 3-15,0 0 1 0,0 0 1 0,0 0-21 16,0 0 41-16,0 0-4 0,0 0 1 0,0 0-7 16,0 0-58-16,0 0 0 0,0 0 8 0,0 0-6 15,0 0 13-15,0 0 2 0,0 0-17 0,0-7 18 16,0 7-22-16,0-5-22 0,-13 5 14 0,13-6-2 16,0 6-8-16,-11 0 43 0,11-6-22 0,0 6-3 15,-12 0 16-15,12-5-26 0,-10 5-4 16,10 0-9-16,-10-6 0 0,10 6-10 0,0 0 9 15,-14-7 0-15,14 7-11 0,-11-6 6 0,11 6 0 16,0 0 3-16,-13-7 0 0,13 7-17 0,-12 0-2 16,12-5 3-16,-10 5-4 0,10 0 21 0,-11 0-13 15,11-7 2-15,-14 7-5 0,14 0-3 0,-13 0 13 16,1 0-19-16,12-6 16 0,-15 6-16 0,3 0 7 16,12 0 15-16,-13-7-7 0,0 7 5 0,13 0-9 15,-17 0-3-15,7 0-7 0,10 0 1 0,-15 0 10 16,15 0-8-16,-15 0 9 0,15 0 8 0,-13 0-25 15,13 0-13-15,-12 0 14 0,12 0-15 0,-12 0 8 16,12 0 7-16,-13 0-7 0,13 0 3 0,-13 0 12 16,13 0 0-16,-14 0-9 0,14 0 18 0,-14 0-25 15,14 8 23-15,-16-8-11 0,3 0 3 16,13 6 17-16,-15-6 1 0,15 0 6 0,-16 8-15 16,16-8 1-16,-17 0-18 0,17 8 8 0,-15-8-1 15,15 0 3-15,-14 7-9 0,14-7 7 0,-14 0-7 16,14 0-5-16,0 8 6 0,-16-8-5 0,16 0 12 15,-13 8-7-15,13-8 4 0,0 0-8 0,0 8-1 16,-17-8 1-16,17 7 4 0,0-7 8 0,0 0-5 16,0 8 13-16,-13-8-9 0,13 7-5 0,0-7-4 15,-14 0-1-15,14 8 16 0,0-8-1 0,-14 9-6 16,14-9 6-16,-15 9-15 0,15-9 2 0,0 8 5 16,-15-8-4-16,15 10 6 0,0-10-9 15,-15 9 9-15,15-9-25 0,0 9 9 0,-14-9 18 16,14 9-2-16,0-9 19 0,-13 9-18 0,13-9-9 15,0 10 3-15,-15-10 8 0,15 10-9 0,0-10 7 16,-13 9 1-16,13-9 1 0,0 10 4 0,0-10 12 16,-12 10-29-16,12-10 4 0,0 12 9 0,0-12-18 15,0 10 36-15,0-1-17 0,0-9-11 0,-13 12 13 16,13-4-21-16,0-8 15 0,0 12 19 0,0-3-15 16,0-9 1-16,0 14 5 0,0-4-12 0,0-1 6 15,0-9 5-15,0 14-16 0,0-2 9 0,0-1 2 16,0 1 11-16,0-12-13 0,0 12 8 15,0-2-8-15,0-10-9 0,0 11 1 0,0-11 1 16,0 11 4-16,0-11-11 0,0 12 20 0,0-3-10 16,0-9-4-16,0 12 22 0,0-1-1 0,0-11 5 15,0 12 0-15,0-3-4 0,0-9-28 0,0 13 20 16,0-4-10-16,0 0 6 0,0-9 17 0,0 12-38 16,0-3 10-16,14-9-9 0,-14 11 6 0,0-2 5 15,0-9 14-15,13 11-15 0,-13-11 19 0,0 12-12 16,0-4-2-16,13-8 24 0,-13 10-40 0,0-2 28 15,15-8-4-15,-15 10-4 0,0-10 16 0,13 10-11 16,-13-10 4-16,0 9-6 0,0-9-5 0,16 10 6 16,-16-10-7-16,0 10 0 0,12-10 14 0,-12 9-16 15,0-9-8-15,14 10 19 0,-14-10-22 16,0 10 24-16,0-10 18 0,0 10-22 0,16-10 9 16,-16 9-10-16,13 0-5 0,-13-9 3 0,0 8 6 15,17-8-2-15,-17 10-7 0,16-10 8 0,-16 12-2 16,14-5-2-16,-14-7 2 0,19 10-7 0,-6-10-11 15,0 10 16-15,-13-1-15 0,17-9 10 0,-4 9 18 16,-13-9-2-16,17 9 7 0,-4-9-4 0,-13 7-6 16,17-7-11-16,-17 0 16 0,15 9-14 0,-3-9 9 15,-12 0 6-15,13 0-13 0,-13 9 9 0,12-9-2 16,-12 0 4-16,13 9-10 0,-13-9 4 16,13 0-15-16,-13 0 2 0,14 9 7 0,-14-9-4 15,14 0 14-15,-1 7-21 0,-13-7 8 0,13 0 6 16,-13 0-8-16,15 10 2 0,-15-10 4 0,13 0-8 15,-13 0-6-15,14 9 18 0,-14-9-10 0,14 0-10 16,-2 0 16-16,-12 9-9 0,12-9 3 0,-12 0 5 16,13 0-6-16,-13 9 6 0,14-9-1 0,-14 0-6 15,11 0 1-15,-11 0 3 0,16 0-5 0,-16 0 5 16,12 0-10-16,1 0-2 0,-13 8 3 0,14-8 1 16,-14 0 9-16,13 0-8 0,-1 0-4 0,-12 0 11 15,13 0-1-15,-13 0 6 0,14 0-7 0,-14 0 1 16,15 8-2-16,-15-8-1 0,14 0 5 15,-3 0-8-15,-11 0-1 0,16 0 1 0,-16 0 3 16,16 0 7-16,-3 0-3 0,-1 0-6 0,-12 0 4 16,14 0-8-16,-14 0 6 0,17 0 4 0,-4 0 7 15,-13 0-15-15,17 0 5 0,-17 0-10 0,15 0-4 16,-3 0 12-16,-12 0-3 0,15 0 18 0,-15 0-5 16,15 0 1-16,-15 0-8 0,16 0-8 0,-3 0 9 15,-13 0-1-15,14 0 3 0,-14 0 7 0,16 0-4 16,-16 0 0-16,16-8-4 0,-16 8 5 0,0 0-12 15,14-8 9-15,-14 8-2 0,0-9-7 0,0 9 6 16,14 0 2-16,-14-7 8 0,0 7-6 0,13-8 5 16,-13 8-7-16,14-8-9 0,-14 8 4 15,0-8-3-15,13 8 2 0,-13-9 2 0,0 9 9 16,15-9 3-16,-15 1 0 0,13 8-4 0,-13-8-10 16,0 1-2-16,14 0-8 0,-14 0 14 0,0 7-2 15,12-10-3-15,-12 2 22 0,0-1-15 0,0 3 13 16,12-3-4-16,-12 1-6 0,0 0-1 0,0 1 1 15,0-2 7-15,0 1-6 0,0 0 8 0,14 1-11 16,-14-3-3-16,0 1 2 0,0 0 0 0,0 1-1 16,0 0-5-16,0-1 10 0,0-1-4 0,0 2-14 15,0-1 8-15,0 1-13 0,0 0-1 0,0 0 26 16,0 1-11-16,0-2 3 0,0 1 5 16,0-1-4-16,0 0 8 0,0 0-19 0,0 0 10 0,0-1 0 15,0 2-2-15,0-2 15 0,0 1-11 16,0 1-13-16,0 8 3 0,0-13 8 0,0 2-10 15,0 0 8-15,0 11-5 0,0-11 2 0,0 2-5 16,0 9 1-16,0-13-3 0,-14 13 2 0,14-11 19 16,0 1-10-16,0 1 10 0,0 2-25 0,-14-1 1 15,14-1 8-15,0 9-4 0,0-11 4 16,-14 2-12-16,14 2 5 0,0 0 5 0,0 7 6 0,0-10 15 16,-13 3-18-16,13 7 1 0,0-11 8 0,0 3-13 15,0 1 22-15,-14 7-18 0,14-10-11 0,0 2 14 16,0 1-16-16,-13 0 11 0,13 7-14 0,0-8 7 15,0 0 6-15,0 8 12 0,0-9 15 16,-13 2-29-16,13 7 11 0,0-9-18 0,0 1 12 16,0 2 10-16,-15 6-33 0,15-8 26 0,0 2-7 15,-13 6-1-15,13-9 23 0,0 9-34 0,-12-7 6 16,12 7 3-16,0-8-4 0,-13 8 25 0,13-7-20 16,0 7 11-16,-13-7-1 0,13 7-10 0,0-7 15 15,0 7-24-15,-14 0 18 0,14-7 7 0,-11 7-11 16,11-6 7-16,0 6-23 0,-13-6 4 0,13 6 5 15,0-6 9-15,-14 6 16 0,14-7-25 0,-14 7 9 16,14-7-3-16,-11 7-13 0,11-6 14 16,-15 6-16-16,15-6 10 0,-14 6 9 0,14-6-6 15,-14 6 14-15,14-6-24 0,-16 6 1 0,16-7 15 16,-13 7-10-16,13 0 23 0,-15-6-13 0,4 6 3 16,11 0-2-16,-14-6-11 0,14 6 12 0,-15 0-23 15,15-7 22-15,-14 7-8 0,14 0-6 0,-13-6 20 16,2 6-27-16,11 0 21 0,-12 0-1 0,2 0-13 15,10-7 19-15,-15 7-29 0,15 0 20 0,-15 0 3 16,5 0-4-16,10-5 19 0,-17 5-23 0,8 0 7 16,9 0 1-16,-13 0-9 0,13-7 16 0,-13 7-20 15,13 0 5-15,-11 0 12 0,11 0-15 0,0-5 22 16,-14 5-28-16,14 0 0 0,0 0 17 16,-13 0-8-16,13 0 24 0,0 0-19 0,0 0 1 15,-12 0 1-15,12 0-8 0,0 0 16 0,0 0-24 16,0 0 9-16,0 0-54 0,0 0-65 0,0 0-40 15,0 0-101-15,0 0-40 0,0 0-30 0,-11 0-41 16,11 0-50-16,0 0-55 0,0 0-63 0,0 0-117 16,0 0-59-16,0 0-104 0,0 0 54 0</inkml:trace>
  <inkml:trace contextRef="#ctx0" brushRef="#br0" timeOffset="59">10724 9812 659 0,'0'0'6'0,"0"2"33"16,0-2 34-16,0 0 23 0,0 0-4 0,0 0 17 16,0 0-30-16,0 0 15 0,0 0 29 0,0 0-17 15,0 0 5-15,0 0-13 0,0 0-3 0,0 0-10 16,0 0 7-16,0 0-10 0,0 0-8 0,0 0-15 16,0 0 11-16,0 0-14 0,0 0-6 0,0 0 14 15,-3 0-8-15,0 0 12 0,1 0 10 0,-1 0-3 16,1 0 33-16,-1 0-12 0,2 0-10 15,-3 0 4-15,2 0-49 0,-2 0 26 0,3 0 1 16,-2-3 12-16,-1 3 10 0,1 0-22 0,2 0 1 16,-1 0-11-16,-1 0-10 0,-1 0 17 0,1 0-13 15,-1 0-10-15,1 0 5 0,-2 0-8 0,2-3-3 16,0 0-11-16,-1 3 10 0,-1-2 1 0,1-1-6 16,-4 3 6-16,3 0-14 0,-1-1-8 0,-1 1 16 15,0 0-7-15,-1-2 12 0,1 2 1 0,1 0 1 16,-2 0-4-16,2 0-7 0,0-1 8 0,-1 1-14 15,1 0 4-15,-2-2-4 0,3 2-2 0,-1 0-7 16,1-1 12-16,-3 0-8 0,3 1-9 16,-2-1 29-16,0 0-10 0,1 1 1 0,1 0-4 0,-4 0-10 15,3 0-3-15,-1 0-4 0,1 0 17 16,-1 0-21-16,-2 0-3 0,3 0 20 0,-1 0-34 16,1 3 22-16,-2-3 5 0,2 3-19 0,-2-2 29 15,1 2-11-15,1-1-2 0,-1-1 1 0,0 1-2 16,1-1 2-16,-1 1 3 0,1-1 10 0,0 1-19 15,-1-2 10-15,-1 1-2 0,0 1 0 0,1 1 7 16,-1-2-7-16,1 0-11 0,-1 0 7 0,1 1-10 16,2 0 1-16,0 0 9 0,-1 0-8 0,-1-1 9 15,1 2 3-15,-2-1-7 0,0 1-4 0,2 0 1 16,-2 0 3-16,-1 1 6 0,2-1-5 0,-1 2 2 16,1-2-4-16,-1 1 1 0,-2 0 11 0,2-1 4 15,-3 2-7-15,3 0-3 0,-3 0-4 16,2-2 2-16,-1 2 3 0,2 0 9 0,-1-2-16 15,1 1 6-15,0-1 15 0,0 1-21 0,-1-1 26 16,1 0-27-16,1 0 4 0,-1 1-2 0,1 0 3 16,-1-1 11-16,1 1-13 0,1-2 7 0,1 1-17 15,-1-1 6-15,1 2-9 0,0-3 3 0,1 1 4 16,0 0-7-16,0 1 3 0,-1 0 6 0,2 0 7 16,0-1-1-16,-2 1 3 0,2 0-5 0,-2 1-9 15,0 0 20-15,2 1-13 0,-1-2 2 0,0 2-4 16,-2-1 1-16,3 0 4 0,-2 2-1 15,2-2-9-15,-4 1 5 0,3 1-9 0,-1 0 8 16,0-1 6-16,2 1-7 0,-2-2-4 0,2 3 9 16,-2-2 1-16,1 2 0 0,-1-2 16 0,2 0-27 15,-2 2 14-15,2-1-2 0,-2 0-11 0,2 1 33 16,-3-1-18-16,3 1-10 0,-2-2 28 0,0 2-27 16,2-1 12-16,0 0 5 0,-1 0-7 0,1 0-8 15,-1-1 9-15,2 0 1 0,-1-1-11 0,0 2 29 16,1-1-26-16,-1-1 7 0,1 2-5 0,-1-1-22 15,0-1 20-15,1 3-8 0,-1 0 25 0,0-1-12 16,-1 0 17-16,2 2 3 0,-1-3-23 0,1 1 26 16,-1 1-25-16,1 0-12 0,1 0 10 15,-1 0-5-15,-1 0 11 0,1 1-8 0,1 0 7 16,-1 1 10-16,-1 0-7 0,0 0 8 0,2 2-5 16,-1-2-29-16,2 1 13 0,-2 0 19 0,1-2-4 15,1 2 1-15,0-2-11 0,0 1 0 0,0 0-9 16,0-1 35-16,-2 0-17 0,2-1-4 0,0 1 5 15,-1 0-14-15,-1-1 10 0,2 1 3 0,0-1 0 16,0 1-27-16,0 1 13 0,0 1-4 0,0-3-8 16,0 2 27-16,0-1-1 0,0 0-14 0,0-1 13 15,0 1-7-15,3 0-5 0,-1-1 14 0,1 2-10 16,0-1 5-16,0 0-2 0,0-1 5 16,2 2 5-16,-2-1-3 0,0 0 5 0,-1-1-26 0,1 2 20 15,1-1-10-15,-1-1 8 0,1 1 5 16,-1-1-15-16,0 0 5 0,-1 0-4 0,1-1-1 15,0 0 5-15,1 1-1 0,-1-1-7 0,0 0 14 16,0 1 3-16,-1-2-2 0,4 1 1 0,-3 1-7 16,2 0 2-16,-2-2 9 0,2 2-9 0,1-1 6 15,0-1-10-15,-1 2 3 0,0-1 5 0,0-1 3 16,0 1-1-16,1-2-6 0,0 3-3 0,0-3-1 16,1 2 4-16,-1-1-4 0,-1 2 1 0,4-2-3 15,-4 1 5-15,1 0 2 0,1 1 2 0,-1-2 7 16,2 2-14-16,-2-1-3 0,1-2 15 15,-1 3-11-15,3-3 0 0,-4 2 6 0,3 0-15 16,0-1 15-16,0 0 2 0,-2 0-12 0,2 0 5 16,0 0-18-16,0 0 29 0,-2 0-9 0,2-1-1 15,-1 1 8-15,2 0-25 0,-3-2 23 0,2 2-9 16,-3-1 2-16,3-1 11 0,0 2-19 0,-2-1 12 16,0-1-1-16,2-1-23 0,-3 3 31 0,3-1-13 15,0 0-7-15,-2 0 11 0,2 0-31 0,1 0 13 16,-1 0 9-16,-1 1 1 0,-1-1-4 0,2 0 1 15,-2 0-5-15,2 0-4 0,0 1 16 0,1-1-3 16,-2 0 5-16,1 1 0 0,3 0-2 0,-2 0 9 16,-1-2-5-16,0 3-5 0,2-2 16 15,-2 0-21-15,-2 0 6 0,2 0 10 0,0 0-27 16,-2 0 9-16,0 1 1 0,-1-3 3 0,0 1 15 16,1 0 4-16,0 0-11 0,-1 1-2 0,2-1 1 15,-1 1-16-15,3-1 16 0,-2 1-11 0,1 0 8 16,1 0 7-16,0-1-10 0,0 3 3 0,-1-2-3 15,2 0-4-15,-2 0 7 0,2 0 1 0,-2-1-12 16,3 0 2-16,-2 0 7 0,-1 2-10 0,2-1 1 16,-1 0 13-16,1 0 1 0,-1 2-15 0,1-2 14 15,1 0-11-15,-2 0 8 0,1 1 15 0,-1-2-14 16,1 2 9-16,1-2-17 0,-2 0 14 16,4-1-1-16,-4 2 5 0,-1 2-18 0,2-2 3 15,2 0 1-15,-4 0-11 0,2-1 18 0,2 0 2 16,-4 0-5-16,2-1-4 0,1 0-5 0,-2-1-1 15,1-1 11-15,2 1 6 0,-2 0 1 0,1 1-17 16,0 0-2-16,-1-1 11 0,1 1-8 0,0 1 16 16,-2 0 4-16,1-1-24 0,2-1 5 0,-2-1-9 15,0 0 10-15,2 0 8 0,-1 0 3 0,0 5 0 16,0-5-6-16,0 3 6 0,0-3 7 0,0 4 0 16,1-2-24-16,-2 0 1 0,0-2-2 0,3 1 2 15,-1 0 14-15,-2 0-9 0,5 0-8 0,-5 2 2 16,1-3-2-16,3 0 0 0,-4 2 7 15,2-1 2-15,-4-1-4 0,2 0 12 0,0 0-8 16,0 0 7-16,0 0 8 0,1 1-7 0,-2-1-4 16,-1 0-7-16,2 0-2 0,-1 0-9 0,-1 0 8 15,0 0 3-15,0 0 3 0,1 0 14 0,1 0-1 16,-2 0-13-16,4-2-6 0,0 0 6 0,-3-1-12 16,4 2 13-16,0-1 3 0,-1-1-8 0,-1 1 13 15,2 0-9-15,-2-2 8 0,0 3-2 0,0-2-5 16,0 1 12-16,-3 0-7 0,2 0 9 0,0 0 3 15,0-1-21-15,-2 1 17 0,3 1-12 0,-1-1 2 16,-1 1 8-16,0-1-12 0,-1 0 3 0,0-2-2 16,0 2 8-16,0 0-7 0,-2-2-8 15,2-1 15-15,1 1-1 0,-2 0 8 0,1-2 8 16,0 1-21-16,0 0 2 0,1-2-6 0,-1 2-2 16,0-4 3-16,0 2 5 0,3-2-6 0,-3 2-5 15,0 0 13-15,1-1-11 0,-1 0 11 0,0 1-4 16,0-1-19-16,2 2 18 0,-4-2 0 0,2 1 11 15,0-2-4-15,-2 1-6 0,0 1-1 0,1 0-9 16,-1 0 11-16,-1 0-6 0,1 1-3 0,0-2 11 16,-1 3-9-16,0-2 4 0,0 0 2 0,1 0-14 15,0-2 13-15,-1 1 0 0,0-1-10 0,-2 0 15 16,2-2-10-16,-2 2-3 0,0-1 12 0,3 0-12 16,-3-1 8-16,1 1 7 0,-1-1-13 15,0 1 10-15,0-1 6 0,-1 0-22 0,1 0 20 16,-1 2-8-16,-1-2-5 0,1 0 17 0,1 1-12 15,-2 1 6-15,-1-1-1 0,2 2-10 0,-1-2 9 16,-1 1-5-16,0 0-3 0,0 1 9 0,0 0 9 16,0-1-21-16,0-1 18 0,0 1-8 0,0 0-2 15,0 0 10-15,0-3-2 0,0 3 4 0,-3-1-18 16,3 0 19-16,-1 1-12 0,-2-3 10 0,1 1-2 16,-1 0-6-16,0 1 2 0,1-1-1 0,-1 0-1 15,2-1 10-15,-3 0-25 0,1 0 3 0,-2 0 16 16,1 1-6-16,-1-2 16 0,0 1-18 15,2-1-4-15,-2 2 3 0,0 0 5 0,1 0 9 16,-2 1-19-16,-1 0-4 0,2-1 1 0,1 3 4 16,-1-2 18-16,0-1-9 0,-1 0 2 0,1 0-12 15,0 0 0-15,2 0 10 0,-2-1-8 0,2 3 12 16,-2-2-9-16,1 1 0 0,1 2 6 0,-2-2-15 16,2 2 15-16,-2 1-4 0,0-1-4 0,2-1 13 15,-3-1-22-15,3 1 5 0,-2 0 7 0,0 0 2 16,0 0 1-16,0 0-1 0,1 0-12 0,-2 1-3 15,1-1 14-15,0 0-13 0,0 1 8 0,2-1 4 16,-2 2-8-16,-1-1 4 0,3 2-9 0,-2-2-3 16,2 3 9-16,0-2 6 0,-2 2 8 15,3-1-4-15,-2 0-8 0,-1 2-3 0,1-1 5 0,0 0 20 16,-1-1-8-16,2 2-7 0,-2-1-7 16,1 2-6-16,-2-1 1 0,3-1 0 0,-2 1 4 15,0 0-20-15,0 1 23 0,0-1-1 0,-1-1 10 16,1 0-9-16,1 1 0 0,-3-1 6 0,2 0-12 15,-1 0 14-15,-2 0-19 0,2 2 9 0,1-3 5 16,-1 1-7-16,-1 2 10 0,-2-1-18 0,4-2 1 16,-3 2 14-16,2 0-8 0,-3-1-1 0,2 1 6 15,-1-1-2-15,2 1 7 0,-3 0 10 0,-1 1-2 16,2-1-20-16,0-1 15 0,-3 1-22 0,2 0-2 16,-1 1 20-16,-1-1-24 0,-2 1 21 15,-1-1 7-15,3 1-1 0,0 1-7 0,0-2 4 16,0 1-6-16,1 0-14 0,-2 0 17 0,4 1-10 15,0-2-9-15,-3 2 29 0,1 0-14 0,1-2 15 16,-2 3 8-16,1-1-33 0,2 0 10 0,-1 0-12 16,3 1 0-16,-1-1 14 0,1 0-5 0,1 0 4 15,0 1 9-15,-1 0-6 0,0 0 5 0,1 1-9 16,0-3-1-16,-1 2 8 0,-2 0-6 0,2 0 13 16,1 0-28-16,0-1 12 0,0 1 7 0,-4-1-2 15,3 2 16-15,1-1-18 0,-1-1 6 0,-1 1-2 16,0 0 3-16,-1 0 5 0,1 0-19 15,2 0 5-15,-4 0-2 0,3-1-3 0,-1 1 12 16,1-1-11-16,1 2 5 0,-2-3 7 0,0 3-3 16,2-1 6-16,-1-1-18 0,1 1 10 0,-2 0 3 15,0 0 0-15,1 0 6 0,-1-1-8 0,-1 2-4 16,1-3 7-16,0 3-3 0,1 0 0 0,-1 0-6 16,-2 0-5-16,3 0 7 0,-2 0-2 0,3-3 9 15,-1 1-17-15,-2 2 9 0,2-2 10 0,-1 0-6 16,2 2 16-16,-1 0-26 0,0-1 7 0,1 0 0 15,-3 1 3-15,3 0 14 0,-1 0-13 0,0 0 5 16,0 0 3-16,1 0-1 0,-2 0-17 16,1 0 4-16,0 0-3 0,1 0-3 0,-1 0 25 15,-1 0-12-15,1 0-13 0,-2 0 15 0,2 0-7 16,1 0-8-16,-3 0 12 0,2 0-7 0,-2 0 0 16,3 0 16-16,1 0-16 0,-1 0 5 0,0 0-9 15,-1 0 6-15,1 0 11 0,0 0-2 0,2 0 4 16,0 0-15-16,-2 0 11 0,3 0-14 0,-2 0 1 15,-1 0 23-15,2 0-25 0,0-3 27 0,-2 2-7 16,2 1-15-16,-2 0 7 0,3 0-13 0,-1 0 9 16,0 0-49-16,0 0-62 0,0 0-91 0,2 0-120 15,-1 0-58-15,0 0-87 0,-1 3-51 0,1-3-68 16,-1 3-160-16,0 2-133 0,0-1-252 16,3 1 99-16</inkml:trace>
  <inkml:trace contextRef="#ctx0" brushRef="#br0" timeOffset="60">6676 8594 870 0,'0'0'26'0,"0"0"15"0,0 0 33 16,0 0 17-16,0 0-13 0,0 0-18 15,0 0-17-15,0 0 5 0,0 0 21 0,0 0 30 16,0 0 5-16,0 0-14 0,0 0-1 0,0 0-8 16,0 0 1-16,0 0 3 0,0 0 1 0,0 0-13 15,0 0 54-15,0 0 24 0,0 0-15 0,0 0 1 16,0 0-56-16,0 0 0 0,0 0-6 0,0 0 26 15,0 0-2-15,0 0-27 0,0 0 15 0,0 0-27 16,0 0-3-16,0 0 30 0,0 0-7 0,0 0-1 16,0 0 9-16,0 0-27 0,0 0-1 0,0 0 1 15,0 0-20-15,0 0 11 0,0 0-15 0,0 0-4 16,0 0-4-16,0 0-32 0,0 0 13 0,0 0-8 16,0 0 6-16,0 0 2 0,0 0-9 15,0 0 16-15,0 0-7 0,0 0 15 0,0 0-2 16,0 0-3-16,0 0-1 0,0 0-9 0,0 0-2 15,0 0 3-15,0 0 17 0,0 0-11 0,0 0 23 16,0 0-23-16,0 0-14 0,0 0-6 0,-14 0-7 16,14 0 34-16,-11 8-12 0,11-8 12 0,-13 7-11 15,13-7-22-15,-14 8 31 0,3-1 5 0,11-7-14 16,-17 9 3-16,7-2-10 0,10 2 16 0,-17-9 6 16,6 11 4-16,11-2-12 0,-16-1-9 0,3-8 17 15,13 12 10-15,-14-2 5 0,3-1-11 0,11 0 1 16,-14 1-26-16,1 0 17 0,13 0-12 0,-14 2-13 15,2-2 28-15,12 0-20 0,-15 0 11 16,4 0 27-16,11-10-21 0,-16 12 5 0,16-1 6 16,-14-1-16-16,2-10 4 0,12 12-13 0,-13 0 11 15,13-1-29-15,-14 1 19 0,14-3-10 0,-15 2 7 16,15-2 3-16,-14-1-10 0,14 2 19 0,-16-10-2 16,16 12 20-16,-14-4-17 0,14 2 7 0,-14-3-45 15,14 2 12-15,-15-1 3 0,15-8-7 0,-12 12 32 16,12-3-23-16,0 1 6 0,-13-3-3 0,13-7-2 15,0 13 3-15,-15-4-1 0,15-2-16 0,0 2 15 16,-15-9-3-16,15 11-1 0,0-2 11 16,-15-1-13-16,15 0 3 0,0 1 3 0,-13 0 9 0,13 0-18 15,0 0 11-15,-16 1 0 0,16 1-2 16,0-2-2-16,-14 0 13 0,14 0-26 0,0 0 17 16,0 0 4-16,0 0-10 0,-16 1 36 0,16-2-16 15,0 0 2-15,0 1-5 0,0-2-12 0,0 2-7 16,0-1 19-16,0 2-9 0,0-10-10 0,0 12 9 15,0-2-12-15,-13-1-4 0,13 0 20 0,0-1 7 16,0 1 2-16,0-1-4 0,0-1-2 0,0 3-1 16,0-1-11-16,0 0 19 0,0 0-16 0,0 0 5 15,0 0 4-15,0-9 0 0,0 14 9 0,0-2-18 16,0-1 9-16,0-1-6 0,0 1 18 16,0-1-1-16,0 1-17 0,0 1 12 0,0-1-16 0,0 1-23 15,0-1 33-15,0-1-20 0,0-10 8 16,0 16 37-16,0-4-42 0,0-12 18 0,0 15 7 15,0-3-45-15,0-1 44 0,0-11-21 0,0 14-19 16,0-14 50-16,0 14-27 0,0-4 28 0,0-10-25 16,0 13-11-16,0-13 17 0,13 13-16 0,-13-2 19 15,0-11-15-15,12 14-10 0,-12-2 3 0,0-3 0 16,0 2 21-16,13-11-11 0,-13 14-3 0,0-1 21 16,14-2-11-16,-14 0 6 0,0 0 0 0,0 0-20 15,13 0 0-15,-13-2-3 0,11 2 10 16,-11-1-6-16,0-1 22 0,14 1-14 0,-14-10 2 0,0 13-1 15,12-3-5-15,-12-1 15 0,0-9-9 16,15 12 3-16,-15-2-9 0,11-1 1 0,-11-9 1 16,10 10 14-16,-10 0 3 0,0-10-12 0,14 11 11 15,-14-3-1-15,0-8-27 0,13 13 18 0,-13-5-2 16,12-8-13-16,-12 13 10 0,10-5 8 0,-10-8-10 16,13 11 0-16,-13-11 17 0,12 11-6 0,-12 0 0 15,11-11 13-15,-11 11-16 0,14-1-21 0,-14-10 10 16,10 11-16-16,-10-11 21 0,11 10 11 0,-11-10-10 15,14 11 11-15,-14-11-5 0,11 11 9 0,-11-11-16 16,10 9 14-16,-10-9-12 0,14 10 1 0,-14-10 17 16,10 10-17-16,-10-10 2 0,0 0-2 15,12 11 0-15,-12-11 3 0,11 0 2 0,-11 10-4 16,10-10-2-16,-10 9 8 0,0-9 3 0,15 0-7 16,-15 10 5-16,13-10-17 0,-13 10-4 0,13-10 29 15,-4 0-9-15,-9 11 6 0,13-11-13 0,-13 9-23 16,12-9 23-16,-12 0-8 0,13 9 20 0,-13-9-6 15,14 0-4-15,-14 11 8 0,10-11-16 0,-10 0 13 16,11 9-17-16,-11-9 1 0,0 0 12 0,14 10-16 16,-14-10 6-16,10 0 10 0,-10 10-5 0,9-10 13 15,-9 0-4-15,0 0-15 0,14 0 7 0,-14 10-11 16,0-10 10-16,12 0 4 0,-12 0-8 0,0 0 6 16,0 0-13-16,0 0 7 0,0 0 13 15,0 0-12-15,0 0 6 0,0 0-12 0,0 0 4 16,0 0 16-16,9 0-18 0,-9 0 14 0,0 0-31 15,0 0 2-15,0 0 11 0,0 0-1 0,0 0 4 16,0 0-1-16,0 0 11 0,0 0-5 0,0 0 10 16,0 0-7-16,0 11-1 0,0-11 3 0,11 0-6 15,-11 0 10-15,0 12-11 0,0-12-11 0,0 0 12 16,0 0-10-16,11 0 7 0,-11 0 2 0,0 0 0 16,0 0 1-16,0 0-2 0,0 0 5 15,0 0 5-15,0 0 12 0,0 0-14 0,0 0 13 16,0 0-17-16,0 0-4 0,0 0 5 0,0 0-3 15,0 0-41-15,0 0-40 0,0 0-55 0,0 0-56 16,0 0-12-16,0 0-34 0,0 0-26 0,0 0-31 16,0 0-64-16,0 0-52 0,0 0-25 0,0 0-97 15,0-9 8-15,0 9-28 0,0 0-16 0,0-13-18 16</inkml:trace>
  <inkml:trace contextRef="#ctx0" brushRef="#br0" timeOffset="61">6629 10059 1791 0,'0'0'33'15,"0"0"27"-15,0 0 44 0,11 0 25 0,-11 0 42 16,0 0 1-16,0 0-22 0,0 0 14 0,0 0-54 16,0 0-26-16,0 0 14 0,0 0-12 0,0 0-5 15,0 0 11-15,0 0-4 0,0 0-14 16,0 0 23-16,0 0-7 0,0 0-18 0,0 0-7 16,0 0-23-16,0 0 17 0,0 0-7 0,0 0 6 15,0 0-21-15,0 0-16 0,0 0-16 0,0 0-2 16,0 0 4-16,0 0-16 0,0 0 21 0,0 0-10 15,0 0 12-15,0 0 13 0,0 0-5 0,0 0 0 16,0 9 1-16,0-9 6 0,0 0 8 0,0 10-9 16,0-10 14-16,0 10-5 0,0-1-11 0,0-9 20 15,0 14-10-15,11-4-10 0,-11 0 19 0,0-1-30 16,0 1-5-16,0 0 16 0,0-1-19 0,11 2 16 16,-11-2 0-16,0 0-5 0,0-9 16 0,0 13-24 15,0-3 4-15,11-10 2 0,-11 12-16 0,0-12 41 16,0 11-37-16,0-11 6 0,0 11-14 15,0-11-4-15,0 0 14 0,0 0 5 0,0 10-1 16,0-10 5-16,0 0 4 0,0 0 2 0,0 11 3 16,0-11-10-16,0 0 5 0,0 12-23 0,0-12 3 15,0 0 15-15,0 11-6 0,0-11 10 0,0 0 5 16,0 11 1-16,0-11 23 0,0 0 5 0,0 0-7 16,0 11 3-16,0-11-12 0,0 0 3 0,0 11 30 15,0-11-14-15,0 0 6 0,0 0-4 0,-14 0-8 16,14 0 11-16,-13 0-25 0,13 0 1 0,-15 0-11 15,15 0 0-15,-15 0 10 0,1 0-9 0,3 0 5 16,0 0-33-16,-3 0 29 0,3 0-2 16,-2 0-11-16,0 0 19 0,2 0-31 0,-1 0 12 15,1 0 6-15,11 0-21 0,-16 0 14 0,3 0-7 16,2 0-18-16,11 0 18 0,-16 0-11 0,3 0 0 16,13 0 5-16,-15 0 4 0,4 0 19 0,11 0-24 15,-16 0 9-15,16 0 4 0,-13 0-31 0,13 0 37 16,-14 0-9-16,14 0-25 0,0 0 19 0,0 0-10 15,-13 0 5-15,13 0 9 0,0 0-2 0,0 0-20 16,0 0 16-16,0 0-2 0,0 0 0 0,0 0-1 16,0 0-24-16,0 0-26 0,0 0-53 0,0 0-47 15,0 0-79-15,0 0-54 0,0 0-57 0,0 0-148 16,0 0-40-16,0-11-153 0,0 11-127 0,0-15-43 16</inkml:trace>
  <inkml:trace contextRef="#ctx0" brushRef="#br0" timeOffset="62">7168 10097 750 0,'0'2'7'0,"0"-2"12"0,0 0 1 0,0 0 13 16,0 0 7-16,0 0 12 0,0 0-11 16,0 1 7-16,0 1 26 0,0-2-17 0,0 0 46 15,0 0 0-15,0 0-12 0,0 2 14 0,0-2-28 16,0 0-9-16,0 0-12 0,0 0-10 0,3 0 1 15,-3 0 8-15,2 0-6 0,-2 0 2 0,0 0-1 16,0 0-7-16,0 0 4 0,0 0-3 0,0 0 8 16,0 0 3-16,0 0-6 0,0 0 12 0,0 0-1 15,0 0-5-15,0 0 12 0,0 0-8 0,0 0 1 16,3 0 34-16,-3 0 3 0,3 0 16 0,1 0 1 16,-1 0-38-16,0 0-2 0,3 0 6 0,-3 0-3 15,4 0 5-15,-3 0 16 0,3 0-18 16,0 0 8-16,-2 0 0 0,2-2-24 0,-1-1-12 15,0 1-1-15,2 1 8 0,-2-1-1 0,-1 0-7 16,2-2-17-16,-1 3-16 0,3-1 8 0,-2-1 6 16,-1 1 7-16,1-1 3 0,2 1-10 0,-3 0 4 15,2 0-1-15,-1-1-4 0,-1 0 6 0,3 0 10 16,-1-1 17-16,-1 2-6 0,-1-1-8 0,3-1-27 16,-2 1-4-16,-1-1 13 0,-1-1-14 0,2 2 26 15,0-2-20-15,-1 1 24 0,1 0-8 0,-3-2-15 16,4 1 7-16,-2 0-28 0,-1-2 32 0,2 1-2 15,-1-2-10-15,2 2-14 0,-2-1-5 0,0-2 5 16,1 1 7-16,-1 0-17 0,0-2 5 0,-1 0 8 16,1 1-2-16,1-2 9 0,-1-1-2 15,2 0-7-15,-3 1-6 0,1-2 34 0,-1 2-11 16,1-1-5-16,2-1-1 0,-2 1 5 0,1-1-17 16,-1-2 6-16,-1 1 10 0,2-1-5 0,-2 1 10 15,2 0-11-15,-4 1 13 0,2-3-6 0,-2 3-8 16,3-1 1-16,-3 2 2 0,0-1-19 0,1 0 22 15,-1-3 17-15,0 4-12 0,0-1 3 0,-1 1-4 16,1-1-20-16,-1 1-5 0,-1 1 10 0,4-2-10 16,-4 2 15-16,2-1-10 0,-1 0 12 0,0 0-5 15,-1 0-9-15,1 0 6 0,-1-1-1 0,1 0 4 16,-2 0 4-16,0 0 3 0,0-1-15 0,0 0 11 16,0 0-4-16,0 0 5 0,0 1-1 15,0-1 4-15,0 2 8 0,-3-1-8 0,3 0 11 16,-2 0-27-16,-1 1-14 0,3 0 17 0,-2 0-15 15,1 1 14-15,-1 0 22 0,1-1-30 0,-1 0 5 16,-1 2 7-16,2-3 3 0,-1 2 6 0,-1-1-13 16,1 2 9-16,-1-3-21 0,1 2 9 0,2 1 16 15,-3 0-25-15,2-1 8 0,-1 1 4 0,0 0-11 16,-1 1 0-16,2 1 3 0,-1-1 3 0,0 1 3 16,0 1 17-16,0 0-17 0,0 0-13 0,1 2 4 15,-1 0 1-15,-1-1-4 0,1 1 14 0,2-1 6 16,-3 1-16-16,2-1 5 0,-1 0 3 0,0 2-14 15,2-2 3-15,-3-1 10 0,1 2-8 16,1 0-7-16,-1 0 14 0,-2-1-6 0,2-1-1 16,1 0 18-16,-2-1-9 0,1 2-11 0,-1-2 11 15,0 2-7-15,-1-3-2 0,-1 3 13 0,2-2-5 16,-1 2-9-16,1-1-9 0,-2 2 5 0,2-2 6 16,0 0 3-16,-1 0-12 0,-1-1 9 0,1 1-15 15,-1 0 21-15,1-1 12 0,0 1-24 0,1-2 10 16,-2 3-9-16,2 0 11 0,-2 0 4 0,2-1-13 15,-3 2 11-15,1 0-12 0,2 0 11 0,-2-1-8 16,2-2-13-16,-2 3 9 0,2-1 4 0,-3 0 6 16,1 1 8-16,0 0-6 0,2 0-7 15,-2 1 5-15,2 0-7 0,-3 0 4 0,3 2-4 16,-2-2 6-16,2 1 0 0,-2 0-8 0,0-2-3 16,2 2 2-16,-2 0-9 0,1 0 15 0,1 1 10 15,-2-1-21-15,3 0 20 0,-1 3-8 0,0-2-15 16,0 1 31-16,1 1-18 0,-1 0 0 0,1 0 7 15,2 0-14-15,-1 0 8 0,1 0-8 0,0 0 6 16,0 0 1-16,0 0-7 0,0 0 13 0,0 0-1 16,0 0-11-16,0 0 8 0,0 0-5 0,0 0 2 15,0 0 13-15,0 0-12 0,0 0 6 16,0 0-2-16,0 0 7 0,0 0-7 0,0 0-1 0,0 0 4 16,0 0-20-16,0 0 16 0,0 0-4 0,0 0-5 15,0 0 0-15,0 0 11 0,0 0 2 16,0 0 5-16,0 0-7 0,0 0-7 0,0 0 1 15,0 0-9-15,0 0 17 0,0 0-15 0,0 0-2 16,0 0 23-16,0 0-10 0,0 0 3 0,-5-3 7 16,5 3-21-16,-1-3 9 0,-1 0 8 0,1 1-10 15,-1 1-1-15,2 0-1 0,-2 0 3 0,2 0 8 16,-1 1 3-16,1 0-12 0,-2-1-7 0,2 1-8 16,0 0 13-16,-1 0 12 0,1 0-3 0,-2 0 6 15,2 0-16-15,0 0 2 0,0 0 1 0,0 0-7 16,0 0 2-16,0 0 10 0,0 0-7 15,0 0 7-15,0 0-2 0,0 0 2 0,0 0-3 16,0 0 7-16,0 0-1 0,0 0-21 0,3 0 9 16,-3-2-8-16,0 2 3 0,2 0 6 0,-2 0 8 15,0 0 4-15,0 0-6 0,0 0-2 0,1 0-13 16,-1 0-4-16,0 0 15 0,0 0 21 0,0 0-13 16,0 0 3-16,0 0-2 0,0 0-23 0,0 0 25 15,0 0 0-15,0 0-15 0,0 0 1 0,0 0-9 16,0 0 13-16,0 0 8 0,0 0 6 0,0 0-2 15,0 0-15-15,0 0-6 0,0 0 6 0,0 0-8 16,0 0 13-16,0 0 6 0,0 0-11 0,0 0 18 16,0 0-15-16,0 0-9 0,0 0 10 15,0 0-6-15,0 0-3 0,0 0 24 0,0 0-21 0,0 0-14 16,0 0 0-16,0 0 8 0,0 0 6 16,0 0-6-16,0 0 25 0,0 0-31 0,0 0 13 15,0 0 3-15,0 0-7 0,0 4-2 0,-3-4 3 16,0 5 14-16,1 0-6 0,-1 0 14 0,0 0-13 15,-3 3 8-15,4-1-6 0,-2 2-13 0,0-1 0 16,-1 1 2-16,2-1-2 0,0 1 23 0,0-1-4 16,0 0-3-16,-2 1 6 0,2 0-17 0,0-2 10 15,1-2 4-15,-1 2-9 0,1-2 2 0,1 2 2 16,-1-2-5-16,-1 0 9 0,3 0 0 0,-2-2-9 16,2 1 7-16,-1 0-4 0,-1-2-9 15,2-2-9-15,0 0 0 0,0 0 12 0,0 0 1 16,0 0 16-16,-1 0-11 0,1 0-15 0,0 0 26 15,0 0 4-15,0 0 8 0,0 0-18 0,0 0-13 16,0 0 2-16,0 0-4 0,0 0 26 0,0 0-3 16,0 0-6-16,0 0-14 0,0 0 15 0,0 0-5 15,0 0-11-15,1 0 25 0,2-2-34 0,-1-2 6 16,-2 0 13-16,3-1-24 0,-1 0 23 0,1-3-11 16,-1 1 4-16,1-1 3 0,-1 2 6 0,1-2 3 15,1 1-1-15,-1 1 11 0,0 0-13 16,-1-1-8-16,1 0-4 0,-1 0-7 0,1-1 3 15,0 2 3-15,2-2 11 0,-2 2 2 0,-1-1-8 16,4 0 9-16,-3 0-9 0,0-1-2 0,1 2 5 16,-3 0 3-16,2 1-5 0,-1-1 10 0,1 3-11 15,-1-1-5-15,-1 1 2 0,-1 1 5 0,2 1 4 16,-2-1-7-16,3 2 10 0,-3-2-14 0,1 1 12 16,-1 1 11-16,0-2-12 0,0 2-8 0,0 0-2 15,0 0 2-15,2 0 3 0,-2 0 0 0,0 0-4 16,0 0-12-16,0 0-2 0,0 0 11 0,0 0 5 15,0 0-1-15,0 0 10 0,0 0-2 0,0 0-19 16,0 0 17-16,0 0-16 0,0 0 3 0,0 0 11 16,0 0-5-16,0 0 3 0,0 3-8 15,0-1-2-15,0 1-3 0,0-2 15 0,0 1-3 16,0 0 10-16,1 1 5 0,3 0-12 0,-1 1 11 16,0 0-20-16,0 0 7 0,1 1 7 0,-1 0-11 15,0 0 18-15,3 3-10 0,-3-2-7 0,2 1 18 16,3-1-15-16,-3 1 6 0,1 0 6 0,3 0-6 15,-1 0 9-15,0-1-2 0,2 2-17 0,-2-2-1 16,1 1 3-16,2 0-3 0,-3 0 24 0,2 1 2 16,-1-3-16-16,2 2 4 0,-1-1 1 0,-1 0-4 15,0-1-4-15,1 0 2 0,-2-2-8 0,1 1 0 16,-4 1 15-16,2-3-8 0,-1 0 11 16,-3-1 2-16,2 1-12 0,-1 1 8 0,-2-1-21 15,0-1 6-15,-1-1 2 0,-1 0 4 0,0 0 10 16,0 0-12-16,0 0 10 0,0 0-6 0,0 0 0 15,0 0 8-15,0 0-5 0,0 0-7 0,0 0-4 16,0 0 23-16,0 0-7 0,0 0-5 0,-1 0 4 16,-1 0-19-16,2 0 1 0,0 0-28 0,0 0-50 15,0 0-76-15,0 0-61 0,0 0-62 0,0 0-42 16,0 0-80-16,0 0-91 0,0 0-86 0,0 0-77 16,0 0-62-16,0 0-78 0</inkml:trace>
  <inkml:trace contextRef="#ctx0" brushRef="#br0" timeOffset="63">9820 10162 528 0,'0'0'12'0,"0"0"19"0,0 0-4 16,0 0 5-16,0 0 6 0,0 0-3 0,0 0 16 15,0 0 2-15,0 0 0 0,0 0-1 16,0 0 3-16,0 0 11 0,0 0-4 0,0 0 7 15,0 0-19-15,0 0 0 0,0 0 8 0,0 0 4 16,0 0 27-16,0 0-1 0,0 0-8 0,0 0-3 16,0 0-1-16,0 0-9 0,0 0-1 0,0 0-2 15,0 0-14-15,0 0 17 0,0 0 5 0,0 0 43 16,0 0 32-16,0 0-17 0,0 0-5 0,0 0-54 16,0 0-6-16,0 0-1 0,0 0-6 0,0 0 0 15,0 0-3-15,0 0 28 0,0 0-8 0,0 0 12 16,0 0-29-16,0 0-7 0,0 0 15 0,0 0-29 15,0 0 20-15,0 0 0 0,0 0-13 0,0 0 8 16,-13 0 5-16,13 0-21 0,0 0 8 16,0-5 0-16,0 5-20 0,-13 0-16 0,13-5 20 0,0 5-6 15,-11-6 2-15,11 6 2 0,0-6-5 16,-14 6 3-16,14-5 6 0,-13 5 19 0,13-7-16 16,-15 7-14-16,15-5 5 0,-15 5-5 0,3-6-19 15,12 6 29-15,-16-7-10 0,2 1-12 0,14 6 10 16,-16-7-3-16,2 7 8 0,14-6 0 0,-16 6 6 15,3-6-8-15,13 6-7 0,-16-6-12 0,2 6 11 16,14 0 6-16,-19-6-5 0,19 6 1 0,-19-6-10 16,7 6-16-16,12 0 13 0,-16-6 19 0,2 6-3 15,14-7 9-15,-18 7-5 0,2 0-3 0,1-5-3 16,0 5 0-16,0 0-9 0,0-7 10 16,0 7 2-16,2 0 4 0,-3-6-2 0,3 6-11 15,-1 0 3-15,0-7-8 0,1 7 4 0,1 0 2 16,-1 0-13-16,13-7 2 0,-17 7 15 0,2 0-12 15,1 0 7-15,1 0 4 0,13 0 1 0,-18-5 8 16,3 5-1-16,1 0 7 0,1 0-10 0,1 0-23 16,-4 0 20-16,5 0-18 0,-3 0-4 0,-1 0 27 15,1 0-14-15,0 0 0 0,0 0-3 0,-1 0-6 16,1 0 10-16,-2 0-7 0,4 0 18 0,-4 0-5 16,3 0-6-16,-1 0 15 0,14 0-11 0,-14 0-14 15,1 0 2-15,13 0 1 0,-16 0-10 0,16 0 17 16,-14 0-5-16,14 0 4 0,-14 0-6 0,14 0 4 15,-16 0 7-15,16 0-15 0,-16 0 4 16,16 0-7-16,-17 0-1 0,3 0 4 0,14 0 25 16,-19 0-12-16,4 0 2 0,-2 0-10 0,4 0-20 15,-1 0 29-15,-2 0-3 0,2 0 4 0,14 0 13 16,-19 0-27-16,4 0 10 0,15 0 0 0,-18 0 5 16,18 0 3-16,-19 0-14 0,6 0 10 0,13 0-30 15,-17 0 19-15,4 0 4 0,13 0 1 0,-19 0 8 16,5 0-13-16,14 0-6 0,-16 0-11 0,2 0 15 15,14 0 9-15,-19 0 2 0,5 0-2 0,1 0-14 16,0 0 11-16,-2 0-8 0,2 0 12 0,-1 0 1 16,0 0-16-16,0 0 8 0,-1 0-6 15,0 0 10-15,0 0 6 0,2 0-5 0,-1 0-1 16,0 7-12-16,0-7 10 0,3 0 12 0,-3 0 4 16,14 0-7-16,-16 0-26 0,2 0-2 0,14 0 12 15,-15 0-3-15,4 0 17 0,11 8-3 0,-16-8-17 16,16 0 16-16,-14 0-9 0,0 0 7 0,14 0-3 15,-16 7-2-15,4-7-1 0,12 0-7 0,-17 0 8 16,5 9-3-16,12-9 9 0,-16 0-8 0,2 6 10 16,14-6-6-16,-13 0 2 0,13 0 6 0,-17 9-3 15,17-9-16-15,-14 0 1 0,14 0 4 0,-14 0 0 16,14 0 21-16,0 8-11 0,-15-8 6 16,15 0-11-16,0 0-12 0,-14 8 17 0,14-8-12 15,0 0 16-15,-16 6 9 0,16-6-16 0,-13 0 3 16,13 8-20-16,-14-8 12 0,14 0 21 0,-14 7-11 15,14-7-10-15,-14 8 5 0,14-8-15 0,-13 0-10 16,13 9 37-16,-17-9-14 0,17 8-4 0,-15-8 15 16,15 0-17-16,-17 8 15 0,17-8 2 0,-13 7 1 15,13-7 10-15,0 0-27 0,-17 0-2 0,17 9 16 16,-13-9-11-16,13 0 15 0,0 0-2 0,0 8-17 16,-15-8 16-16,15 0-8 0,0 9-3 0,0-9 21 15,0 0-24-15,0 0 3 0,-15 8 14 0,15-8-15 16,0 0 7-16,-14 0 2 0,14 9-9 0,0-9-13 15,-14 0 8-15,14 10 2 0,-14-10 0 16,14 0 20-16,0 8 7 0,-14-8-23 0,14 0 7 16,0 9-11-16,0-9-17 0,-16 0 36 0,16 0-7 15,0 0 6-15,0 8-9 0,0-8-8 0,-13 0-1 16,13 0 2-16,0 0 15 0,0 9-14 0,0-9 7 16,0 0-10-16,0 0 7 0,0 0 6 0,0 0-13 15,-13 9 13-15,13-9-18 0,0 0 8 0,0 0 9 16,-14 10-2-16,14-10 2 0,0 9-14 0,0-9 12 15,0 0-13-15,0 12 4 0,-13-12 7 0,13 0-4 16,0 9 20-16,0-9-3 0,0 0 4 16,-13 0-15-16,13 10-7 0,0-10 9 0,0 0-5 0,-13 0 2 15,13 10-2-15,0-10-22 0,-13 0 16 16,13 11 14-16,0-11-9 0,0 0 7 0,0 0 6 16,-14 0-9-16,14 10 7 0,0-10 20 0,0 0-8 15,0 0-4-15,0 0-14 0,0 0 5 0,0 0-5 16,0 8 11-16,0-8-1 0,0 0-3 0,0 0 11 15,0 0 2-15,0 0-8 0,0 0-5 0,0 0-5 16,0 0-7-16,0 0 33 0,0 0-48 0,0 0-8 16,0 0 8-16,0 0-21 0,0 0 41 0,0 0 7 15,0 0-17-15,0 0 10 0,0 0 5 0,0 0-10 16,0 0 3-16,0 0 2 0,0 0-4 0,0 0 3 16,0 0 4-16,0 0-51 0,0 0-57 15,0 0-85-15,0 0-106 0,0 0-99 0,0 0-145 16,0 0-188-16,0 0-155 0,0-7-109 0</inkml:trace>
  <inkml:trace contextRef="#ctx0" brushRef="#br0" timeOffset="64">7780 10105 806 0,'0'0'33'0,"0"0"10"0,0 0 23 0,0 0 32 16,0 0-12-16,0 0-26 0,0 0 3 0,0 0-3 16,0 0 9-16,0 0 25 0,0-8 6 0,0 8-16 15,0 0-19-15,0 0 16 0,0 0-13 0,0-6 3 16,0 6-14-16,0 0 2 0,0 0-2 0,0 0-1 15,0 0 80-15,0 0-13 0,0 0 7 0,0-6-13 16,0 6-66-16,0 0-7 0,0 0-12 16,0 0 2-16,0 0-8 0,0 0-5 0,0 0 8 15,0 0-5-15,0 0-8 0,0 0 5 0,0 0-9 0,0 0-13 16,0 0 10-16,0 0 0 0,0 0-2 16,0 0 4-16,0 0-11 0,0 0-12 0,0 0 7 15,0 0 11-15,0 0-6 0,0 0 5 0,0 0-21 16,-12 6 12-16,12-1 5 0,-12-1 5 0,12-4 5 15,-14 8-17-15,14-2 7 0,-12 2-5 0,0-2 5 16,12 2-1-16,-15-1 8 0,3 2-3 0,0-1-5 16,12 1 10-16,-14 1-10 0,1-2 14 0,2 1 0 15,11-1-12-15,-13 1 27 0,1-1-13 16,12-2 7-16,-13 0 18 0,13-6-26 0,-10 8-5 16,10-2 1-16,-10-6-12 0,10 8-2 0,0-8 20 15,0 7-7-15,-10-7-15 0,10 0 16 0,0 6-25 16,0-6 23-16,-10 0-5 0,10 0-1 0,0 6-2 15,0-6-2-15,0 0 4 0,0 0-10 0,0 0 6 16,0 0 0-16,0 7 8 0,0-7 24 0,0 0-8 16,0 5-8-16,0-5 17 0,0 0-14 0,0 6 36 15,0-6 7-15,0 0 16 0,0 7 9 0,0-7-27 16,12 0 4-16,-3 8-12 0,2-8-19 0,3 8 25 16,0-8-19-16,-1 9-10 0,3-9 14 0,3 8 4 15,1-8-7-15,1 7 2 0,0-7-20 0,-3 0-25 16,2 10 19-16,-3-10-2 0,1 7 6 15,-3-7 20-15,-2 0-11 0,-13 0-24 0,14 9 11 16,-14-9-7-16,13 0-22 0,-13 0 38 0,0 0-5 16,0 0-21-16,0 0 16 0,12 0-15 0,-12 0-15 15,0 0 5-15,0 0 12 0,0 0-2 0,0 0 3 16,0 0-8-16,0 0 0 0,0 0 7 0,0 0 4 16,0 0 13-16,0 0-4 0,0 0-6 0,0 0-4 15,15 0-12-15,-15 0-23 0,12 0-76 0,-12 0-77 16,13 0-73-16,-13 0-77 0,14 0-93 0,-14 0-46 15,16 0-52-15,-5 0-69 0,0 0 38 0</inkml:trace>
  <inkml:trace contextRef="#ctx0" brushRef="#br0" timeOffset="65">8572 9833 1882 0,'0'0'48'0,"0"-8"43"0,0 2 26 16,0 6 116-16,0-7-29 0,0 7-11 0,0 0 7 15,0-4-71-15,0 4 4 0,0 0 14 0,0 0-3 16,0 0-26-16,0-5-13 0,0 5-10 0,0 0 4 16,0 0-15-16,0 0 15 0,0 0-34 0,0 0-18 15,0 0 8-15,0 0 4 0,0 0 2 0,0 0-4 16,0 0 4-16,0 0-28 0,0-7 13 15,0 7 7-15,0 0-4 0,0 0 8 0,0 0-17 16,0 0 2-16,0 0-17 0,0-7 2 0,0 7-7 16,0 0-9-16,0-7 7 0,0 7-30 0,0 0 18 15,0-8-11-15,16 8-6 0,-16-9 22 0,0 9-1 16,0-9 1-16,0 9-9 0,0-9 5 0,0 1-16 16,0 8-1-16,0-10 19 0,0 0-15 0,0 10 13 15,0-12-10-15,0 3 14 0,0 0-10 0,0 1 5 16,0 8 14-16,0-10-6 0,0 10 9 0,0-10 2 15,0 10 6-15,0 0-21 0,0 0 1 0,0 0-11 16,0 0-20-16,0 0 16 0,0 0-14 16,0 0 1-16,0 0 19 0,0 0-12 0,0 0-2 15,0 0-5-15,0 0 1 0,0 0 2 0,0 0 14 0,0 0 1 16,0 0-11-16,0 0-2 0,0 0 11 16,0 0 2-16,0 13 4 0,0-4-2 0,0 1-2 15,0 0 6-15,0-3-8 0,0 2 12 0,0 1-8 16,0 0-10-16,0 0 7 0,0 0-19 0,0-1 17 15,0 1-7-15,0-1 7 0,0-2 4 0,0 2-27 16,0-9 47-16,0 8-25 0,0-8 4 0,0 10 16 16,0-10-31-16,0 8-1 0,0-8 24 0,0 0-17 15,0 0 16-15,0 7-7 0,0-7-2 0,0 0 13 16,0 0-14-16,0 0 15 0,0 0-15 0,0 0 11 16,0 0-4-16,0 0 2 0,0 0 3 15,0 0-16-15,0 0-3 0,0 0 8 0,0 0-5 16,0 0 4-16,0 0 2 0,0 0-72 0,0 0-57 15,0 0-94-15,0 0-109 0,0 0-28 0,0 0-37 16,0 0-80-16,0 0-29 0,0 0-98 0,0 9-114 16</inkml:trace>
  <inkml:trace contextRef="#ctx0" brushRef="#br0" timeOffset="66">7695 10878 740 0,'0'0'18'15,"0"0"-6"-15,0 0 23 0,0 0-9 0,0 0-2 16,0 0 15-16,0 0-7 0,0 0 22 0,0 0 9 16,0 0 3-16,0 0-19 0,0 0 8 0,0 0-3 15,0 0 2-15,0 0 31 0,0 0-14 16,0 0 10-16,0 0 15 0,0 0-16 0,0 0 4 0,0 0-14 16,0 0-7-16,0 0-8 0,0 0 13 15,0 0 14-15,0 0 3 0,0 0 53 0,0 0 0 16,0 0-28-16,0 0-10 0,0 0-51 0,0 0-14 15,0 0-2-15,0 0-5 0,0 0 26 0,0 0-17 16,0 0-1-16,0 0 1 0,0 0-33 0,0 0 10 16,0 0 5-16,0 0-3 0,0 0 2 0,0 0 12 15,0 0-9-15,0 0 11 0,0 0-8 0,0 0-7 16,0 0-8-16,0 0-3 0,0 6 5 0,0-6-10 16,0 0-3-16,0 0 4 0,0 0 11 0,0 0-3 15,0 0 9-15,0 0-15 0,0 0 1 0,0 0 13 16,0 5-1-16,0-5 6 0,0 0-4 15,0 0 15-15,0 4 27 0,0-4-24 0,0 6 18 16,0-6-7-16,0 5-26 0,0-5 26 0,0 6-5 16,0-1-4-16,11-5 11 0,-11 6-15 0,12 0-6 15,-12-6 12-15,0 7-19 0,13-2 25 0,-13-5-1 16,13 9-10-16,-13-9 4 0,0 8-15 0,16-1 7 16,-16-7-12-16,12 9 4 0,-12-3 4 0,0-6-3 15,0 7-2-15,13-7 12 0,-13 8 3 0,0-8-2 16,0 0 8-16,0 8-12 0,0-8 17 0,0 7-17 15,14-7 6-15,-14 9-1 0,0-9-20 0,0 8-2 16,14-8 6-16,-14 9 4 0,0-9 3 0,15 9 11 16,-15-9-10-16,0 8-2 0,15-8-6 15,-15 9-8-15,13-9-10 0,-13 0 4 0,0 7-2 16,0-7 15-16,14 8-3 0,-14-8-9 0,0 0 1 16,0 10 3-16,11-10-7 0,-11 7 6 0,0-7 12 15,15 9-20-15,-15-9 11 0,15 10 10 0,-15-10-12 16,15 12 24-16,-15-2-2 0,15-10-13 0,-15 14-5 15,15-4-14-15,-15-10 6 0,15 12-18 0,-15-2 19 16,15-10 4-16,-15 13-7 0,15-13 29 0,-15 12-10 16,13-12-19-16,-13 9 5 0,0-9-8 0,14 0 16 15,-14 0 1-15,0 0 13 0,13 10 9 0,-13-10-15 16,14 0 18-16,-14 0 1 0,13 12-28 16,-2-12-6-16,-11 11-3 0,19-11 15 0,-6 10-3 15,-1-10 17-15,1 0-7 0,-1 12-36 0,0-12 28 16,0 12-13-16,2-12-18 0,-4 11 22 0,4-11-14 15,-3 9-8-15,0-9 32 0,3 0-32 0,-2 11 7 16,-12-11-21-16,18 10 10 0,-5-10 5 0,1 0-6 16,-1 10 29-16,-2-10-16 0,3 10 9 0,-1-10-4 15,1 9-1-15,-1-9-11 0,3 10 11 0,-4-10 9 16,4 9-16-16,-2-9 14 0,2 9-9 0,-2-9-5 16,1 9 21-16,2-9-15 0,0 9 6 0,-1-9 2 15,0 10 4-15,0-10 5 0,1 10-5 0,-1-10 5 16,0 7-15-16,-2-7 9 0,2 0-2 15,-3 7-4-15,-1-7-1 0,2 0 1 0,-1 0 4 16,1 10 4-16,2-10-5 0,0 0 0 0,2 0 0 16,-1 8 2-16,2-8-5 0,-3 0-5 0,2 0-4 15,-3 0 8-15,-1 9 15 0,0-9-7 0,0 0 9 16,-1 0-15-16,-2 0-5 0,3 0 12 0,-1 0-10 16,1 0 6-16,-1 0 0 0,1 0-4 0,0 0 1 15,-2 0 7-15,3 0-7 0,-2 0 2 0,-1 0-1 16,1 0-15-16,1 0 19 0,2 0-13 0,-2 0-6 15,-1 0 13-15,0 0-12 0,1 0 10 0,-1 0-3 16,1 0-3-16,-3 0 6 0,3 0-7 0,-3 0 13 16,2 0-17-16,-13 0-5 0,17 0 17 15,-4-9 0-15,-1 9 4 0,-12 0-3 0,15 0-12 16,-1-8 2-16,-14 8 6 0,18 0 5 0,-3 0 3 16,-2-10-22-16,1 10 8 0,-3 0-3 0,2-7 2 15,1 7 11-15,-14 0-5 0,18-9-7 0,-1 9 5 16,-4-8 0-16,1 8-1 0,0 0-4 0,-14-8 7 15,16 8-6-15,-16-8 3 0,16 8 9 0,-16 0-11 16,15 0 10-16,-15-8-7 0,13 8 5 0,-13 0-8 16,17-7 3-16,-17 7 8 0,16 0-11 0,-2-11 12 15,-14 11-4-15,13-9-14 0,1 9 9 0,-14 0-8 16,15-8 13-16,-15 8-1 0,15 0-3 0,-15-9 10 16,16 9-16-16,-16 0 11 0,17-9-4 15,-17 9-11-15,15-9 6 0,-15 9 7 0,15 0 13 16,-3-9-26-16,-12 9 4 0,13 0-8 0,-13-9 4 15,12 9 16-15,-12 0-8 0,14-9 12 0,-14 9-1 16,16 0-2-16,-16-10 4 0,13 10-2 0,-13-9-19 16,14 9 15-16,-14 0 3 0,13-11-9 0,-13 11-5 15,12-10 11-15,-12 10 2 0,14 0-8 0,-14-11 16 16,12 11-39-16,-12-9 11 0,12 9 5 0,-12 0-13 16,0-11 32-16,16 11-32 0,-16-10 13 0,14 10 11 15,-14-9-11-15,11 9 34 0,-11-10-22 0,14 10-3 16,-14-10 11-16,12 10-13 0,-12 0 7 15,0-8 7-15,12 8-23 0,-12-10 7 0,0 10-5 16,13 0 13-16,-13-8 10 0,0 8-14 0,11-10 3 16,-11 10-11-16,0-7 6 0,0 7 9 0,11-8 7 15,-11 8-16-15,0 0 1 0,14-10-7 0,-14 10-5 16,0-8 17-16,10 8-17 0,-10-8 9 0,0 8-4 16,14-8 4-16,-14 8 20 0,0-8-19 0,14 8 10 15,-14-8-1-15,0 8-11 0,0 0 16 0,14-8-17 16,-14 8 9-16,0 0-4 0,0-9 1 0,11 9 7 15,-11-7-19-15,0 7 10 0,0-8 0 0,13 8-2 16,-13-8 6-16,0 8-11 0,0-9 7 16,14 9-3-16,-14-8 3 0,0 1 2 0,12 7-5 0,-12-8 0 15,0 8 2-15,13-7 8 0,-13 7-19 16,0 0 13-16,0-7-7 0,0 7-14 0,0 0 34 16,0 0-21-16,0 0 2 0,0 0 14 0,0 0-21 15,0 0 12-15,0 0 1 0,0 0-5 0,0 0 3 16,0 0 6-16,0 0-10 0,0 0 2 0,0 0 4 15,0 0-17-15,0 0 20 0,0 0-8 0,0 0-4 16,0 0 4-16,0 0 7 0,0 0 5 0,0 0-6 16,0 0 4-16,0 0-11 0,0 0 1 0,0 0 7 15,0 0-6-15,0 0 1 0,0 0-10 0,0 0-2 16,0 0 15-16,0 0-9 0,0 0 17 16,0 0 7-16,0 0-16 0,-13 0 3 0,13 0-1 15,0 0-17-15,-15 0 16 0,15 0-7 0,-14 0 11 16,14 0-6-16,-13 0 3 0,13-9-2 0,-14 9-6 15,14 0 10-15,-13 0-16 0,13 0 5 0,-14 0-4 16,14-7 1-16,-14 7 3 0,14 0 8 0,-13 0 0 16,13 0-12-16,-11 0 7 0,11 0-9 0,0 0 4 15,0 0 13-15,-12 0 1 0,12 0 0 0,0 0-2 16,0 0-12-16,0 0-8 0,0 0 13 0,0 0-9 16,0 0 15-16,0 0 4 0,0 0-10 0,-12 0 3 15,12 0-3-15,0 0-6 0,0 0 13 0,0 0-3 16,0 0-1-16,0 0 0 0,0 0-20 0,0 0 8 15,0 0 1-15,0 0 9 0,0 0 12 16,0 0-4-16,0 0-4 0,0 0-12 0,0 0-5 16,0 0 8-16,0 0 7 0,0 0-4 0,0 0-9 15,0 0 1-15,0 0-4 0,0 0 13 0,0 0 13 16,0 0-10-16,0 0-2 0,0 0 1 0,0 0-1 16,13 0 0-16,-2 0 6 0,-11 0-1 0,18 0-2 15,-5 0 5-15,0 0-1 0,2 0-6 0,-3 0 4 16,1 0-3-16,3 0-3 0,-3 0 11 15,-1 0-14-15,-12 0-1 0,18 0 11 0,-6 0-11 16,-12 0 6-16,16 0 8 0,-16 0-16 0,0 0 7 0,13 0 19 16,-13 0-9-16,0 0-4 0,0 0 2 15,0 0-8-15,0 0-3 0,0 0 13 0,0 0-4 16,0 0-7-16,0 0 4 0,0 0 7 0,0 0-9 16,0 0 5-16,0 0 0 0,0 0-17 0,0 0 9 15,0 0-4-15,0 0 6 0,0 0-3 0,0 0-12 16,0 0 1-16,0 0-9 0,0 0 4 0,0 0 21 15,0 0-13-15,0 9 21 0,0-9-6 0,0 8 4 16,0 0 2-16,0-1-10 0,0 3 15 0,0 0-13 16,0 2 6-16,0-1 3 0,0 3-5 0,0 0 4 15,0 0-5-15,0 0-4 0,0 0 6 0,0 1 7 16,0-3-2-16,0 3-8 0,0-3-2 0,0 1-8 16,0-2-2-16,0-1 12 0,0 0-5 0,0 0 3 15,0-1 3-15,0-9-1 0,0 0 5 16,0 11-13-16,0-11 14 0,0 0-11 0,0 10 1 15,-13-10 14-15,13 0-20 0,0 0 13 0,0 0 0 16,0 0-5-16,0 0 11 0,0 0-3 0,0 0 10 16,0 0-9-16,0 0 4 0,0 0-38 0,0 0-87 15,0 0-100-15,0 0-138 0,0 0-124 0,0 0-155 16,-16 0-172-16,16 0-115 0,-19 0-146 0</inkml:trace>
  <inkml:trace contextRef="#ctx0" brushRef="#br0" timeOffset="67">8607 11714 1227 0,'0'0'36'0,"0"0"23"0,0 0 47 0,0 0 28 16,0 0 13-16,0 0 14 0,0 0-9 0,0 0 66 15,0 0-12-15,0 0-26 0,0 8 0 0,0-8-71 16,0 0-25-16,0 0 11 0,0 0-14 0,0 6-5 16,0-6 6-16,0 0 17 0,0 0 15 0,0 0 1 15,0 7 9-15,0-7-24 0,0 7-10 0,0-7-3 16,0 8-11-16,0-1 10 0,0 1-30 0,0 1-4 16,0-2 7-16,0 3-13 0,0-2 9 0,14 1-2 15,-14 1-13-15,0 0-3 0,0 1-16 0,0 0 12 16,0-2-10-16,0 1 5 0,0 0 8 15,0-10-13-15,0 11-7 0,0-11-3 0,0 10-3 16,0-10-6-16,0 0 4 0,0 0-7 0,0 11 12 16,0-11-17-16,0 0 12 0,0 0-7 0,0 0-2 15,0 0-42-15,0 0-92 0,0 0-126 0,13 0-165 16,-13 0-191-16,0 0-219 0,0 0-115 0</inkml:trace>
  <inkml:trace contextRef="#ctx0" brushRef="#br0" timeOffset="68">10403 8595 744 0,'0'0'16'0,"0"0"17"16,0 0 19-16,0 0 14 0,0 0 18 0,0 0 9 15,0 0-11-15,0 0-25 0,0 0-10 16,0 0-9-16,0 0 17 0,0 0 20 0,0 0-7 15,0 0 7-15,0 0-11 0,0 0 13 0,0 0-15 16,0 0-5-16,0 0-8 0,0 0-3 0,0 0-2 16,0 0-8-16,0 0 0 0,0 0 1 0,0 0 3 15,0 0 2-15,0 0 7 0,0 0-9 0,0 0 54 16,0 0 6-16,0 0 18 0,0 0-18 0,0 0-39 16,0 0-2-16,-15 4 8 0,15-4 5 0,0 6-18 15,0-6-3-15,0 5-31 0,-15-1 10 0,15 2 22 16,0 0-10-16,-14-1-16 0,14 1 3 0,-14 0-21 15,2 2 6-15,12-1 25 0,-17 2-10 16,6-1 3-16,-3-1 11 0,1 2-24 0,2 1 29 0,0-2 8 16,0 0-5-16,-1 1 11 0,12 0-35 0,-15 1 12 15,3-1-11-15,12 0 29 0,-15 0-8 16,15 1-11-16,-14 0 22 0,3-3-20 0,11-7 15 16,-13 11-10-16,2-3-12 0,11-8-23 0,-14 10 17 15,14-2 0-15,-14-8-21 0,14 11 12 0,-10-1-1 16,10-2-10-16,-13 0 7 0,13 1 17 0,-12-1-40 15,12 1 20-15,-9 1 11 0,9-2-32 0,0 1 45 16,-12 1-16-16,12-1-17 0,0 1 18 0,-12 0-18 16,12-1 12-16,0 2 14 0,-13-1 3 0,13 1-4 15,0 0 5-15,-12-1-19 0,12 1-10 0,0-2 22 16,-12 2-31-16,12-1 17 0,0 0-2 16,-11 1-22-16,11-1 19 0,0 1-6 0,0-2-2 15,-14 1 11-15,14 0-3 0,0 0 0 0,0-2 8 16,0 2-17-16,-11-2 9 0,11 2 17 0,0-2-6 15,0 2-14-15,0 0 12 0,0-1-13 0,-12 0 15 16,12 0 18-16,0 1-28 0,0-2 8 0,0 2-15 16,0-3 6-16,0 2-1 0,0-3 4 0,0 3 4 15,0-9 0-15,0 10 11 0,0-1-24 0,0-1-1 16,0-8 10-16,0 9-4 0,0 0 4 0,0-1 5 16,0 1-14-16,0-9 4 0,0 11 11 0,0-2-7 15,0-9 15-15,0 11-2 0,0-2-2 0,0-9-1 16,0 9-20-16,0 0-2 0,0-9-4 15,0 10 13-15,0-1 2 0,0-9 2 0,0 10 8 16,0-10-18-16,0 11 7 0,0-2 8 0,0-9-9 16,0 10-8-16,0-10 34 0,0 10-25 0,0-10 25 15,0 11 3-15,0-11-34 0,0 11 7 0,0-11-6 16,0 12 14-16,0-12-6 0,0 13 11 0,0-13-13 16,12 13-9-16,-12-3 4 0,0-10-7 0,0 13 2 15,0-13-7-15,0 13 36 0,11-13-9 0,-11 12-19 16,0-12 5-16,0 0-21 0,0 10 16 0,13-10 9 15,-13 0 21-15,0 0-16 0,0 12-18 0,0-12 15 16,12 0-18-16,-12 12 16 0,0-12-3 16,0 10-3-16,10-10-6 0,-10 10-4 0,0-10 21 15,0 11 8-15,0-11-3 0,14 11 0 0,-14-11-20 16,0 0 1-16,0 11 18 0,0-11-22 0,11 0 30 16,-11 10-8-16,0-10-6 0,0 10 17 0,13-10-28 15,-13 9-4-15,0-9 9 0,11 10-2 0,-11-10 8 16,0 0 10-16,11 12-17 0,-11-12 1 0,0 0 2 15,12 8-14-15,-12-8 18 0,0 0-2 0,0 11 7 16,13-11 1-16,-13 0-7 0,0 9-10 0,16-9-8 16,-16 0 21-16,11 9-34 0,-11-9 17 0,11 0-3 15,-11 0-1-15,0 9 16 0,0-9 0 0,14 0-2 16,-14 10-8-16,0-10 1 0,0 0-18 0,0 0 1 16,13 10 9-16,-13-10 28 0,0 0-6 15,0 0 19-15,11 10-24 0,-11-10-16 0,0 0 15 16,0 0-12-16,0 10 14 0,14-10-12 0,-14 0 14 15,0 0-4-15,0 0-6 0,0 0 1 0,0 0-2 16,0 0 11-16,0 0-9 0,0 0 7 0,0 0-1 16,0 0-11-16,0 0 4 0,0 0 7 0,0 0-11 15,0 0-2-15,0 0 0 0,0 0 16 0,0 0-12 16,0 0 17-16,0 0 1 0,0 0-24 0,0 0 5 16,0 0 9-16,0 0 4 0,0 0-10 0,0 0 4 15,0 0-57-15,0 0-34 0,0 0-53 0,0 0-50 16,0 0-42-16,0 0-75 0,0 0-62 15,0 0-40-15,0 0-85 0,0 0-16 0,0 0-24 16,0 0-48-16,0 0-16 0</inkml:trace>
  <inkml:trace contextRef="#ctx0" brushRef="#br0" timeOffset="69">9937 9735 910 0,'-14'0'-5'0,"14"0"16"16,0 0 3-16,0 0 12 0,-12 0 23 0,12 0 2 15,0 0 15-15,0 0 5 0,0 0-20 0,0 0 19 16,0 0 8-16,0 0 15 0,0 0 19 0,0 0 3 16,-12 0-4-16,12 0-9 0,0 0 4 15,0 0-20-15,0 0-4 0,0 0 49 0,0 0-5 0,0 0-1 16,0 0 3-16,0 0-63 0,0 0-15 16,0 0 9-16,0 0-14 0,0 0 7 0,0 0 1 15,0 0-26-15,0 0 12 0,0 0-19 0,0 0 40 16,0 0 21-16,0 0-28 0,0 0 43 0,0 0-38 15,0 0 6-15,0 0 8 0,0 0-40 0,0 0-2 16,12 0-11-16,-12 0 14 0,12 7-9 0,-12-7 8 16,14 9-14-16,-5-9-7 0,-9 8 23 0,11-2-14 15,0-6 12-15,-11 9-1 0,13-9-22 0,-3 9-2 16,-10-1 4-16,12-8-7 0,-1 9 19 0,-11 0 2 16,14-1-5-16,-4-1 3 0,-10-7-6 0,14 9 8 15,-1-2-9-15,-4-7 9 0,-9 8-3 0,17-8-6 16,-5 8-6-16,-1-8 10 0,1 0-6 15,-12 9 2-15,13-9 4 0,0 0 2 0,-13 0 8 16,14 7-9-16,-14-7 6 0,14 0-15 0,-14 0 19 16,0 0 20-16,11 0-16 0,-11 0-1 0,0 0 5 15,0 0-37-15,0 0 14 0,0 0 10 0,0 0-18 16,0 0 43-16,0 0 20 0,0 0 7 0,0 0-10 16,0 0 5-16,0 0-4 0,13 0-11 0,-13 0 16 15,0 0-14-15,0 0-31 0,0 0 4 0,0 0-1 16,0 0-4-16,0 0 13 0,0 0-1 0,0 0-3 15,0 0-20-15,0-9 20 0,0 9-7 0,0-12-20 16,0 1 15-16,0 0 4 0,0 1-25 0,0-3 1 16,0-1 16-16,17-1-29 0,-17-1 26 15,13-1 4-15,-13 0-12 0,0-2 2 0,16 3-18 16,-16 0 14-16,17 2-31 0,-17 2 28 0,14 2 10 16,-14 10-17-16,0-12 41 0,0 12-26 0,0-11-5 15,13 11-19-15,-13 0-23 0,0 0-1 0,0-13 0 16,0 13 33-16,0 0 13 0,0 0-3 0,0-10-5 15,0 10 6-15,0 0-9 0,0 0 3 0,0-9 1 16,0 9-6-16,0 0 6 0,0 0 1 0,0 0-2 16,0 0-5-16,0 0 9 0,0 0-10 0,0 0 14 15,0-13-7-15,0 13-18 0,0 0 2 0,0 0-23 16,0 0-52-16,0 0-73 0,0 0-64 0,0-12-75 16,17 12-78-16,-17-10-47 0,0 10-68 15,0-10-102-15,0 10-44 0,0 0-81 0,0-11 30 16</inkml:trace>
  <inkml:trace contextRef="#ctx0" brushRef="#br0" timeOffset="70">9688 9145 1305 0,'0'0'1'0,"0"0"42"0,0 0 34 15,0 0 29-15,0-7 18 0,0 7-7 16,0 0-1-16,0 0-13 0,0 0 6 0,0 0 50 16,0-6 5-16,0 6 4 0,0 0-20 0,0 0-41 15,0 0-25-15,0 0 2 0,0 0 8 0,0 0-21 16,0 0 0-16,0-5-21 0,0 5 22 0,0 0-18 15,0 0-15-15,0 0 8 0,0 0-17 0,0 0-34 16,0 0 4-16,0 0-12 0,0 0-23 0,-12 0 33 16,12 0 13-16,-10 0-13 0,10 0 21 0,0 7-7 15,-14-7-15-15,14 7 6 0,-11-1-18 16,11 0 5-16,-13 0 4 0,13 2 3 0,-12-2 10 16,12 2-12-16,0-2-1 0,-13 3 7 0,13-2-4 15,0 0 9-15,-12 1 3 0,12 0 8 0,0-1-11 16,0 0 3-16,0 0 5 0,0 1-21 0,0-2 23 15,0 2-6-15,0-2 10 0,0 2 8 0,0-2-22 16,0 1 19-16,0-2-15 0,0 2 14 0,12 0 5 16,-12-2 2-16,11-5 5 0,-11 9-3 0,13-3 23 15,-13-6 3-15,14 7 23 0,-4-7-3 0,-10 7 2 16,12-7-16-16,-1 0 8 0,-11 0 2 0,16 0-9 16,-16 0 16-16,14 0-25 0,0 0-1 0,-14 0-1 15,13 0 5-15,-13 0 4 0,11 0-7 0,-11 0-19 16,14 0 1-16,-14 0-5 0,0 0 12 0,12-9 10 15,-12 1-44-15,0 8-15 0,0-9 11 16,12 0-7-16,-12-1 20 0,0 3-7 0,0-1-19 16,0-2 9-16,0 2 1 0,0-3 4 0,0 1 4 15,0 0-29-15,0-1 7 0,0 0 6 0,0 2-1 16,0-1 16-16,-14 0-8 0,14 2 10 0,0 0 0 16,-13 8-12-16,13-10-4 0,-15 3-30 0,15 7 13 15,-12-9-10-15,12 9 32 0,-14 0 15 0,14-8-26 16,-12 8 21-16,12 0-20 0,0 0-10 0,-13 0 11 15,13 0-24-15,0 0-44 0,-16 0-38 0,16 0-49 16,0 0-28-16,-10 0-55 0,10 0-46 16,0 7-44-16,0-2-48 0,0-5-77 0,0 9-63 0,0-1-75 15,0-8-76-15</inkml:trace>
  <inkml:trace contextRef="#ctx0" brushRef="#br0" timeOffset="71">10996 9818 1043 0,'0'0'31'0,"0"0"23"0,0 0 6 0,0 0 25 15,0 0-21-15,0 0 0 0,0 0 14 0,0 0-3 16,0 0 6-16,0 0 12 0,0 3 11 16,0-3-6-16,0 0 10 0,0 0-5 0,0 0-2 15,0 0 14-15,0 0-7 0,0 0-10 0,3 0-9 16,-3 0 13-16,0 0-5 0,2 0 19 0,1 0-19 15,0 0-15-15,-1 0 7 0,2-2-1 0,-1 0 17 16,-1-1-3-16,1 1-8 0,2 0-11 0,0-1-6 16,-2 0 8-16,2-1 2 0,2 1-17 0,0-1 4 15,-1-1-15-15,1 0 13 0,0 1-5 0,1-2-2 16,0 0-12-16,0-1-1 0,2 0 8 0,-2 0 4 16,1-2-6-16,2 1-6 0,-3-2-16 0,3 1-5 15,0 1 34-15,-3-2-24 0,2-1 36 16,-1 2-13-16,0-1-7 0,-4-1-13 0,2 2 1 15,-1-1 4-15,3-1-11 0,-4 1 23 0,2 0-38 16,-1 0 4-16,0-1-2 0,2 2-10 0,-2-1 17 16,-1 0 7-16,0 1-9 0,0-2-6 0,0 0 11 15,1 1-16-15,-3 0 3 0,0-1 18 0,3 0-19 16,-4 0 9-16,1 0 10 0,2 0-13 0,-2 0 2 16,2-1-12-16,-2 2-13 0,0-1-1 0,0 0 11 15,0-1-5-15,1 1 3 0,-3-1 9 0,3 0-29 16,-3 1 25-16,1-1-15 0,-1 1-2 0,2 1 17 15,-3-1-3-15,0-1 11 0,2 1-6 0,-1 2-5 16,-1-2-3-16,0 2-1 0,0-1-1 0,0-1 4 16,0 1-8-16,0 1 10 0,0-1 6 0,0 2-13 15,0-3 7-15,0 0-12 0,0 2-8 16,0 0 12-16,0-2-2 0,-3 1 7 0,3 1 0 16,-4-1-9-16,2 2-5 0,1-1-3 0,-3 0 5 15,4 1 8-15,-1-1 12 0,-1 0-8 0,0 0 1 16,2 0-9-16,-3-1-11 0,0 2 16 0,1-1-7 15,-1 0 21-15,0 0-9 0,0 0-8 0,2 1 4 16,-1-1-20-16,0 2 12 0,1-1 2 0,-2-1-3 16,1 2 7-16,0 0-14 0,-2 1 4 0,0-2-6 15,1 2 11-15,0 1 6 0,-3 1-8 0,4-1 13 16,-1 0-20-16,2-2 0 0,-1 2 6 16,0 1 2-16,-1-2 1 0,2 1 5 0,-1-2-11 0,-1 1-6 15,-1 1 24-15,0 2-19 0,-1-3 26 16,2 2-20-16,0-1-10 0,1-1 15 0,-1 1-24 15,0 2 12-15,0-4-15 0,-1 0 8 0,1 2 5 16,-1 0 15-16,2 0 3 0,-1-1-13 0,2-1 8 16,-1 1-19-16,2 1 14 0,-2 0 2 0,1-1 0 15,-1 0 21-15,1-1-18 0,-3 1-6 0,-1 0 3 16,2 2-17-16,-3-2 26 0,3 3-8 0,-2-3-15 16,4 2 16-16,-3 1-20 0,3-1 12 0,-1 1-1 15,-1-3-1-15,1 3 4 0,-1 0 9 16,0 0-14-16,-3 0 5 0,3 0 6 0,1 0-11 15,-1 1 17-15,0 0-14 0,1 0-12 0,-1-1 7 16,0 1 2-16,0-1 8 0,-2 0 12 0,0 0-16 16,2 0 3-16,0 0 0 0,0 0-8 0,-2-1 6 15,0 0-1-15,2 0-5 0,-3 1 14 0,3-1-6 16,-2 1 5-16,3-1-2 0,-1 1-13 0,0 1 11 16,0-1-4-16,0 0-1 0,-1-1 3 0,0-1-8 15,1 2 8-15,0-1-1 0,-1-1-1 0,0 2-1 16,0-1 3-16,1 0 0 0,1 1-1 0,-2 0 17 15,1 0-24-15,1 0 10 0,-1 0 10 0,3 0-12 16,-3 1 5-16,1 1-3 0,2-1-1 0,-1 0-3 16,-1 0 7-16,-1-1-7 0,3 1-5 15,-2 0 6-15,-1 1 9 0,3 1-12 0,-2-2 12 16,1 1-8-16,-1 0-17 0,1 0 23 0,-2-1-10 16,3 0 8-16,0 2 7 0,0-2-13 0,-2 1-2 15,2 0-15-15,0 0-6 0,0 1 20 0,-1-3 3 16,-1 3 25-16,1-1 2 0,-1 0-22 0,2 0-9 15,-2-2 0-15,2 2 2 0,-1-1 3 0,-1 1 7 16,2 0-3-16,-2 0-7 0,2 1 4 0,-3-2 6 16,3 2-15-16,0 0 14 0,-1 0-2 0,1-1-3 15,0 1-14-15,0 0 3 0,0 0-3 0,0-2-11 16,0 2 31-16,0 0-16 0,0 0-7 0,0 0 21 16,0 0-18-16,0 0 12 0,0 0 0 15,0 3-10-15,0 0 16 0,0 1-10 0,0-1 16 16,0 0-6-16,0 1-2 0,0-1 2 0,-4 3-9 15,1-1 12-15,2 0-19 0,-1 2 7 0,-1-2 14 16,0 3-14-16,2-1 10 0,-1 0-1 0,-3 0-7 16,3 1-9-16,-1-1 16 0,-2 1 0 0,2-1 4 15,0 2 12-15,-1-1-15 0,0 1 0 0,0 1 2 16,0-1-9-16,1 0 3 0,0 0-6 0,0 0-6 16,0-2 15-16,1 0 3 0,-1 2-7 0,0-3 6 15,1 2-17-15,1-2 0 0,-1 2 7 0,1-1-1 16,-1-4 11-16,2 2-1 0,-2-2 7 0,2 1-6 15,0-2-8-15,-1-2-3 0,1 0 9 16,0 2 2-16,0-2-10 0,0 0 15 0,0 1-20 16,0-1-1-16,0 0 32 0,0 0-24 0,0 0 22 15,0 0-8-15,0 0-17 0,0 0 21 0,0 0-12 16,0 0 6-16,0 0 1 0,0 0-14 0,0 0 10 16,0 0-2-16,0-3-8 0,0-1 11 0,0 1-7 15,0 0-4-15,0-1 8 0,3-1-10 0,0-1-4 16,0-1 9-16,-1 0 3 0,1 0 0 0,0-2-3 15,0 0 3-15,0 0-17 0,1 1 10 0,0 0-3 16,0 3 3-16,0-2-2 0,0 0-13 0,2-1 3 16,-2 2-1-16,1 0 9 0,0 0 11 15,0 0-9-15,0-2-1 0,1 3 10 0,-2-1-12 16,0 0 1-16,0 1-1 0,1-1 0 0,-1 2 11 16,2-1 0-16,-2 1 3 0,1-1-11 0,-2 1 7 15,-1-1-3-15,1 2-5 0,0 0 4 0,-1 0-3 16,0 1 11-16,-1-1-15 0,1 2 16 0,-1-1-2 15,-1 1-9-15,0 0 11 0,0 1-7 0,0-1-7 16,0 1 2-16,0 0 8 0,0 0-10 0,0 0 5 16,0 0 3-16,0-2-2 0,0 2 0 0,0 0 0 15,0 0-3-15,0 0-8 0,0 0 3 0,5 0 5 16,-5 0 2-16,0 0 5 0,0 0-14 0,0 0 12 16,0 0-16-16,0 0 4 0,0 0 16 15,0 0-21-15,0 0 24 0,0 0-4 0,4 4-5 16,1 0 8-16,-1 0-14 0,0-2 7 0,3 2-3 15,0 2 5-15,3-1 6 0,1 0-12 0,0 0 8 16,0 1-13-16,2 0 16 0,1 0 5 0,-1 0-7 16,1-1 2-16,-1 1-11 0,2 0-1 0,-2 0 5 15,0 0 1-15,3 0-4 0,-5 0 14 0,-1-1-2 16,0-1-7-16,-2 0 4 0,-1-1-17 0,-1-2 5 16,-3 2 10-16,-2-3-5 0,1 2 11 0,-2-1-11 15,2-1-3-15,-2 0 5 0,0 0-4 0,0 0 8 16,0 0-1-16,0 0 9 0,0 0-20 15,0 0 5-15,0 0 5 0,0 0-15 0,0 0 17 16,0 0 1-16,0 0 5 0,0 0 1 0,0 0-8 16,0 0 7-16,0 0-14 0,0 0 9 0,0 0 3 15,0 0-6-15,0 0-8 0,0 0 10 0,0 0-4 16,0 0 3-16,0 0 9 0,0 0-10 0,0 0 15 16,0-3-13-16,0 3-3 0,0 0-41 0,0-1-98 15,0 1-92-15,0-2-109 0,0 2-112 0,0-3-105 16,0 3-47-16,0 0-173 0,0 0-219 0,0 0 165 15</inkml:trace>
  <inkml:trace contextRef="#ctx0" brushRef="#br0" timeOffset="72">12049 9010 1030 0,'0'0'15'0,"0"0"25"15,0 0 13-15,0 0 29 0,0 0 19 0,0 0 7 16,0 0 17-16,0 0-26 0,0 0 5 0,0 0-21 16,0 0-13-16,0 0 25 0,0 0-19 0,0 0 12 15,0 0 58-15,0 0-19 0,0 0-8 0,0 0-4 16,0 0-70-16,0 0-3 0,0 0 17 0,0 0-18 15,0 0 20-15,0 0 1 0,0 0-35 0,0 0 8 16,0 0-16-16,0 0 15 0,0 0 15 0,0 0-10 16,0 0 15-16,-18 0-10 0,18 0-8 0,0 0-6 15,-17 0-9-15,17 0 2 0,-14 0 0 0,14 0 22 16,-14 0-11-16,14 0-11 0,-11 0 1 16,11 0-1-16,-16 0 1 0,16 0 11 0,-13 0-8 15,13 0-5-15,-11 0 3 0,11 0-18 0,-14 0 6 16,14 0-11-16,-11 0-10 0,11 0-1 0,-13 0 11 15,13 0-2-15,0 0 14 0,-12 0-9 0,12 0-13 16,0 7 11-16,-12-7-17 0,12 7 20 0,0-2-9 16,-14 1 3-16,14 0-6 0,0 0 8 0,-13 0 3 15,13 1 7-15,0 0-4 0,-12-1-2 0,12 0 8 16,0 1-2-16,0 0 15 0,-11 0 13 0,11-1 1 16,0 1-14-16,0-1 11 0,-11 2-22 0,11 0 6 15,0-1 4-15,0 2-4 0,0-2 3 0,0 2 13 16,0-3-11-16,0 2-10 0,0-1 3 15,-13 1-16-15,13-1 7 0,0 1 5 0,0 0 7 16,0-1 0-16,0 1 9 0,0 0-8 0,0-2 13 16,0 2 6-16,0-1 11 0,0 1 7 0,0-8-15 15,0 8-5-15,0 1-15 0,16-9 19 0,-16 10 4 16,16-2 16-16,-4-8 4 0,-12 9-20 0,16-3-8 16,-2-6-35-16,-14 9 19 0,16-9 2 0,0 8 18 15,-5-8 29-15,-11 0-34 0,19 8-7 0,-5-8-23 16,-14 0 7-16,21 8 19 0,-7-8-5 0,2 0 32 15,-16 0-22-15,18 0 9 0,-3 0 10 0,-15 0-9 16,16 0 11-16,-16 0-31 0,17 0 13 0,-17 0-7 16,16 0-8-16,-16 0 31 0,16 0-16 15,-16 0-10-15,16 0 4 0,-16-8-15 0,17 8 1 16,-17-8 7-16,13 8 4 0,-13-10-12 0,17 1 2 16,-17 3-4-16,12-1-9 0,-12-1 9 0,0 0-3 15,15 1 2-15,-15-2-9 0,0 2 5 0,0 0 11 16,13-2-12-16,-13 2 18 0,0-1-3 0,0 0-10 15,0 1-2-15,0-1-6 0,0-1-8 0,0 1-9 16,0-2 4-16,0 2-7 0,0-3 12 0,0 2 6 16,0 0-4-16,0-1-6 0,0 1-10 0,-13 1 6 15,13-1 1-15,-19 1-1 0,19 0 11 0,-17 0-9 16,-1 0 9-16,18 0-5 0,-20-1-9 16,6 3-1-16,14 6-2 0,-21-9 3 0,5 9 5 15,16-8 0-15,-17 8-8 0,17 0 21 0,-18 0-6 16,18 0-8-16,-17 0-6 0,17 0-47 0,-14 0-21 15,14 0-9-15,0 0-35 0,-16 0-8 0,16 0 3 16,0 0-23-16,-13 0-34 0,13 0-17 0,0 0-77 16,0 0-66-16,-14 0-47 0,14 0-48 0,0 0-95 15,0 0-31-15,0 8-38 0,0-8-158 0</inkml:trace>
  <inkml:trace contextRef="#ctx0" brushRef="#br0" timeOffset="73">5669 9055 1207 0,'0'0'19'0,"0"0"13"0,0 0 28 15,0 0 40-15,0 0 0 0,0 0-7 0,0 0-1 16,0 0-21-16,0 0 12 0,0 0 9 0,0 0-2 16,0 0-9-16,0 0-7 0,0 0 85 0,0 0-4 15,0 0 4-15,0 0 23 0,0 0-95 16,0 0 26-16,0 0 10 0,0 0-22 0,0 0 26 16,0 0-12-16,0 0-19 0,0 0 12 0,0 0-4 15,0 0-28-15,0 0 32 0,0 0-22 0,0 0-21 16,0 0-3-16,0 0-11 0,0 0-6 0,0 0 8 15,0 0 7-15,0 0-24 0,0 0-2 0,0 0-1 16,0 0 0-16,0 0-9 0,0 0 1 0,0 0-3 16,0 0-15-16,0 0 7 0,-11 0-15 0,11 0-11 15,0 0-4-15,0 0 6 0,0 0 6 0,0 0 9 16,0 0 14-16,0 0-13 0,-12 0-12 0,12 0-9 16,0 0 9-16,0 0 3 0,-11 0 1 0,11 0 12 15,0 0-26-15,-12 0 11 0,12 6 14 16,0-6-18-16,-14 0 8 0,14 8-13 0,0-8 15 15,-11 0 14-15,11 7-3 0,0-7-1 0,-12 9-15 16,12-9-11-16,0 7 10 0,-13-7-1 0,13 0 12 16,0 8-5-16,0-8 8 0,-11 7 10 0,11-7-17 15,0 7 5-15,0-7-5 0,0 7-14 0,0-7-2 16,-11 0 14-16,11 8-15 0,0-8 17 0,0 9 11 16,0-9-9-16,0 6 4 0,0-6-3 0,0 7-18 15,0-7 9-15,0 8 8 0,0-8 0 0,0 0 0 16,0 8-3-16,0-8 8 0,0 8-9 0,0-8 3 15,0 7 7-15,0-7-18 0,0 8 14 0,0-8 12 16,0 7-9-16,0-7 5 0,0 8-5 0,0-8-5 16,0 9 13-16,0-9-2 0,0 7 10 15,0-7-16-15,0 8 2 0,0-8 10 0,0 9-8 16,0-9 31-16,0 7-33 0,0-7-2 0,12 9-2 16,-12-9 0-16,10 7 18 0,-10-7-4 0,0 0-9 15,13 10 3-15,-13-10 5 0,12 8 4 0,-12-8 9 16,13 0-2-16,-13 7-11 0,14-7-5 0,-14 0-12 15,11 8 14-15,-11-8 9 0,17 0-11 0,-17 0 19 16,13 9-15-16,-13-9-2 0,13 0 11 0,-1 0-1 16,-12 0-18-16,12 0 17 0,-12 0 8 0,14 8-3 15,-3-8 25-15,-11 0-34 0,14 0 2 0,-14 0 5 16,14 0-19-16,-14 0 28 0,13 0-13 16,-13 0-9-16,14 0-4 0,-14 0-1 0,0 0 4 0,11 0 17 15,-11 0 9-15,0 0 4 0,14 0-6 16,-14 0 0-16,0-8 9 0,0 8-6 0,13 0-4 15,-13-9-4-15,0 9-13 0,11-8-15 0,-11 8 21 16,0-10-27-16,0 3 14 0,14 7-1 0,-14-11-12 16,0 3 11-16,0 1 1 0,0 7 8 0,0-11-4 15,0 4 14-15,0-1-24 0,0 8 5 0,0-10 1 16,0 2-20-16,0 8 9 0,0-9-4 0,0 9 4 16,0-9 6-16,0 9-2 0,0-9-1 0,0 9-12 15,0-9 2-15,0 2 8 0,0 7-9 0,0-9 14 16,-12 9-3-16,12-9 1 0,0 9 2 15,-11-9-19-15,11 9 8 0,0-8 1 0,-12 8-3 16,12 0 12-16,0-9-4 0,-15 9-25 0,15-7 19 16,-11 7-1-16,11 0-1 0,-13-8 19 0,13 8-13 15,-11 0 3-15,11-7 2 0,-11 7 3 0,11 0-14 16,0 0 6-16,-14 0-4 0,14 0-8 0,-10-8 18 16,10 8-21-16,0 0 11 0,-14 0 11 0,14 0-18 15,0 0 19-15,-11 0-13 0,11 0-14 0,0 0 20 16,-13 0-4-16,13 0 3 0,0 0 6 0,-14 0-7 15,14 0-4-15,0 0-2 0,-11 0 12 0,11 0-8 16,0 0 3-16,-14 0-4 0,14 0-6 0,0 0 3 16,-11 0 1-16,11 0 2 0,0 0-38 15,-12 0-52-15,12 0-41 0,0 0-57 0,0 0-24 16,-12 0-39-16,12 0-37 0,0 0-67 0,0 0-90 16,-11 0-39-16,11 0-163 0,0 0-81 0,0 0-111 15</inkml:trace>
  <inkml:trace contextRef="#ctx0" brushRef="#br0" timeOffset="74">7225 9117 1571 0,'0'7'32'16,"0"-7"20"-16,0 0 33 0,0 0 24 0,0 0-8 15,0 0 20-15,0 0 38 0,0 0 36 0,0 0-13 16,0 0 4-16,0 0-49 0,0 0-24 0,0 0 23 16,0 0-7-16,0 0 4 0,0 0-13 0,0 0-14 15,0 0-28-15,0 0 4 0,0 0-7 0,0 0 21 16,0 0-8-16,0 0-6 0,0 0 4 0,0 0-40 16,0 0 17-16,0 0-13 0,0 0-24 15,0 0 9-15,0 0-15 0,0 0-3 0,0 0 0 16,0 0-6-16,0 0-7 0,0 0 4 0,0 0-13 15,0 0-4-15,0 0 10 0,0 0-16 0,0 0 21 16,0 0-5-16,0 0-6 0,-12 0 11 0,12 0-9 16,0 0 9-16,0 0 11 0,0 0-23 0,0 0 4 15,-13 8-7-15,13-8 1 0,0 0 16 0,0 7-7 16,-13-7 5-16,13 7-5 0,0-7-9 0,0 0 2 16,-12 7 18-16,12-7-17 0,0 7 13 0,0-7-5 15,0 7-11-15,-13-7 12 0,13 8-8 16,0-8 24-16,0 8-26 0,0-1 18 0,0-7-7 15,0 9-6-15,0-9 6 0,0 8-11 0,-13-8 21 16,13 9-5-16,0-1 5 0,0-8-8 0,0 7-17 16,0-7 17-16,0 8 6 0,0-8 13 0,0 7 0 15,0-7-10-15,0 9-1 0,0-3-14 0,0-6 5 16,0 8 10-16,0-8 12 0,0 10 4 0,0-10 11 16,0 7-26-16,0-7 10 0,0 10-16 0,0-10 16 15,0 8-2-15,0-8-8 0,0 10 28 0,0-10-15 16,0 9 11-16,0-9 0 0,13 9-12 0,-13-9-4 15,11 10 14-15,-11-10-7 0,11 10-3 0,-11-10 4 16,14 9-12-16,-14-9 2 0,15 0 12 0,-15 10 19 16,15-10-15-16,-4 0-17 0,-11 8-4 15,13-8-17-15,-13 0 12 0,13 10 4 0,-13-10 7 16,14 0-4-16,-14 0 19 0,16 10-12 0,-16-10-40 16,14 0 17-16,-2 0-17 0,-12 0 24 0,15 0 42 15,-15 8-12-15,15-8 6 0,-3 0 16 0,-12 0-29 16,11 0 10-16,-11 0 5 0,0 0-10 0,14 0 20 15,-14 0 9-15,0 0 4 0,13 0 12 0,-13 0-8 16,12 0-16-16,-12 0-7 0,0 0-4 0,11 0-8 16,-11-7-3-16,0 7-8 0,0-8-6 0,12 8 2 15,-12-9-8-15,0 2-9 0,0 0 3 0,12 7 8 16,-12-10 5-16,0 1 10 0,0 3-7 0,0 0 0 16,0 0-10-16,0 0 10 0,0 6-12 15,0-8-17-15,0 1 5 0,0 0-6 0,0 7 11 16,0-8 1-16,0 0 1 0,0 2-14 0,0-1-13 15,0 1 18-15,0 0 0 0,0 0 2 0,0-1 3 16,0 1-10-16,0 1 1 0,0-2 2 0,0 1 10 16,-14 1-8-16,14-2-4 0,-13 0 8 0,13 7-17 15,-11-8 6-15,11 1 1 0,-11 1-11 0,11 6 9 16,-13-6 2-16,13 6 1 0,-12-8 6 0,12 8 12 16,-13-7 5-16,13 7-16 0,-11-6 4 0,11 6-22 15,-11 0-2-15,11-6 28 0,0 6-18 0,-13 0 15 16,13-6-15-16,-9 6-4 0,9 0 9 0,0 0-1 15,-14 0 0-15,14 0 2 0,-10 0 1 16,10 0-7-16,-12 0 12 0,12 0-10 0,-13 0-9 16,13 0 12-16,-13 0 1 0,13 0 9 0,-16 0 1 15,5 0-10-15,11 0 2 0,-14 0-14 0,14 0 14 16,-13 0-10-16,13 0 0 0,0 0 12 0,-14 0-10 16,14 0-29-16,0 0-51 0,0 0-39 0,0 0-60 15,-11 0-23-15,11 0-29 0,0 0-43 0,0 0-50 16,0 0-49-16,-13 0-101 0,13 0-107 0,0 0-132 15,0 0-114-15,0 0-91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27T03:22:42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2181 1269 1287 0,'0'5'31'0,"-5"-5"14"0,5 0 28 0,0 0 20 16,0 0 16-16,0 0 11 0,0 0-8 0,0 0 1 0,0 0 20 16,0 0 3-16,0 0-5 0,0 0-4 0,0 6-62 15,0-6-28-15,0 0-15 16,0 0-11-16,0 0-4 0,0 0 17 0,5-6 17 0,2-1 11 16,1 0 7-16,3-2-8 0,3-2-23 15,0 2-10-15,2-3-8 0,1 1 1 0,1 1 10 16,-1-1-12-16,-1 0 10 0,3 1-6 0,-5 0-12 0,2 2 13 15,-3 0-9-15,-2 2-2 0,-2 0 5 16,-2 4-14-16,-4 2-7 0,0 0 5 0,-3 0 0 0,0 0-15 16,0 0-13-16,0 5-15 15,-3 1-1-15,1 2 20 0,-1 2 1 0,-2 2 13 0,0 2 11 16,-3 3 1-16,-1 2 18 0,1 1-9 0,-3 2-13 0,0-1 2 0,2-1 6 16,-1-2-6-16,1-1 10 15,2-1-10-15,1-3-9 0,3-2 3 0,-1-3-13 0,3-2 21 16,1-1-3-16,0-3 7 0,0-2 8 15,0 0-5-15,3 0-1 0,-1 0-2 0,1 0-2 16,0 0 0-16,0 0 8 0,1 0 1 0,-1 0-4 0,4 0-4 16,-2 0-31-16,0 0-90 15,0 0-54-15,0 0-109 0,-2 0-94 0,3 0-46 0,-3 0-56 16</inkml:trace>
  <inkml:trace contextRef="#ctx0" brushRef="#br0" timeOffset="9847.32">899 1179 1112 0,'0'0'40'15,"-11"0"33"-15,11 0 46 0,-11 0 58 0,5 0-15 0,6 0-6 16,-8 0-23-16,0 0 14 0,8 0-1 0,0 0-17 16,-7-2-17-16,7 1-41 0,0-1-28 15,0 1 10-15,0 1 6 0,0 0-15 0,0 0-2 0,0 0-12 16,0 0-28-16,0 0 4 0,0 0 2 16,0 0-13-16,0 0 27 0,0 0-27 15,0 0-4-15,0 3 6 0,0-1-27 0,0 0 20 0,0 0-6 16,0 0 15-16,0 1 2 0,0 1-6 0,0 3 7 0,0 0-4 15,0 4-5-15,0 0 6 0,0 2 5 16,8 3-2-16,-8-1 14 0,7 3-12 16,-7-2 1-16,6 0 3 0,-6-2-1 15,0 1 1-15,0-1-10 0,7-1-9 0,-7-1 14 0,0-2-13 16,0 1 23-16,0-2-5 0,0-1-9 0,7 0 24 16,-7-1-22-16,0-2-7 0,0 1 7 0,7-1-9 15,-7-1 7-15,0-1 11 0,0 0-1 0,0-2-22 16,0-1 6-16,0 0 9 0,0 0-5 0,0 0 33 0,0 0-14 15,0 0-5-15,0 0-19 16,0 0-73-16,0 0-32 0,0 0-131 0,0 0-110 0,0 0-52 0,0-5-84 16,0 0 3-16</inkml:trace>
  <inkml:trace contextRef="#ctx0" brushRef="#br0" timeOffset="10351.54">948 884 1574 0,'-12'-5'53'0,"12"0"34"0,0 2 12 0,-8 3 14 0,8 0-43 0,0 0-32 16,0 0-6-16,0 0-23 16,0 0-19-16,0 0 5 0,0 0-18 0,0 0 15 0,0 5 15 15,0-5-13-15,0 3 11 0,0 0 1 16,14 2-8-16,-3 0 11 0,2 4-3 0,4 0-5 0,2 1-1 0,0 4-19 16,3 0 18-16,0 4 0 15,-1 2 6-15,2 0 12 0,-2 3-12 0,-2 0 2 0,0 2-2 16,-3 1 57-16,-4-1 39 15,-2 1 26-15,-2 0 4 0,-1-1-27 0,-7 1-17 0,0-1-13 16,0-1 31-16,0-1 22 0,-13 0-23 16,1 0 9-16,-3-2-28 0,-1 3-35 0,-1-4 28 15,-3 2-15-15,0-2-4 0,1 0 3 0,0-2-24 16,0-2 4-16,1-1 20 0,1-3-8 0,0-1 0 16,4-3-11-16,2 0-17 0,-1-3-1 0,0 0 1 15,4-2-4-15,8-3-2 0,-10 0-8 0,10 0 1 0,-9 0 7 16,9 0-18-16,0 0-5 0,0 0-7 15,0-4-31-15,0 4-7 0,0-3-59 16,0 1-77-16,0-1-73 0,0 1-76 0,0 2-105 0,0 0-90 16,0-5-38-16,0 0-29 0,0-3 133 0</inkml:trace>
  <inkml:trace contextRef="#ctx0" brushRef="#br0" timeOffset="12300.49">2513 1070 627 0,'0'5'5'0,"0"-5"3"0,0 3 9 16,0-3 35-16,0 0-9 16,8 0 8-16,-8 2-9 0,0-2-28 0,0 0 7 0,0 0-6 0,0 0 26 15,0 0 6-15,0 0 10 16,0 0-2-16,0 4 8 0,0-4 3 0,8 4 8 0,-8-2 23 15,0 0-16-15,0 0 0 0,0 0-12 16,0 0-7-16,0-1 3 0,0 1-2 0,0 0-12 0,7-1-6 16,-7 1-10-16,0-1-1 15,0 0 26-15,0 0 47 0,0 0 24 0,0-1 1 0,0 2-9 16,0-1-36-16,0-1-1 0,0 2 13 16,0-2 2-16,0 0 15 0,0 0-17 0,0 0 10 0,0 0 28 15,0 0-21-15,0 0 20 0,0 0-2 16,0 0-9-16,0 0 3 0,0 0-14 0,0 0-11 0,0 0-3 15,0 0-18-15,0 0-3 0,0 0 0 0,0 0-21 16,0 0 24-16,0 0-24 0,0 0-20 16,0 0-5-16,-7 0-6 0,7 0 26 0,0 0-16 15,0 0-4-15,-11 0-21 0,11 0-19 0,-12 0 4 0,2 0 8 0,2 0-2 16,-3 0-8-16,0 0 9 16,1 0-2-16,-2 0-8 0,-1 0 6 0,-1 0 2 0,3 0-11 15,-2 0 12-15,1 0-3 16,1 0 0-16,-2 0 2 0,0 0-6 0,4 0 9 15,-4 2-7-15,5 1-1 0,-1 1 2 0,-1 0-8 16,1 1 20-16,1 1-24 0,0 1 21 0,-3 1-15 0,1 1 0 16,1 4 21-16,-2-1-26 0,3 2 30 15,-3 1-20-15,0 2-6 0,1-2 30 0,2 1-26 0,-1 0 0 16,9-1 15-16,-11 0-16 0,3 0 13 0,8-1-3 16,0 1 16-16,-8-1-20 0,8 0-9 0,0-1 21 15,0 1-35-15,0 0 23 0,0 0 13 0,0 0-20 16,0-1 31-16,0 0-21 0,0 0 2 0,0-1 11 15,8 4-16-15,2-4 10 0,-1 1-7 0,0-2-1 16,1 0-15-16,0-1 31 0,2-3 1 16,1 1-11-16,2-4 17 0,3-4-15 0,1 0-1 0,3 0 7 15,0 0-16-15,5 0 7 0,0 0-3 16,0 0 9-16,1 0 3 0,2 0-4 0,-3 0 1 0,-2 0-6 16,-4 0 14-16,0 0-12 15,-5-4 17-15,-4 4 6 0,-1 0 17 0,-11-6-1 0,0 6-3 16,11 0 8-16,-11 0-10 0,0 0 37 15,0-5-7-15,0 5 15 0,0-3 4 0,0 3-4 16,0 0 6-16,0 0-41 0,0 0-8 0,0 0-29 16,0 0-22-16,0 0 14 0,-11 0 10 0,11 0-43 15,0 0 14-15,-11 0-16 0,11 0-40 0,-8 0-13 16,8 0-79-16,0 0-41 0,-11 0-59 0,11 0-7 16,0 0-27-16,-8-7-84 0,8 2-73 0,0 2-75 0,0 3-72 0,0 0-36 15,0 0 10-15,-8-5-55 16</inkml:trace>
  <inkml:trace contextRef="#ctx0" brushRef="#br0" timeOffset="13667.78">2683 1338 2485 0,'8'-4'48'15,"-8"-1"39"-15,0 0 32 0,0 2 62 16,0 0-28-16,0-1 12 0,0 2 1 0,0 0-35 0,0 1 27 16,0 1-25-16,0 0-47 0,0 0-22 15,0 0-46-15,-7 5-32 0,7-2 16 0,-8-2-7 0,8 2-10 16,0-1 1-16,0 1 7 0,-8 0 1 16,8 0 3-16,0 3 7 0,-9 0-3 0,9 3-5 0,-10 2 14 15,10 1-5-15,-9 2-7 16,9 1 4-16,0 1-3 0,-8-1 12 0,8 1-8 0,0 0 20 15,0-1-14-15,0 0-9 0,0-1 20 16,0-1 8-16,11-1-5 0,0-1 14 0,3-2-2 0,-3-1-33 16,2 0 38-16,3-1-9 0,0-4-9 15,3-3 42-15,1 0-53 0,-1 0 32 0,2 0 4 0,2 0-32 16,1 0 36-16,-3-6-31 16,1-2 28-16,-3-1 3 0,-2 0 13 0,-1 0 21 0,-3-2-34 0,-2 1-2 15,0-2-32-15,-11-1 3 16,8 0-5-16,-8-1 9 0,0 0-3 0,0 0-4 0,0-1-12 15,0-1-6-15,0 4 15 0,-10-2-41 16,-2 0 31-16,1 2-9 0,-5-2 2 0,2 2 4 0,-5 1-14 16,4 0 11-16,-5 3-14 15,2 0 14-15,-2-1-1 0,1 4-8 0,1-1 4 0,1 3 3 16,1 1-7-16,2 1 11 0,3 1-14 16,11 0 7-16,-10 0-2 0,10 5-4 0,0-1 13 0,0 1-17 0,0 2 17 15,0-1-5-15,0 2-8 16,0 1 17-16,0 0-10 0,0-1-2 0,0 1 10 0,0-1-19 15,0 1 10-15,10-1 1 0,1-2 22 16,3 2 3-16,2-2-15 0,1 0 14 0,1-2-26 0,1-1-1 16,3-3 8-16,-1 0 0 0,2 0-5 15,-1 0 5-15,0-4 9 0,-1-3-15 0,1 2 11 0,-3-3-6 16,-1 2 7-16,-1-2-8 0,-3 2 13 16,0-3 7-16,-4 3-35 0,-2-2 31 0,-8 2-10 0,8 0 9 15,-8-1 19-15,0 3-10 16,0 1 6-16,0 0-15 0,0 0 4 0,0 3-23 15,0 0-15-15,0 0 11 0,0 0-16 0,0 0 9 16,0 5 0-16,0-1 5 0,0 2 10 0,0 2 6 0,0 1 17 16,0 1-10-16,0 3-2 0,0 4-12 15,0-2-4-15,0 2 8 0,0 2 1 0,0-1 13 16,0-1-10-16,0-1-6 0,0 1 6 0,0-2-15 16,11 1 7-16,-11-4 7 0,0 0-9 0,0-2 17 15,8-1-2-15,-8-2-1 0,0-7 1 0,0 5 2 16,0-5 6-16,8 0 9 0,-8 0 16 0,0 0 1 0,0 0-14 15,0 0 4-15,9-6-22 16,-9 0-14-16,0-4 11 0,0-2-33 0,8-2 5 0,-8-3 22 16,0-1-16-16,8-2 16 0,-8 0 5 0,10-1-17 0,-10 0 9 15,10 2-1-15,-3-1-5 0,-7 3 9 16,11 2 2-16,-2 1 15 0,-9 2-7 16,8 3-7-16,-8 0-9 0,10 3-1 0,-10 0-8 0,9 4 5 15,-9-1 14-15,0 3-22 0,8 0 4 16,-8 0 8-16,0 0-9 0,10 6-1 0,-10 2 29 0,9-1-21 15,2 3 2-15,-3 0 18 0,0 1-20 16,1 3 0-16,-9 3 19 0,13-1-38 0,-5 0 31 16,3 1 7-16,-11 0-10 0,11-1 27 0,-1 1-27 0,0 0-5 0,-10-2-1 15,12-1 8-15,1 0 2 16,-1 0 14-16,-1-3-1 0,3 0-9 0,-1-1 4 16,3-1 7-16,0-2-21 0,4 0 11 0,-4-7-9 15,1 0-4-15,-1 0 16 0,2 0-9 0,-2 0-6 16,-1 0 10-16,0-8 1 0,0-3-4 0,-2 1 4 15,4-1 4-15,-4-4 4 0,3 1 4 0,-5-2 6 0,1 0-28 16,0-1 15-16,-12-1-1 16,9 0-14-16,-9 0 18 0,0 0-20 0,0 1-1 0,0 2-5 0,0 0-7 15,0 1 12-15,0 0-15 16,0 2 11-16,-14 3-2 0,1-1-23 0,2 3 22 0,0-1-3 16,0 2-11-16,11 2 25 0,-13 1-12 15,13 2 6-15,-14 1-9 0,14 0 3 16,0 0-1-16,0 0-2 0,-11 0 12 0,11 5-7 0,0 1 11 15,0 1-7-15,0 1 26 0,0 0-26 16,0 1-2-16,0 3 25 0,0-1-22 0,0 0 14 16,0 1 6-16,17 2-22 0,-2-2-4 0,2 0 8 0,1 2 4 0,0-2 6 15,0 2 3-15,-1-2 12 16,2 2-17-16,-1 0-1 0,0-1 1 0,-3-2-21 0,2 1 11 16,-4-1-8-16,-1 0 22 0,1-1-10 0,-5 0 9 0,1-3 1 15,-9 0-22-15,0 1 18 0,0-8-15 16,0 7-6-16,0-7 4 0,0 5 15 15,0-5-26-15,0 0 31 0,0 0 5 0,0 0-14 16,0 0 15-16,-12 0-11 0,1 0 1 0,-3 0-5 0,1 0 11 16,-3 0-4-16,0 0-15 0,1 0 14 15,-3 0-5-15,1 0-12 0,2 0 9 0,0 0-8 0,2 0-13 16,2 0-25-16,11 0-60 0,-14 0-90 16,14 0-118-16,-10 0-133 0,10 0-111 0,0 0-156 0,0 0-72 15,0 0-27-15,0 0 166 16</inkml:trace>
  <inkml:trace contextRef="#ctx0" brushRef="#br0" timeOffset="14164.41">4009 1171 1358 0,'0'-1'56'0,"0"0"30"15,0 1 62-15,0 0 23 0,0 0 40 0,0 0-10 0,0 0-18 16,0 0 2-16,0 0-63 0,0 0 14 16,0 0 5-16,0 0-7 0,0 0 3 0,0 0 6 0,0 4-18 15,0-3 20-15,0 1-18 0,0-2-32 16,-8 1-27-16,8 0-42 0,0 1-11 0,0-1-12 0,0 0-6 15,-6 1 3-15,6 1 4 16,0-2-4-16,0 1-4 0,-9 1 2 0,9 2-5 0,-7 2 1 0,7-1 10 16,-9 4 11-16,1 2 10 15,8 0 6-15,-13 3 2 0,5 2-3 0,2 0-1 16,6 1 23-16,-11 2-20 0,5-1-1 0,6-1-11 16,0 3-12-16,-10-1 28 0,10 0 1 0,0 0 9 0,0 0-18 15,0-1 4-15,0 1-20 0,0-1 8 16,0-2 27-16,0-2-16 0,0-1 27 0,11-2-15 0,-2-2-2 15,-1 0-9-15,2-4-12 16,2 0 21-16,0-6-35 0,-1 8 16 0,3-3 1 0,0-5-24 0,0 0 26 16,2 0-10-16,-2 0 6 15,1 0 1-15,-1 0-9 0,-1 0 2 0,-1-10-13 0,1 3-32 16,-5-1-48-16,3 1-42 0,-11 0-97 16,9-1-78-16,-9 0-92 0,0-3-68 0,0 0-88 0,0 0-55 15,0 1-21-15,0-3-55 0</inkml:trace>
  <inkml:trace contextRef="#ctx0" brushRef="#br0" timeOffset="14425.64">3775 1326 2650 0,'0'0'32'0,"0"0"42"15,0 0 19-15,0 0 45 0,0 0-5 0,0 0-1 0,6 0 16 16,2 0-16-16,2 0 10 0,4 0-8 15,1 0-2-15,3 0-17 0,4 0-12 0,-1 0-18 0,3 3-5 16,1 0-5-16,0-1-28 0,-4-2-8 16,4 1-31-16,-3-1-1 0,-4 3 13 0,2-2-21 0,-4-1 7 15,-2 0-6-15,-1 0-2 0,-4 0 10 16,-9 2-6-16,0-2-12 0,7 0-57 0,-7 2-72 0,0-2-104 16,0 0-106-16,0 0-59 15,0 0-115-15,0 0-92 0,0 0-69 0,0 0 20 0</inkml:trace>
  <inkml:trace contextRef="#ctx0" brushRef="#br0" timeOffset="15941.3">4219 1367 3036 0,'0'0'54'0,"7"0"55"0,-7-3 38 0,0 3 24 15,0 0-13-15,8 0-45 0,-8 0-24 0,9 0-20 0,-9 0-37 16,11 0-3-16,-3 0-5 0,1 0-7 16,1 3-4-16,0-1 4 0,2 1-11 0,1 2-2 0,3-1 18 15,-4 2-16-15,4 2-3 0,-3-1 22 16,-2 3-31-16,1 0 11 0,-2-1 15 0,-2 2-22 0,-8 1 24 16,11-1-13-16,-11 0 1 0,9 0 1 15,-9 1-10-15,9-1-6 0,-9 0 10 0,0 1 5 0,10-3-5 16,-10 0 26-16,0 0-44 15,0-2 7-15,0-1 4 0,0-1-20 0,0-5 46 0,0 0 0 0,0 4 13 16,0-4 44-16,0 0 19 16,0 0 36-16,0 0-9 0,0 0-13 0,0 0-65 0,0-5-20 15,0-2-11-15,0 0 0 0,10-2 17 16,-10-2-6-16,0-1-18 0,13-2-11 0,-13-3 12 16,12 0-21-16,-1-1 25 0,-1 1-15 0,2-1-15 15,-2 2 30-15,4 1-22 0,-1 1 15 0,-2 1 9 16,3 2-20-16,-3 1 22 0,0 0-5 15,-11 3-7-15,11 0 3 0,-11 3-15 0,10 2 3 0,-10-1-3 16,0 3-9-16,0 0 0 0,0 0 5 16,0 0 19-16,0 0-23 0,0 6 19 0,0 1-14 0,0 0-18 15,0 1 39-15,0 1-12 0,0 3 3 16,0 2 4-16,0 0-28 0,0 1 19 0,0 1 1 0,0 0 1 16,0 0 21-16,0 0-18 0,0-2 3 0,12 3 0 0,-12-2 1 15,8-1 1-15,-8 0-2 16,13-3-4-16,-4 0-9 0,1-1-1 15,1-2 6-15,2-2 0 0,-2-1 4 0,6-5 6 0,-3 0-5 16,4 7-3-16,-1-7-2 0,2 0 2 0,0 0-15 0,-1 0 20 16,0 0 2-16,-2 0 5 15,0 0-2-15,-2 0-13 0,0-10 14 0,-6-1-20 16,2-1 14-16,-2-1 13 0,-8-2-28 0,11-2 14 16,-11 0-6-16,8-1-13 0,-8 1 15 0,0 0-8 0,0 0 4 15,0 3 19-15,0 2 7 0,0 0-22 16,0 1 17-16,0 2-12 0,0 2 9 0,0 0 16 0,0 3-29 15,0-1 3-15,0 2-28 0,0 1 22 16,0 2-3-16,0 0-19 0,0 0 20 0,0 0-38 0,0 0 23 16,0 0 13-16,0 5-8 0,0-2 19 15,0 2-8-15,0 2 2 0,0 0 2 0,0 0 3 0,0 4 1 16,0 0-8-16,0 1 6 16,0 1 9-16,0 0-12 0,0 1 16 0,0 0-28 0,0-1 10 0,0 1 8 15,0 0-22-15,0-2 27 16,0 1-16-16,0-2 3 0,8 0 0 0,1-1 2 0,-9-2 4 0,13-1-5 15,-2-1 13-15,0 0-6 16,3 0-5-16,-4-6 21 0,4 5-12 0,-1-5-17 16,2 0 12-16,-2 0-21 0,4 0 28 0,-4 0-9 15,4 0-6-15,-4 0 19 0,1-5-26 0,-1-2 28 16,-2 0-9-16,3 0-14 0,-2-3 13 0,-2-2-8 16,-10-2-6-16,13 0-1 0,-13-2-2 0,13 1 8 15,-13-1 7-15,11-1-13 0,-11 2 5 16,0 1 0-16,13 2-17 0,-1-1 9 0,-12 1 7 0,13 0-9 15,-4 3 13-15,-9 2 2 0,16-1-11 16,-5 3 17-16,-3 1-26 0,-8 1 12 0,16 3-7 0,-5 0-21 16,0 0 44-16,0 0-10 0,0 0 3 15,2 0-5-15,-2 4-3 0,3 1-5 0,-1-1 10 0,-2 2 18 16,1-1-19-16,0 0-9 0,-2 0 4 0,-10-1-23 0,10 0 6 16,-10 2 26-16,10-2-13 0,-10-4 26 15,0 4-9-15,0-4-6 0,0 0 9 0,0 0-8 0,0 0 11 16,0 0-2-16,0 0-12 15,0 0-1-15,0 0 14 0,0 0-15 0,0 0 2 0,0-4 4 16,0-1-26-16,0 0 15 0,0 1 10 16,-13-1-14-16,-1 1 4 0,4-1 1 0,0 2 8 0,-2-1-11 15,1 2 18-15,1 2-21 16,-4 0 4-16,3 0 6 0,-3 0 1 0,1 0 9 16,-1 8-21-16,3-1 13 0,0 1-20 0,0 2 4 0,11 0 0 15,-11 0 1-15,11 3 10 0,0-2-14 0,0 2 35 0,0 1-28 16,0 0 4-16,0 0 20 15,0 1-34-15,0-1 19 0,0 1 15 0,11-2-22 0,3 0 4 16,-1-2 14-16,4-1-15 0,1 0 13 16,2-4 4-16,2 1-22 0,2-1 3 0,0-6 11 15,1 5 17-15,3-5-12 0,-1 0 4 0,3 0 3 16,-1 0-5-16,-1 0 30 0,2 0 14 0,-3 0-4 0,-3 0 7 16,1-11-22-16,-3 1-2 0,-4-1-16 15,-1-1-20-15,0-2 24 0,-5-1-17 0,-3-3-5 0,-9-3 4 16,14-2-5-16,-4 0 0 0,-10-1 13 15,0 0-8-15,0 0-6 0,0 1 5 0,0-1-8 0,0 3 0 16,0-1 8-16,0 2-8 16,0 2 21-16,0 1 1 0,0 2 11 0,0 3 1 0,0 1-8 15,0 2 0-15,0 2-16 0,0 2-3 16,0 2-14-16,0 2-13 0,0 1 17 0,0 0-3 0,0 0 4 16,0 0 2-16,0 8-16 0,0-2 17 15,-10 3 14-15,10 4-5 0,0-1 15 0,0 3-11 16,0 2-10-16,0 1 7 0,-12 0-4 15,12 3 2-15,0-1 5 0,0-2 4 0,0 3-4 0,0-1 3 16,0-2-19-16,0 2 11 0,0-2-9 16,12-1-2-16,-2 0 22 0,-1-1-13 0,2-1-4 0,-1-1-24 15,1-2-16-15,0-1-18 0,0-1 1 16,3-2 11-16,-3-2-16 0,4-6-20 0,-1 6-33 0,-3-6-35 16,3 0-14-16,-3 0-48 15,-1 0-55-15,2 0-92 0,-12-4-93 0,8-1-104 0,-8-3-45 0,0-1-19 16,0-3-67-16,0-2 146 15</inkml:trace>
  <inkml:trace contextRef="#ctx0" brushRef="#br0" timeOffset="16189.71">5671 1263 2221 0,'0'0'91'0,"0"0"45"0,0 0 37 16,0 0 78-16,0 0-48 0,0 0 19 15,12 3-3-15,3 2-46 0,-1-2-22 0,8 3-34 0,0-1-11 16,5-1-10-16,5 1-7 16,1-1-8-16,3 1-6 0,1-2 5 0,-1 0-15 0,2-1 15 15,-3 1-5-15,-2-2-39 0,-1 1 7 16,-6-2-30-16,0 1-2 0,-9-1 3 0,0 0 5 0,-5 0-12 16,-12 0-9-16,0 0-46 0,0 0-78 0,0-3-88 0,0 2-109 15,0-3-61-15,0 2-48 0,-15-1-92 16,-2 0-67-16,-2-1-60 0,-2 1-7 0</inkml:trace>
  <inkml:trace contextRef="#ctx0" brushRef="#br0" timeOffset="16963.53">7249 1369 2212 0,'0'-3'84'0,"0"-2"28"0,0 2 51 0,0-2 29 0,0 1-49 15,0-1-3-15,0 0-38 0,0 1-36 16,0 0-6-16,-10-1 5 0,10 2-9 0,-8 0 17 0,8 0-15 15,0 0-31-15,-8 1-1 16,-1 1-18-16,3 0-2 0,-2 1 4 0,1 0-14 0,-3 0 18 0,0 4-7 16,-4 0-16-16,1 1 23 15,0 1-18-15,-2 2-4 0,0-1 14 0,0 2-19 0,0 2 19 0,3 0-9 16,-1 1 5-16,3 2-10 16,1-1 11-16,9 3 12 0,-9-1-21 0,9-1 27 15,0 1-29-15,0 2 2 0,0-2 22 0,0 0-13 0,0 0 8 0,0-2-2 16,0 0 14-16,0-3 18 15,9 0 2-15,2-1 29 0,0-1-10 0,2-1 6 0,1-4 11 0,1 1-22 16,0-4 9-16,1 0 8 0,1 0 28 16,-1 0 0-16,0 0 6 0,-2 0-5 15,0 0-27-15,-2-4-14 0,-2-3 5 0,-2-3-50 16,-8 1 10-16,12-3 0 0,-12-2-39 0,0-1 49 16,9-1-36-16,-9-1 20 0,0 0 35 0,0 1-37 15,0 0 27-15,0 3-32 0,0 1-20 0,0 2 23 16,0 1-16-16,0 3 17 0,0 2-21 0,-9 2-20 15,9 2 4-15,0 0-15 0,0 0 17 0,0 0 9 16,0 6 6-16,0 0-2 0,0 3 14 0,0 2-5 16,0 2-1-16,0 2 13 0,0 2-34 0,0 1 17 0,0 2 2 15,0-3-9-15,0 0 18 16,0-1-15-16,14-1-4 0,-3-1 17 0,0-1 1 0,1-1-1 16,1-3 2-16,1 0-12 0,1-1-2 15,0-1 17-15,1 0-3 0,0-7-10 0,0 4-8 16,-2-4-52-16,0 0-30 0,-2 0-69 15,-2 0-83-15,-2-3-97 0,0-3-105 0,-8 0-138 0,0-2-104 0,0 2-60 16,0-5-9-16</inkml:trace>
  <inkml:trace contextRef="#ctx0" brushRef="#br0" timeOffset="19896.38">8881 1196 1932 0,'0'2'28'0,"0"-2"23"15,0 0 15-15,0 1 5 0,0 1 16 0,0-1-21 0,0-1-21 16,0 3 18-16,0-2-53 0,0 1 15 0,0 3 36 0,0-1-2 15,0 3 55-15,0 2 6 0,0 0-23 16,0 1 3-16,0 2-39 0,0 1 6 0,0 2 9 0,0-1-28 16,0 3-3-16,0-2-20 15,0 2-7-15,0 0 2 0,0 1 12 0,0-1 3 0,0-1 3 0,0 0 2 16,0-1 2 0,0 0-11-16,0-1-8 0,0-1-2 15,0-1-4-15,0-1 0 0,0-1-10 0,0-1 15 0,0-1-21 16,0-1 8-16,0 0 0 0,0-2-11 0,0-2 9 0,0 0 1 0,0 0 2 15,0 0 2-15,0-3-3 0,0 0-5 16,0 0 7-16,0 0 7 0,0 0-6 0,0 0-10 0,0 0 1 16,0 0-11-16,0 0-33 15,0 0-59-15,0-3-83 0,0 0-79 0,0 1-119 0,0-1-57 0,0-1-51 16,0-2-37-16,0-1 24 16,0-2 99-16</inkml:trace>
  <inkml:trace contextRef="#ctx0" brushRef="#br0" timeOffset="20380.24">8732 1281 1967 0,'-11'-7'27'16,"11"-1"87"-16,0 2 49 0,0-2 11 16,-10 2 35-16,10 0-55 0,0 2 3 0,-9 1 35 0,9 0-30 15,0 0-1-15,0 0-32 0,0 1-25 16,0 1-11-16,0 0-20 0,0 1 8 0,0 0-12 0,0 0-5 15,0 0-5-15,0 0-18 16,0 0 0-16,0 0-19 0,0 0 1 0,9 0 3 0,3 0-13 16,3 0 2-16,3 0 10 0,2 0-9 15,5 3 1-15,-1 1 3 0,2 0-18 0,2 1 0 0,-1 1 20 16,0 0-11-16,0 2 3 16,-1 0-14-16,1 2-6 0,-4-1 8 0,0 2-1 0,-1 1 4 0,-1 0-4 15,-4 1-12-15,-1-1 23 0,-2 1-7 16,0 1 2-16,-4 1 16 0,-2 1-32 0,-8-1 16 0,11 0-15 15,-11 2 5-15,0 0 5 0,9 1 0 0,-9 0 18 0,0 1-17 16,0-2-11-16,0 0 12 16,0 0-14-16,0 0 9 0,0-2 9 0,0-1-6 0,-14 0-2 15,6-3 3-15,-1 2-7 0,9-2 4 16,-16-2 14-16,5 0-12 0,1-1-3 0,-4-2 12 16,3-2-3-16,0 1-6 0,-3-2 30 0,0-3-11 15,1 0-12-15,0 0 16 0,-2 0 14 16,2 0-11-16,-3-6 15 0,3 1-2 0,-1-1-12 0,2 0-5 15,0 0-14-15,0 0 1 0,2-2-9 0,10 2 8 16,-12 0-4-16,12 0 6 0,0 1-9 16,-11 1-7-16,11 4-10 0,0-5-42 0,0 2-62 0,0 0-87 0,0 1-79 15,0 1-55-15,0-1-64 16,0 2-73-16,0 0-47 0,0 0-46 0,0-4-18 0,0-1 46 16</inkml:trace>
  <inkml:trace contextRef="#ctx0" brushRef="#br0" timeOffset="20730.68">9344 1381 3150 0,'0'-2'41'0,"0"-1"14"16,0-1 7-16,0 1 5 0,0 1-37 0,0 2-21 15,0 0-8-15,0 0-6 0,0 0-4 0,0 5-4 0,0 0 12 16,0 1 4-16,0 1 8 16,0 1 18-16,0 4 5 0,0 2 2 0,11 1 0 0,-11 1 16 0,8 0-20 15,-8 4 10-15,0-2-4 0,8 0-13 0,-8-1 2 0,0-1-22 16,12 0 11-16,-12-4 4 16,8 2-16-16,-8-3 27 0,0-1-21 0,10-1-3 0,-10 0 13 15,11-1-9-15,-11-1-7 0,0 0 3 16,0-3-2-16,9 0-6 15,-9 0 13-15,0-2-4 0,0-1-18 0,10-1-24 0,-10 0-31 16,0 0-99-16,0 0-105 0,0 0-133 0,0-5-102 0,0-1-40 0,0-1-22 16,0-2 24-16</inkml:trace>
  <inkml:trace contextRef="#ctx0" brushRef="#br0" timeOffset="21000.06">9288 1312 2520 0,'-9'-3'13'0,"9"0"21"0,0 0 19 0,0 0 17 0,0 3 24 0,0 0-9 16,0 0 29-16,0 0 19 15,0 0-2-15,0 0 27 0,12 5-20 0,-2-1-5 0,6-1-8 16,-2 2-15-16,5-1-8 0,0 1-5 16,3 1-9-16,0-1-3 0,-1-1-4 0,4 3-5 0,-3-3-17 15,2 2-17-15,-2-1-18 0,0-1-15 16,0 1-10-16,-1-2 11 0,1 0-7 0,-3 0-1 0,-1 0 15 15,-3-2-17-15,0 1 4 0,-5 0-13 16,-10-2-4-16,10 1-21 0,-10-1-54 0,0 0-68 0,0 0-80 16,0 0-99-16,0 0-72 15,0 0-126-15,0 0-77 0,0 0-15 0,0-3-28 0</inkml:trace>
  <inkml:trace contextRef="#ctx0" brushRef="#br0" timeOffset="21268.28">9388 1470 1285 0,'-12'4'16'0,"12"-1"32"0,0 0 18 15,0-1 23-15,0 0 16 0,-10-2 6 0,10 1 16 0,0 2 30 16,0-3 71-16,0 1 0 16,0 2 16-16,0 0 11 0,8 0-67 0,4 1 2 0,1 1-20 15,1 0-17-15,2 0-8 0,3 0-18 16,0 0-27-16,3 1-34 0,0-2-15 0,2 0-17 0,-2 0-2 15,2 0-1-15,-2-1-22 0,0 0-18 16,-3 0 16-16,0-3-21 0,-4 4 14 0,-3-4 8 0,-4 0-7 16,-8 0 8-16,0 0-18 0,0 0-41 15,8 0-71-15,-8 0-95 0,0 0-111 0,0 0-143 0,0 0-72 16,0-5-80-16,0 0-13 0,0 1 96 0</inkml:trace>
  <inkml:trace contextRef="#ctx0" brushRef="#br0" timeOffset="21786.2">10001 1672 1372 0,'0'6'23'0,"0"-1"31"0,0-2 23 15,0 1 19-15,10 1-3 0,-10-2-1 0,0 0-13 0,0 0 4 16,0-1-2-16,0-1-2 0,0-1 66 15,0 0 4-15,0 0 21 0,0 0 2 0,0 0-18 0,0 0 0 16,0 0 15-16,0 0 33 0,0 0 7 16,0 0 2-16,0 0-48 0,0 0-50 0,0 0-57 15,0-6-3-15,0 0 2 0,0-2 16 0,0-1 1 16,0 0-7-16,-11-3-9 0,11-1-15 0,-11-2-8 0,11-1-5 16,0-2-2-16,0-1 1 15,-8-3 7-15,8 1-9 0,0-1 9 0,0-1 3 16,0 0-20-16,0 0 4 0,0 4-1 0,0 0 2 15,0 2 9-15,0 0-1 0,11 3-12 0,-11 1 4 16,11 2-8-16,-11 2-12 0,13 3 5 0,-2-1-31 16,-11 3 18-16,11 1 1 0,0 3-17 0,-11 0 6 0,14 0-10 15,-3 0 15-15,-1 6 13 16,2 0-2-16,-2 3 8 0,4 2-24 0,-3 0 27 0,0 1-10 0,0 2-4 16,0 1 12-16,-1-1-18 15,2 3 17-15,-12-1-23 0,13 0 17 0,-2 1-10 0,-11 0 18 16,14 0 1-16,-14 1-15 0,13-2 27 15,-13 0-27-15,14-3 32 0,-4 1-11 0,-10-1-20 0,0-2-2 16,15-2-7-16,-15 0 6 0,0-2 18 16,10 1 7-16,-10-3-21 0,0 1-8 0,0-3 11 0,0 1-12 15,0-4 18-15,0 4-9 16,0-4-31-16,0 3-44 0,0-3-53 0,0 0-60 0,0 4-74 0,0-4-45 16,0 0-63-16,0 0-37 15,0 0-150-15,0 0-92 0,0 0-72 0,0-7 86 0</inkml:trace>
  <inkml:trace contextRef="#ctx0" brushRef="#br0" timeOffset="22030.93">9976 1503 2494 0,'0'0'46'15,"0"0"13"-15,0 0 8 0,0-3 30 16,0 3-39-16,0 0 16 0,0 0 19 0,0 0 1 0,0 0 1 15,13 0-14-15,-1 0 4 0,3 0-14 16,0 0 10-16,3 0-9 0,1 3-26 0,1 0-16 0,0 0-16 16,0-1 3-16,-1 0-12 0,0-1 3 15,-2-1-7-15,-2 2-10 0,-3-2-28 0,-4 0-79 0,0 0-114 16,-8 0-193-16,0 0-191 16,0 0-182-16,0-4 106 0</inkml:trace>
  <inkml:trace contextRef="#ctx0" brushRef="#br0" timeOffset="22600.92">11606 1384 1778 0,'0'-8'51'16,"0"-1"50"-16,0 2 99 0,0-1 44 16,0 2 4-16,0 0-21 0,0 1-81 0,0 2-15 0,0 0-55 15,0 3-14-15,0-2-13 16,0 2-13-16,0 0 10 0,0 0-32 0,0 0 1 0,0 0-17 15,0 4-8-15,0-3 9 0,0 2 15 0,0 0-6 0,0 2 0 0,0 2 12 16,0 1 13-16,0 1 17 16,0 3-9-16,0 2 10 0,0 1-14 0,0 2-13 0,8 2 26 15,-8 1-28-15,10 1 1 0,-10 1 8 16,11-1-20-16,-11-1 13 0,8-1 5 16,-8 0-11-16,8 0-13 0,-8-3-2 0,0 1-7 15,9-3-2-15,-9 1 23 0,0-4 5 0,0 0-8 16,8-2 5-16,-8 0-7 0,0-3-3 0,0-3-20 15,0 0-16-15,0 0-49 0,10-1-93 0,-10-2-115 0,0 0-154 16,0 0-109-16,0-6-72 0,0-2-41 16,-12-1 126-16</inkml:trace>
  <inkml:trace contextRef="#ctx0" brushRef="#br0" timeOffset="24028.65">11309 1377 1955 0,'0'-1'12'16,"0"-2"-2"-16,0 2 8 0,0-1 10 0,0 2 20 16,0 0 68-16,0 5 42 0,0-1 12 0,0 0-4 0,17 0-43 15,0 3-27-15,1-2 28 0,4 2-6 16,1-1 12-16,2 1 9 0,3 0-35 0,2 1 9 0,0-1-17 16,5 0-19-16,0-1-16 0,4-1-6 15,-1 1-20-15,0-1-5 0,2-1 25 0,-1-1-15 0,-2-1 3 16,-4-1 3-16,-1-1-8 15,-4 0 19-15,-3 0 9 0,-4-6 4 0,-4 2-20 0,-2-3-26 16,-3 0-13-16,-12-2-12 0,11-1 5 16,-11 0-5-16,0-1 12 0,0-1-3 0,0 0-7 0,0 0 4 15,0-1 1-15,0 1-9 16,0 0 0-16,-16 1 7 0,2 2-19 0,3-2 12 0,-3 2 3 0,4 1-13 16,-1 2 6-16,11 0 11 0,-14 1-4 15,14 1-14-15,-13 1-2 0,13 3-11 0,0-2 3 16,-10 2 24-16,10 0-2 0,0 5-3 0,0-1 1 0,0 3-10 15,0 0 8-15,0 1-5 0,0 3 2 16,-12 4 6-16,12-1-5 0,0 4 18 0,0 2 4 0,0 0-6 16,0 2-5-16,0 0 7 0,0 1-8 15,0 0 2-15,0 2 8 0,0-2-24 16,12-1 8-16,-12 0 4 0,10 0-1 0,-10-4 14 0,0 0-11 16,13-1 6-16,-13-2 11 0,11 0-27 15,-11-2 16-15,0-1-21 0,13-1-3 0,-13-5 26 16,0 2-8-16,0-4 27 0,11-1-11 0,-11-1 3 15,0-2 27-15,0 0 22 0,0 0-4 0,0 0 10 16,0-5-34-16,12-1-44 0,-12 0 20 0,12-3-17 16,-12-2 2-16,11 0 1 0,-11-2 5 0,16-1 2 15,-16 0 2-15,14-1-6 0,-14 1-17 0,12 1 10 0,-12 2-13 16,13-2 21-16,-13 4-10 0,14-1-19 16,-14 2 19-16,11 1-4 15,-11 3 0-15,12-1 13 0,-12 2-3 0,0 3-14 0,14 0 3 16,-14 0 0-16,14 0-4 0,-14 6 17 0,14 2-3 0,-3-1-2 0,-11 2-2 15,17 1-8-15,-4 2-1 16,0 2 17-16,0-2-8 0,-1 2-2 0,2 0 17 16,1 1-22-16,0 2 15 0,1-3 2 15,0 0-12-15,2-2 14 0,-1-2-15 0,3 1 19 0,-2-2-2 0,1-2-2 16,-2-1 7-16,2-1-21 16,-2-3 21-16,1 0-21 0,-2-2 12 0,-2 0 23 0,3 0-5 15,-2 0 24-15,0-6-5 0,0-2-9 16,0 0-9-16,-2-2-24 0,0-1 8 0,-1-3-9 0,0-1-12 15,-12-2 20-15,13 2-19 0,-13-2-15 16,10 0 28-16,-10-1-18 0,0 3 7 0,0-1 8 0,0 2-6 16,0 0 7-16,0 0 14 0,0 1-8 15,0 1-9-15,0 1 4 0,-13 2-28 0,1 1 13 0,12 1-4 16,-15 2-4-16,0 2 18 16,4 3-19-16,-3 0 4 0,2 0 8 0,0 0-13 15,-4 8 17-15,5 1 10 0,-3 1-4 0,3 1-3 16,1 2 6-16,10 0-13 0,-14 1 6 0,14 0 4 15,-13 1-17-15,13 0 10 0,0 0-13 0,0 0 21 0,0-1 0 0,0-1-1 16,0 1 2-16,0-2 2 16,0 0-3-16,0-1 3 0,0-1-2 0,13 0-9 15,-1-3 20-15,1 1-3 0,0-2-2 0,1 0-7 0,1-1 2 16,2-2 5-16,-3-3 11 0,3 0-5 0,-2 0-12 0,0 0 16 16,0-7-23-16,-3-1 9 0,1-1 2 15,-1-1-24-15,-12-2 17 0,13 0 4 16,-13-3 2-16,13 1-3 0,-13 0 13 0,0 2-21 15,0 1-3-15,0 0-3 0,0 2-7 0,0 3 24 16,0 0 4-16,0 3 2 0,0 3-6 0,0 0-18 16,0 0-16-16,0 0-1 0,0 0 4 0,0 0 8 0,0 0 26 15,0 0-14-15,0 0-10 0,0 6 7 16,0-1-20-16,0 4 19 0,0-1 13 0,0 2-12 16,12 1 17-16,-12 1-14 0,0 0 2 15,10 0 2-15,-10-1-4 0,14 0 17 0,-3 0 2 0,-11-2-9 16,16 2 6-16,0-4-6 0,-2 1-2 15,4-2-1-15,-4 0 10 0,5-1 4 0,0-2-19 0,-2-3 30 16,0 0-29-16,0 0 21 0,-2-5 11 16,0-3 0-16,0 0 3 0,-2-3-18 0,-1-2-6 0,1-1-11 15,0-2 24-15,1-2-24 16,-3-4 0-16,-11 1 1 0,14-5-20 0,-14-1 22 0,13-2-11 0,-13-1 5 16,0 0-3-16,0-1 2 15,0 1 11-15,0 1-2 0,0 2 15 0,0 2-5 0,0 4 22 16,0 3 5-16,0 2 5 0,0 4 3 15,0 3-25-15,0 3-22 0,0 1-10 0,0 2-23 0,0 2 9 16,0 1 11-16,0 0-11 0,0 0 19 16,0 0-9-16,0 5 9 0,0 2-5 0,0 1 7 0,-13 4 6 15,13 0-7-15,-14 3 15 0,14 2-15 16,0 3 2-16,-14 0-4 0,14 1 6 0,0 3 2 0,0-2 14 16,0 3-10-16,0-1 1 0,0 1 8 15,0-3 0-15,0 0-23 0,0 0 7 0,0 1 8 0,13-4-37 16,-13 0 57-16,15-1-29 0,-2-1 8 0,1-2 14 0,-1-1-20 15,-2 0 6 1,5-3-7-16,-3-2 3 0,2 1-4 0,0-4 3 0,0 1-8 0,0-3-14 16,-2-2-10-16,2-2-11 0,-3 0-42 15,1 0-33-15,-2 0-25 0,0-3-96 0,-1-2-78 0,-2-2-102 16,-8 0-121-16,0-2-91 16,0-2-52-16,0-1-16 0,0-3 46 0</inkml:trace>
  <inkml:trace contextRef="#ctx0" brushRef="#br0" timeOffset="24302.1">12732 1376 1869 0,'0'0'16'0,"0"0"18"0,0 0 40 15,0 0 77-15,0 0 41 0,0 0 15 16,0 3 3-16,0-1-19 0,14 2-10 0,-2 1 27 0,3 0-10 0,4 1-16 15,2 0-15-15,2 0-37 16,4-1-4-16,2 0-25 0,2-1-16 0,2 2-10 0,1-3-29 0,-1 0-3 16,3-1-14-16,-2-1-12 15,-1 1-11-15,-5-2 8 0,-2 0-9 0,-4 0 11 0,-8 0 12 16,2 0-30-16,-16 0 15 0,9 0-30 16,-9 0-48-16,0 0-91 0,0-3-172 0,0 1-146 0,0 0-160 15,0 0-98-15,0-2-83 0,0 0 150 16</inkml:trace>
  <inkml:trace contextRef="#ctx0" brushRef="#br0" timeOffset="27663.48">14639 1605 1590 0,'0'-3'28'0,"0"-1"55"0,0 1 26 0,0 0 33 0,0-1-5 15,0 0 7-15,0 0 13 16,0 1-20-16,14-2-13 0,-14 2-35 0,0 0-2 0,0 0-12 16,0 0 6-16,0 0-26 15,0 1-12-15,0 0-1 0,0 0-14 0,0-1-3 0,0 0-30 16,0 0 10-16,-12 1-5 0,2-1 11 0,-3 2-14 15,1 0-4-15,-1 1 5 0,-1 0 2 0,0 6 3 16,-4 1-2-16,4-2-3 0,-2 4-5 0,4-2 18 16,-1 1-9-16,0 1-1 0,2 1 1 0,11 0 0 0,-11-1 1 15,11 2-3-15,0 1-3 16,-9-1-5-16,9 1-1 0,0 0-2 0,0-1 25 0,0 1-15 16,0-1 24-16,0-2 18 0,0 1-38 15,12-1 43-15,-1 0 22 0,4-1 14 0,0-1 32 0,1-1-16 16,2 0-24-16,0-1-10 0,-2-2 4 15,2-1 25-15,-4-1 24 0,2-1-14 0,-2 0-2 0,-3 0-23 16,-11-6-33-16,14-1 2 16,-1-2-23-16,-13 1 3 0,12-2-13 0,-12-2 0 0,0-2-3 0,0 0-10 15,0-1 9-15,0 0 6 16,0 1 5-16,0 2 1 0,0-3-5 0,0 4-12 0,0 0-3 0,0 1-9 16,-15 5 6-16,15 0 5 15,0 1-15-15,0 4 8 0,-13 0-8 0,13 0 3 0,0 0-9 16,0 0-2-16,0 0 20 0,0 0-12 15,0 6 13-15,0 0-5 0,0 2-8 0,0-1 9 0,0 1 7 16,0 3 5-16,0-1 5 0,0 2-13 16,0 1 2-16,0-1 6 0,0 0-25 0,0 2 15 0,0-3 2 15,15 1-12-15,-3-3 22 0,-1 2 6 16,2-2-11-16,3 0-5 0,-2-1 1 0,5 0-14 0,0-4 9 16,0 0 6-16,1 0 3 15,-1-3 3-15,0-1-2 0,0 0 19 0,-1-3-1 0,-3-3 13 16,-2 0 15-16,1-2-18 0,-3-1-17 15,-1-2-8-15,2-2-19 0,-12-1 8 0,12-1 5 0,-12-1 3 16,9 1-1-16,-9-2-6 16,0 2 7-16,0-2-14 0,0 2 11 0,0 0-8 0,13 0-14 0,-13 1 13 15,0 1 16-15,0 1-4 0,0 1-6 0,0 1 5 0,0 2-12 16,9 2-12-16,-9 1 26 0,0 1-12 16,13 1-14-16,-13 1 14 15,12 1-19-15,-2 0 19 0,2 1-5 0,-2 0 22 16,3 0-2-16,-1 0-23 0,0 4 6 0,1 0-17 0,-3 0 7 0,1 0 10 15,-11-1 0-15,13 0 5 0,-13 0 1 16,0 0 8-16,9 0 0 0,-9-1 4 16,0-2-2-16,0 2-23 0,0-2 11 0,0 0-2 0,0 0 9 15,0 0-3-15,0 0 10 0,0 0-10 0,0 0 4 0,0-4 15 16,0 1-30-16,0 0 5 16,0 0-9-16,0 0 9 0,0 0 11 0,0 0-8 0,0-1 10 15,-14 1-19-15,2 0 8 0,12 1 3 16,-13 1-14-16,0 0 15 0,13 1-22 0,-14 0 9 0,3 0 18 15,-2 0-15-15,13 7 5 16,-13-1-4-16,1 0 4 0,12 2 0 0,-14 0-2 0,1 1-2 0,13 0-21 16,-11 1 21-16,11 0 13 0,-13 1-8 15,13-2 10-15,-11 1-24 0,11 0 11 0,0 1 14 0,0-1-20 16,0 1 15-16,0 0-10 16,0 0 1-16,0 0 24 0,0 1-13 0,0-2 12 15,0 1-9-15,14-2-13 0,3 2 24 0,-4-2-41 16,5 0 32-16,-1 1-6 0,4-3-10 0,-2 1 25 15,5-4-22-15,-4 1 6 0,2-1 5 0,0-2-3 16,-3-2-3-16,1 0 8 0,-3 0-1 0,0 0 2 16,1-8 8-16,-4 1 9 0,2-2-24 0,-4-2 12 15,1 0-1-15,-2 0-16 0,-11-4 18 0,16 1-23 0,-4-1 9 16,-12 0 3-16,13 1-4 16,-13 0 24-16,17-1-41 0,-17 2-3 0,18 1 15 15,-18 2-14-15,12-1 5 0,-12 2 17 0,13 1-16 16,-13 0-2-16,0 1 12 0,16 2-11 0,-16 1 7 0,13 1-10 15,-13 1 7-15,15 2 9 0,-2 0-11 16,4 0 15-16,-4 0 1 0,1 5-17 0,-1-5 14 16,1 6-8-16,-3 0 14 0,2-1-7 0,-13-1-5 15,12-1-7-15,-12-3 20 0,12 0-9 0,-12 3-12 16,0-3 21-16,0 0-30 0,0 3 19 16,0-3 11-16,0 0 5 0,0 0-10 0,0 0 13 0,0 0-13 0,0 0-18 15,0 0 20-15,0 0-15 16,0-4 12-16,0-1 6 0,0 2-30 0,0 0 20 15,0 0-11-15,0 0 0 0,0 0 6 0,-12 0 2 16,12 1-10-16,-13 2 2 0,13 0 9 0,-15 0-21 0,1 0 31 16,14 0-11-16,-14 0 7 0,-4 8 2 15,6 1-20-15,-1-1 13 0,13 1-13 0,-14 1 7 0,14 0 4 16,-15 1-7-16,15-2 8 16,-14 1-9-16,14 0-2 0,0 0 12 0,0 1-10 0,-11 0 10 0,11-2 25 15,0 2-31-15,0-1 8 0,0-1-5 16,0 1-11-16,0 0 23 0,0-1 4 0,0 2 0 0,11 1-18 15,5-2 18-15,0 0-22 16,3 1 7-16,0 0 4 0,6-2-4 0,4 0 11 0,1 0 3 16,1-1-7-16,3-1-1 0,-3-2-2 15,2 0 8-15,-1-2 28 0,0-1-8 0,-4-2 22 0,1 0-3 16,-3 0-9-16,0-7-15 0,-4 2 8 16,-2-2-22-16,-1-2 0 0,2-2 2 0,-7 0-13 15,3-1 6-15,-4 0 12 0,-2-3-3 0,-11-1-5 16,14 1 12-16,-14 0-28 0,0-2 20 0,10 0-16 15,-10 2 2-15,0 1 5 0,0 0-17 0,0 1 16 16,0 2-19-16,0 0 5 0,0 2-9 0,0 1 9 16,0 1-8-16,-13 2-4 0,13-2 19 0,-14 4-23 15,14 0 31-15,-13 3-10 0,1 0-11 0,12 0 12 16,-15 0-8-16,3 0 7 0,-4 8 16 16,6-2-16-16,-2 1-5 0,1 2 11 0,11 0-16 0,-16 1 19 15,7 1-9-15,9 0 2 0,-10 0-2 0,10 0 1 0,0 1 1 16,0 0-3-16,0-3 7 0,0 2-6 15,0 0 12-15,0-1-7 0,0-2 5 0,0 1-2 0,0 0-20 16,14 1 15-16,4-3 4 16,2 1 4-16,-1 1 6 0,6-3-2 0,2 0-10 0,2-2 5 0,-1-1-4 15,1-2-15 1,1-1 18-16,0 0-5 0,-3-3 20 0,-2-2 18 16,-3-2-27-16,0-1 11 0,-3-2-18 0,-1-3 14 0,-4 1-7 15,0-2-13-15,1-3 13 0,-2 0-32 16,-3-1 26-16,-10-2-16 0,14 0 27 0,-14-3-43 15,0 0 14-15,0 0-2 0,0 2-14 0,0-1 37 16,0 1-6-16,0 1 13 0,0 4-24 0,0 2 11 16,0 3-11-16,0 2 1 0,0 1 5 0,0 5 6 15,-16-1-12-15,16 2-4 0,0 0-3 0,0 2-12 16,0 0 10-16,0 5 9 0,0 1 3 16,0 2 8-16,0 2 22 0,0 3-12 0,0 3 2 15,0 5 5-15,0 0-31 0,0 2 5 0,0 3-9 0,0 3 10 16,0 0-6-16,0 0 21 0,0-1 8 15,0 1-24-15,0-2 17 0,16 2-16 0,-5 0 7 16,-11-1-4-16,13-1 13 0,1 2 8 0,-14-3-23 0,11-1 11 16,-11 1-12-16,14-4-10 0,-14-1 23 0,12-3-3 0,-12-2-3 15,9-1 6-15,-9-3-5 0,0-1-13 16,0-4 9-16,13 0-6 0,-13-3 8 16,0-2 24-16,0 1-6 0,0-3 38 0,0 0-27 0,0 0-9 15,0 0 17-15,0-5-48 0,0 2 30 0,0-3 10 0,0 0-24 16,0-3 10-16,0-2-20 15,0-1-1-15,0-3 2 0,0-4 5 0,0-1 10 16,0-1-15-16,0-4-11 0,0-1 7 0,0-2-12 16,0-2 11-16,0 0 23 0,0-1-2 0,0-1 20 15,0 1-22-15,12 0-16 0,-12 2 6 0,16 2-11 16,-5 2 12-16,1 3-2 0,-2 3 2 0,1 2-11 16,-1 2 4-16,4 2 11 0,-1 2-8 15,2 4 4-15,-2 0 7 0,3 2-14 0,-2 2-4 0,4 1-4 0,-2 2-9 16,-1 0 5-16,3 0 2 15,-3 5 7-15,0 0 1 0,0 2 2 0,-3 0-5 0,-3 2 5 0,-9-2-3 16,14 1 2-16,-14 0 9 16,0 1-6-16,10-1-1 0,-10-1 9 0,0 1-11 0,0-2-5 15,0 0 7-15,0 2-7 0,0-2 15 16,-13 1 9-16,-2 0 10 0,0 0-16 0,0 0-10 0,-2 0 12 16,-3-1-10-16,2-1 23 15,0-1-28-15,-1-1 0 0,1-3 1 0,4 0-10 16,1 3 21-16,13-3-1 0,-17 0-3 0,17 0 7 15,0 0 6-15,-10 0-35 0,10 0 5 0,0 0-11 0,0 0 11 16,0 0 9-16,0 0 9 0,0 0 1 16,0 0-15-16,0 0 20 0,0 5-2 0,0 1 9 0,0-3-9 15,0 2-9-15,0-1-1 0,15-1-14 0,1 2 18 16,-2 0 2-16,3-1-9 0,2 0 10 0,0 0-3 16,0-1 4-16,3-3 7 0,-3 0-2 0,3 0 18 0,-1 0-25 15,0 0 18-15,1 0 12 16,-2-8-32-16,-1 2 27 0,2-3-10 0,-4-4-26 0,2 0 33 0,0-2-32 15,-3-3-3-15,1-1 9 16,-2-4-10-16,-3-2 20 0,-1-1-16 0,-11-1 5 0,16-4-5 16,-16 2-9-16,13 0 21 0,-13-2 8 15,0 2-20-15,0 0 19 0,0 2-4 0,0-1-18 0,0 4 12 16,0-1-5-16,-21 4-4 16,5 1-4-16,4 3 11 0,12 3 2 0,-13 2-7 0,13 3 6 0,0 0-5 15,-16 2 2-15,16 3 7 16,0 1-8-16,0 2 0 0,0 0-3 0,0 1-14 0,0 0 20 15,0 0-8-15,0 4 13 0,0 0-3 16,0 2 4-16,0 1 1 0,0 2-24 16,-11 2 24-16,11 2-12 0,0 1 0 0,0 1 4 0,-11 2 2 15,11-1-11-15,0 2 0 0,0 0 2 0,0 2 0 16,0-1 4-16,0 2 3 0,0 0 15 0,0-1-17 16,0 3 3-16,0 0 12 0,0 0-22 0,14 0 4 0,2 0 32 15,-3-1-21-15,1-1 4 0,2 0 23 16,1-4-31-16,1 0 5 0,0-2 8 0,0-2-15 0,2 0 5 15,1-2 18-15,0-2-9 16,2 0-4-16,-1 0 2 0,3-4-4 0,-2 1 29 0,2-3 7 16,-1-3-10-16,-1 0 7 0,-5 0-6 15,2-6-7-15,-2 1 13 0,-4-2-3 16,-1-2-22-16,1-2-2 0,-3 0-12 0,-11 0-10 0,14-1 10 16,-3-3-6-16,-11 0 9 0,12-3-1 0,-12 0-9 0,0 0 2 15,0-1-6-15,0 1 1 16,0 2 10-16,0 0-4 0,0 1 6 0,0 2-6 15,0 1-2-15,0 3-2 0,0 1-8 0,0 2 10 16,0 0-16-16,0 3 2 0,-12 1 10 0,12 1-16 0,-11 0 5 0,11 1 19 16,-14 0 0-1,14 0 8-15,-16 4 4 0,2 2-17 0,3-1 0 0,11 1 3 0,-17 0 0 16,5 0-3-16,12 2 2 0,-12-1-1 16,12-1 11-16,0 2 0 0,0-2-17 15,0 1 14-15,0 0-17 0,0 0 9 0,0 0 18 16,0 1-16-16,0-1 15 0,0 2 2 0,12 0-11 0,6-1-6 15,1 2-3-15,1-1-2 0,6-1 13 16,-4 0-1-16,3 0-7 0,2-1 6 0,1 0-12 0,-2 0 20 16,-3-1 3-16,1-1-12 0,0 0-1 15,-4 0-7-15,0-1-2 0,-5 1-3 0,-2-3 4 0,1 1-5 16,-14 1-3-16,0-1 10 0,11 0-1 16,-11-3-4-16,0 3 12 0,0 2-13 0,0-1 27 15,0 1-20-15,0 1 5 0,0 0 13 0,0 2-30 16,0-1 30-16,0 1-15 0,0 0 3 0,0-2-2 15,0 1-4-15,-11-2 11 0,11 1-20 0,-15 0 12 16,3-1 0-16,3-1 11 0,-5 1 11 0,2-2-8 16,-2 0 4-16,-2-1-19 0,2-2 1 0,-2 0 18 15,-1 0-24-15,-1 0 8 0,1 0-25 0,0 0-54 16,-4-5-56-16,2 2-86 0,2-2-65 0,-2-2-105 0,1 2-84 16,0-1-126-16,2-2-88 0,3 1-65 15,0 1 14-15</inkml:trace>
  <inkml:trace contextRef="#ctx0" brushRef="#br0" timeOffset="28087.29">16698 1230 1533 0,'0'1'38'0,"0"-1"43"0,0 0 24 15,0 0 39-15,0 0 29 0,0 0 3 0,0 0 1 0,0 0-13 16,0 0-33-16,0 0-22 0,0 0 27 15,0 0 1-15,0 0 7 0,0 3 10 0,10-1-16 0,5 1 9 16,5 0-11-16,1 1 5 16,8 1-14-16,2-2-5 0,4 3-14 0,4-3-18 0,1 1 2 15,1 2-29-15,1-2 14 0,3-1-28 16,-1 2-7-16,-1-2 10 0,-2 0-14 0,1 0 18 16,-7-2 7-16,-3 0-9 0,-4 0 5 0,-7-1 6 15,-4 0-29-15,-7 0 6 0,-10 0-22 0,0 0-9 16,0 0 6-16,0 0-22 0,0 0 15 0,0 0-17 15,0 0-63-15,0 0-28 0,0-2-104 0,0 1-143 16,0-1-106-16,0 2-143 0,0 0-135 0,0 0-3 0,-11 0-63 0</inkml:trace>
  <inkml:trace contextRef="#ctx0" brushRef="#br0" timeOffset="32208.37">18703 1712 990 0,'0'0'-2'0,"0"0"39"0,0 0 6 16,0 0 0-16,0 0 5 0,0 0-40 16,0 0 12-16,0 0 5 0,0 0 17 0,0 0 3 0,0 4-7 15,0-4 9-15,0 0 1 16,0 6-2-16,0-3 9 0,0-1 3 0,0 1-14 0,0 0 31 0,0 0-1 15,0 0 11-15,0 2-7 16,0-2-10-16,0 0 0 0,0 0 36 0,0-1 30 16,0-1 2-16,0 2 3 0,0-3-44 0,0 3-6 15,10-3-7-15,0 2 1 0,0-2 7 0,0 0-2 16,2 0 16-16,2 0 21 0,2-5-2 0,-2 1 6 16,3-1-23-16,-4-1-13 0,4-2-3 0,-1-1-17 0,1 0 13 15,-4-2-14 1,1-1-23-16,1-2 9 0,-3 0-21 0,3 2-15 0,-5-3 6 15,-10 1-24-15,12-3 2 0,-12 2 12 0,0-1-7 16,9 0 8-16,-9 0-5 0,0 0-13 0,0 0 1 0,0 0-2 16,0 2-8-16,0 0 10 0,0 0-4 15,-18 0 3-15,5 2 6 0,-2 2-7 0,1 0-4 0,14 1-9 16,-14 3-6-16,14 1-7 0,-16 0 21 0,16 3-12 0,-10 0 6 16,10 2-2-16,0 0-13 15,-12 0 10-15,12 3 2 0,0 2 3 0,-13-1-3 0,13-1 9 0,0 2 14 16,0 1-3-16,0 0-8 15,0 0-1-15,0 1-15 0,0 1 10 0,0 0 18 16,0 1-3-16,0 0-2 0,0 2 15 0,19 1-17 16,-4 0-3-16,-2 0 2 0,4 1-28 0,1 1 22 15,3 0 8-15,0-2 7 0,2 1 20 0,-1-1-28 16,-1 0 2-16,1 0-4 0,-2 0-13 16,-2-2 21-16,-1 0-14 0,-4 1-4 0,1-3 2 15,-6 2 4-15,-8 0 0 0,10-3 9 0,-10 1-2 16,0-2-17-16,0 2 13 0,0-3 5 0,0 2 1 15,0-2-6-15,0-1 10 0,0 2-2 0,0-3-9 16,0 2 18-16,-15-1-16 0,1 1-6 0,-2-2 13 16,2-1-8-16,-2-1 0 0,-1-1 1 0,3 0-4 15,-4 0 5-15,2 0 12 0,1 0-12 0,4 0 3 16,-1-3-2-16,12 1-2 0,-14 0 1 0,14 1 2 0,0 1 7 16,0 0-18-16,0-1 20 0,0-1-16 15,0 2-5-15,0 0 15 0,0 0-3 0,0 0 15 0,0 0-8 16,0 0 9-16,0 0-7 0,0 0 2 15,17 0 14-15,0 5-15 0,3-2 4 16,-1-1 4-16,5-1-14 0,1 2 5 0,0-1 10 16,2-2-16-16,0 0 7 0,-1 0 5 0,0 0-5 15,1 0 5-15,0 0 15 0,-3 0-4 0,1 0 5 16,-3-5 15-16,-1 2-11 0,-1-1-9 0,-4-1-10 16,1-1-2-16,-4-2 7 0,1 1-3 0,-3-3 3 15,-1 1-15-15,-10-3-15 0,12-2 15 16,-12 0-1-16,12-1-3 0,-12 1-8 0,0-1 3 0,0 1-14 15,0-1 17-15,0 2 0 0,0 2-14 0,0 0 2 0,0 0-14 16,0 2 1-16,0 1 13 16,-12 1 3-16,12 2 16 0,-13-1-6 0,1 2-1 0,12 2-14 0,-14 2-15 15,3 0 17-15,1 0-12 16,-2 0 10-16,2 6 11 0,1 0 3 0,-4 2-10 16,2 0 6-16,1 2-7 0,-2 0-8 0,12 1 23 15,-11 0-11-15,11 0 2 0,-11-2 1 0,11 2-7 16,0-2 7-16,0 0 2 0,0 2 1 0,0-2-1 15,0 2-1-15,0-1 4 0,0 1-13 0,13 0 13 16,4-1 4-16,-3 0-9 0,5-1 13 16,-1-1-12-16,4-3 9 0,0 0-5 0,-1 0-5 15,2-2 15-15,1-2-22 0,-1-1 12 0,0 0 19 0,2 0-17 16,-1 0 10-16,-2 0 14 0,-1-6-7 0,-3-2 13 16,0 1 19-16,-1-4 4 0,0-1-16 15,-4 0-13-15,3-2 1 0,-3 0-22 0,-2-4-8 0,1-2-11 16,-1-3 1-16,-11 0-13 0,13-2 29 15,-13-1-1-15,0-2-17 0,0-1 10 0,0 2-4 16,0 1 5-16,0 0 14 0,0 3 8 0,0 2-19 0,0 1 5 0,0 3-5 16,0 2-12-16,0 3 3 0,0 4 14 15,0 0-8-15,0 4 0 0,0-1 7 0,0 5-22 0,0 0-10 16,0 0 5-16,0 0-16 16,0 0 25-16,0 5 22 0,0 0-9 0,0 4 3 0,-14 0-9 0,14 2-4 15,0 3 0-15,0 2 24 16,0 4-9-16,0 0-19 0,0-2 15 15,0 4 3-15,0-1 1 0,0 1 12 0,0 0-14 0,0 0-3 16,0-1-13-16,0-1 0 0,0-1 6 16,0 0-7-16,0-2 31 0,0 0-5 0,11-3-5 15,1-2-6-15,1 0-10 0,0-1-1 0,-1 1-3 0,3-2 15 16,0-3-8-16,3 1 5 0,-1-2 13 16,2-3-33-16,0 0-17 0,2-3-5 0,-2 0-28 0,-2 0-9 15,0 0 11-15,0 0-36 0,-4 0-10 16,0-3-55-16,0-2-65 0,-4-2-82 0,-1-1-92 0,-8 2-79 15,0-3-68-15,10-2-19 0,-10 2-19 16,0-3 28-16</inkml:trace>
  <inkml:trace contextRef="#ctx0" brushRef="#br0" timeOffset="32484.59">19626 1355 2063 0,'0'0'72'15,"0"0"53"-15,0 0-1 0,0 0 35 16,0 0-67-16,0 0-48 0,0 0-1 0,0 0-13 0,0 0 20 16,0 0 14-16,0 0 42 15,15 0 10-15,3 0 0 0,4 3 23 0,7 2-4 0,1-2 2 0,1 0 6 16,6 0-15-16,-2 0-13 0,-1 0-21 0,2 0-17 0,-3 0-9 16,-2-2-28-1,-1 1 5-15,-8 0-5 0,-2-1-3 0,-2-1 17 16,-6 0-27-16,-3 0-7 0,-9 0-12 0,0 0-1 15,0 0 2-15,0 0 18 0,0 0-8 0,0 0-20 16,0-3 14-16,0 1-61 0,0 1-62 0,0 1-116 16,0-1-162-16,0-1-82 0,0 1-132 0,0-2-49 15,0 2-21-15,0-3 36 0</inkml:trace>
  <inkml:trace contextRef="#ctx0" brushRef="#br0" timeOffset="33650.68">21430 1406 2459 0,'-16'-7'65'0,"16"0"52"0,-10-1 12 16,10 1 42-16,-9 0-33 0,9 3-33 15,-11-1 24-15,11 2-23 0,0 0-26 0,-11 1-9 0,11 1-23 16,-10 1-22-16,10 0 4 0,0 0-21 0,-12 0-10 0,12 0-5 16,-15 0-10-16,3 0 27 0,2 0-14 15,-3 6 11-15,1 0 5 0,-1-1-22 0,-1 3 19 0,2 0-9 16,-1 2-8-16,-1 1 7 0,2 1-15 16,0 0 17-16,2 0-6 0,2 2 4 0,8 1 13 15,-9 1 5-15,9-1 17 0,0 0 12 16,0 1 9-16,0-3-6 0,0 0-9 15,0-1-6-15,0 0-6 0,13-1-5 0,-2 0 12 0,4-3-2 16,0 0 12-16,4-1 13 0,-2 0 21 0,5-1-1 16,0-1-6-16,2-2-4 0,-2-3-28 0,0 0 23 15,0 0 8-15,-2 0-8 0,0 0 5 0,-3-9-27 16,-1 3-24-16,0-4 4 0,-2 0-11 16,-2-1-7-16,-2-1 12 0,-10-3-26 0,0-3-6 15,12-1 30-15,-12-1-44 0,0 0 49 0,0 0-13 0,0 0-35 16,0 3 39-16,0 2-30 0,-20 0 26 15,3 1 0-15,-2 1-3 0,0 3-9 0,-3 1-1 0,0 1 11 16,1 2-12-16,-1 2 1 0,0 2-3 0,3 2-10 0,0 0 9 16,0 4-3-16,7 1-10 15,-1 1 1-15,13 0 22 0,-14 2-2 0,14 1-1 0,0-1 17 16,-10 1-26-16,10 0 8 0,0 0 18 16,0 0-14-16,0 2 15 0,0-1 5 0,13-1-5 0,2-1 8 15,2 0-27-15,1-2 13 16,4-1 2-16,-1-2-19 0,1-2 25 0,0-1-18 15,-1 0-1-15,-1-5 15 0,-1-1-19 0,1-1 5 16,-3-1 15-16,0-2-2 0,-1-2 6 0,-2-1 13 16,0-1-22-16,-1-1 0 0,-13 0 2 0,14-3 3 15,-14-1-6-15,10-2 10 0,-10 1-13 0,0-4-7 0,0 2 12 16,0-2-8-16,0 1 26 0,0 1-14 16,0 1 8-16,0 3 15 0,-11 2-21 0,11 2 3 15,0 2-3-15,-16 5-18 0,16 0-5 0,0 5-15 0,0 0 0 0,0 2 10 16,0 0-6-1,0 4 22-15,0 1-2 0,0 3-5 0,0 3 6 0,-14 2 15 0,14 4-15 16,0 3-11-16,-14 3 12 0,14 3-15 16,0 3-11-16,0 0 34 0,0 2 0 0,0 0-10 0,0 3 23 15,0 3-13-15,0-2-13 0,0 1 14 16,0 0-11-16,0 0-17 0,9-1 22 16,-9-2-11-16,16-2 16 0,-3-2 13 0,-1-1-30 15,-2-4 6-15,4-1-13 0,-3-2 9 0,0-2 12 16,5-2-4-16,-3-2 22 0,0-3-17 15,2-1 21-15,1-2 7 0,-4-2-17 0,2-1 12 0,-1-2 11 16,0-1 9-16,-1-1 30 0,0-2-21 0,-12 0-21 16,14 0-1-16,-5-5-26 0,-9-1 14 15,12-2-6-15,-12 0-15 0,10-2 6 0,-10-2-17 0,0-2 8 16,0-3-1-16,0-2-4 0,0-2 7 0,0-2 2 16,0-2-11-16,0 0-5 0,0-3-4 15,-17 1-34-15,-2-2 17 0,2 0 7 0,-5-1 0 16,-2 3 33-16,-2-1-17 0,-2 3-15 0,-2 1 3 15,0 2-9-15,0 3 15 0,1 3 6 0,3 3-2 16,4 2 23-16,1 2-19 0,5 1-8 0,3 4-4 16,13 2-28-16,0-1 17 0,0 3 5 0,0-1 11 15,0 1 6-15,0 0 1 0,0 0 1 16,0 0 6-16,0 0 5 0,0 4-7 0,0 1 4 16,18 1-5-16,2-2-7 0,6 3-5 0,2-1 12 15,5 0 7-15,2-1-1 0,2-1 19 0,-1 0-22 16,0 1-9-16,-1-2 16 0,0-1-13 0,-5-1 16 0,-3 1-2 15,-2-1 4-15,-4-1 3 0,-5 2 7 0,-1-2 6 0,-5 0-5 16,-10 0-5-16,0 0-5 16,0 0 6-16,0 0-16 0,0 0 8 0,0 0-16 15,0 0 3-15,0 0 15 0,0 0-18 0,0 0-36 16,0-3-67-16,0 1-90 0,0 0-88 0,0-2-66 0,0 3-147 16,0-1-143-16,0-1-63 0,0 0-60 15,0 1-12-15</inkml:trace>
  <inkml:trace contextRef="#ctx0" brushRef="#br0" timeOffset="34866">22759 1392 1879 0,'0'0'65'0,"10"-3"84"0,-10-1 35 0,0 2 27 0,0-1-33 0,0 0-65 16,0-1-9-16,0 0-4 15,0 1-5-15,0-2 9 0,0-1-2 0,0 1 3 0,-10-1-13 16,-1 0-13-16,2 0-9 0,-1 1-21 16,1 1 0-16,-4-1-12 0,2-1-17 15,2 3-1-15,-5-1-1 0,-1 1-7 0,1 1-6 0,0-1-8 16,-2 3-2-16,2 0-1 0,-3 0 12 0,0 6-11 15,0 0 3-15,1-1 2 0,-1 4-2 16,3 0-3-16,-4 0-4 0,6 2-1 0,-2 1 16 0,2 0 15 16,12 1-23-16,-12 0 5 15,12 1-9-15,0 0 13 0,0 1 13 0,0-1 4 16,0 0-12-16,0 0-11 0,0-1 11 0,0 0 8 16,12-1 14-16,3 0 4 0,0-1 5 0,1-2 7 15,2-1-21-15,-2-2 4 0,4 0 14 0,0-2-3 16,1-2 41-16,0-2 3 0,-3 0-17 15,2 0 3-15,-3-5-13 0,-1 0 8 0,0-2 12 0,-5-1-26 16,1-1 2-16,-4-1-19 0,-8-1-13 0,12-1 3 0,-12-1 4 0,9-2 8 16,-9 1-4-16,0 2 6 15,0 0-12-15,0 0-15 0,0 1-7 0,0 3 3 16,0 1-2-16,0 2-2 0,0 0-10 0,0 2-14 16,0 2-10-16,0-1-3 0,0 2 15 0,0 0-11 0,0 0 21 15,0 0-3-15,0 0 17 0,0 5 15 16,0 0-34-16,0 1 20 0,0 0-26 0,0 1 0 0,0-1 22 15,0 2-9-15,0 0 3 16,0-1 10-16,0 1-12 0,0-1 9 0,0 1 1 0,0 0-12 0,0 1 14 16,0-1 7-16,12 0-15 15,-2 1 3-15,6-2 4 0,-2 1-17 0,3-1 21 0,1-2 5 16,1 0-18-16,1-3 18 0,-4-2-2 16,5 0 6-16,-7 0 20 0,2-5 9 0,-3-1 12 0,-1-2 4 15,1-1-32-15,-13-2-8 0,15-1-8 16,-3-2-7-16,-12-1 11 0,14-2-1 0,-14-2-12 0,12-2 0 15,-12 0 0-15,0-4-23 16,13-1 15-16,-13-1-11 0,0-2 13 0,0-2 3 0,0 1 0 16,0-1 15-16,0 1-13 0,0 1 29 15,0 2-5-15,0 1 3 0,0 5-14 0,0 2-34 0,-13 2 29 16,13 5-43-16,0 2 30 0,-14 2 0 16,14 3-56-16,0 3 43 0,0 1-39 0,0 1 22 0,0 0 28 15,-11 6-24-15,11 3 41 0,0 1-23 16,-13 2-11-16,13 3 7 0,-10 3 1 0,10 1 2 0,0 1 8 15,-13 2 7-15,13 0-15 0,0 1 16 16,0 0 2-16,0 0-1 0,0 0-2 0,0 0-4 16,0 0 2-16,0 0 6 0,0 0-7 15,13-2-1-15,0-1-2 0,4 0-8 0,-2-1 27 0,1-1-16 16,1-1-5-16,1-2 18 0,2 0-22 16,2-1 20-16,-1-1-10 0,1-3 2 0,0-1 0 15,2-2-3-15,-2-1 21 0,2-2-17 0,-2-4-5 16,-3 0 16-16,2 0-11 0,-3-5 2 0,0-2 4 0,-2-1-11 15,-2-3-6-15,2-1-4 0,-3-3 14 16,0-2-19-16,-1 0 15 0,-3-1-6 0,-9-4-8 16,14 0 7-16,-14-3-26 0,10-1 5 0,-10-1 1 15,0-1 1-15,0 0 23 0,0-1 1 0,0 1-16 16,0 1 11-16,0 2 0 0,0 3 3 0,0 0-2 16,-11 5-4-16,11 3-4 0,-13 3-23 0,13 3 32 0,0 3-27 15,0 2 3-15,0 1 9 0,0 2-15 16,0 0 21-16,0 4-10 0,-11 0 3 0,11 4-7 0,-10 2 6 0,10 1 20 15,-10 6-8-15,10 1 21 16,-11 3-17-16,11 2-4 0,0 1 19 0,-10 1-17 16,10 0 19-16,0 1-13 0,0-1-2 0,0-1 4 15,0 1-21-15,0-1 19 0,0-2-2 0,0-1 0 0,0 1 24 16,11-4-16-16,0 2-6 0,0-3 1 16,-3-1-1-16,-8-2 1 0,13 0 6 15,-1-1 0-15,-4-2-2 0,2-1 1 0,-10-1 6 0,14-1-10 16,-4-1 2-16,-10 0 5 0,9-3-31 15,-9-1 26-15,0-3 1 0,0 0-19 0,0 5 46 16,0-5-21-16,0 0-15 0,9 0 2 0,-9 0-69 0,0 0-65 0,0 0-81 16,0 0-84-16,0-5-99 15,0 3-162-15,0-1-177 0,0-1-148 0,0-2-110 0</inkml:trace>
  <inkml:trace contextRef="#ctx0" brushRef="#br0" timeOffset="42360.34">24472 1623 1277 0,'0'0'37'0,"0"0"1"0,0 3 12 0,0-3-10 0,0 3-35 16,0-3 0-16,0 3-14 0,0-3 5 16,0 3-2-16,0-3 8 0,0 3-2 0,0 0 10 0,0-3 4 0,0 3-12 15,0 0 11-15,0 2-6 16,0-2 9-16,0 0 32 0,0 2 25 0,0-2 32 0,0 0 36 15,0-2 4-15,8 2 61 0,0-1-11 16,-8 1-24-16,9-3 11 0,2 2-66 0,-1-2 19 0,-1 0-4 16,2 0-11-16,-1 0 15 0,-1-5-16 0,4 1 18 0,-4 0 1 15,4-3 15-15,-4 2-16 0,-1-3-31 16,-8 0-28-16,12 0-32 0,-3-2-14 0,-9-1 6 0,9-2-21 16,-9-2-12-1,0-2 8-15,10 0-8 0,-10-4 2 0,0-1-5 0,0-1-1 16,0 0-15-16,0 2 23 0,0 1-15 0,0 0 5 15,0 3 9-15,-14 0-15 0,0 4 5 0,1 0-6 0,0 2 6 16,-1 2-8-16,-1 2 0 0,-2 2-17 16,1 1-1-16,-1 0 1 0,1 3 13 0,0 1-3 0,4 0-9 15,-1 0-12-15,5 5 0 16,8-1 24-16,-9 0-1 0,9 1 12 0,0 1 2 0,0 2-2 0,0-2-14 16,0 3 30-16,0 0-12 0,0 2-5 0,16 0 17 15,1 1-16-15,2-1-2 16,1 1 12-16,6 2-3 0,-1-1-5 0,2 0 12 0,-2-1-10 15,5 0-8-15,-1 1 6 0,-2 0 6 0,0-1-10 16,-2 0 17-16,-2-1-4 16,-2 2-10-16,1-3 6 0,-3 0-10 0,-3 0 1 15,-2-2-12-15,-3 0 13 0,2-3-2 0,-13 2 3 0,9-4 4 16,-9 1-5-16,0 1 5 0,0 0 5 0,0-2-8 16,0 2 9-16,0 1-10 0,0-2 3 0,0 1 11 15,-15 1-23-15,2-3 23 0,1 2 3 0,-1-1-14 16,0-1 7-16,4-1-4 0,-4-1-20 0,0-1 17 15,2 0 3-15,-2 0-3 0,3 0 12 0,-2 0-10 16,12 0-14-16,-9 0 12 0,9 0 3 0,0 0-17 0,0 0 27 16,-13 0-11-16,13 0-10 0,0 0 11 0,0 0 8 0,0 0-18 15,0 0 14-15,0 0 11 0,0 0-18 0,0 0 22 16,0 0-23-16,17 0 11 0,-5 0 0 16,2 0-6-16,2 0 14 0,3 0-17 0,1 0 0 15,4 0 14-15,0 0 8 0,-1 0 5 0,1 0 24 16,2 0-17-16,-1 0 13 0,-2-4-15 0,1-1-9 15,-3 0 16-15,-2 1-14 0,-2-4 37 16,-1 2-21-16,-3-3-3 16,1 0 0-16,-5-3-26 0,-9-2 4 0,10-3-1 15,-10-2-23-15,11-2 10 0,-11-3-7 0,0-1 14 16,0-3-7-16,0 2 4 0,0-2-1 0,0 0-8 16,0 1 13-16,-13-1 1 0,13 2 13 0,-14 3-17 15,3 0 13-15,-2 3-1 0,13 2 4 0,-13 1 6 16,13 5-20-16,-12 1 6 0,12 3-9 0,-11 2-2 0,11 2-2 15,0 2-6-15,0 1-9 0,0 0-6 0,0 1 0 0,0 0 8 16,0 0-2-16,0 5 12 16,0 0 16-16,0 1-22 0,0 3 8 0,0 2-5 0,0 0-9 15,0 4 13-15,0 2-7 0,0 1-10 0,0 0-11 16,0 2 19-16,0 0 14 0,0 1-2 0,0 1 17 16,0-2-27-16,0 1 2 0,0-1 4 0,10 0 9 0,-10 1 1 15,10-2-11 1,-10-1 6-16,11 2 3 0,-2-2 0 0,-9-1 8 15,13-2-1-15,-1-2 13 0,-1 0-18 0,3-1-3 16,-1-2 6-16,2-1-22 0,1-1 10 0,2 0 3 16,2-1-4-16,-2-2 7 0,4-1 11 15,-3 0-13-15,0-4-1 0,1 0 3 0,-4 0 0 16,5 0 11-16,-5-9-10 0,-1 2-8 0,4-2-8 0,-5 0 12 16,4-2 4-16,-6-3-6 0,1 0-17 0,0-1-5 0,-13-2 8 15,13-1 2-15,-13-1 38 16,10-1-17-16,-10 2-14 0,0-1 2 0,0 1-5 0,0 0 2 15,0 3 2-15,0 1-6 0,-14 0-8 0,5 2-2 16,-4 2-3-16,2 0 8 0,0 3-2 0,-1-1 13 16,0 3 1-16,1 2 6 0,-1-1-12 0,0 4-3 0,2 0 4 15,2 0-13-15,8 0 9 0,-15 4-5 0,4 1 13 16,11 1-1-16,-9 0-6 0,9 0-6 16,0 2 11-16,-10-2 2 15,10 3 16-15,0-1 2 0,0 0-17 0,0-1 5 0,0 2-5 0,0-1-4 0,0-2 10 16,0 2 5-1,0-1-9-15,15-1 12 0,-2 2-5 0,4-2 3 16,0-1-3-16,0-1-5 0,2-2-9 0,2 1-1 0,0-3 9 16,-1 0-7-16,0 0 8 0,0 0 5 0,-3-5-4 15,0 0 14-15,-1-2-13 0,-2 2-9 0,0-4-8 16,-2 3 6-16,-3-3 10 16,-9 2-5-16,13-1 18 0,-13 2-16 0,0-1-6 0,9 3 12 0,-9-1-8 15,0 1-5-15,0-1 13 0,0 2-21 0,0 2-2 16,0-1 14-16,0 2-22 0,0-1 7 0,0 1 11 15,0 0-20-15,0 0 17 0,0 0 19 0,0 3-21 16,0 0 21-16,0 0-3 0,0 3-17 16,0 0 14-16,0 0-6 0,0 3 0 0,0 2 0 15,0-2 4-15,0 2-11 0,0 1 10 0,0 0-5 0,0-1-3 16,0-2 8-16,0 2-4 0,0-2 2 0,0 1 16 16,0-1-4-16,0 0-9 15,0-1 19-15,14 0-20 0,-3-1-7 0,2 0 13 16,1-1-10-16,1-1 14 0,2-2 9 0,-1-3-16 0,1 0-7 0,2 0 8 0,-3 0 10 31,1 0-3-31,-2-5 5 0,0-1-16 0,-2-2-6 16,-2 0 4-16,3-2 2 0,-6-2-5 0,-8 0 8 15,14-2-1-15,-14 0-2 0,12-1-3 0,-12 1-3 16,0-1 6-16,0 1-2 0,0 0-9 0,0 2 15 16,0 2-14-16,0-1-1 0,0 3 25 0,0-1-18 15,0 3 9-15,0 0-8 0,0 3-15 0,0 1-6 0,0 1-2 16,0 1 21-16,0 0-4 0,0 0 13 0,0 0-6 15,0 0-9-15,0 4 16 0,0-1-11 0,0 3 16 16,0 0-9-16,0 2-8 0,-12 1 0 0,12 2-9 16,0 0 36-16,0-1-19 0,0 1 7 0,0 2 5 0,0-1-37 15,0-1 21-15,0-1 3 0,0 2 4 0,0-3 4 16,0-1 5-16,0 2-3 0,10-2 8 0,0-1-7 16,2-1-4-16,-1 0 4 0,4-1-12 0,-1 0 26 15,2-2 1-15,-1-3-15 0,1 0-2 0,0 0-5 16,-2 0-15-16,4 0 14 0,-1-5 7 0,-3-1 1 15,2-1-2 1,-3-1 11-16,-2-1-34 0,1-1-1 0,-4-2 9 0,-8-1-12 0,13-1 37 0,-13-1-23 0,11 2 7 31,-11-3 3-31,0 2-5 0,0-1-11 0,0 1 9 16,0 0-12-16,0 2-3 0,0 3 34 0,0 0-17 16,0 3 4-16,0 0-13 0,0 3-8 0,0 0 5 15,0 1 1-15,0 1-2 0,0-1-17 0,0 2 9 16,0 0-9-16,0 0 4 0,0 0 32 0,0 6-16 15,0-2 8-15,0 1 6 0,0 3-13 0,0 0-2 16,0-1 10-16,-9 4-2 0,9-2-9 0,0 2 35 0,-12 1-27 16,12 0 8-16,0 0 4 0,0-1-16 0,-8 0 0 15,8 1 7-15,0-1 17 0,0-1-8 0,0 1 8 16,-10-2 0-16,10-1-30 0,0-1 1 0,0 0 13 16,0-1-28-16,0-2 21 0,0 0 8 0,0-1 1 0,0 0 8 15,0-3-9-15,0 0-11 0,0 0-7 0,0 0 44 31,0 0-13-31,0 0 8 0,0 0-4 0,0 0-34 0,0 0 16 16,0-5 5-16,0 0-7 0,0 0 6 0,0-2-4 16,0-1-11-16,0-1 7 0,0-1 5 0,0 0-5 15,10-2-6-15,-10 0-5 0,0 0 5 16,8-1-5-16,-8 0 12 0,0 2 8 0,13-1-3 16,-13 0-1-16,13 1-11 0,-13-1 0 0,9 1-28 0,4 2 35 15,-13 0 4-15,11 1-4 0,-1-1 8 0,-10 4-17 16,13-2 1-16,-3 3 12 0,-2 0 15 0,-8 3-24 15,12-1 7-15,0 1-20 0,-12 1-1 0,14 0 16 0,-5 0 6 16,3 0-5-16,-12 4 5 0,12 0-5 16,-2 1-7-16,-10 1 11 0,12-1-16 0,-12 3 16 0,13-1-5 15,-13 2-5-15,9 2 20 0,-9 0-17 0,13-1 5 16,-13 1 6 0,0 2-3-16,13 0 2 0,-13-2-11 0,0 2 18 15,9 0-19-15,-9-2 9 0,0 0 13 0,0-1-19 16,0 0 6-16,11-1-1 0,-11-2 2 0,0 1-1 0,0-2 6 15,11-2-2-15,-11 1-16 0,0-1 7 0,0-2-5 0,0-2 10 0,0 0-13 16,0 0 16-16,0 0 14 0,0 0-12 0,0 0 19 0,15 0-17 16,-15 0-4-16,12 0-12 0,-12-4 1 15,15-1 5-15,-15-1-7 0,13 0 19 0,-3-2 0 0,-10-1 10 32,11 0-17-32,-11-2-14 0,13 0 7 0,-13 0-14 15,11-1 22-15,-11 0 1 0,11-2 3 0,-11 2-6 16,13 0-6-16,-13 1 10 0,9 1-5 0,-9-1 2 15,13 3 4-15,-13-1-19 0,9 1 5 0,-9 2 7 0,10 0 0 16,-10 0 10-16,14 1-13 0,-5 2-10 16,0-1-7-16,1 2 16 0,2 1 0 0,-3 1-3 0,3 0 11 0,1 0-7 0,-3 0 2 15,2 0 15-15,-4 3-8 16,4 1-4-16,-3-2-1 0,-9-1 2 0,8 1 1 16,-8 0-14-16,0-1 12 0,0 0-7 0,8-1-1 15,-8 0 7-15,0 0-6 0,0 0 0 0,0 0 11 16,0 0 1-16,0 0-8 0,0 0-3 0,0 0-15 15,0 0 20-15,0 0 7 0,0 0-4 16,0 0 4-16,0 0-3 0,0-3-2 0,0 2-1 16,0-2-1-16,-11 0-12 0,-1 0 6 15,0-1 2-15,1 1 4 0,-3 2-4 0,-1-2-11 16,1 2-1-16,-2 1 17 0,1 0-2 0,-1 0 5 16,-3 4 9-16,3 1-15 0,0 2 7 0,3-1-18 15,-1 2-5-15,2 0 0 0,2 2-3 16,10 1 24-16,-12 0 1 0,12-1-10 0,0 3 0 0,-12-1 9 15,12 0 4-15,0 0 1 0,0 0 6 0,0 1-10 16,0 1-8-16,0-2 0 0,0 0 3 16,0-1 0-16,0 0 7 0,13-1 8 0,0 0 3 0,-1-1 3 0,1-1-9 15,1-1 3-15,2-2 18 0,1-1-18 0,1-1 21 16,-2-3-3 0,-1 0-27-16,0 0 18 0,-1 0-8 0,-1-7-9 0,-1-1 16 0,-1 0-12 0,-1-2 6 15,-1-1-10-15,2-1 2 0,-3-1 2 0,-8-1-10 16,11 1 14-1,0-1-6-15,-11 0-1 0,0 0 4 0,0 1 10 16,0 1-8-16,0-1 11 0,0 2 2 0,0 2-15 16,0 0 10-16,0 3-8 0,0 0-25 0,0 1 6 15,0 2-7-15,0 2-17 0,0 1 22 0,0 0-17 0,0 0 0 16,0 0 8-16,0 0-9 0,0 4 10 0,0-1 14 16,0 4 3-16,0 0-1 15,0 2 6-15,0 2-5 0,0 1 12 0,0 5-8 0,0 0 14 16,0 2-19-16,0 0 4 0,0 5-4 0,0-1 7 0,0 2 9 0,0 2-18 15,0 0 9-15,0 1-29 0,13 2 1 16,-2-1 11-16,2-1 12 0,-4 1-5 0,4 0 9 16,-4 0-4-16,3 0-6 0,-2-1 17 0,0-1-9 15,1 0 3-15,0 0-11 0,-1-3 3 16,-1 0 1-16,-9-2-4 0,13-1 5 0,-5-2-4 0,-8-1 0 16,0-2 0-16,8-3 4 0,-8-1-1 0,0-1-1 15,0-3 4-15,0-2 3 0,0-2 10 0,0 1-19 16,0-2 16-16,0-3-4 0,0 0-23 0,0 0 34 0,-12 0-20 15,2 0-4-15,0 0 29 0,0-4-14 0,1-1 10 16,-4 0-8-16,0-2-5 0,0-1-4 0,0-1-18 16,-1-2 17-1,2-1-7-15,0 1 1 0,-1-3 21 16,4 0-6-16,-4-1-15 0,13 0 5 0,-13-2-12 16,13 1 6-16,-9-2 4 0,9 0 6 0,0 0-18 15,0-1 9-15,0 0 12 0,0-1-15 0,0 1 7 16,9-1 8-16,4 1-12 0,1-2 2 0,-1 3-1 0,4-2-5 15,-1 2-10-15,5-1 10 0,-3 3 18 0,3-1-3 16,1 0 15-16,2 0-19 0,0 1 2 0,-3 0-17 16,0-1 2-16,1 0 7 0,1-1-11 0,-1 0 10 15,-2-1-11-15,0-1 1 16,-3 1 15-16,2-1-10 0,-3 1 11 0,1-1 7 0,-6 2-16 0,0-2-3 16,0 2 3-16,-11 1 1 15,0 0-4-15,11 0 4 0,-11 1 10 0,0 0-8 0,0 2 3 0,0 2 9 16,0 1-41-16,0 2 4 0,0 0-2 0,0 2-2 0,-13 1 26 15,13 1-10-15,-12 0-7 0,12 2 7 0,-11 0-8 16,1 1 6 0,-2 1 11-16,2 1-7 0,2 0 7 0,-3 0 4 0,2 5-5 15,9-1-3-15,-11 1 3 0,0-2 11 0,11 2-6 16,-10 1 10-16,10-2-10 0,0 2-12 16,0 0-4-16,0 0 10 0,0 2 8 0,0-2 2 15,0 2-2-15,0-1 3 0,0 3-8 0,0-1 7 16,0 1 11-16,15 1-19 0,-1 0 17 0,2 0-12 15,-1 1-3-15,4 0 5 0,0 0 4 0,3-1 3 0,0 3-7 16,1-2 6-16,-1 2-14 0,1-2-8 0,-3 1 22 16,-3-1-12-16,0-1 11 0,-3-1-15 0,-4-1-8 15,-10-1 5-15,11 0-10 0,-11-1 26 0,0-1 10 16,0 0-14-16,0 1 9 0,0 0-9 0,0 0-8 16,0 2 4-16,0-2 10 0,0 1 14 0,0 2-10 15,0-1 14-15,-12 0-21 0,0-3 1 0,3 0 11 16,-4 0-23-1,4-2 32-15,-5-4-20 0,1 4 1 0,-2-4 9 16,-3 0-22-16,2 0 1 0,-2 0-32 0,0 0-44 0,0 0-61 0,1 0-89 0,-4-4-71 0,5 0-106 31,-3-2-82-31,2-2-129 0,-2-1-119 0,4-2-67 16</inkml:trace>
  <inkml:trace contextRef="#ctx0" brushRef="#br0" timeOffset="43091.92">24903 1264 1507 0,'-14'-1'39'0,"14"0"28"0,0-1 35 0,0 2 19 0,0-1-10 0,0 1 39 15,0 0-14-15,0 0 19 0,0 0-25 16,0 0-33-16,0 0-33 15,0 0-21-15,0 0 1 0,0 0-32 0,0 0 37 0,0 0-14 0,0 0 4 0,0 0 12 16,0 0 0-16,0 0 11 0,0 0 19 0,0 0 2 31,0 0-4-31,14 0-9 0,1 0-6 0,2 3 0 16,-1-3-14-16,4 0 12 0,0 0-14 0,3 0-11 16,1 0 2-16,-1 0-30 0,3 0 11 0,-4 0-10 15,2 0-7-15,-1 0 25 0,-3 0-1 0,-3 0 3 16,-2-2-8-16,-3-1-3 0,-3 2-11 0,-1-2 5 0,-8 1 3 15,0 0-16-15,0 1-14 0,9-1 11 0,-9 1-64 0,0-1-97 0,0-1-119 16,0 0-185-16,0 0-44 0,0 0-23 0,0-3 30 16,0 0-1-1,0 0 98-15</inkml:trace>
  <inkml:trace contextRef="#ctx0" brushRef="#br0" timeOffset="43322.37">25900 1060 2624 0,'9'0'80'16,"-1"0"10"-16,-8-5 16 0,8 2 25 0,-8 2-62 0,0 0 5 16,0 1-13-16,0 0-15 0,0-1-27 0,0 0-18 15,0 1 1-15,0 0-12 0,0 0-13 0,0 0-94 16,0 0-101-16,0 0-161 0,0 0-114 0,0 0-39 15,0 0-74-15</inkml:trace>
  <inkml:trace contextRef="#ctx0" brushRef="#br0" timeOffset="45456.2">28459 1225 1142 0,'8'-5'29'0,"-8"1"18"16,10-2 44-16,-10 1 28 0,9-2 9 15,-9 1 26-15,0 1-7 0,0-2 51 0,0 1-46 16,0 0-22-16,0 0-4 0,0 2-83 0,0-2 1 16,0 2-11-16,0 0-39 0,0 1 5 0,-9 0 20 15,-4 0-9-15,2 1 11 0,0 0-4 0,-2 1-2 16,2-1-18-16,-1 2 5 0,-4 0 19 0,2 0-25 0,-2 0 17 16,2 6-16-16,-1-1-13 0,0 1 18 15,-1 1-4-15,2 0 3 0,1 2 1 0,1 0 4 16,0 1 4-16,4 1-2 0,8 1-7 15,-10 0 3-15,10 0-5 0,0 2 14 0,0-2-2 16,0 2-2-16,0-2 13 0,0 2-9 0,0-2 25 0,0 0-1 16,0 1 18-16,0-1 0 0,12-1-1 0,3-1 18 15,0 1 6-15,4-2 4 0,0-1 6 0,3 1-16 16,1-3-6-16,3 0 19 0,-4-1-15 0,-1-2 17 16,0-2-12-16,-3-1-1 0,3 0 3 0,-5 0-10 0,-1-5-6 15,-2-2-10-15,-1 1-16 0,1-2 10 0,-5 1-26 16,3-4 6-16,-3 0-5 0,0 1-21 0,-8-2 10 15,8-1-2-15,-8-2-5 0,0 1 6 0,0-3-4 16,0 2-21-16,0-2 19 0,0 2-28 0,-11-2 7 16,0 2 5-16,-2 0-11 0,0 1 17 0,1 0-6 15,-4 3 16 1,0 2-6-16,-1 1-9 0,0 1 1 0,4 2-14 16,-2 2 1-16,0 3 18 0,0 0-2 0,5 0 13 15,-2 4-5-15,4 0-8 0,-1 2 8 0,1 0-14 16,8 1 14-16,-10-1-7 0,10 1 1 0,0 0 2 15,0 0 1-15,0-1 1 0,0 0-5 0,0 0 13 16,0 0 4-16,0-2 4 0,0 1-12 0,0 0 15 16,0 0-19-16,13-1 11 0,0 1 8 0,-2-2-19 0,2 0 12 15,1 0-5-15,-3 0 15 0,3-2-8 0,-3-1 3 16,-1 0-15-16,2 0 2 0,-2 0 4 0,-2-3-5 16,3-1 16-16,-2 0-12 0,3 0-11 0,-3-3 12 15,0 2-6-15,1-1-4 0,1-1 9 0,-3 2 3 16,0-2-10-1,1 1 0-15,-9 2 2 0,9-1-11 0,0 2 24 0,-9 0 0 0,0-1-9 0,6 3-6 0,-6 0-20 16,0 0 10 0,0 1-1-16,0 0-11 0,0 0 6 0,0 0 0 15,0 3-3-15,8 1 27 0,-8-1-4 0,9 2 6 0,-2 1-3 0,1 1-7 0,0 1-9 32,1 3 13-32,0-2-8 0,3 3 6 0,-2-1 10 15,2 1-14-15,-3 2 11 0,4-2-9 0,-2 1-2 0,3 0-6 16,-5-1 0-16,4-1 11 0,0 0-1 15,-2 1 10-15,1-3-4 0,-2-1-5 0,-2-1-1 0,-2-2 7 16,4 1-1-16,-10-2-9 0,8-2 20 0,-8 1-14 16,0-1 11-16,0-1 6 0,0 1-4 0,6-2 27 15,-6 0 41-15,0 0 30 0,0 0 6 0,0 0-26 0,0-5-35 0,0 1-42 16,0-2-13-16,0-2 23 0,0 0-19 0,0-1 21 16,0 0-5-16,0-3-23 0,0 1 11 0,0-1-8 31,0 0 4-31,0-2 3 0,0 1-2 0,0 1 13 0,0 0-13 15,0 1-12-15,0 0 11 0,0 1-15 16,0 2 15-16,10 0 1 0,-10 1-1 0,10 1 7 16,-10 1-22-16,10 1 3 0,-10 1-2 0,10-1-15 15,0 1 16-15,-10 2 12 0,12-1-7 0,-12 1-4 16,9 1 1-16,0 0-10 0,-9 0 3 0,13 0 18 16,0 3-2-16,-4-1-4 0,-1 1 5 0,6 0-11 15,-1 1-11-15,-2-1 18 0,3 1-8 0,-2 0 4 16,0 0 28-16,-1 0-18 0,0 0 2 0,2-1-5 15,0 0-13-15,-4-1 2 0,5-1 21 0,1 0 8 16,-1-1-15-16,-3 0 10 0,1 0-23 0,0 0 14 0,-4-5 1 0,-8 2-11 16,13-2 7-16,-13 0-18 0,10 0 18 15,-10-1-7-15,8 1 6 0,-8-3 10 16,0 2-18-16,0-3 25 0,0 1-22 0,0 0-19 0,0 0 3 16,0 0-3-16,0 1 13 0,0 0 7 0,0-1-11 15,0 4-9-15,0-1 13 0,0 0-14 0,0 3 26 16,-9 0-11-16,9 0-17 0,-10 2 14 0,10 0-8 15,-11 0 18-15,11 4-2 0,-13 0 3 0,13 0-6 16,-12 1-6-16,12 3 8 0,-13-2-9 0,3 1 6 16,10 3-7-1,-10-1 9-15,10 2 15 0,-13-2-25 0,13 2 21 16,0-1-10-16,-10 0-7 0,10-1 17 0,0 0-10 16,0 0-3-16,0 0 13 0,0-1-1 0,0-1-2 15,0 1 8-15,0-1-25 0,0 2 12 0,0-2-3 16,13 2-6-16,3-3 11 0,-4 2 4 0,6-2-18 0,-1 0 22 15,4 0-1-15,0-3-9 0,1 2 7 16,0-2-8-16,3-3 15 0,-4 0-2 0,1 0 20 16,1 0-9-16,-2-3 9 0,0-2 1 0,-3-1-11 0,2-1 0 15,-3 1-17-15,-3-3-8 0,2-1 3 0,-3 0 1 16,-1-2-2-16,-2-1 10 0,-1 0 2 0,0-1-23 16,-9 0 2-16,9-1 10 0,-9 1-2 15,0 0 2-15,8 0 14 0,-8 1-31 0,0 0-6 0,0 1 25 0,0 1-26 16,0 0 37-16,0 2-16 0,0 1-19 0,-12 1 15 15,4 1-24-15,8 1 27 0,-10 0-8 16,10 4-14-16,0-1 20 0,-9 2-17 0,9 0 19 0,0 0 9 16,-8 0-23-16,8 0 18 0,-9 0-9 0,9 5 3 15,-9 1 8 1,9-1-21-16,-8-1 19 0,8 2-8 0,0-1-1 16,0 1 21-16,0-1-4 0,0-1-5 0,0-1-5 15,0 3-2-15,0-2 1 0,0 2 16 0,0-3-3 16,0 2 3-16,0 0-3 0,13-1-14 0,0 1 8 15,0-1 0-15,3 0-12 0,0-1 8 0,4 0-1 16,-2-1 2-16,2-1 2 0,-1-1 3 0,-3 0 24 16,0 0-7-16,-3 0 13 0,-4-3-5 0,-9 0 4 15,13 1-12-15,-13 0 0 0,0 2-7 0,0-2-13 0,0 1-1 16,0 1-25-16,0 0 12 0,0 0-22 0,0 0 9 16,0 0 19-16,0 0-5 0,0 0 4 0,0 4-3 15,0 0 1-15,0 1-8 0,0 1 17 0,0 2 7 16,0 1-14-16,0 1 9 0,-8 2-7 0,8 0-8 0,0 1-6 31,0 0 23-31,0 1-11 0,0-2 4 0,0-1 17 16,0 3-26-16,0-2 7 0,0-2-17 0,0 1 14 0,8 0 11 0,1-2-1 0,4 1 9 15,-2-1-19 1,2-2-1-16,1 2 4 0,0-2 12 0,0-3 7 16,1 2-3-16,0-3 1 0,0-1-5 0,-1-1 14 15,-3 1-22-15,-11-2-1 0,14 0-1 0,-5 0-18 0,-9-3 30 16,0 0-17-16,0 1-77 0,0-1-113 0,12 0-157 15,-12 0-210-15,0 0-190 0,0 1-115 0,0-5-21 16</inkml:trace>
  <inkml:trace contextRef="#ctx0" brushRef="#br0" timeOffset="47423.13">2211 2231 1489 0,'0'-4'52'16,"0"0"35"-16,0 0 42 0,0 0 23 0,0-1 25 16,0 1-8-16,0 2-6 0,0 0-16 0,0 0-37 15,0 0-7-15,0-1-16 0,0 3 40 0,0-1-19 16,0-1-10-16,0 2 1 0,0 0-13 0,0 0-28 15,0 0-14-15,0 0 1 0,0 0-37 16,0-1 7-16,0-1 11 0,0 2-22 0,0-1 3 16,0 1-7-16,-8-1-3 0,-1 1-25 0,1 0 22 15,-3 0-6-15,-3 0 8 0,-2 2 20 0,-1 3-16 16,-2-1 15-16,1 0-19 0,-2 0 10 0,1 0-9 16,0 2-10-16,4-2 16 0,0 0-10 15,3 0-2-15,3-1 5 0,9-1-13 0,-6 0-5 16,6 0 7-16,0-1 6 0,0 2 0 0,0-2 10 15,0 0 5-15,0 1-9 0,0 0 7 0,0 1 11 16,0 0-15-16,0 1 9 0,0 1-15 0,0 0-20 0,8 1 24 16,1 0-5-16,-1 0 22 0,-1 1 5 0,-1 0-17 15,3 1-6-15,1 0-1 0,-4 0-2 0,2 0 12 16,-2 2 4-16,1-2-1 0,-7 2 2 0,6-2-5 16,-6 1 14-16,0 0-11 0,0-1 0 0,0 1-3 15,0 0-7-15,0 0 7 0,0-1 2 0,0 1-1 0,-11 2-11 16,0-2 3-16,0 2 5 0,1-2 15 0,-1-1-11 15,2-1 0-15,1-2-4 0,-3 1-7 0,11-3 13 16,-8 0-9-16,8 0-2 0,-8-3-1 0,8 2 0 16,0-2 9-16,0 0 15 0,0 0-1 0,0 0 2 15,0 0 10-15,0 0-6 0,0 0 12 0,0 0-3 16,0-4-14-16,0 4-7 16,0 0-14-16,0 0 2 0,0 0 1 0,0 0-9 15,0 0 8-15,0 0-12 0,0 0-2 0,8-3 13 16,-8 3-10-16,8 0 13 0,-1 0-11 15,0 0 4-15,-7 0-2 0,10 0-5 0,-4 0 11 16,2 3-21-16,-8 2 16 0,6 0 8 0,-6 1-6 16,0 1 19-16,6 1-26 0,-6 1 7 0,0 2 14 15,0 1-23-15,0 2 9 0,0 1-8 0,0 1 2 16,0 1 3-16,-9 0 11 0,0 1-1 16,1 0-10-16,1-1 13 0,-1 0-5 0,-1-1 0 15,9-1 0-15,-11-1-6 0,4 0 1 0,7-1 2 0,-8-2 5 0,8-2-3 16,0 0 6-16,0-3-5 0,0 0-8 0,0-3 7 15,0 0-3-15,0-1 5 16,0-1 5-16,0 1 0 0,0-1-6 0,7-1-1 16,-1 0 10-16,4 0-5 0,-1 0 3 0,4 0-6 0,-2 0-10 0,1 0 1 15,3-4 6-15,0 2 5 0,0-1-4 0,-1 2-5 16,0-1-3 0,0-1-4-16,-1 1 5 0,-3 1 12 0,2-2 0 15,-5 1-8-15,-1 1-53 0,-6 1-74 0,5-2-55 16,-5 2-80-16,0-1-99 0,0-1-94 0,0 2-149 15,0-3-111-15</inkml:trace>
  <inkml:trace contextRef="#ctx0" brushRef="#br0" timeOffset="48021.02">2662 2388 2533 0,'0'-3'24'15,"0"-1"45"-15,8-1 48 0,-8 0 59 16,0 1-8-16,0 1 5 0,0 1-17 0,0 0-59 16,0 2-11-16,0 0-39 0,0 0-26 0,0 0 16 15,0 0-23-15,0 0-7 0,0 0 0 0,-8 0-22 16,8 0 14-16,0 0-1 0,-9 3-2 0,9 1-1 15,-10 0 7-15,4 1 3 0,6 0-9 0,-11 2 2 16,1-2 0-16,4 4-7 0,-1-1 2 0,7 1 8 16,-9 3-3-16,9-1 6 0,-8 1-5 0,8 0 3 15,0 0 0-15,0 2 1 0,0-2 3 16,0-1-6-16,0 1 11 0,0-1-23 0,0 1 13 16,0-2 6-16,0 0-4 0,10-1 9 0,1 0 6 0,-2-1-2 0,1-1 2 15,1 0 17-15,0-1 1 0,2-1 27 0,-1-1 12 16,1-1 35-16,4 0-6 0,-2-3 1 0,2 0-14 15,-3 0-18-15,3 0 20 0,1 0-15 0,-1 0 9 16,-1 0-16-16,0-7-3 0,1 0-7 0,-3 0 10 16,-1 1 3-16,1-2-30 0,-2-1 5 0,-2-1-26 15,0-1-4 1,-10-2 11-16,11 1-6 0,-11-3-8 0,11 1 3 16,-11 0-6-16,0-1-9 0,0 0 14 0,0 1-17 15,0 3 2-15,0-1-4 0,0 2-10 0,0 0-2 0,0 1-4 0,-14 0 0 0,1 4 7 0,1-2 4 31,0 0 1-31,1 3 3 0,-4 4-14 0,0-5 2 16,0 5 1-16,0 0-22 0,1 0-18 0,0 0-28 16,-2 0-22-16,3 0-17 0,1 0-7 0,12 5-32 15,-11 1-38-15,1-1-40 0,10-1-47 0,-9 2-38 0,9-1-114 16,0 1-53-16,0 2-62 0,0-1-46 0,0-2 34 16</inkml:trace>
  <inkml:trace contextRef="#ctx0" brushRef="#br0" timeOffset="48324.62">3334 2483 2653 0,'0'2'4'0,"0"-2"1"0,0 0 9 0,0 0-11 0,0 0 9 0,0 0-14 16,0 0-3-16,0 0 13 0,0 4-16 0,0 2 4 0,0 2 3 15,0 1-16-15,0 0 17 0,0 2 3 16,0 1-1 0,-8 2 13-16,-2 0-17 0,3-2 0 0,-1 2 7 15,8-2-3-15,-8 2-1 0,8-3 7 0,-10-1-3 16,10-1-3-16,-9-1 1 0,9-1 2 0,0-1-65 15,0 0-151-15,0-2-137 0,0-4-139 0,0 0-133 16</inkml:trace>
  <inkml:trace contextRef="#ctx0" brushRef="#br0" timeOffset="48597.63">3592 2359 2674 0,'0'3'21'16,"0"-3"-5"-16,0 0-15 0,0 0 19 0,0 0-34 15,0 5 20-15,0 1 18 0,0-1-16 0,0 2 26 16,0 1 7-16,0 1-9 0,0 3 10 0,0-1-9 16,0 1-13-16,0 2 0 0,0-2-18 0,0 2 1 15,0-2 5-15,0 2-4 0,0-3 18 0,0-2-8 16,0 2-8-16,0-2 14 0,0-1-20 0,0-1 3 15,9-1 3-15,-9 0-98 0,0-1-170 0,0 0-188 0,0-5-177 16,0 0-50-16</inkml:trace>
  <inkml:trace contextRef="#ctx0" brushRef="#br0" timeOffset="57404.45">3791 2237 1142 0,'0'0'23'16,"0"2"20"-16,0-2 19 0,0 0 20 0,0 0-3 0,0 0-11 16,0 0-14-16,0 0-15 0,0 0-14 0,0 0 11 15,0 0 21-15,0 0 28 0,0 0 11 0,6 0 1 16,-6 0-6-16,11 0 31 0,-3 0 10 0,0 0-16 15,-1 0 2-15,0 0-50 0,1 5-34 0,0-5 18 16,0 0 1-16,3 0 5 0,0 0 15 16,-1 0-27-16,2 0 0 0,0 0-21 15,0 0 27-15,1 0-12 0,-2 0-12 0,1 0 6 0,0 0-41 16,0 3 18-16,-1-3-13 0,-3 3 7 0,0 0-5 0,1 0-1 16,-2 1 1-16,-7-1-8 0,6 1 2 0,-6 1-13 15,7 1 26 1,-7 0-3-16,0 0 26 0,0 2 0 0,0-2-27 15,0 3 5-15,0 0-3 0,0 1 17 0,-12 2-11 16,3-1 1-16,-2-1-12 0,0 1-2 0,1 1 1 0,-2-3-3 0,2 0 0 16,-1-1-7-16,0 0 24 15,3 0-11-15,0-1-4 0,1-1-5 0,7-1-11 16,-7 1 19-16,7-3 0 0,0 0 12 0,0 0-12 16,0 0-11-16,0-1 15 0,0 1 4 0,0-2 10 0,0 2-7 15,0-1 10-15,0 1 0 0,0 0 17 0,0 0 3 16,11 0 1-16,-3 0 1 0,2 0 0 0,0 2-5 15,0-2-18-15,0-1-12 0,2 0 3 0,-4 1 2 16,2-3-3-16,-2 4 0 0,-1-1-23 0,1-3 18 16,-8 2 4-16,7 0 4 0,-7-2 14 0,0 0-16 0,0 2 6 15,0-2-19-15,0 0-11 0,0 0-8 16,0 0-4-16,0 0 23 16,0 0 3-16,0 0 10 0,0 0-5 0,0 3-8 0,0 2-4 0,0-1-3 15,0 0-1 1,0 1 0-16,0 3 15 0,0 0 4 0,-8-1 1 15,8 3-8-15,-8 0 5 0,8 1-4 0,0 1 2 0,0 0-10 16,-8 1-5-16,8 0 2 0,0 1 10 16,0 1 24-16,0 0-6 0,0 0 2 0,0-1-12 15,0 0 0-15,11 0 10 0,-3 0 6 0,0 0 16 0,0 1-17 16,-1-2 10-16,2-1-15 0,-9-2-13 0,8 1 18 16,-8-2-25-16,0-3 22 0,6 2-3 0,-6-3 11 15,0-1 37-15,0-1 3 0,0-3 28 0,0 5-1 16,0-5-30-16,0 4 2 0,-11 1-20 0,-2-5-4 15,-1 3 15-15,-1-3-15 0,-2 5-2 0,1-5-7 16,-3 0-3-16,3 0 17 0,-4 0-11 0,3 0 0 16,-1 0-12-16,3 0-26 0,0 0 16 0,1-8-5 15,1 2-14-15,-1 1 3 0,3-1-20 0,0 0-28 0,0-2-31 16,11 2-82-16,-13-1-123 0,2 1-139 0,2-2-127 16,9 2-178-16,0-2-176 0,-10-1 96 0</inkml:trace>
  <inkml:trace contextRef="#ctx0" brushRef="#br0" timeOffset="57918.77">5026 2430 2721 0,'0'-5'49'0,"0"1"42"15,0 0 55-15,0 0 66 0,0 4-11 0,0 0 11 0,0 0-17 16,0 0-58-16,0 0-25 0,0 0-40 16,0 0-49-16,0 0-10 0,0 0-17 0,0 0-19 15,0 0 12-15,0 0-5 0,0 0 11 16,0 0 1-16,0 8 9 0,0 2-6 0,0 2 10 15,0 2-12-15,0 1-5 0,0 2 10 0,0 0-8 0,0 0 22 16,0 1-12-16,11 1 3 0,-11-1-4 0,8-1-4 16,-8-2 16-16,8 1-14 0,-8-3 12 0,8 1 2 0,-8-3-4 15,10-1 11-15,-10-1-11 0,9-1-2 0,-9-1-8 16,0 0 3 0,0-3-30-16,9 0-68 0,-9-1-61 0,0 0-88 0,0-3-68 0,0 0-102 0,0 0-79 15,0 0-61-15,0 0-49 0,0-9 45 0</inkml:trace>
  <inkml:trace contextRef="#ctx0" brushRef="#br0" timeOffset="59222.36">4740 2492 1965 0,'0'0'25'0,"0"0"24"0,0 0 19 0,0 0 12 0,0 0 44 0,0 0-15 0,0 0 3 16,0 0 4-16,6 0-61 0,5 0 24 0,5 0-4 15,1 0-4 1,4 3 13-16,3 0-11 0,2 0 4 0,4-3-9 16,0 2-16-16,2-2-5 0,1 0-12 0,-1 0 19 15,1 0 14-15,0 0-16 0,1-6-2 0,-3 3-23 16,-2-2 0-16,-4-1 13 0,-2 0 30 0,-3 0 16 16,-3-2-7-16,-4 1-7 0,-2-1-38 0,-11-1 5 15,0 2-2-15,9 0-23 0,-9-1 26 0,0 2-20 0,0 0 7 0,0 0 12 16,0 1-17-16,0 0 4 0,0 0-20 15,0-1 11-15,-11 2-23 16,11 4 7-16,0-4-13 0,0 4 6 16,-11 0-6-16,11 0-9 0,0 0-2 0,0 0 14 15,0 7 10-15,0 1-13 0,0-1 18 0,0 3-23 16,0 2 10-16,0 0 3 0,0 2 10 0,0 3-22 0,0 0 0 16,0 1 9-16,0 2-5 0,0 1 29 0,0-2 20 15,0 2-27-15,0 0-4 0,0-2-6 0,0-1-17 16,0-1 19-16,13-1 0 0,-13-1-4 15,11-2-1-15,-3 0 8 0,-8-2 11 0,11-3-5 0,-11-1-12 16,9-1 25-16,-9-2-12 0,0 0 7 0,0-4 18 16,0 0 4-16,0 0 26 0,0 0 13 0,0 0 13 15,0 0-25-15,0-7-38 16,0 1-12-16,0-1-11 0,0-1 5 0,13-2 4 0,-13-2-15 16,12 0 14-16,-12 0-29 0,13 0 13 0,-13 1 13 0,13 0-26 0,-13 0 25 15,9 2-4 1,-9 2-11-16,0 2 5 0,12 1-13 0,-12 4 9 15,0 0-21-15,10 0-3 0,-10 0 16 0,10 0-9 16,-10 0 29-16,11 6 6 0,0 0-14 0,-1 2-3 16,-1-1-16-16,2 1 9 0,0 1-1 0,2 1-8 15,1 0 22-15,-1-1 5 0,1 0 6 0,0 0 2 16,2 1 4-16,2-3-16 0,-1 0 7 0,0-1 17 16,2-1-20-16,3-1 0 0,-4-4-1 0,4 0-12 0,-2 0 19 15,-2 0 11-15,2 0 6 0,-1 0 21 0,-5-7-7 16,1 2-3-16,-1-3-11 0,-1 0-5 0,1-1-16 15,-5-1 2-15,1-1-1 0,-10-3-11 0,12 1 2 16,-12-1 6-16,0-1 2 0,0 1-13 0,0 0 16 16,0 0-21-16,0 2 9 0,0 0 12 0,0 0 4 15,0 3-6-15,0-1-16 0,-12 0-3 0,2 5-23 0,-1-2 10 32,-1 7 2-32,2 0 3 0,-1-4-4 0,-3 4 12 0,4 0 5 15,-4 0 0-15,1 7 1 0,2 1-18 16,-1 2 7-16,2-2 1 0,1 3-5 0,9 0 12 0,-11 1 0 0,11 0-10 15,0-1 25-15,0 1 2 16,0 1-15-16,0-2 10 0,0 0-11 0,0 0 1 16,0-1 2-16,0 0 6 0,0-1 0 0,14-2-11 0,-1 0 20 0,1 0 3 15,-2-1-15-15,4-2 11 0,0-4-28 16,3 4-3-16,-3-4 21 0,3 0 5 0,-3 0 7 16,3 0-7-16,-3 0 1 0,1-6-28 0,-4-1 15 15,-1-1 11-15,-1-1 4 0,-11-2 12 0,14 0 4 16,-14-1-26-16,10 0 4 0,-10 1-7 0,0 0-12 15,0-1 15-15,0 3-8 0,0 1 11 0,0 2 14 0,0 0-3 16,0 6-15-16,0-3-1 0,0 3-32 16,0 0 4-16,0 0 0 0,0 0-1 0,0 0 12 0,0 0-1 15,0 0 13-15,0 8 9 0,0-1-2 0,0 1 6 0,0 1-3 32,0 1-4-32,0 1 5 0,0 0 10 0,0 0-15 15,14 1-11-15,-14-1 18 0,13 0-20 0,-2-2 23 16,-11 0 11-16,17-2-12 0,-4 0 13 0,1-2-22 15,-1-1-3-15,0-4 5 0,4 0-20 0,-3 0 14 16,5 0 2-16,-2 0 0 0,-1 0 32 0,3-7-5 16,0-1 0-16,0-2-11 0,0-1-9 0,-1-2 9 0,-1-1-6 15,-1-2 2-15,-1-2-7 0,-2-3 12 16,0 0 3-16,-2-2-1 0,-11-3 5 0,13 3-28 16,-13-3 22-16,10 0 14 0,-10 3-7 0,0-2 21 15,0 3 4-15,0 3-8 0,0 1-10 0,0 1 9 0,0 2-30 16,0 4 3-16,0 1 7 0,-12 3-32 0,12 3 6 15,0 4-16-15,-11 0 11 0,11 0 10 0,0 0 2 16,0 0-2-16,0 0-5 0,0 8 17 0,-11 0-19 16,11 2 2-16,0 2 1 0,-13 2 4 0,13 2 15 15,0 1-8-15,0 3 5 0,0 2-26 0,0 1 9 16,0-1 5-16,0 2 1 0,0-2 16 0,0 1-19 16,0 0 6-1,0-1-6-15,14-3 5 0,-4 1 20 0,1-2-28 16,0-2 16-16,0-1-18 0,0-1-2 0,3-1 22 15,-1-2-47-15,1-1-32 0,1-2-39 0,0-1-22 16,1-2-27-16,0-5-35 0,-2 3-52 0,2-3-92 16,-3 0-103-16,-1 0-126 0,-1-5-115 0,-11-2-81 0,10-1-7 15</inkml:trace>
  <inkml:trace contextRef="#ctx0" brushRef="#br0" timeOffset="59504.2">6055 2337 2934 0,'0'4'11'0,"0"-4"23"0,0 0 36 0,0 0 28 16,13 0 26-16,2 0 7 0,5 0-9 0,3 0-19 16,4 0-1-16,3 4-3 0,2-4-3 0,1 5 14 0,3-5-2 15,1 5-18-15,-1-5-12 0,0 0 11 0,-4 0-45 16,-2 0-14-1,-4 0-3-15,-3 0-32 0,-4 0 23 0,-4 0-10 16,-3 0-5-16,-12 0-7 0,8 0-14 0,-8 0 8 16,0 0-59-16,0 0-80 0,0 0-130 0,0 0-141 15,0 0-148-15,0 0-134 0,0 0-105 0,-16-7 111 16</inkml:trace>
  <inkml:trace contextRef="#ctx0" brushRef="#br0" timeOffset="60364.28">8063 2687 2119 0,'0'4'-10'0,"0"-3"11"0,0-1 0 0,0 2 0 0,0-2 12 15,0 3-16-15,0-1 13 0,0 1 17 0,0 0 65 16,0 1 26-16,0 0 12 0,0 2-3 0,0-1-37 15,0 2 6-15,8-1-5 0,-1-1 24 0,0 1-5 16,1-2 25-16,-8 1 15 0,11 0-3 0,-1-1 21 31,2-2 0-31,-2 1-11 0,2-3 6 0,-2 0-25 0,3 0-35 16,-1 0-3-16,1 0-24 0,3-5-10 0,-2-2 2 16,2-1-20-16,-2 0-2 0,0-1 6 0,-1-1-17 15,0-2 22-15,-1 0-18 0,-1-1-5 0,-11-3 7 16,13 0-22-16,-13-1 8 0,9 0-9 0,-9-1-10 15,0-1 7-15,0 2-2 0,0 0-2 0,0-2-9 16,0 3 1-16,0-1-11 0,0 4 8 16,-14 0 4-16,3 4-16 0,11 0 3 0,-13 1-8 0,1 8 3 0,12 0-4 15,-13 0-1-15,2 0-4 0,11 0 2 0,-9 0-5 16,9 0 1-16,0 0 5 0,-10 8-5 0,10-2 1 0,0 2 12 16,0 1 2-16,0 2 4 0,0-1 25 15,0 1-11-15,0 1-4 0,16 2 0 0,1-1 6 16,-1 0-5-16,5 1-7 0,-1 0 7 0,5 0-10 15,-1 0 9-15,3 0 6 16,2 0-1-16,-1 0 0 0,-1 0-19 16,-2 0-2-16,0-2 7 0,-4 0-10 0,-2 0 27 15,-5-1-14-15,0-2-8 0,-14 0 13 0,10-1 14 16,-10-1 4-16,0 0-4 0,0-1-5 0,0 0-17 16,0 0 16-16,0-2 13 0,-19 1-24 0,-2 0 16 0,-1-5-9 15,-1 0-16-15,-1 0 18 0,-3 0-18 0,0 0 16 16,0 0-3-16,2 0-17 0,1 0-20 15,2 0-33-15,3-9-23 0,2 4-38 0,6-1-40 0,-1 1-88 16,3 1-110-16,9-1-81 0,0 1-144 0,0 0-81 16,0 0-26-16,0-3 8 0</inkml:trace>
  <inkml:trace contextRef="#ctx0" brushRef="#br0" timeOffset="60617.48">8699 2457 3670 0,'0'-8'78'16,"0"-1"45"-16,0 0 30 0,0 3 13 0,0 6-78 15,0-4-46-15,0 4-23 0,0 0-17 0,0 0-11 16,0 0 1-16,0 0 0 0,0 0 2 0,0 7 15 16,0 0-10-16,0 3-13 0,0-1 6 0,0 3 7 15,0 5 14-15,12 0 1 0,-12 1-9 16,12 2-4-16,-12 0-4 0,12 1 12 0,-2-1 7 0,-10 3-10 15,14-3 5-15,-3 1-6 0,-2-1-39 0,-9-1-73 16,13-1-108 0,-2-1-119-16,-11-3-144 0,11-1-80 15,-11 0-58-15,0-4-74 0,11-1 108 0</inkml:trace>
  <inkml:trace contextRef="#ctx0" brushRef="#br0" timeOffset="62295.51">8583 2587 2783 0,'0'-3'0'0,"0"1"0"0,0 0 6 0,0 0 17 0,0 0 25 16,0 1 3-16,18 1 11 0,2 0-22 16,2 0 13-16,2 0 19 0,6 5-9 0,2-1 15 15,4 1-8-15,2-1-8 0,3 1 4 0,-1 0 15 16,2-1-26-16,-2-1-12 0,1 0-17 0,0 1-6 0,-3-2 8 15,-6 0 29-15,-2-2 29 0,-5 0 13 0,-6 0 22 16,-2 0 14-16,-7 0-13 0,-10 0-5 0,11 0-38 16,-11 0-36-16,0 0-6 0,0-5-26 0,0 5 22 15,0-6-13-15,0 1-15 0,0-1 0 0,0 3-20 16,-16-1 7-16,5 0 7 0,-3 0-10 0,1 4 2 16,2 0-8-16,-5 0 11 0,3 0-3 0,-2 0 2 0,0 0 8 15,2 10-11-15,-2-1 13 0,3 0-4 0,-1 1-8 16,2 1 11-16,0 0-11 0,11 1 13 15,-11 0-5-15,11 0 0 0,-10 0 1 0,10 1 4 0,0-1-3 16,0 2-2-16,0-3 21 0,0 1-23 0,0 0 2 16,14-1 8-1,-1 0-9-15,3-2 7 0,-2 0 6 16,5-1-11-16,1-1-3 0,1-2 5 0,0-1 1 0,1 1-2 16,-3-5 8-16,1 0 3 0,-1 0-4 0,-3 0 0 15,0 0-3-15,-5-10 7 0,0 2-10 0,-11-3-7 16,0 0 11-16,11-1-11 0,-11 0 11 0,0-2 18 15,0 0-20-15,0 1 11 0,0-1 3 0,0 0-9 16,0 3 24-16,-12-1-9 0,12 2 1 0,-10 3 3 0,10-1-34 16,0 3 19-16,0 5-19 0,0-3 0 0,-11 3 4 15,11 0-24-15,0 0 22 0,0 0-6 0,0 0-7 16,0 0 14-16,0 6 2 0,0-1-6 0,0 3 11 16,0 0-5-16,0 1-4 0,0 2 7 0,0 1-6 15,11-1-4-15,-11 1 6 0,11 0 11 0,2 0 5 0,-4 0 10 31,5-1-14-31,-4 0-16 0,6-1-1 0,0 0 13 16,0-1 5-16,4 0 6 0,2-1 8 0,0-2-11 16,2-3 13-16,0-3 21 0,-1 0-3 0,3 0-3 15,-6 0 3-15,2 0-14 0,-3 0 5 0,1-6 18 0,-3-3-26 16,0 1-9-16,-3-4-7 0,-1 1-31 0,-1-3 28 16,-12-1-13-16,13-1 9 0,-13-2-2 0,12-1-22 15,-12-1 21-15,0 0-11 0,0-1 0 0,0 0 21 16,0 0-5-16,0 3-7 0,0-1 13 0,-13 2-29 15,13 2-1-15,-16 1 7 0,0 2-6 0,3 3 14 16,-1 3-11-16,-2 0-12 0,2 6 0 0,1 0 4 16,-1 0 5-16,3 0 4 0,11 0 8 0,-17 0-16 15,17 9 2-15,-14-2 15 0,14 3-19 0,0-1 30 0,-12 0-6 16,12 1-7-16,0 0 15 0,0 1-38 0,0 0 18 16,0 0 9-16,0 0-1 0,13-1 21 0,0-1-4 15,3 0-9-15,-2-1-12 0,3-1 0 0,-1-2-9 16,5-1 8-1,-3-4 13-15,0 0 1 0,1 0 19 0,-3 0-7 16,1 0 4-16,0 0-6 0,-4-7-7 0,0-1 11 16,-2 2-3-16,-11-1 7 0,11 0-9 0,-11 1 9 15,0-1-15-15,11 0 0 0,-11 0 21 0,0 0-23 16,0 3 21-16,0 0-2 0,0 4-20 0,0-5-8 16,0 5-17-16,0 0-9 0,0 0-9 0,0 0 8 15,0 0 9-15,0 0 8 0,0 0 17 0,0 6 3 16,0 0-15-16,0 3 0 0,0 0 4 0,0 2-4 15,0 2 11-15,0 0 3 0,0 1-8 0,0 0-6 16,14 0 10-16,-14 0-11 0,13-1 0 0,-1 0 13 16,-2 0-3-16,1-2 3 0,2 0 4 0,-2-1-16 0,3-2 3 15,0 0 17-15,0-1-6 16,1-2 15-16,-2-2-4 0,2-3-8 0,0 0 12 0,0 0 9 0,-2 0-15 16,1 0 8-16,1-8-7 15,-2-1-5-15,0-2 18 0,1-1-5 16,-4 0 9-16,-10-3-11 0,16-2-6 0,-4-1-18 15,-12-2-6-15,12-1 8 0,-12-2 2 0,0-2 22 16,12-1-2-16,-12-2 16 0,0 0 4 0,0 1-9 0,0 1 30 16,0-2-21-16,0 4 9 0,0-1 16 15,0 5-32-15,0 3 10 0,0 4-7 0,0-1-22 0,-12 5 5 0,12 3-17 16,0 6-23-16,0 0-3 16,0 0-14-16,0 0 2 0,0 0-2 0,-10 0 0 0,10 0 25 15,0 0 6-15,0 9 11 0,0 2 0 0,-12 1-10 16,12 3 6-16,0 2-6 0,0 3 9 0,-10 1-13 15,10 2 2-15,0 2 4 0,0-1-8 0,0 1 5 16,0-1 2-16,0 1 10 0,0-2 1 0,0 1 2 16,14-2-11-16,-3-1-11 0,2-1 28 15,3-1-7-15,-2-1-4 0,2-1 10 0,1-2-19 0,2-3 13 0,3 2 13 16,-1-3-2-16,-1-1-5 0,2-1 5 16,0-1 1-16,1 0-3 0,-1-2 14 0,-2-2 2 0,1-4-8 15,-2 3 21-15,1-3-20 0,-2 0-13 0,1 0 17 16,-5 0-21-16,0-7 3 0,-1 1-3 0,-3-2-16 15,-10-1 6 1,12 0-4-16,-1-2 4 0,-11 0 2 0,11-1-7 16,-11 0 4-16,0-2-4 0,0-1 7 0,0 2-6 15,0-1 0-15,0 0 2 0,0 1-15 0,0 1 14 16,0 1-4-16,0 0-18 0,0 3 0 0,0 0-18 16,0 2-18-16,-12 1 2 0,12 2-3 0,0 3-5 15,0 0 16-15,-15 0-6 0,15 0 21 0,0 0 5 0,-12 0 2 16,12 0 22-16,0 6-12 0,-13-1 17 0,13-1-10 15,0 3 1-15,0-1 3 0,0 0-5 0,0 1 8 16,0 1 13-16,0 0-3 0,0 0 7 16,0 2 0-16,0-1-9 0,13 1 4 15,1 0-3-15,2-1 5 0,1 0-2 0,1 2 13 0,1-3 8 16,2 1 5-16,-1-1-9 0,0 0 10 0,1 0-28 0,-2 0-1 16,-2-2-18-16,-1 0-12 15,1 0 14-15,-4 1 6 0,-1-3 19 0,-12 1-28 0,10-1 10 0,-10-1-13 0,0 1 11 16,0-4 14-16,0 4 3 0,0-4-12 0,0 5-3 15,0-1 1-15,0-4-6 16,0 5 24-16,0-1-16 0,0-4 3 16,-14 5 10-16,1-5-17 0,-1 3 2 15,-2-3 1-15,0 5-30 0,-1-5-13 0,-1 0-40 0,-2 0-37 16,0 0-6-16,2 0-38 0,-4 0-8 16,3 0-32-16,-2 0-77 0,4-5-67 0,-2 0-95 0,5 2-84 15,-5-1-109-15,5-1-69 0,-2 1-70 0,6-3 116 16</inkml:trace>
  <inkml:trace contextRef="#ctx0" brushRef="#br0" timeOffset="62599.48">9897 2408 3009 0,'-9'0'35'0,"9"0"25"0,0 0 24 0,0 0 12 0,0 0 22 16,0 0 16-16,0 0 26 0,0 0 21 0,0 0-19 15,15 0-2-15,0 0-21 0,2 8 3 0,2-3-16 16,6 2-23 0,-1-1-17-16,4 0-7 0,-1 0-9 0,3-1-4 0,-2 1-4 0,2-6-30 0,-2 6-1 0,-1-6-13 15,-2 0-12-15,-1 0-9 0,-5 0 2 16,-2 0 11-16,-4 0-1 0,-13 0 22 0,16 0-47 15,-16 0-75-15,0 0-93 0,0 0-209 0,9 0-195 16,-9 0-255 0,0-6-202-16,0 0 127 0</inkml:trace>
  <inkml:trace contextRef="#ctx0" brushRef="#br0" timeOffset="64532.47">11962 2760 2766 0,'0'0'59'0,"13"-3"18"0,-13 2 70 0,0-2-2 0,0 3-24 15,0 0-8-15,0 0-48 16,0 0 9-16,0 0-32 0,0 0-13 0,0 0-18 0,0 0-10 15,0 0-4-15,0 3-1 0,0 1 2 16,0-1-3-16,0 0-3 0,0 2 14 0,0 1-7 0,0 2 16 16,0 1-5-16,0 0-10 0,0 2-3 15,0 1-2-15,0 1 10 0,0 0 13 0,0 2 9 0,0-1-3 16,0-1 38-16,13 0 4 0,-13-1 28 16,18 2 21-16,-5-2-20 0,1-1-4 0,2 0 23 0,3-1-19 0,0-2-1 15,0-1 20-15,3-1-42 0,2-6 7 0,-2 4 2 16,0-4-10-16,-2 0 8 0,-2 0-1 0,1 0-8 15,-3-11-14-15,0 1-1 0,-5-1-4 0,-11-3-9 16,15 0-3-16,-15-1-20 0,12 0 5 0,-12-2 5 16,0 0-8-16,0-1 5 0,0 1-5 0,0 3 1 15,0 0 7 1,0 2-5-16,0 3-14 0,0 0-13 0,0 2-7 16,0 3 5-16,0 1 6 0,0 3-2 0,-12 0-14 15,12 0 0-15,0 0-14 0,0 0 4 0,0 0 11 16,0 0-1-16,0 0 2 0,0 7 16 0,0 1-10 0,0 1 3 15,-12 1 19-15,12 0-25 0,0 2 10 16,0 2-2-16,0-2-8 0,0 4 7 0,0-3 10 0,0 3 10 16,0-1 1-16,14-1-5 0,1 0-2 0,0 0-8 15,0-1-3-15,3-1 22 0,-2-1 0 16,5-2-16-16,-1 0 6 0,-1-1-4 0,0-2 7 0,2-6 2 0,-4 5 5 16,0-5 15-16,-4 0 4 15,3 0 14-15,-3 0-10 0,-2 0-24 0,-11-9-12 16,17 0-6-16,-6-1-4 0,-11-2 8 0,11 0-3 15,-11-2-4-15,0-3-11 0,0 0 9 16,0-1-5-16,0-2 10 0,0 0 12 0,0 0-22 16,0-1 3-16,0 2-11 0,-17 3 1 0,4 0 16 0,1 4-11 15,12 0 3-15,-13 3 6 16,13 2-16-16,-14 3 17 0,14 4-7 0,0-4-23 0,0 4 0 0,0 0 0 16,0 0 7-16,0 0 14 0,0 0-1 0,0 0-2 15,0 0-1-15,0 0 9 0,0 0 6 0,0 0-1 16,0 7-2-16,0-2-1 0,17 1 8 0,0 0-7 15,1 0-3-15,2 0 5 0,-2-3-6 0,2 2 22 16,1-2-9-16,-3-3 1 0,-1 3 5 0,-4-3-17 16,0 0 24-16,-13 0-1 0,13 0-3 0,-13 0-9 15,0 0 4-15,10 0 0 0,-10-8 3 0,0 3 10 16,0 0-9-16,0-1-1 0,0 1-3 0,0-1 4 16,0 1-2-1,0 2-10-15,0 0 1 0,0 0-4 0,0 3-2 16,0 0-14-16,0 0-3 0,0 0-5 0,0 0-5 0,0 0 4 15,0 0-3-15,0 0-2 0,0 0 18 0,0 4 8 16,0 1-3-16,0 3 17 0,0 0-15 16,0 0 4-16,0 3 2 0,0 2-5 0,0-1 5 0,0 2-5 15,0 1 5-15,0 0 10 0,20 1-4 16,-6-1 7-16,-2 0-9 0,2 0-7 0,2-1 11 16,0 1-13-16,1-1 15 0,2-2-7 0,0-1-8 15,3 1 9-15,1-3-1 0,0-1-3 0,1-1-3 0,1-2 23 0,0-5-11 16,-1 0 5-16,-5 0 12 0,1 0-7 15,-4 0 2-15,2-9-13 0,-4-2 10 0,-2-1-16 16,0-2 6-16,-12-4 3 0,14 0-8 0,-14-3-4 16,11-3 2-16,-11 0 9 0,0-3-7 0,0-1 1 15,0-4-8-15,0 0 4 0,0-1 7 0,0 0 14 16,0-1 4-16,0 0 8 0,-13 2-8 0,13 0-1 0,-16 3 2 16,5 5-1-1,11 1 10-15,-14 6-13 0,14 3-7 0,-9 2-12 16,9 4-19-16,0 4-5 0,0 4-8 0,0 0-5 0,0 0-12 0,0 0-2 0,0 0 24 15,0 0 5-15,0 6 15 0,-13 3 10 0,13 3-14 16,0 4 5 0,0 0-8-16,0 4 0 0,0 3 8 0,0 1-12 15,0 1 8-15,0 1 7 0,0 0-1 0,0 0 13 16,0-1-8-16,17 0-5 0,-3-1 9 0,1-1-9 16,2 0 17-16,-3-3-13 0,5-1-9 0,0 0 9 15,0-2-7-15,2-2 22 0,0-3-7 0,2 0-10 16,-1-3 14-16,-1 0-9 0,1-4 15 0,0 0 4 15,0-5-9-15,-3 0-14 0,3 0 4 0,-6 0 1 16,3-8 0-16,-3 1 17 0,-2-3-23 16,-1-2-8-16,1 0 12 0,-14-5-22 0,14 0 11 0,-14-4 5 0,11-1-18 15,-11 0 17-15,0-3-1 16,0-1-1-16,0-2 1 0,0 2-9 0,0 1 10 0,0 1-3 0,0 1 5 16,0 2-1-16,-11 4-5 0,11 2 9 0,-11 3-8 15,11 3-6-15,0 1-10 0,0 5-7 0,0 3 1 16,0 0 4-16,0 0-9 0,0 0-4 15,0 0-4-15,0 7 27 0,0 1 3 0,0 3 11 0,0 1 10 16,0 4-21-16,0 2 16 0,0 3-8 0,0 1 6 16,0 1-4-16,0 1-13 0,0 0 9 0,0 1-2 0,0-2 8 31,0 0 7-31,0 0-2 0,13-1-7 0,-13-1-11 16,14-3-7-16,-14 0-9 0,13-1-1 0,-13-3 4 15,14-2-9-15,-14-1 4 0,0-4 14 0,11 1 13 0,-11-3 25 0,0-5 3 16,0 0 6-16,0 0-1 0,0 0-7 0,0 0 4 15,0-8-35-15,0 1-3 0,14-4-8 0,-14 0 4 16,0 0 18-16,13-4-10 16,-13-2 12-16,11-1-9 0,-11-1-6 0,12 1 14 0,-12 0-4 15,15 1 2-15,-15 1 0 0,15 2-8 0,-15 3-5 16,13 0 0-16,-13 4 1 16,0 2-12-16,0 1-1 0,13 4-14 0,-13 0 0 15,0 0 13-15,0 0 12 0,0 6 5 0,13 1-7 0,-13 1 7 0,18 3-3 0,-5 2 5 16,2 1 8-16,0 1 2 15,1 0-11-15,1 2 2 0,-4 0 1 0,1-2-5 0,-2 1 4 0,0-1-1 16,-12 0 4 0,16 1-4-16,-4-3-23 0,-12 1-57 0,13-3-74 15,-13 1-56-15,13-1-49 0,-13-2-21 16,12-1-16-16,-12-2-60 0,0-2-31 0,10 0-17 0,-10-1-93 16,0-3-71-16,0 0-127 0,0 0-63 0</inkml:trace>
  <inkml:trace contextRef="#ctx0" brushRef="#br0" timeOffset="64815.18">12985 2636 2026 0,'0'3'41'0,"0"-3"73"0,0 2 41 0,0-2 32 0,0 1-5 0,0-1-45 15,0 2 6-15,0 0 26 0,0-1 20 0,0 1 61 16,0 0-6-16,0-2-22 0,13 2-9 0,4-2-68 16,-1 0-37-16,6 0-10 0,3 0-43 0,2 0 4 15,0 0-4 1,5 0-20-16,2 0-15 0,1 0-15 0,0 0 2 16,1 0-15-16,-2 0 0 0,-1-3 12 0,-3 0 3 0,0 3-9 15,-5-3 22-15,-3 0-20 0,-4 3-25 16,-4-2-50-16,-14 0-105 0,11-1-170 0,-11 0-170 15,0 0-207-15,0 0-168 0,0-2 26 0</inkml:trace>
  <inkml:trace contextRef="#ctx0" brushRef="#br0" timeOffset="64974.25">12310 2466 3479 0,'0'0'-7'0,"0"0"-63"0,0 0-88 0,0 0-136 16,0 0-127-16,0 0-107 0,0 0-184 0</inkml:trace>
  <inkml:trace contextRef="#ctx0" brushRef="#br0" timeOffset="65875.78">14931 2683 2644 0,'0'-4'52'0,"0"1"42"0,0 0 65 0,0 1 51 0,0 0-12 16,0 0 7-16,0 0-38 0,0 0-8 0,0 1-9 16,0-2-16-16,0 3 1 0,0-2-34 0,0 2-25 15,0 0-36-15,0 0-23 0,0 0-13 0,0 0-10 16,0 0-13-16,0 0 16 0,0 0-2 0,0 5 10 0,0-2 11 15,0 2-32-15,0 1 18 0,0 1-4 16,-14 2-3-16,14 1 8 0,-12 2-11 0,12 1-3 0,-12 1 12 16,12 2 4-16,-12 1 1 0,12-2-6 15,0 2 11 1,0-2 6-16,0 2-15 0,0-2 13 0,0 2-13 0,0-2 16 16,0 2 27-16,0 0 8 0,0-1 21 0,17 1-15 15,-4-1-8-15,4 0-7 0,-2-1 12 0,3 0-6 16,-2-1 26-16,5-2 6 0,-1 0-35 0,0-2 23 15,1-2-11-15,1-1 15 0,-1-1 7 0,0-6 5 16,-1 0 8-16,-2 0-10 0,1 0 28 0,-3 0-15 16,-1 0-14-16,0-9-2 0,-1-2-20 0,-1-1 3 15,-1-1-20-15,-12-1-14 0,13-2-11 0,-13-3-20 0,9 1 14 16,-9-3-13-16,0-2-6 0,0-2 5 0,0 1-8 16,0-2 11-16,0 1-11 0,0 1 13 0,-12 1-18 15,0-1 5-15,-3 2 4 0,0 0-24 0,1 1 24 16,-2 3-14-16,-1 0 2 15,3 2 5-15,-4 4-19 0,2 1 13 0,-1 2-13 16,3 1 13-16,-3 4-3 0,1 1-1 16,1 3 4-16,-2 0-14 0,3 0 15 0,-2 0-25 15,3 0 13-15,1 4 7 0,-4 3-10 0,5-1 21 16,-2 1-9-16,13 0 7 0,-16 1 4 0,4 0-23 16,12 0 11-16,-13-1 0 0,13 1 6 0,0-3 17 15,-11 1-6-15,11 0-14 0,0-1-1 0,0-1 5 0,0 0-15 16,-12-4 9-16,12 4-21 0,0-4 21 0,0 3 0 15,0-3-17-15,0 0-4 0,0 0-35 0,0 0-4 0,0 0 3 16,0 0-21-16,0 0-5 0,0 0-34 0,0 0-15 16,0 0-50-16,0 0-90 0,0 0-58 0,0 0-100 15,0 0-95-15,0 0-72 0,0 0-67 0,0 0-5 16</inkml:trace>
  <inkml:trace contextRef="#ctx0" brushRef="#br0" timeOffset="66204.92">15779 3187 3341 0,'0'3'2'0,"0"-3"20"15,0 0 2-15,0 0 24 0,0 0-8 0,0 0-36 16,0 0-26-16,0 0-103 0,0 0-201 0,0 0-229 16,0 0-283-16</inkml:trace>
  <inkml:trace contextRef="#ctx0" brushRef="#br0" timeOffset="69873.28">3778 4321 1387 0,'0'-6'53'16,"0"6"40"-16,0 0 56 0,0-4 37 0,10 2 48 0,-10-1 7 0,0 0-30 15,9 1 11-15,-9 2-85 0,0-2 9 0,0 2 2 16,0 0-5-16,0 0 14 0,0 0-23 0,0 0 9 16,0 0-15-16,0 0-14 0,0 0-13 15,0 0-11-15,0 0-15 0,0 0 7 0,0 0-18 16,0 0-23-16,0 0 3 0,0 0-18 0,0 0-12 16,0 0 11-16,0 0-15 0,0 4-3 0,0-4-1 15,13 0-15-15,-13 0 6 0,0 6-8 0,0-6 16 16,0 3 3-16,0 2-10 0,0-1 7 0,0 2 4 0,0 2-1 15,11 0 0-15,-11 4-7 16,0 0-4-16,11 2 6 0,-11 0 1 16,0 2 17-16,14-2-5 0,-14 2 0 0,0-1-11 0,0 0-1 15,10 0-1-15,-10-1-5 0,0 0 23 0,0-1-12 16,0 0-5-16,0-2-5 0,0-1 3 0,0 0-7 16,0-1 27-16,0-4-13 0,0-5-4 0,0 7 22 15,0-7-35-15,0 0 27 0,0 5-16 0,0-5 2 0,0 0 20 16,0 0-8-16,0 0 19 0,0 0 6 0,0 0 15 15,0 0 0-15,0 0-4 0,0 0-8 0,0 0-29 16,0 0 16-16,0 0-5 0,0 0-7 0,0 0 5 16,0 0-9-16,0 0-11 0,0 0 10 0,0 0 3 15,0 0 0-15,0 0-1 0,0 0-17 16,0 0 0-16,0 0-7 0,0 0 7 16,0 0 19-16,0 0-12 0,0 0 0 0,0 0 8 15,0 0-25-15,0 0 29 0,12 0-17 0,-12 0 3 16,16 0 20-16,-2 0-27 0,-1 0 28 0,6 0-14 15,0 0-3-15,5 0-10 0,1 0 11 0,0 0-3 16,1 0-12-16,-1 0 27 0,2 0-22 0,-5 0-3 16,2 0 6-16,-5 0-11 0,0 0 1 0,-5 0 4 15,0 0 9-15,-14 0-8 0,13 0 16 0,-13 0 5 16,0 0-9-16,0 0 5 0,0 0-18 0,0 0 9 16,0 0 0-16,0 0 3 0,0 0-1 0,0 0-5 0,0 0 3 15,0 0-6-15,0 0 8 0,0 0-4 16,0 0-8-16,0 0-6 0,0 0 10 0,0 0 6 15,0 0-17-15,0 0 3 0,0 0-9 0,0 0 10 16,0 0 23-16,0 0 8 0,0 0-31 0,0 0-14 16,0 0 17-16,0 0 7 15,0 0 23-15,0 0-8 0,0 0-17 0,0 0-3 16,0 0-5-16,0 0-3 0,0 0-5 0,0 0-2 16,0 0 8-16,0 0 26 0,0 0-5 0,0 0-17 15,0 0 5-15,0 0-16 0,0 0 34 0,0 0-11 16,0 0-7-16,0 0 15 0,0 0-37 0,0 0 31 0,0 0-9 15,0 0-27-15,0 0-7 0,0 0-50 0,0 0-34 16,0 0-29-16,0 0-61 0,0 0-50 0,0 0-83 16,0 0-77-16,0 0-79 0,0 0-129 0,0 0-61 15,0 0-93-15,0-4 127 0</inkml:trace>
  <inkml:trace contextRef="#ctx0" brushRef="#br0" timeOffset="73312.08">3936 3444 1442 0,'0'0'30'16,"0"0"37"-16,0 0 12 0,0 0 35 0,0 0-6 0,0 0-24 15,0 0 7-15,0 0-5 0,0 0 43 0,7 0 16 16,-7 0 3-16,0 0-18 0,0 0-35 0,0 0-6 31,0 0-5-31,0 0 21 0,0 0-4 0,0 0-20 16,0 0 21-16,0 0-2 0,0 0-15 0,0 0 17 0,0 0-17 15,0 0-16-15,0 0 2 0,0 0-5 0,0 0-6 16,0 0-6-16,0 0 0 0,0 0-12 0,0 0-4 16,0 0-14-16,0 0 1 0,0 0 0 0,0 0-10 15,0 0 17-15,0 0-22 0,0 0 5 0,0 0 3 16,0 0-1-16,0 0-10 0,0 0-1 0,0 0-4 15,0 0-7-15,0 0 15 0,0 0-9 0,0 0 6 0,0 0-15 16,0 0 14-16,0 0-2 0,-8 4 1 0,-3 0 7 16,-2-1 4-16,2-1 3 0,-5 1-6 0,0 1 19 0,-3-1-24 15,-1 0 2-15,2 1 11 0,-4-1-13 0,2 1 4 16,-1-1 11 0,-1 0-6-16,3 0-4 0,2-3 12 15,0 5-13-15,2-5-12 0,1 3 7 0,3-3 3 0,11 2-6 16,-11-2 6-16,11 0-7 0,0 0-12 0,0 0 14 15,0 3-2-15,0-3-9 0,0 0 5 0,0 0-14 16,0 0 5-16,0 0 15 0,0 0-1 0,0 0 2 16,0 0-1-16,0 0 2 0,0 0-4 15,0 0 1-15,0 0-9 0,0 0 5 0,0 0 4 0,0 0 5 16,0 0 18-16,0 0 0 0,0 6 18 0,0-6 1 16,11 5 3-16,0 0-7 0,1 0-26 0,1 1 1 15,1-2-12-15,1 1 0 0,0 1 3 0,0-1-3 0,0 0 3 16,0 0-8-1,-1 2-1-15,-1-1 10 0,-4-2-14 0,2 1-3 0,-11 1 3 0,11-1 4 0,-11-1-12 16,10-1 15-16,-10 0 5 0,0-3-13 0,0 5 16 0,0-2-20 16,0-3 12-16,0 5-8 0,0-3 8 15,0 2 9-15,0 0-3 0,0 2 6 0,0 1 0 16,-15 0 0-16,-2 2-14 16,1-1 7-16,-4 2-8 0,1-2 3 15,-2 2 1-15,-1-3 4 0,0 2-1 0,1 0-15 16,2-2 8-16,2 0-3 0,3-1-7 0,1 0 25 15,13-1-9-15,-14 0-10 0,14-5 17 0,0 4-12 16,0-4-5-16,0 5 1 0,-13-5-15 0,13 3 9 16,0-3 0-16,0 0 10 0,0 4 3 0,0-4-6 0,0 5 10 0,0-5-1 0,0 5 11 15,0-5-1-15,0 6 5 0,0-1-20 0,0-1 11 16,0 1 4-16,13 0 1 0,3-5 16 16,-2 6-8-1,5-1 5-15,0 0 0 0,6-5-6 0,1 0-5 0,0 6-8 16,4-6-7-16,0 0 5 0,2 0 0 0,1 5 1 0,-4-5 11 15,-1 0-3-15,-1 0 9 16,-3 0 6-16,-4 0 20 0,-1 0-20 0,-4 0 5 16,-3 0 10-16,-12 0-40 0,11 0 19 0,-11 0-15 0,0 0-7 0,0 0 12 0,0 0 1 31,0 0 3-31,0 0-12 0,0 0-3 0,0 0-6 0,0 0-5 16,0 0 6-16,0-5-4 0,0 5 18 0,0 0-12 15,0 0-34-15,0 0-26 0,0-5-71 0,0 5-62 0,0-4-53 16,0 0-94-16,0 1-104 0,0-1-97 0,0 0-145 0,0-1-96 15,0-1-76 1</inkml:trace>
  <inkml:trace contextRef="#ctx0" brushRef="#br0" timeOffset="73578.83">4328 3631 3057 0,'0'1'61'0,"0"-1"50"15,0 0 63-15,0 0 45 0,0 0-30 0,0 0-18 0,0 0-49 0,13 0-49 0,-13 0 0 0,0 0-47 16,16 0-7-16,-16 0 5 0,16 0-32 0,-2 0 23 31,2 0-5-31,-2 0-8 0,2 0 2 0,0 0-26 16,0 0-64-16,2 0-79 0,-2 0-122 0,0 0-77 15,-5 0-132-15,0 0-74 0,-11 0-15 0,13 0-50 16,-13 0 126-16</inkml:trace>
  <inkml:trace contextRef="#ctx0" brushRef="#br0" timeOffset="73769.28">4313 3720 1688 0,'0'4'15'0,"0"-4"41"0,0 3 40 15,0-3 54-15,0 3 106 0,0-1-11 0,0-2 2 0,0 1 1 16,0 1-86-16,0-2 6 0,0 2-19 0,15-2-58 16,-2 2-12-16,2 1-43 0,0-1-25 0,1 0 7 15,0-2-20-15,-2 2-8 16,0-2-74-16,1 2-132 0,-1-2-187 16,-1 0-165-16,-1 0-114 0,-1 0-31 0</inkml:trace>
  <inkml:trace contextRef="#ctx0" brushRef="#br0" timeOffset="74534.37">5114 3450 3304 0,'0'-3'51'15,"13"-2"53"-15,-13 0 71 0,13 1 44 0,-13 0-26 0,0 1-34 16,0 3-56-16,0 0-57 0,0-3-30 0,0 3-21 16,0 0-3-16,0 0 9 0,0-3 7 0,0 3-2 0,0 0-24 15,0 0 10-15,-18 0 4 0,4 0 0 0,-2 0 6 16,2 0-8-16,0 0-2 0,0 0 1 0,1 6 17 16,-1-1 2-16,1 1-18 0,2-2 1 0,3 0-7 15,8 1-7-15,-13 0 20 0,13-2-4 0,-10 1 6 0,10 0-9 31,0 0 8-31,0-4-3 0,-10 2-13 0,10-2 17 16,0 3-21-16,0 0 11 0,0 0 5 0,0 0-4 0,0 0 9 16,0 1 3-16,0 1-1 0,0 1-6 0,0 1 8 0,0-2-10 15,13 2 10-15,-3 2 6 0,0-1-2 16,0-1-4-16,-1 1-11 0,2 1 0 0,-11-1-5 16,16-1 12-16,-5 2 3 0,-11-2 4 0,11 2-10 15,-11-2-5-15,11 1-1 0,-11 1 9 0,0-1-4 16,0 0 12-16,0-1-8 0,0 2-1 0,0-1 4 15,0 0-3-15,0-1 1 0,0 1-5 0,-16 0 8 16,2-1 3-16,0-1-1 16,-2 1 8-16,0-1-14 0,2-2-5 15,-2 1 11-15,3-2-17 0,-2-3 5 0,4 0 13 16,11 3 3-16,-12-3 3 0,12 0 14 0,0 0-21 0,-12 0-5 0,12 0 5 0,0 0 1 0,0 0 5 31,0 0 5-31,0 0 11 0,0 0 6 0,0 0 11 0,0 0 2 0,0 0 1 0,0 0-17 16,0 0-9-16,0 0-13 0,12 0-3 0,-2 0-15 15,-10 0-8-15,14 0 22 0,0 7-11 0,-4-2 11 16,-10 1 6-16,14 0-13 16,-3-1-5-16,-11 3 5 0,12-1 7 0,-12 2-12 15,13 0 13-15,-13 1-7 0,12 1-4 0,-12 2 11 16,0 0 1-16,0 2-7 0,0-1 0 0,0 2-5 16,0 0 2-16,0 1-6 0,0-2 3 0,0 0 2 15,0-1-4-15,0-2 10 0,0-1 1 0,0-2 4 0,0-1-7 16,0 0 2-16,0-8-4 0,0 7-10 0,0 2 8 15,0-9 2-15,0 8 4 0,0-8-1 0,0 8 4 16,14-8 3-16,-3 6-11 0,-11-6 18 0,16 0-3 16,0 8-6-16,-4-8 8 0,4 0-15 0,-3 0-10 15,1 7 13-15,-3-7-11 0,0 0-18 0,-11 0-44 16,16 0-79 0,-16 0-79-16,13 0-139 0,-13 0-91 0,12 0-151 15,-12-8-103-15,0-1-95 0,13 0 102 0</inkml:trace>
  <inkml:trace contextRef="#ctx0" brushRef="#br0" timeOffset="75017.39">5470 3640 3365 0,'0'-8'97'0,"0"2"47"0,0-2 61 0,0 1 48 0,0 1-63 31,0 1-29-31,0 2-41 0,0-1-27 0,0 2-34 16,0-1-11-16,0 3-19 0,0-3-30 0,0 3 11 0,0 0-10 16,0 0-11-16,0 0 3 0,0 0-13 0,0 0 6 15,0 0 16-15,0 6 5 0,-16 0-1 0,16 2-10 16,-14 0 1-16,0 1-6 0,14 1 7 0,-13 0 16 16,13 0-22-16,-14 2 5 0,14 1 4 0,0-1-2 15,-13 1 15-15,13 0 10 0,0-1-17 16,0-1 3-16,0 1-10 0,0 0-4 0,0-1 14 0,0 0-6 0,16-2 19 15,0 1 1 1,-2-1 11-16,2-1 9 0,3-1 22 0,-2-2-2 0,4-5 26 0,-2 0 21 16,3 6-15-16,-3-6 27 0,0 0-25 15,0 0-9-15,-3 0 4 0,1 0-3 0,-1-8 4 16,-5-1-5-16,0 1-2 0,0-1-5 0,0 0-8 16,-11-1-22-16,13-1-8 0,-13-1-23 0,11-1-6 15,-11-1-1-15,0 0-11 0,0-1-2 0,0-2 4 16,0 3-9-16,0-1 5 0,0 0-10 0,0 1 1 0,0 0-2 15,-14 0 9-15,4 2-10 0,-3 3-18 0,-1-2-7 16,1 4-18-16,-2 0 5 16,2 3-24-16,-4 4-25 0,1-5-35 0,0 5-16 0,0 0-34 0,1 0-21 15,0 0-25 1,1 0-39-16,3 9-26 0,-3-2-91 0,4 0-78 16,1 2-124-16,9 2-108 0,-14 0-12 0,14-2 5 15</inkml:trace>
  <inkml:trace contextRef="#ctx0" brushRef="#br0" timeOffset="75291.28">5973 3720 3046 0,'0'1'9'0,"0"-1"-4"0,0 3 30 0,0-3 11 0,0 2-9 0,0-1-3 15,0-1-22-15,0 3-17 0,0 0 17 0,0 1 4 0,0 0-1 32,0 2 5-32,0 0-14 0,0 3 2 0,0 0-7 0,0 1 15 0,0 0-9 15,0 1 1-15,0 0 9 0,0 1-24 0,0-1 5 0,0 1-70 16,0 0-120-16,0 1-154 0,0-4-149 0,13 1-52 16,-13-2-87-16,12-2 148 0</inkml:trace>
  <inkml:trace contextRef="#ctx0" brushRef="#br0" timeOffset="75538.2">6291 3557 4000 0,'0'-6'36'0,"0"0"30"0,0 2 22 0,0 2 10 0,0 2-37 16,0 0-31-16,0 0-27 0,0 0-7 0,0 0-4 15,0 0-1-15,0 0 6 0,0 6-8 0,0-1 13 32,0 2-8-32,0 0 8 0,0 0 8 0,0 4-12 0,0 0 20 0,0 2-7 15,0 1-6-15,0 0 11 0,0 1-9 0,0-1-1 16,0 3 11-16,0-2-5 0,0 0-10 0,0 1-28 16,0-1-98-16,0-1-141 0,0-2-129 0,0 1-138 15,0-3-40-15,12-2 34 0,-12-1-33 16,0-3 24-16</inkml:trace>
  <inkml:trace contextRef="#ctx0" brushRef="#br0" timeOffset="76297.38">6444 3374 2028 0,'0'-5'61'0,"0"0"118"0,0 1 14 0,0 2 53 0,0-1-53 0,0 0-69 16,0 2 5-16,0-1-19 0,0-1 12 0,0 2-10 15,0-1 3-15,0-1-7 0,0 0-12 0,13 0-17 16,-2 0-20-16,-3 3-12 0,4-3 9 0,-1 3-23 16,2 0 12-16,0 0-19 0,1 0-13 0,0 0-11 0,1 0 4 15,2 0 6-15,-3 0-10 0,2 4 16 0,-3 2-30 16,-1-1-1-16,1 0 10 0,-5-1-11 15,-8 3 8-15,12-2 3 0,-12 3 0 0,0 0 1 16,0 0 8-16,0 1-5 0,0 1-3 16,0 2 8-16,0 1 2 0,0 0-16 0,0 0 10 15,0 1 0-15,-12 1-8 16,12-2 14-16,-13 0 4 0,1 1-17 0,12-2 1 0,-13 0 3 16,3 1-11-16,10-2 4 0,-12 1 7 0,12-3 11 15,0 0 2-15,-10-1-7 0,10-1 9 0,0-1-10 16,0-1-6-16,0-2 12 0,0 2-13 0,0-2 1 0,0-2 3 15,0 2 7-15,0-3 4 0,0 5 10 0,0-2 44 16,0-3 3 0,13 4 17-16,3-4-1 0,-5 0-16 0,3 0 5 15,-3 0-4-15,0 0-8 0,-11 0 3 0,14 0 3 0,-14 0-14 0,13 0-1 0,-13 0-27 16,0 0-27-16,0 0 6 0,0-4-1 0,0-1-6 16,0 5 8-16,0 0-3 0,0-3-3 0,0 3-20 0,0 0 15 15,0 0 2-15,0 0-12 0,0 0 11 0,0 0 0 31,0 0-17-31,0 0 12 0,0 0 3 0,0 0-6 16,0 5 9-16,0 2-3 0,0-1 9 16,0 2-13-16,0 0-2 0,-13 0 13 0,13 1-7 0,0 0 9 15,0 2-2-15,0-1-6 0,0 1 8 0,0 1-18 16,0 0 24-16,0 0-5 0,0 1 3 0,0 1 3 0,0 1 9 16,0-1-13-16,11 2 2 15,-11 1 27-15,16 0-32 0,-3 0 18 0,-1 2-16 0,-12-1-14 16,15-3 6-16,-4 2-2 0,-11-3 6 0,0 1 0 0,14-3-1 15,-14 1-10-15,0-4 14 0,0 0 2 0,0-1 5 16,0-1 0-16,0-1 0 0,0-6-5 0,-16 8 10 0,0-8 13 31,-1 8-18-31,-4-8 1 0,-1 0-8 0,-3 0-6 0,-2 0 20 0,-3 0 5 0,3 0-8 0,2 0-3 16,-2 0-11-16,2 0 3 0,1-10-5 16,4 3 15-16,2 7-58 0,1-8-90 0,6 8-127 0,1-9-188 31,10 5-155-31,-14 4-225 0,14 0-181 0,-10-5 132 15</inkml:trace>
  <inkml:trace contextRef="#ctx0" brushRef="#br0" timeOffset="77213.05">4678 4505 1958 0,'0'0'38'0,"0"0"39"0,0-5 87 0,0 3 22 0,0 2-8 0,0 0-26 15,0-2-55-15,0 2-20 0,0 0-16 0,0 0-5 16,0 0 12-16,0 0 8 0,0 0 0 0,0 0 2 15,0 0-4-15,0 0-4 0,0 0 6 0,0 0 1 16,0 0-22-16,0 0 9 0,0 0 5 0,0 0 19 16,0 0 3-1,0 0 28-15,0 4 1 0,0-4-9 0,13 0-7 0,2 0-37 16,-2 3-20-16,3-3-25 0,-2 0 4 16,5 5-29-16,-3-5 11 0,3 0-3 0,-3 0-13 0,3 0 20 15,-4 0-8-15,-2 0-5 16,0 0 9-16,-1 0-7 0,-12 0-1 0,13 0 14 15,-13 0-17-15,13 0-16 0,-13 0-62 0,0 0-72 0,9 0-106 0,-9-3-128 16,0 1-157-16,0 2-118 0,0 0-53 0,0-6-40 16</inkml:trace>
  <inkml:trace contextRef="#ctx0" brushRef="#br0" timeOffset="77444.45">4728 4609 1680 0,'0'5'52'16,"0"-5"50"-16,0 6 41 0,13-2 92 0,-3-2-14 15,4 1 9-15,-3 0-20 0,3 0-38 0,0-3-13 0,1 3-20 16,2-3-6-16,0 0-43 0,-1 0-14 0,3 0-34 16,-4 4-19-16,0-4-6 0,-2 0-14 0,-2 0-4 15,0 0 3-15,-11 0-7 0,10 0-47 16,-10 0-114-16,0 0-121 0,0 0-227 0,0 0-181 15,0 0-69-15</inkml:trace>
  <inkml:trace contextRef="#ctx0" brushRef="#br0" timeOffset="79546.45">5838 4312 1915 0,'0'0'37'0,"12"0"31"0,-12 0 27 0,0 0 82 16,9 0-19-16,-9 0-16 0,0 0-13 0,0 0-72 15,0 0 3-15,0 0-11 0,0 0-2 0,0 0-11 16,0 0-20-16,0 0-1 0,0 0-13 0,0 0 13 16,0 0-6-16,0 0-13 0,0 0 1 0,0 0-18 15,0 0 22-15,0 0 6 0,0 0-1 0,0 0 0 16,-11 0-16-16,11 0 12 0,-14 0 11 0,1 3-11 16,2 0 0-16,0-1-10 0,-2-1-1 0,4 2 21 15,-4-2-7-15,2 3-7 16,3-3-7-16,-3 1 0 0,11 1 3 0,-11-2 9 15,11 1 11-15,-11 1-11 0,11-3 0 0,0 2 6 0,0-1-15 0,0-1 4 0,0 3 2 16,0-3-8-16,0 2 4 0,0-2 2 0,0 1 4 0,0 2-9 31,0-1 4-31,0-1-8 0,0 2 10 0,0 1 11 0,0-1-13 0,0-1 20 0,0 2-8 16,0 0-8-16,0 0 19 0,0 0-12 0,0-1 14 16,9 0 7-16,-9 2-18 15,10-1 9-15,-10 1-18 0,11 0 5 0,-11 0 11 16,11 3-6-16,-11-2 4 0,11 2-7 15,-11-1 0-15,13 2-6 0,-13-2-8 0,9 3 5 16,-9-2 5-16,0 1-2 0,10 0 3 0,-10-1 5 16,0 2-4-16,0-1 1 0,0 0-5 15,0 0-5-15,0 1 0 0,0-1 2 0,0 0 10 0,-10 0-9 16,1 0 4-16,-2 0 12 0,1-1-16 0,1-1 5 16,9-1-4-16,-13 1-11 0,4-3 17 0,9 0 6 15,-13-4 11-15,13 4-10 0,0-4 12 0,-8 0 36 16,8 0 15-16,0 3 33 0,0-3 17 0,0 0-9 0,0 0-3 15,0 0 5-15,0 0-5 0,0 0 4 0,0 0-20 16,0 0-22-16,0 0-26 0,0-6-28 0,0 6-1 16,0-5-9-16,0 5 13 0,0-4-17 0,0 4-13 15,0-6 12-15,14 6-11 16,-14 0 8-16,11-5 15 0,-11 5-15 16,10 0-8-16,-10 0-4 0,0 0-21 0,0 0 11 0,12 0 3 0,-12 0 10 0,0 0 16 15,13 0-6-15,-13 8 2 0,0-1-5 0,13 2-10 0,-13 0 15 16,0 2-15-16,9 3 0 15,-9 0 15-15,0 1-14 16,0 0 21-16,0 2 2 0,0-1-27 0,0 2 19 16,0-3-31-16,0 2 10 0,0-1 24 0,0-1-20 15,0-1 15-15,0 0-8 0,-11 0-13 16,11-1 8-16,0-1 8 0,-12-1-7 0,12-1 6 16,0-1-2-16,0-1-1 0,0-2 5 0,-12-6-4 15,12 6-10-15,0-6 7 0,0 5-9 0,0-5 28 0,0 0-5 16,0 0-7-16,0 7 10 0,0-7-27 0,0 0 24 0,0 6 4 15,13-6-19-15,-13 0 20 0,14 0-15 0,-1 0 0 16,-2 7 12-16,2-7 2 0,-13 0-5 0,14 0 1 16,-2 0 8-16,-12 0-17 0,12 0 15 0,-12 0-10 15,0 0 6-15,0 0 5 0,9 0-16 0,-9 0 11 0,0 0-8 16,0 0-6-16,0 0 9 0,0 0-1 0,0 0-2 16,0 0-1-16,0 0-1 0,0 0-6 0,0 0-17 15,0 0 16 1,0 0 8-16,0 0-6 0,0 0 14 0,0 0 3 15,0 0-15-15,0 0 1 0,0 0 8 0,0 0-25 16,0 0 3-16,0 0 20 0,0 0-12 0,0 0 10 16,0 0 12-16,0 0-24 0,0 0 7 0,0 0-8 15,0 0 5-15,0 0 10 0,0 0-6 0,0 0 9 16,0 0-17-16,0 0 1 0,0 0 6 0,0 0-2 16,0 0 7-16,0 0 4 0,0 0-10 15,0 0-10-15,0 0 7 0,0 0 7 0,0 0 5 0,0 0 8 0,0 0-18 0,0 0-8 0,0 0 1 31,0 0-5-31,0 0 17 0,0 0 2 0,0 0-8 16,0 0 13-16,0 0-13 0,0 0-4 0,0 0 9 16,0 0-4-16,0 0 5 0,0 0 6 0,0 0-10 15,0 0-2-15,0 0 8 0,0 0-13 0,0 0 7 0,0 0 10 16,0 0-12-16,0 0 8 0,0 0-9 0,0 0-3 16,0 0-2-16,0 0 3 0,0 0 11 15,0 0-2-15,0 0 7 0,0 0-4 0,0 0-7 16,0 0-2-16,0 0 3 0,0 0-4 0,0 0 5 15,0 0 3-15,0 0-2 0,0 0 1 0,0 0-2 16,0 0 3-16,0 0-2 0,0 0-5 0,0 0-4 0,0 0 0 16,0 0 9-16,0 0 10 0,0 0-13 0,0 0-6 15,0 0-6-15,0 0 2 0,0 0 23 0,0 0-6 0,0 0-7 16,0 0 0-16,0 0-1 0,0 0-10 0,0 0 10 0,0 0-10 31,0 0-4-31,0 0 20 0,0 0-12 0,0 0-3 16,0 0 12-16,0 0-17 0,0 0 2 0,0 0 10 0,0 0-28 0,0 0 5 0,0 0-8 15,0 0-7-15,0 0 2 0,0 0-3 0,0 0 4 32,0 0-21-32,0 0-6 0,0 0-17 0,0 0-6 0,0 0 6 0,0 0-20 0,0 0 2 0,0 0-19 15,0 0-45-15,0 0-12 0,0 0-20 16,0 0-28 0,0 0 26-16,0 0-44 0,0 0-8 0,0 0-9 0,0-7-16 0,0 7 42 15,0-6-26-15,0 6 20 0,0-7-25 16,0 7-44-16</inkml:trace>
  <inkml:trace contextRef="#ctx0" brushRef="#br0" timeOffset="82957.42">6444 4722 1042 0,'0'-6'29'0,"0"6"14"0,0 0 35 0,-11-9 52 0,11 9-1 0,0-7 25 16,0 3 6-16,0 4-24 0,0-6 4 0,0 1 49 16,0 5-29-16,0-4 6 0,0 4-6 0,0-6-41 15,0 2 5-15,0 0 8 0,0 4-15 16,0-3-11-16,0 3 8 0,0-5-12 0,-11 5 9 0,11-4-13 16,0 4-19-16,-11-5-14 0,11 1-19 0,-10 4-2 0,10-5-10 15,-12 0-4-15,12 5-3 0,-13-4-17 0,2 4 2 16,11 0-8-16,-16 0 0 0,5 0-4 0,-1 0 10 15,2 0-10-15,-3 0 9 0,13 0-4 0,-14 7 7 16,0 1-5-16,1 0 6 0,13 0-13 16,-14 0 1-16,0 3 7 0,14 0-22 15,-13 1 40-15,13-1-20 0,-13 1-1 16,13 0 6-16,0-1-23 0,-14 1 2 0,14-1 8 16,0-1-1-16,0-2-2 0,0 3 8 0,0-1 6 15,0-1 2-15,0-1-3 0,0-1 3 0,0 1-8 16,13-1 8-16,-13 0 14 0,14 0-6 0,-3-1 7 0,3-6 8 15,-1 8 14-15,0-8 5 0,1 7-8 0,0-7 7 16,-1 0 5-16,1 0 12 0,0 0 26 16,-1 0-17-16,1 0 1 0,-3 0 5 0,3 0-27 0,-4 0 14 0,1 0-15 15,0-9-14-15,-11 0 7 0,14 0-22 16,-2 0 21-16,-12-2-12 0,14-1-9 0,-14 0 5 16,11-2-35-16,-11-2 8 0,0 1 0 0,0-3-9 15,0-2 9-15,0 3 0 0,0-1 2 0,0 1-1 16,0 0-2-16,0 2-10 0,0 1 3 0,0 3-1 15,0-1-2 1,-15 1-3-16,0 1 8 0,4 1-12 0,-2 2 0 16,-1 1-2-16,1 6-12 0,-1-6 22 0,1 6-8 15,-1 0 1-15,1 0 7 0,-1 0-18 0,14 0 0 16,-16 0-5-16,5 0-11 0,11 9 5 0,-14-1 11 16,14-2-10-16,-14 1 2 0,14-1-10 0,0 1-28 15,-13-1-14-15,13 0-9 0,0 0-7 0,0-6-31 0,0 7-13 16,0 0-52-16,0-2-34 0,0 1-8 0,0-2-50 15,0 0-17-15,0-4-88 0,0 0-27 0,0 0-43 16,0 0-24-16,0 0-36 0</inkml:trace>
  <inkml:trace contextRef="#ctx0" brushRef="#br0" timeOffset="83258.16">6999 4815 2257 0,'0'5'88'16,"0"-5"15"-16,0 0 16 0,0 0 9 0,0 0-87 0,0 0-19 0,0 0-14 15,0 0-7-15,0 9-4 0,0-3 13 16,0 3-10-16,0-1 2 0,-13 0-1 0,1 1-7 16,12 0 14-16,-14 0-7 0,14-1 9 0,-13 1-12 0,13-1-1 15,-14 0 5-15,14 1-57 0,-13-2-147 0,13 1-158 16,0-2-133-16,0 1-154 0</inkml:trace>
  <inkml:trace contextRef="#ctx0" brushRef="#br0" timeOffset="83857.34">7557 4657 2053 0,'0'-5'37'0,"0"-1"93"0,0 6 38 0,0-4 34 0,0 1 9 16,0 0-63-16,0 3 8 0,0-2-24 0,0 2-11 15,0 0-25-15,0 0-21 0,0 0 2 0,0 0-35 0,0 0-11 16,-9 0-16-16,9 0-23 0,0 0-1 0,-13 0 4 15,13 0-11-15,-14 0 19 0,4 0 1 0,2 0-1 32,8 7 6-32,-15 1-15 0,3 0 0 0,3 2 26 0,9 1-10 15,-13 0 2-15,4 2-9 0,9 1-24 0,-11 0 11 16,11 1 9-16,0-1 18 0,0 0-3 0,0-1-16 16,0 0 3-16,0-3-11 0,0 1 27 0,0 0 23 15,0-1 13-15,0 0 34 0,0-1-9 0,0 0 9 16,14-1 3-16,0-1-8 0,0 0 1 0,1-7-7 15,2 8-15-15,1-8-13 0,1 6 6 0,1-6 12 0,-1 0 11 16,0 0 0-16,1 0-16 16,-4 0 4-16,3 0-5 0,-4 0 11 0,0 0 9 0,-4-13-22 0,-11 4-13 0,15-1-24 15,-15 0-10-15,16-1-12 16,-16-1 12-16,0 0-3 0,0-2 1 0,0-1-7 0,0-1-4 16,0 1-8-1,0-2-3-15,0 2 12 0,0-2-4 0,0 3 14 0,0 2-8 16,0 1-4-16,-18 0-16 0,4 4 1 15,1-1-9-15,-1 2-24 0,1 6-14 0,-2-6-56 16,0 6-34-16,1 0-48 0,-2 0-58 0,-1 0-62 16,1 0-78-16,0 0-108 0,2 11-70 0,-2 0-61 15,3-3-86-15</inkml:trace>
  <inkml:trace contextRef="#ctx0" brushRef="#br0" timeOffset="84346.87">7889 4667 3272 0,'0'-3'11'0,"0"3"46"0,0-4 24 0,0 4 15 0,0 0-17 16,0 0-53-16,0 0-12 0,0 0-30 0,0 0 25 0,0 0-15 15,0 0-3-15,0 7 15 0,0-1-14 0,0 2 13 31,0-1-3-31,-13 3 3 0,13 1-3 0,-15 1 15 0,15 0-6 16,-13 2-14-16,13-2 4 0,0 2-5 16,0-1 2-16,-12 0 8 0,12 0-10 0,0-2 3 15,0 0 16-15,0-1 2 0,0 0 20 0,0-1-3 16,0 1 16-16,15-2 19 0,1-1 19 0,-2-2 18 16,-1-5-19-16,3 8-4 0,0-8-1 0,1 0-4 0,2 0-8 15,-2 0 8-15,2 0-2 0,-3 0 11 0,1 0 7 16,-2 0 0-16,2 0-22 0,-4 0 2 0,1-9-3 15,-14 0-10-15,14-1-1 0,-14 0-22 0,14-1-14 16,-14-1-7-16,0-1 3 0,13-1 10 0,-13-1 13 16,0-1-20-16,0-1-9 0,0-1-9 0,0 1-20 0,0-2 30 15,0 1-8-15,0 0-7 0,0 3-1 0,-20 1-14 16,4 2 7-16,-1-1-5 0,0 2 18 0,0 2-6 0,-2 3 8 31,0-1-15-31,-1 7-10 0,-1 0-2 0,2 0-15 16,-3 0 21-16,4 0-14 0,0 0-11 0,3 0-41 15,-2 0-23-15,17 10-52 0,-14-1-74 0,14 0-39 16,-16 1-94-16,16 2-57 0,0-3-105 0,0 2-67 16,0 1-84-16,0-2-62 0</inkml:trace>
  <inkml:trace contextRef="#ctx0" brushRef="#br0" timeOffset="84577.08">8379 4711 3139 0,'0'5'8'0,"0"-5"27"0,0 5-3 0,0-5 4 0,0 4-2 0,0 1-25 16,0-5 13-16,0 6-7 0,0 0-12 0,0 3 8 16,0-1-12-16,0 3 8 0,0-1 5 0,0-1 6 15,0 2-21-15,-13 3-25 0,1-1-111 0,1 0-232 16,11-1-203-16,-17 0-242 0</inkml:trace>
  <inkml:trace contextRef="#ctx0" brushRef="#br0" timeOffset="85557.87">8583 4572 1442 0,'0'0'37'15,"0"0"47"-15,0 0 50 0,0 0 31 0,0 0-4 0,0 0 37 16,0-4-21-16,0 4-10 0,0 0-15 0,0 0-53 16,0-2-2-16,0 2-5 0,0 0 9 0,0 0-11 15,0-3-25-15,0 3-2 0,0 0-4 0,0 0-8 16,0 0 7-16,0 0-6 0,0 0-30 0,0 0-9 15,0 0-5-15,0 0-10 0,0 0 1 0,0 0 0 16,0 0-4-16,0 0-1 0,-12 0 16 0,12 0-13 0,-15 6-8 16,6 0 11-16,9 0-15 0,-16 2 15 0,5 1 5 15,0 2-13-15,11 0 13 0,-13 1-2 0,13 2 2 16,-14 0-12-16,14 0 7 16,-9 1 12-16,9 0-7 0,0 0 27 0,0 0-20 0,0 1-8 15,0-3 5-15,0 0-18 0,0 0 15 0,0 0 20 0,0-3 22 16,15 0 29-16,-2 0 30 0,3 0-11 0,0-1 0 0,-1-1-1 15,3 0-17-15,1-1 14 0,0 0-21 0,1-7 1 16,2 8 7 0,-1-8-5-16,1 0 13 0,0 0-4 15,0 0 3-15,-1 0-10 0,-2 0 19 0,0 0-2 16,-2 0 7-16,-1 0-1 0,-2-12-16 0,-2 1 2 16,-12 1-47-16,15 0-16 0,-15-2-8 15,13-2-24-15,-13 0 17 0,0-1 13 0,12-2-6 0,-12 0 5 16,0 0-9-16,0-1-7 0,0-1-2 0,0 2 0 0,0 1-6 0,-13 1 0 15,13 2 0-15,-20 2-2 0,5 1 10 16,0 0-7-16,-2 1 1 0,1 2-3 0,0 7 0 16,2-6-3-16,-3 6-5 0,2 0-3 0,0 0 15 0,15 0-15 15,-21 0-10-15,21 0-24 0,-16 0-39 0,16 0 2 16,-17 0-46-16,17 9-14 0,-13-1-45 0,13 0-61 16,0-1-46-16,-14 1-66 0,14 1-60 0,0-2-90 15,0 1-57-15,0-1-56 0,0 0-66 0</inkml:trace>
  <inkml:trace contextRef="#ctx0" brushRef="#br0" timeOffset="85786.67">9132 4495 3130 0,'0'0'8'0,"0"0"43"0,0 0-5 16,0 0-3-16,0 0-3 0,0 0-43 0,0 0-1 16,0 0 8-16,0 5 10 0,0 1 2 15,0 3-1-15,0 1-10 0,0 2-8 0,0 2 6 0,0 2 6 16,0 2 5-16,9 2-19 0,-9 1 3 0,0 2-62 16,10-1-112-16,-10 2-194 0,0-2-179 0,12 0-149 15,-12-4 26-15</inkml:trace>
  <inkml:trace contextRef="#ctx0" brushRef="#br0" timeOffset="85991.55">9493 4741 3390 0,'0'0'18'15,"12"-5"9"-15,-12 5-9 0,0 0-3 0,0 0-29 16,0 0-6-16,0 0 20 0,0 0-9 0,0 0 11 15,0 9 8-15,0-1-14 0,0 1 16 0,0 0 6 0,0 2-3 16,0-1-9-16,-16 3-51 0,16-1-107 0,0 1-177 16,-13-1-130-16,13 0-99 0,0-2-75 0,0 1 83 0</inkml:trace>
  <inkml:trace contextRef="#ctx0" brushRef="#br0" timeOffset="86460.51">9903 4642 3484 0,'0'-7'51'0,"0"-2"33"0,0 1 29 16,0 2 17 0,0 1-54-16,0 5-36 0,0 0-29 0,0 0-26 15,0 0-7-15,0 0 7 0,0 0 1 0,0 0 12 0,-14 0 2 16,14 9 3-16,-13 0-2 0,13 1 1 0,-12 2-1 15,12 1 0-15,-13 1 5 0,13 2-1 0,0 1 13 16,0 0-15-16,0 0 8 0,0-1-4 0,0-2-7 16,0 1 8-16,0-1-3 0,0 0 4 0,0-3 17 15,0-1 11-15,16 1 27 0,-2-1 7 0,-1 0 14 16,3-2 9-16,-2-1-30 0,2-7 14 16,-2 8 0-16,5-8-6 15,-4 0 12-15,2 0-4 0,-1 0 5 0,-1 0 2 0,1 0 6 16,-2 0-10-16,-1-11-25 0,1 0-15 0,-14 2-4 0,13-3-15 0,-13 1-19 15,17-1 45-15,-17-5-41 16,0 0 20-16,13-1 0 0,-13 0-36 0,0-4 25 16,0 2-29-16,0-3 21 0,0 2-31 0,0 0 14 15,0 2 7-15,-20 1-12 0,5 2 11 0,-2 3-20 16,1-1 9-16,0 3-1 0,-1 2 15 0,0 2-6 16,0 2-25-16,0 5-11 0,3 0-33 0,-2 0-5 15,3 0-26-15,-2 0-21 0,2 0-14 0,3 10-54 16,-2 0-30-16,2 0-79 0,10 1-67 0,-14 2-31 0,14 1-87 15,-12 0-46-15,12 0-39 0,0 0-98 0</inkml:trace>
  <inkml:trace contextRef="#ctx0" brushRef="#br0" timeOffset="86929.52">10264 4659 3395 0,'0'-4'62'0,"0"4"38"0,12-6 19 0,-12 1 11 0,0 5-53 0,0 0-45 16,0 0-12-16,0 0-11 16,0 0-10-16,0 0 12 15,0 0-14-15,0 0-2 0,0 0 5 0,0 0-9 16,0 9 11-16,0-2 8 0,0 3-7 15,-13-2 7-15,13 1-18 0,0 3-4 0,-12 0 25 0,12 2-10 0,0 1 16 0,0-1-10 0,0-1-22 16,0 0 10-16,0-2-2 0,0 1 7 16,0-1 4-16,0-2-4 0,13 0 0 0,1 0 10 15,-1-1 18-15,1 0 5 0,0-2-4 0,0-6-7 16,2 6 7-16,0-6 18 0,0 0 31 0,0 0 19 0,-2 0-10 0,3 0 13 16,-2 0 0-16,2 0-10 0,-3-12 3 0,-1 1-48 15,-13 0-25-15,16 3 1 0,-16-3-15 0,13-2 20 0,-13-1 8 16,0-1-13-16,0 0-7 0,0 1 13 0,0-3-33 31,0 0 6-31,0 1-14 0,0-1-5 0,0 2 15 0,-18 1-7 16,-2 0 12-16,3 0-18 0,-3 3 8 0,3 1 6 0,1 2-10 15,0 2-2-15,2 1-7 16,14 5-25-16,-21 0-19 0,7 0-36 0,0 0-25 16,1 0-26-16,13 0-21 0,-17 10-25 0,6-2-45 15,11 2-54-15,-12-2-18 0,12 2-79 0,0 1-31 16,0 0-38-16,0-1-73 0,0 1-16 0</inkml:trace>
  <inkml:trace contextRef="#ctx0" brushRef="#br0" timeOffset="87546.25">10806 4584 3269 0,'0'0'33'0,"0"-4"54"0,0-1 29 0,0 3 20 16,0 2-33-16,0 0-61 0,0 0-20 0,0 0-37 0,0 0 12 31,0 0-17-31,0 0 3 0,0 5 20 0,0 0-21 16,-9 3 34-16,9-2-9 0,-13 3-1 0,13 1 10 15,-11 2 4-15,11 1-16 0,-12 1-9 0,12 1 7 0,0 1-14 16,-10 0 26-16,10-1-5 0,0 1-12 0,0-1 2 15,0-1-6-15,0 0 33 0,0-2 2 16,0-1-8-16,0-2 19 0,14-1 13 0,-3-1 22 16,2 0 28-16,-1-2 10 0,1-5-15 0,4 8-5 15,-2-8-10-15,2 0-1 0,-2 0-3 0,3 0 5 0,-2 0-12 16,0 0-17-16,-2 0 1 0,2 0 5 0,-3-9-10 0,-13 0-9 16,15-1-21-16,-15-2-20 0,13 0 12 0,-13-2-21 15,0-1 2-15,0 0 6 0,0-4-19 0,0 2 23 16,0-2-8-16,0-1-4 0,0 1 9 0,0 0 3 0,-13-1-4 15,-4 2 2 1,1 2 0-16,-3 2-19 0,1 0 11 16,-2 3-6-16,0 1 0 0,-2 2 9 0,3 1-5 15,-3 2 2-15,4 5 4 0,-1 0-5 0,1 0 2 16,1 0-10-16,3 0 0 0,0 0 10 0,0 0-8 16,14 0 14-16,-13 6-10 0,13 1 5 0,-14-1 4 0,14 1 2 15,0 1 7-15,-13 0-19 0,13 0 14 16,0 1-14-16,0 1 6 0,0-2 5 0,0 1 0 15,0-1 6-15,0 0 1 0,0-1 12 0,0-1-19 16,0-6 2-16,0 9-2 0,0-9-15 16,0 6 14-16,0-6-2 0,0 0-1 0,0 0 14 0,0 0 3 0,0 0-4 0,0 0-8 0,0 0-5 15,0 0-6-15,0 0 5 16,0 0-9-16,0 0-22 0,0 0-30 0,0 0-48 16,0 0-60-16,0 0-78 0,10 0-79 0,-10 0-88 15,0 0-101-15,0 0-60 0,0 0-49 0,0 0-75 0</inkml:trace>
  <inkml:trace contextRef="#ctx0" brushRef="#br0" timeOffset="87875.7">11423 4809 2086 0,'0'0'12'15,"0"0"24"-15,0 0 30 0,0 0-5 0,0 0 53 0,0 0-25 16,0 8-22-16,0-8-4 0,0 10-51 0,0-3 14 15,0 0-14-15,0 1 24 0,0 0-11 0,0 1-7 16,0 0 3-16,0 0-8 0,-14 0-1 0,3 2-9 16,11 0 0-16,-19-1-4 0,4 0-14 0,-2 1-158 15,1 0-187-15,-1 0-229 0,1-2-92 0</inkml:trace>
  <inkml:trace contextRef="#ctx0" brushRef="#br0" timeOffset="89542.46">11837 4714 1806 0,'14'0'52'16,"-14"0"25"-16,0 0 36 0,13 0 88 0,-13 0-22 16,0 0-6-16,0 0 5 0,0 0-60 0,0 0-4 15,0 0 15-15,0 0-39 0,0 0 12 0,0 0-4 16,0 0-32-16,0 0 16 0,0 0-37 0,0 0-21 15,0 0 0-15,0 0-14 0,0 0-15 0,0 0-7 16,0 0 1-16,0 0-3 0,0 0 5 0,0 0 13 16,0 0-7-16,0 0 2 0,0 8 13 0,0-2-7 15,0 2 9-15,0 1-12 0,-13 0 0 0,13 0-7 16,-12 2-13-16,12-1 9 0,0 0 5 0,-10-1 3 16,10 3 18-16,0-2-17 15,0-1-11-15,0 2 9 0,0 1-4 0,0 0 15 0,0 0 9 16,0 0-11-16,0 1 24 0,14-1 25 0,-1 0 31 15,-2 0 41-15,5-1-10 0,-2 0 5 0,4-2-9 0,-1 0-26 0,2-1-1 16,3-2-8-16,-4-1-15 0,1-5 9 16,-2 0-6-1,0 0 1-15,-3 0 23 0,-1 0-3 0,-13 0 1 0,16 0-13 0,-16 0-29 16,17-9-14-16,-17 1-3 0,16-2-3 16,-16 0-3-16,14-2-5 0,-14-1-11 15,13-2-4-15,-13-2 6 0,0 1 8 0,0 0-23 0,0-1-9 16,0-1-14-16,0 0-11 0,0-1 31 0,0 4 7 15,-19 0-3-15,2 1-3 0,1 0 4 0,0 0-12 16,0 4 10-16,-1 0 1 0,2 2-9 0,-2 3 20 16,1 5-15-16,-1 0-2 0,-2 0-8 0,5 0-23 15,-2 0 3-15,3 0-24 0,-1 0-5 0,2 0-4 0,-1 9-43 16,13 0 10-16,-14 0-46 0,14-1-41 0,-13 1-20 16,13 2-79-16,0-2-46 15,0 0-129-15,0 0-80 0,0-1-64 0,0-8-113 16,0 10 166-16</inkml:trace>
  <inkml:trace contextRef="#ctx0" brushRef="#br0" timeOffset="89857.65">12373 4667 3379 0,'0'0'59'0,"0"-3"30"0,0 3 27 16,0 0 24-16,0 0-42 0,0 0-28 0,0 0-30 0,0 0-26 15,0 0-11-15,0 0-11 0,0 0 11 0,0 4-4 16,0-4 1-16,0 7 6 0,0 0-10 0,0-1 5 16,0 2 0-16,0 3 3 0,0-1 3 0,0 3 8 15,11-1-9-15,-11 3 0 0,0-2-2 0,10 0-2 16,-10-2 6-16,12 1-2 0,-12-1 2 0,0 0 8 0,12-1-22 15,-12 0 7-15,0-1-10 0,14 0-33 0,-14 0-68 16,9 0-107-16,-9-2-88 0,11 0-152 16,-11-7-31-16,0 7-59 0,0-7-122 0,13 0 136 0</inkml:trace>
  <inkml:trace contextRef="#ctx0" brushRef="#br0" timeOffset="90524.09">12756 4645 2221 0,'0'-4'82'0,"0"-2"34"0,12 1 38 0,-12 0 42 0,0 0-70 15,0 1-3-15,0 0-12 0,0 1-47 0,0-1 4 16,0 0-26-16,0 1-23 0,0 0 7 0,0 0-19 15,0 2 7-15,0-2-10 0,-12 1-16 0,12 2 12 32,-13 0-9-32,2 0 1 0,11 0 17 0,-14 0-14 15,3 0-1-15,11 7 5 0,-16 0-4 0,5 2 15 16,11-1-1-16,-14 3 5 0,14 2 1 0,-11 1-26 16,11 2 12-16,0 0-3 0,0 1 2 15,0 1 15-15,0 1 4 0,0-3 0 0,0 1 7 0,14-3 21 16,0 1 5-16,-1-1 6 0,4 1 20 15,-1-2 2-15,5 0-2 0,-3 0 1 0,5-1-5 0,0 0-11 0,1-2 5 16,1-1 12-16,-2-2 13 0,4 1 28 0,-2-8 2 16,-2 6-1-16,2-6-21 0,-2 0-29 0,-1 0 15 15,0 0-16-15,-4 0 9 0,-1 0 2 0,-3-10-17 16,0-1-1-16,-14 0-19 0,16-1 6 0,-16-1-1 16,18-2-29-16,-18 1-6 0,12 0-19 0,-12-1-25 15,0 0 26-15,0-2 0 0,0 3-12 0,0-1 0 0,0-1 6 16,0 3 4-1,0 0 8-15,0 1-8 0,0 2-12 16,-14 0 2-16,-2 3-9 0,3 0 24 0,-4 2-7 0,4 5-7 0,-4-7 17 0,1 7-10 0,-1 0 0 16,1 0 6-16,0 0-12 0,0 0 7 0,16 0 0 31,-18 0 0-31,3 0 5 0,15 0-19 0,0 8-4 16,-17-8-2-16,17 9 2 0,0-1 23 0,0-3 2 15,0-5-2-15,0 10 5 0,0-5-19 0,0-5 3 0,-13 7 17 0,13-7-8 0,0 6 18 0,0-6 8 16,0 0-21-1,0 0 4-15,0 0-26 0,0 0 8 0,0 0 20 0,0 0-12 16,0 0 10-16,0 0 0 0,0 0-21 16,0 0 4-16,0 0 2 15,0 0-27-15,0 0-15 0,0 0-15 0,0 0-36 16,0 0-16-16,0 0-15 0,0 0-34 0,0 0-52 0,0 0-76 16,0 0-46-16,0 0-107 0,0-4-18 0,0 4-49 15,0 0-61-15,0-6-24 0</inkml:trace>
  <inkml:trace contextRef="#ctx0" brushRef="#br0" timeOffset="90805.65">13632 4918 2739 0,'0'0'-4'16,"0"0"8"-16,0 0-7 0,0 0 6 0,0 0 2 0,0 0-13 31,0 0 14-31,0 0-10 0,0 6 11 0,0-6-6 16,0 7-4-16,0 0 12 0,0 0-15 0,-16 0 24 15,6 1-11-15,-2 2-11 0,12-3-133 0,-16 1-137 16,16-1-130-16,-16 0-133 0,16-2-14 0</inkml:trace>
  <inkml:trace contextRef="#ctx0" brushRef="#br0" timeOffset="91309.9">14173 4724 3055 0,'0'-3'26'0,"0"-2"35"0,0 2 5 0,0 0 4 0,0 3-24 0,0 0-30 31,0 0-2-31,0 0-25 0,0 0 11 0,0 0-5 16,0 8-19-16,-12 1 36 0,3-2-12 0,9 2 2 0,-17 3 17 15,5-2-11-15,0 2-2 0,12 0-3 0,-11 2-10 0,11-1-4 16,0 1 5-16,-11-1 2 0,11 1 6 0,0 0-3 15,0 0-3-15,0 0 1 0,0 0 30 0,0-1 32 16,0-1 39-16,0-1 33 0,12 0 21 16,0-1 6-16,-2-1-3 0,2-1 12 0,2 0-30 0,0-2-21 15,-1-1 13 1,4-5-26-16,-3 0-7 0,4 0 12 0,-2 0-33 16,1 0 5-16,-3 0-4 0,0 0-5 0,1 0 7 15,-3-10-20-15,1 0 5 0,-13 0-19 0,15 0-17 16,-15-3-13-16,13 1-2 0,-13-4-7 0,0 1 5 15,0-3-1-15,0 1 2 0,0 1-16 0,0-2 0 0,0 0-7 16,0 0-8-16,0 2 18 0,0 1-17 0,-14 0 4 16,-2 3-11-16,5-2 20 0,-3 3-11 0,0 2 21 15,0 1-13-15,-1 2-29 0,0 6 1 0,0 0-20 16,0 0 4-16,0 0-9 0,2 0-22 16,-4 0-10-16,4 0-36 0,1 8-28 0,12 1-28 0,-15 0-76 15,5-1-53-15,10 2-36 0,-11 2-17 0,11-2-78 16,0-1-19-16,0 1-43 15,0-2-85-15,0 0 78 0</inkml:trace>
  <inkml:trace contextRef="#ctx0" brushRef="#br0" timeOffset="91590.52">14473 4718 3347 0,'0'0'44'0,"0"0"27"16,0-2 18-16,0 2 4 0,0 0-49 0,0 0-37 15,0 0-20-15,0 0-3 0,0 0 4 16,0 0 13-16,0 6-1 0,0 0 9 0,0 2 0 16,0-2-4-16,0 3 14 0,0 2-19 0,0 0-2 15,0 1 5-15,0 0-13 0,0 0 13 0,0 2 2 16,14 0-7-16,-14 0-9 0,0 1-60 0,11-1-88 15,-11-1-85-15,0 1-142 0,0-2-65 0,0-1-33 0,0 0-33 16,0-5-8-16</inkml:trace>
  <inkml:trace contextRef="#ctx0" brushRef="#br0" timeOffset="91840.8">14617 4698 3185 0,'0'-5'56'0,"0"0"61"0,0 2 24 0,0 3 18 0,0 0-75 16,0 0-52-16,0 0-21 0,0 0-19 0,0 0 13 0,0 0-7 15,0 7 2-15,0-1-3 0,0 1 11 0,0 1-8 16,0 3 6-16,0 1 14 16,14-1-19-16,-14 1 18 0,0 2-17 0,0-1-8 0,11 0 12 0,-11 1-10 15,0 0 25-15,14-1-18 0,-14 1 7 0,0 1 2 0,13 0-18 16,-13-1 18-16,0-2-16 0,12 2 17 15,-12-2-27-15,0-1-19 0,10-2-80 16,-10-1-101-16,0-2-79 0,0-1-132 0,0-5-44 16,0 0-98-16,0 0-98 0</inkml:trace>
  <inkml:trace contextRef="#ctx0" brushRef="#br0" timeOffset="93594.22">14991 4872 1987 0,'0'0'20'0,"0"0"38"0,0 0 31 0,0-5 92 0,0 5-4 0,0-4-10 0,0 4-2 16,0 0-81-16,0 0-5 15,12 0-4-15,-12-3-28 0,0 3-4 0,0 0-28 16,0 0-8-16,0 0-16 0,0 0-8 0,0 0 22 16,0 0-24-16,0 4 15 0,0 2 2 0,0-1 6 15,0 4-4-15,0-1 10 0,0 2 2 0,0 1-19 16,0 1 21-16,-12-1-24 0,12 2 0 0,-14 0 0 0,14-1-45 0,-11 0-52 15,11 0-144-15,0-3-133 0,-13 1-124 16,13-2-91-16,0-1 62 0</inkml:trace>
  <inkml:trace contextRef="#ctx0" brushRef="#br0" timeOffset="94191.27">15330 4750 2235 0,'0'0'91'0,"13"-5"33"0,-13 0 40 0,0-1 43 0,0 2-38 0,0 2-13 0,0-1 1 16,0 3-5-16,0-3-48 0,0 3 8 0,0 0-35 16,0 0 0-16,0 0-15 0,0 0-22 0,0 0-9 15,0 0-39-15,0 0 7 0,0 0-10 0,0 0 4 16,0 0-11-16,0 0 8 0,0 6 13 0,0 2-4 15,0 1 14-15,0 0-5 16,0 0-7-16,0 2 5 0,-15 0 2 0,15 0-6 16,0-2 3-16,0 3-13 0,0-1-1 0,0-1 12 15,0 3-4-15,0-3 12 16,0 2-18-16,0-1 0 0,0 0 13 0,0-1-1 0,13-1 13 0,1-2-1 16,0 1-12-16,2-2 4 0,-2 0 4 0,4-1-5 0,-6-5 10 15,3 0 29-15,2 0 51 0,0 0 36 0,-4 0 5 16,0 0 7-16,3 0-29 15,-16 0-39-15,16-12-27 0,-16 1-29 0,15-2-5 0,-15-2-5 16,0 0 15-16,0-1-20 0,0 1-10 0,0-2 0 0,0-1-5 16,0 0 4-1,0 1-10-15,0 0 8 0,0 0-12 0,-17 2 8 16,17 1 3-16,-18 0 4 0,1 5 9 0,17 0-7 16,-18 0-8-16,5 4-20 0,13 5-9 0,-20-6-31 15,3 6-48-15,4 0-23 0,-1 0-58 0,1 0-44 16,1 0-27-16,2 7-63 0,-2 2-74 0,12-2-40 15,-14 2-35-15,14-2-20 0,0 1-3 0,-13-1 49 16</inkml:trace>
  <inkml:trace contextRef="#ctx0" brushRef="#br0" timeOffset="94628.56">15731 4730 3081 0,'0'-3'46'16,"0"-2"27"-16,0 2 2 0,0 3 0 0,0 0-46 0,0 0-27 16,0 0-7-16,0 0-8 0,0 0 15 0,0 0-12 15,0 0 11-15,0 9 14 0,0-1-23 0,0-1 19 16,0 4-17-16,0-2 2 0,0 2 7 0,0 1-9 31,0-1 7-31,0 0-3 0,0 1 1 0,0-1 5 16,0 0 2-16,0-1-1 0,0 1 4 0,0 1-15 0,0-1 7 15,15-1-1-15,-3-1-6 0,1-1 28 0,-3-1-23 16,2-1 13-16,3-1 23 0,-2-1 11 0,0-1 47 16,4-3 25-16,-4 0 17 0,3 0 1 15,-2 0-9-15,0 0-24 0,-1-7-13 0,0 0-7 0,-1-2-13 16,-12-1-23-16,13-3-11 0,-13 1-14 0,13-2-10 16,-13-1 0-16,0-2-9 0,0 0-11 0,0-1 0 0,0-1 0 15,0 2 1-15,0-1-6 0,0 1 18 0,0 2-15 16,-16 0 6-16,3 1 5 0,1 3-8 0,12 2 11 15,-18 1-12-15,4 2-2 0,3 2-30 0,-3 4-25 16,3 0-43-16,-1 0-46 0,-1 0-40 0,0 7-31 16,0-2-33-16,0 3-15 0,2 0-85 0,11 2-35 15,-14-1-35-15,14 2-29 0,0 1 40 16,0-3-25-16</inkml:trace>
  <inkml:trace contextRef="#ctx0" brushRef="#br0" timeOffset="95094.61">16244 4733 3059 0,'0'-6'9'0,"0"-2"35"0,0 2 23 0,0 0 6 15,0 2-14-15,0 1-38 0,0 2-21 0,0 1-11 0,0 0 2 16,0 0 14-16,0 0-12 0,0 0 0 0,0 0 11 15,0 0-10-15,0 8 10 0,-13-1-6 0,13 3-1 16,0-1-2 0,-10 3 14-16,10 0 7 0,0 1-12 0,-13 0 1 15,13 0-15-15,0-1 0 0,0 0 5 0,0 0-1 16,0 0 3-16,0-1 8 0,0 0 7 0,0-2-5 16,0 1 1-16,0-2-8 0,0 1 1 0,18-2 7 15,-2-1-6-15,0-1 9 0,-2-1 31 16,4-1 38-16,-2-3 24 0,2 0 22 0,0 0-2 0,-6 0-4 15,4 0-7-15,-2 0-14 0,-1-7-23 0,0 0-23 0,-13-1-10 0,13-2 7 16,-13-2-17-16,13 0-16 0,-13-1 3 0,0 0-28 0,0-2-6 16,0 0 4-16,0-1-3 15,0 1-2-15,0-1 8 0,0-1 4 0,0 2 4 16,-20 1-5-16,6 1 0 0,-4 0-8 0,6 2-4 16,-4 2 16-16,3 3-10 0,-1 0 13 0,-2 2-4 0,4 4-3 15,1 0 4 1,11 0-18-16,-21 0-15 0,7 0-29 0,0 7-54 0,14 0-40 0,-13 1-55 0,13 0-38 15,-14 1-9 1,14 2-108-16,0-3-50 0,0 2-61 0,-15 1-38 0,15-3-1 0,0 2 89 0</inkml:trace>
  <inkml:trace contextRef="#ctx0" brushRef="#br0" timeOffset="95535.39">16626 4674 2711 0,'0'-4'19'0,"0"1"1"0,0 0-11 16,0 0 12-16,0 3-25 0,0 0 6 0,0 0 11 16,0 0-21-16,0 0 15 0,0 6-2 0,0 0-11 15,0 2 16-15,0 0-21 0,0 2 8 0,-14 2 19 16,14 1-22-16,-11 2 21 0,11 0-10 0,0-1-10 15,0 0 18-15,-10-2-10 0,10 0-12 0,0 0 5 16,0-1 3-16,0-2-6 0,0-1 14 0,0 1-7 16,0-1 10-16,0-1 38 0,10 0 2 0,-10-1 60 15,13-1 6-15,3-1 7 0,-7-1 6 0,5-3-19 16,-1 0 3-16,-1 0-10 0,1 0 16 16,2 0-8-16,-1 0-5 0,-2-8-8 0,2-1-29 15,-4 1-4-15,-10-1-13 0,17-1-17 16,-17-1 0-16,11-1-28 0,-11-2-3 0,0 0-5 0,0 0-12 15,0-1 15-15,0-1-8 0,0 0-9 0,0 1 12 0,0 0-12 16,0 2 6-16,0 1 5 0,-11 1-5 0,11 2 5 16,-17 2-4-16,6 3-13 0,-2 4-9 0,2 0-31 15,11 0-55-15,-17 0-31 0,4 0-62 0,0 5-49 16,3 3-3-16,10-1-87 0,-17 4-40 0,17-2-59 16,-15 2-57-16,15 2-67 0,0 0 115 0</inkml:trace>
  <inkml:trace contextRef="#ctx0" brushRef="#br0" timeOffset="95776.6">17080 4875 1923 0,'0'0'14'0,"0"6"8"0,0-6 7 0,0 0 2 15,0 5-13-15,0-5 1 0,0 6-3 0,0-1 5 0,0 0-3 16,0 0-3-16,0 2-3 0,0 0-10 0,0 2 4 16,0-1-5-16,0 1 5 0,0 0-5 0,0 1 8 15,0-2-5-15,0 2-7 0,0-2-56 0,0 0-159 16,0-1-113-16,0-1-145 0,0-1-2 0</inkml:trace>
  <inkml:trace contextRef="#ctx0" brushRef="#br0" timeOffset="95939.8">17417 4812 3388 0,'0'-6'32'0,"0"3"46"0,0 3 33 0,0 0 12 16,0 0-25-16,0-4-59 0,0 4-28 0,0 0-15 31,0 0-8-31,0 0 3 0,0 0-65 0,0 0-70 15,0 0-115-15,0 0-161 0,0 0-119 0,0 0-99 16,0 0-68-16</inkml:trace>
  <inkml:trace contextRef="#ctx0" brushRef="#br0" timeOffset="96128.55">17741 4765 2948 0,'0'0'35'0,"0"-6"-8"0,0 1 3 0,0 1-3 0,0 1-31 16,0 3 4-16,0-4 11 0,0 4-15 0,0 0-44 16,0 0-126-16,0 0-132 0,0 0-128 0,0 0-99 15,0 0-57-15</inkml:trace>
  <inkml:trace contextRef="#ctx0" brushRef="#br0" timeOffset="96274.37">18011 4725 2337 0,'0'-3'89'0,"0"-1"22"0,0 2 0 16,0-1 5-16,0 3-74 0,0 0-31 0,0-2-22 0,0 2-123 0,0 0-148 16,0 0-150-16,0 0-167 0,0 0 34 0</inkml:trace>
  <inkml:trace contextRef="#ctx0" brushRef="#br0" timeOffset="96477.04">18294 4710 3015 0,'0'-5'5'0,"0"1"-1"0,0 2 24 0,0-1-19 0,0 0 4 0,0 3-7 16,0-1-21-16,0 1 6 0,0 0-59 0,0 0-114 15,0 0-91-15,0 0-117 0,0 0-46 0,0 0 23 16,12 0-72-16,2 0 122 0</inkml:trace>
  <inkml:trace contextRef="#ctx0" brushRef="#br0" timeOffset="97228.08">18519 4268 2596 0,'0'-12'38'0,"-11"-1"41"16,11 1 36-16,0 1 31 0,0 2 5 0,0 1-23 0,0 1 10 16,0 0-8-16,0 1-21 0,0 0-3 0,0 0-35 0,0 2-28 0,0 0-23 15,0 1-11-15,0 0-20 0,13 0 19 0,1 0-15 16,2 1 2-16,1 2 9 0,3 0-15 0,0 0 14 15,3 0-7-15,-1 0-1 0,-1 5 1 0,1 0-6 16,-2 1 12-16,-2 0-7 0,-2-1-6 0,-2 1 14 16,-14 0-16-16,14 0 8 0,-14 0-1 0,0 2 1 15,0 0 1-15,0 1 3 0,0 2 2 0,0 2 2 32,0 1 3-32,0 0-3 0,0 1 3 0,-19 2-4 15,5-1 4-15,0 2 7 0,1 0-4 0,-1 1-14 0,4-1 1 0,-2 0-11 16,12 0 0-16,-14 0 27 0,14-1-2 0,-12 0 0 15,12 0 1-15,0-2-15 0,0 2-3 0,0-2-3 16,0-1 14-16,0-1-7 0,0-1 11 0,0-1 18 0,0-1-5 16,0 0-6-16,0-2 0 0,13 0-13 0,1-1-3 31,1-1 14-31,0 0-10 0,1-2 9 0,1 1-3 16,0-2 2-16,-4-3 17 0,0 0 14 0,-13 0 19 15,0 0 3-15,16 0 3 0,-16 0-18 0,0 0-22 16,0-6-4-16,0 3-18 0,0 0-5 0,0 1 4 15,0-2-7-15,0 1 1 0,0 0 1 0,0 3 0 0,0-2-6 16,0-1-3-16,0 3-11 0,0 0 1 0,-14 0 5 16,14 0-8-16,0 0 26 0,-13 0-3 0,13 6 1 15,0 2 5-15,0-1-12 0,-14 2 4 0,14 3 15 16,0-2-4-16,0 3-7 0,0 3 4 0,0 1-14 16,0 0 5-16,0 1 7 0,0 2-12 0,0 1 4 15,17 1 7-15,-1 3-1 16,2-1 1-16,-4 0 3 0,3 4 12 0,-1-1-8 15,3 0 17-15,-2 0-10 0,-1 0-15 0,0 0 11 16,0-1-1-16,-1-2-13 0,-5 0 6 0,-10-2 0 0,13-1-4 16,-13-4 11-16,0 0 3 0,0-2-5 0,0-2 5 15,0-2 7-15,0-3 1 0,0 1 7 0,-23-4-15 0,-2 1-1 0,-2-6 4 32,-1 0-1-32,-4 0 17 0,1 0 0 0,-2 0-7 0,1 0 13 15,-1-6 4-15,4 2 5 0,4 0 20 0,1 0-26 16,7 4-8-16,1-4 0 0,16 4-7 0,-13-4 16 15,13 4-4-15,0 0-21 0,0 0-8 0,0 0-5 16,0 0-22-16,0-4-42 0,0 4-103 0,0-2-127 16,0-1-151-16,0 3-197 0,0 0-167 0,0 0-192 15</inkml:trace>
  <inkml:trace contextRef="#ctx0" brushRef="#br0" timeOffset="101000.5">4188 7893 1179 0,'0'0'26'0,"-13"0"-2"0,13 0 29 16,0 0 34-16,0 0 5 0,-14 0 36 0,14 0 3 0,0-6-2 15,0 6-10-15,0 0-5 0,0 0-13 0,0 0 43 16,0 0 2-16,0 0-17 0,0 0 10 0,0 0-46 16,0 0-7-16,-10 0 31 0,10 0-2 0,0 0-21 15,0 0 17-15,0 0-17 0,0 0-12 0,0 0-1 16,0 0-11-16,0 0-23 0,0 0 4 0,0 0-3 31,0 0-21-31,0 0-4 0,0 0-16 0,0 0 7 16,0 0 3-16,0 0 6 0,0 0 16 0,0 0 1 15,0 0 15-15,13 0 15 0,-13 0 3 0,16 8-3 0,-5-8 0 16,3 8-8-16,2-8-17 0,1 7-5 0,1-7-14 16,2 9 5-16,4-9 11 0,-2 9-3 15,2-9 16-15,1 8-2 0,2-8-6 0,-2 10 10 0,4-10-28 16,-2 0 6-16,1 10-22 0,1-10 9 0,2 0-5 16,1 9-13-16,-2-9 25 0,2 0-15 0,-2 9 16 15,0-9 6-15,-2 0-15 0,1 9-4 0,-3-9 18 16,-2 0-24-16,0 0 8 0,-7 0 3 0,0 10-22 15,-4-10 19-15,-13 0-11 16,16 0 15-16,-16 0 3 0,0 0 4 0,0 0 17 0,0 0-19 0,0 0-8 0,0 0 14 0,0 0-35 16,0 0 15-16,0 0-8 0,0 0-11 15,0 0 29-15,0 0-24 0,0 0 6 0,0 0-2 16,0 0 0-16,0 0 11 0,0 0-1 0,0 0-4 16,0 0-10-16,0 0-1 0,0 0-3 0,0 0 12 15,0 0-13-15,0 0-8 0,0 0-11 0,0 0-33 16,0 0 5-16,0 0-11 0,0 0-21 0,0 0-11 31,0 0-39-31,0 0-32 0,0 0 1 0,-14 0-24 0,14 0-9 16,0 0-6-16,-10 0-54 0,10-7-22 0,-12 7-22 15,12 0-106-15,0 0-25 0,-13 0-50 0,13-10-134 16,-11 2 88-16</inkml:trace>
  <inkml:trace contextRef="#ctx0" brushRef="#br0" timeOffset="101862.34">4646 7796 1568 0,'0'0'47'0,"0"0"45"0,0 0 33 16,0 0 21-16,0 0-12 0,0 0 25 0,0 0 5 15,0 0-2-15,0 0-13 0,0 0-29 0,0 0-26 16,0 0 5-16,0 0 2 0,0 0-25 0,0 0 5 16,0 0 19-16,0 0-3 0,0 0-5 0,0 0 5 15,0 0-26-15,0 0 1 0,0 0 14 0,0 0-19 16,0 0 2-16,0 0-15 0,0 0-22 0,0 0 15 15,0 0-8-15,0 0 4 0,0 0 8 16,0 0-11-16,0 0-3 0,0 0-8 0,0 0 0 16,0 0-4-16,0 6-6 0,0-6-1 0,0 0 0 0,13 7 7 15,-13-7 8-15,12 9 6 0,-12 0 7 0,15-9-1 16,-3 10-13-16,0-2 3 0,-12-1-25 0,14-7 8 16,0 12-12-16,-4-3-7 0,-10-1 17 15,17-8-22-15,-6 12 27 0,-1-3-4 0,-10-1-1 16,15-8 2-16,-2 12-5 15,-2-5-5-15,2-7-17 0,-13 10 13 0,17-10-7 16,-4 10 12-16,1-1 3 0,-3-9-4 0,0 10-7 16,-11-10 16-16,17 9-4 0,-4-9 9 0,-13 0 7 0,14 9-13 15,-14-9 11-15,11 0-6 0,-11 0 4 0,0 0 8 16,0 0 9-16,0 0-10 0,0 0 2 0,12 0 14 0,-12 0-10 0,0 0 14 16,0 0 3-16,0 0-27 0,0 0 18 0,0 0-11 15,0 0-13-15,0 0 16 0,0 0-36 0,0 0-3 16,0 0-3-16,0 0-19 0,0 0 24 0,0 0 0 15,0 0-1-15,0 0 9 0,0 0-8 0,0 0 6 16,0 0 3-16,0 0-13 0,0 0-1 0,0 0-3 16,0 0 0-16,0 0 9 0,0 0 3 0,0 0-8 15,0 0 8-15,0 11-6 0,-15 1-1 0,1-2 10 32,0 0-8-32,1 1-1 0,-4 0 4 0,2 1-2 15,-3 0-6-15,-1 2-2 0,3 0-14 0,-1 1 11 16,-1-1 5-16,2 1 10 0,3-1 3 0,-2-1-11 15,2 0 8-15,13 0-11 0,-17-1 3 0,7-2 9 16,10 1-18-16,-13-2 14 0,13 0 1 0,0-9-2 16,0 9 1-16,-14-9 3 0,14 8-4 0,0-8-9 0,0 0 1 15,0 0-5-15,0 8 15 0,0-8 5 0,0 0 5 16,0 0 6-16,0 0-18 0,0 0 2 0,0 0 3 0,0 0-7 16,0 0 7-16,0 0-5 0,0 0-4 15,0 0-5-15,0 0 16 0,0 0-10 0,0 0 3 0,0 0-2 16,0 0-2-16,0 0 10 0,0 0 1 0,0 0 3 15,0 0-10-15,0 0-47 0,0 0-60 0,0 0-65 16,0 0-69-16,0 0-37 0,0 0-62 16,0 0-110-16,0 0-133 0,0 0-91 0,0-8-143 15,0 0 25-15</inkml:trace>
  <inkml:trace contextRef="#ctx0" brushRef="#br0" timeOffset="102703.11">5244 8275 1302 0,'0'8'-11'0,"0"0"25"16,0-8 19-16,0 8 25 0,0-8 37 0,0 8-7 0,0-8 0 16,0 7 3-16,0-7-4 0,0 7-4 0,0-7 4 15,0 5-9-15,0-5 5 0,0 0 68 0,0 7 7 0,0-7 11 0,0 0 22 16,0 0-49-16,0 0 7 0,0 0 16 0,0 0-2 0,0 0 22 31,0 0 24-31,0 0-5 0,0 0-7 0,0 0-16 16,0 0-12-16,0 0-1 0,0 0-18 0,0 0-15 15,0 0-31-15,0 0-33 0,0 0 2 0,0-9-9 16,0 1-8-16,17-1-7 0,-17-1-11 0,16-4-10 16,0 1 9-16,-16-4-1 0,16 0-8 15,1-2-26-15,-6-3 4 0,3-1 13 0,-14-2-4 16,17 1 24-16,-5 0-12 0,-12-1 0 0,18 0 14 0,-6 2 4 0,-12 2-5 15,13-1 0-15,-13 4-7 0,14 0-3 0,-14 2 0 0,11 1-5 16,-11 1-3 0,0 1 2-16,0 0 16 0,0 1-9 0,11 2-11 0,-11 0-2 0,0 1-6 0,0 1-3 15,0 1 6-15,0 7 3 0,0-6-11 0,14 6 0 16,-14 0 2-16,0 0-16 0,0 0 4 0,0-6-1 16,0 6-5-16,0 0 7 0,0 0-10 0,0 0-9 31,0 0 9-31,0 0-9 0,0 0 8 0,0 0 8 15,0 0-13-15,0 0 5 0,0 0-6 0,0 0 11 16,0 0 9-16,0 0-1 0,0 0 0 0,0 7-10 16,11 1 11-16,-11-8 3 0,0 9 3 0,12 2 6 0,-12-2-18 15,0 2 17-15,12 0-6 0,-12 1 3 0,0 1 2 16,13 1-11-16,-13 1 13 0,12 1-7 0,-12 0-2 16,11 0 0-16,-11 0-8 0,12 1 9 0,-12 0-11 15,12 0 5-15,-12 0-1 0,13 0-12 0,-13 0 20 0,12 0-8 16,-12-2 2-16,12 1 9 0,-12-3-11 0,12-1 1 15,-12 0-8-15,0-1 0 0,11-1 7 0,-11-3-3 16,0-7 13-16,11 11-7 0,-11-4 0 0,0-7 6 16,0 10-5-16,14-10 1 0,-14 7 5 0,0-7-11 15,0 9-2-15,0-9 4 0,0 0-3 0,12 0 16 16,-12 9-9 0,0-9 0-16,0 0 2 0,0 0-6 0,0 8 0 15,0-8-24-15,0 0-36 0,0 0-37 0,0 0-40 0,0 0 1 16,0 0-33-16,0 0-36 0,0 0-46 0,0 0-124 0,0 0-94 0,0 0-92 0,0 0-137 31,0 0-56-31,0-12-97 0</inkml:trace>
  <inkml:trace contextRef="#ctx0" brushRef="#br0" timeOffset="103050.85">5356 8062 2073 0,'0'9'31'0,"0"-9"93"0,0 0 38 0,0 0 40 15,0 0 14-15,0 0-79 0,0 0-5 0,0 0-8 0,0 0-17 0,0 0 33 32,0 0-2-32,0 0 11 0,12 0 11 0,-12 0-34 0,0 0 8 0,13 0-23 15,0 0-7-15,-13 0-11 0,16 0-15 0,0 0-1 16,-1 0-20-16,0 0 17 15,4 0-7-15,-5 0-28 0,3 0 6 16,-2 0-26-16,0 0-7 0,0 0 11 0,-3 0-23 16,-12 0 7-16,15 0 8 0,-15 0-10 0,11 0 2 15,-11 0-3-15,0 0-7 0,0 0 5 0,0 0 10 0,0 0-3 16,0 0-15-16,0 0 4 0,0 0-12 0,0 0-41 16,0 0-55-16,0 0-98 0,0 0-99 0,0 0-92 15,0-10-39-15,0 10-76 0,0 0-38 0,-16 0-30 16,3-10-115-16</inkml:trace>
  <inkml:trace contextRef="#ctx0" brushRef="#br0" timeOffset="104938.35">4964 8009 1178 0,'0'0'34'0,"0"0"5"15,0 0 36-15,0 0 31 0,0 0-15 0,0 0 19 16,0 0-4-16,0 0-5 0,0 0 6 0,0 0 3 0,0 0-7 0,0 0 43 16,0 0 17-16,0 0-10 0,0 0 27 0,0 0-59 15,0 0 0-15,0 0 11 0,0 0-5 0,0 0 33 16,0 0-13-16,0 0-3 0,0 0-32 0,0 0-33 16,0 0-16-16,0 0-9 0,0 0-3 0,0 0 3 15,0 0-5-15,0-9 11 0,0 9 12 0,0-10 6 16,0 2-3-16,11 1-27 0,-11 0-15 0,0-3-2 15,13 1 3-15,-13-1 19 0,11 1-4 16,-11-1 0-16,0-2 0 16,14 3-2-16,-14-2-4 0,13 0 6 0,-13 0 4 0,14 0-1 0,-14-1-9 0,14 0-16 15,-14-1 0 1,16 1-5-16,-16 0 11 0,14 0 3 0,-14 1-2 16,14 0 4-16,-14 1 5 0,13 0-8 0,-13-1-3 0,13 3 1 0,-13 0-8 0,14-1 10 15,-14 2-8 1,13-2-11-16,-13 2-2 0,0-2-34 0,17 1 19 15,-4 0 0-15,-13 1-5 0,15 0 26 0,0 0-10 16,-15 0 4-16,14 1 2 0,-14 0 5 0,14 0-12 16,-14 0 6-16,16 6-4 0,-16-8-9 0,16 1 7 15,-2 1-6-15,-14 6 4 0,16-7 5 0,-2 7-7 16,-1-7 4-16,0 7 4 0,-1-5-7 0,1 5-2 0,1-7-3 16,0 7-7-16,0 0 1 0,-1-7 12 0,3 7-12 15,-2-5 3-15,3 5-5 0,-2 0 2 0,0-6 8 16,0 6-3-16,-2 0 15 0,2 0-6 0,0 0 2 15,-1 0-5-15,-1 0-4 0,-1 0-2 0,1 0-3 16,1 0 5-16,-1 0-6 0,-2 0 0 0,4 0 11 16,-2 0-6-16,1 0-2 15,-1 0 4-15,3 0-9 0,-2 8 10 0,2-8 2 0,-2 8-3 0,2-8-1 0,-2 9 5 32,2-3-1-32,-2 0-11 0,2 0 6 0,-2 0-6 15,-1 1-10-15,3 0 18 0,-4-1-3 0,2 3-4 16,-1-1 8-16,1 0-12 0,-1 0 14 0,1 0-1 0,-1 0 3 15,0 2-3-15,-1-3-13 0,-12 2 6 0,18 0 14 16,-3-1-1-16,-15 2-2 0,15-2-4 0,-15 2-9 16,17-2-8-16,-17 2 7 0,13 1-6 0,-13-1 9 0,15 0 17 15,-15-1-14-15,13 3 14 0,-13-1-10 16,0 0 1-16,16-1 10 0,-16 1-18 0,14 0-3 16,-14 1 5-16,0 0-15 0,0 0 19 0,14 1 1 15,-14 0-7-15,0 1 12 0,0-1-12 0,0 0 3 16,0 1-2-16,11-2 2 0,-11-2 13 0,0 2-1 0,0-1-7 15,0 0-10-15,0 1-3 0,0 0-7 0,0 1 12 16,0 1 0-16,0 0 4 0,0 0 4 0,0 1-12 0,0-1 6 31,0 0 0-31,0-1 2 0,0-1 1 0,0 0-1 0,0 0 0 0,0 0 0 0,0 1-11 16,0-1 9 0,0-2-5-16,0 1 1 0,0 1 11 0,0-1-8 15,0-2 1-15,0 1-6 0,0-1 7 0,0 0 1 16,0 0 3-16,-12 0 4 0,12-1-15 0,0 0 6 15,0 0 6-15,-14 0 5 0,14-8 13 0,0 9-11 16,-15 1-13-16,15-10 0 0,0 10-4 0,-17-1 5 16,3-1 0-16,14-8 3 0,-18 11 4 0,4-1 7 15,2-3-1-15,12-7-5 0,-18 10 4 0,2-2 4 0,2-8-1 16,2 10 1-16,-1-1-9 0,13-9-3 16,-17 9 4-16,0 0-10 0,3-9 18 15,3 9-6-15,11 0-4 0,-19-9 16 0,7 9-7 0,12-9 5 0,-18 7 11 16,7-7-11-16,11 9 6 0,-13-9 8 0,-1 0-7 15,14 9 6-15,-14-9-12 0,3 7-7 0,-2-7 4 16,13 0-3-16,-14 8 12 0,3-8-6 0,11 0-6 16,-14 9 17-16,1-9-19 0,0 0-2 0,13 0 13 15,-15 0-20-15,2 0 10 0,-1 0 6 0,4 7-18 0,10-7 7 16,-16 0-1 0,2 0 4-16,3 0 9 0,-1 0 1 0,12 0 5 0,-16 0-10 0,2 0 13 15,1 0-9 1,13 0 3-16,-16 0-2 0,3 0-9 0,2 0 4 15,-1 0-6-15,1 0 1 0,11 0-1 0,-18 0-9 16,6 0 2-16,0 0 4 0,12 0-1 0,-14 0 12 16,3-7-21-16,11 7 21 0,-14-6-8 0,14 6-5 0,-13-6 20 15,13 6-32-15,-15-6 21 0,15 6-3 0,-15-8-9 16,1 2 5-16,14 6-21 0,-14-7 16 0,1 0 5 16,13 2 1-16,-17 5 2 0,1-9-21 0,16 2 21 15,-14 1-18-15,3 1 13 0,11 1 3 0,-18-1-33 16,7 0 23-16,11-2-9 0,-15 2 4 0,3 1 13 0,12-2-17 15,-15 1 4-15,2 5 9 0,13-7 1 0,-11 7 3 16,11-6-22-16,-13 1 13 0,13 5-1 0,-13-7 6 16,13 3 21-16,-12 4-20 0,12-7 6 15,-11 0 0-15,11 0 2 0,0 1 3 16,-13 1-19-16,13-2 16 0,-11 1-2 0,11-1 6 16,0 0 10-16,-11 1-7 0,11-1-3 0,-10-1-4 0,10 2-3 0,0-2-6 0,0 0 8 15,-12 0-7-15,12-2 10 0,0 2-2 16,-10-2-10-1,10-1 5-15,0 2-16 0,0 0 6 0,0-2 8 16,-12 2-2-16,12-2 10 0,0-1-4 0,0 2-1 16,0-1-13-16,0-2-3 0,-11 2 14 0,11 0-13 15,0 0 20-15,0 0-9 0,0 1-12 0,-10 1 7 16,10-1-7-16,0 0 5 0,0 2 3 0,0-1-1 0,0 0-8 16,-12 0 11-16,12 1-4 0,0 1-2 15,0 0 9-15,-10 7-5 0,10-10-12 0,0 4 11 0,0 6-12 16,0-9 10-16,-10 2 6 0,10 0-2 0,0 7 9 15,0-7-14-15,0-1 9 0,0 1 2 0,0 0-2 16,0 2 5-16,-9 5-7 0,9-9-9 0,0 4 5 16,0 5-6-16,0-7 11 0,0 7-13 0,0-6-1 0,0 6 3 15,0 0-7-15,0-6 15 0,0 6-4 0,0 0 9 16,0-6-8-16,0 6-5 0,0 0-26 0,0 0-45 16,0 0-75-16,0 0-76 0,0 0-100 0,0 0-93 15,0 0-70-15,0 0-101 0,0 0-91 0,0 0-98 16,0 0-66-16,0 0-91 0,0 0 155 0</inkml:trace>
  <inkml:trace contextRef="#ctx0" brushRef="#br0" timeOffset="106019.04">2790 5974 1606 0,'11'0'35'0,"-11"0"45"0,0 0 38 0,0 0 40 0,0 0 46 15,0-4-3-15,0 4 6 0,0-3-12 0,10 3-28 16,-10 0 15-16,0 0-1 0,0 0 14 0,0 0-16 16,0 0-10-16,0 0-15 0,0 0-10 0,0 0-13 0,0 0-20 15,0 0-11 1,0 0-3-16,0 0-7 0,0 0-32 0,0-4-13 15,0 4-26-15,0 0-18 0,0-6 1 16,0 3 0-16,0 3-3 0,0-6-2 0,0 3 3 16,-16-1-8-16,2 0 5 0,14 4 5 0,-18-6 6 15,3 3-7-15,-2 3-4 0,2-4-5 0,0 4 10 16,0 0-7-16,15 0 7 0,-16 0-5 0,-1 0-6 16,17 0 16-16,-15 0-18 0,15 0 5 15,-14 0-10-15,14 0 2 0,0 0 6 0,0 0 13 0,0 0 6 0,0 0-11 16,0 0 11-16,0 4-22 0,0-1 3 0,0 2 5 0,0 0-12 0,0 0 26 15,0 3-4-15,0 0-4 0,0 1 17 0,16 1-18 16,-3 1-1-16,2 0 19 0,0 2-4 31,2 0 5-31,1 1 3 0,2 0 7 0,-1 0-17 0,0-1 3 0,0 0-14 0,0 0 1 16,-2-1 10-16,-2 0-10 0,-3-3 18 16,-12 1-23-16,11-3-6 15,-11 0 13-15,0-1-17 0,14-6 11 0,-14 6 8 16,0-6-16-16,0 5 8 0,0-5 4 0,0 0-3 0,0 6 18 0,0-6-2 0,0 6-3 0,-15-6 2 15,2 6-17-15,-4-6 20 0,-1 0-9 0,-1 0-9 32,-1 0 13-32,0 0-20 0,0 0 7 0,0 0-42 0,-1 0-29 15,2 0-76-15,0 0-65 0,3-6-51 0,-1 0-106 16,4 0-59-16,2 0-127 0,11 0-74 0,0 1-205 16</inkml:trace>
  <inkml:trace contextRef="#ctx0" brushRef="#br0" timeOffset="106305.05">3144 5930 3663 0,'0'0'45'16,"0"0"19"-16,0-5 32 0,0 5 12 0,0 0-37 0,0 0-32 0,0 0-32 0,0 0-10 15,0 0-5-15,0 0 10 0,0 0-11 0,0 3-4 16,0 2 0-16,0 0 8 0,0 2 14 0,0 1 13 15,0 2 2-15,0 1 13 0,14 3-13 0,-14 1 0 16,10 2 7-16,-10-2-14 0,13 3 15 0,-13-1-23 16,12 0-10-16,-12-1-1 0,10-1 4 0,-10 1 15 15,13-3-10-15,-13 0 0 0,0 0-3 0,12-1 0 16,-12-1-9-16,0-2-75 0,11-1-102 16,-11 0-107-16,0-4-71 15,0-4-61-15,0 0-25 0,0 0-48 0,0 0-82 16,0 0 0-16</inkml:trace>
  <inkml:trace contextRef="#ctx0" brushRef="#br0" timeOffset="107653.63">3013 6029 2612 0,'0'-3'19'0,"0"1"22"0,0 2 13 0,0-3 12 0,0 3 1 0,0 0-2 15,0 0-3 1,0 0 12-16,0 0 5 0,13 0-3 15,2 0-4-15,0 6 4 0,5-4-5 0,-2 1-7 16,6 0 13-16,1 2-15 0,0-2-19 0,3 0-4 16,2 0-19-16,2 0 6 0,-2-3 11 0,2 3 17 15,1-3 1-15,0 0 1 0,-1 0 4 0,-2 0-8 0,-2 0 7 16,-1 0 0-16,-3 0 18 0,-5 0 4 0,0-9 1 16,-5 3-10-16,0-2-34 0,-14 1-19 0,13-2-8 15,-13-1-8-15,14 1 14 0,-14-2-1 0,0 2-6 16,0-2 10-16,0 1-19 0,0-1 3 0,0 3 4 0,0-1-8 15,0 0-4-15,-17 3 5 0,17-2-4 0,-16 2-1 16,2 3-5-16,14 3 3 0,-15 0 2 16,0 0-5-16,15 0 10 0,-16 0-11 0,0 0 3 0,3 9-9 15,13-1 1 1,-17 3 6-16,4-1-4 0,13 1 17 0,-14 1 2 0,14 0-1 0,0 1 3 0,0 1-8 16,0 0-5-16,0 1 5 0,0-1-6 0,0 1 14 15,0 0-5 1,0-1-1-16,0 0 9 0,0 0 2 0,21 0-1 0,-5 0 2 0,3 0-6 0,-1-3 4 0,3 0 2 31,3-1 0-31,4 0-3 0,-1-3 2 0,3-2-2 16,0-5-7-16,2 0 13 0,-1 0-17 0,1 0 10 15,-2 0 19-15,-3 0-11 0,-3 0 12 0,0-11 0 16,-6-1-15-16,0-1 9 0,-4 0-7 0,-14-2-11 16,13 0 3-16,-13-1-12 0,0-3 3 0,0 1 12 0,0-1-14 15,0 0 15-15,0-1 8 0,0 3 5 0,0 0 21 16,0 2-8-16,0 1-5 0,-15 3-13 0,15 2-6 15,-12 3-10-15,12 1-10 0,0 5 0 0,0 0-19 16,0 0 23-16,0 0-1 0,-13 0-3 0,13 0 5 16,0 8-2-16,0 3-6 0,0 0 1 0,0 3 21 15,0 2-21-15,0 3 19 0,0 2-14 0,0 2-7 0,0 1 17 16,0 1-22-16,0 2 21 0,0 1-10 0,0 1 8 31,15 1 12-31,-3-1-8 0,-12 2 4 0,16-2-20 16,-2-1 11-16,-3-2-13 0,-11 0 11 0,16-2 7 0,-5-2-11 0,-11-2 4 0,16-3 6 0,-16-3-6 31,14-2-8-31,-14-2 21 0,0-2-14 0,10-8 15 16,-10 0 37-16,0 0 31 0,0 0 0 0,0 0-16 0,0 0-1 15,0 0-56-15,0 0-3 0,0-15 13 0,0 0-30 16,0-2 1-16,0-3 8 0,-13-1-14 0,13-3 9 16,-19 0 8-16,8-2-14 0,11-2 12 0,-16-1-20 15,16 2 12-15,-14 0 23 0,14 0-5 0,0 1 18 16,-13 2 3-16,13 1-36 0,0 1 2 0,0 3 8 15,0 0-16-15,0 3 15 0,0 2-6 0,0 1-2 0,13 5-10 16,-13 0 27 0,17 1-3-16,-1 7-8 0,-2-6 2 0,0 6-19 15,1 0 1-15,1 0 8 0,-2 0 0 0,0 0 6 16,2 0 3-16,-4 0-13 0,1 9 22 0,-13-2-9 0,17 0-7 0,-17-1-3 0,13 0-4 16,-13 2-4-1,0-1 1-15,0 0 12 0,0 0 1 0,0 0 7 0,0 0 2 0,0 0-3 0,0 0-6 16,0 0 5-1,0 0 4-15,0 0-1 0,-19 0-4 0,2 0-2 0,-2 0-5 16,1-2-2-16,1-5-1 0,1 8 4 16,-1-8 6-16,4 7-6 0,-1-7 5 0,14 0-10 15,-13 6-3-15,13-6 4 0,0 0-8 0,0 0 7 16,0 0-3-16,0 0 10 0,0 0 4 0,0 0 0 16,0 0 0-16,0 0 2 0,0 7-15 0,13-7-1 15,3 0 6-15,0 5-10 0,6-5 14 0,1 0 9 0,2 0-9 16,2 0 0-16,1 0 11 0,2 0-8 0,1 0 22 15,-1 0-23-15,2 0 8 16,-2-9 0-16,-2-1-18 0,1 0 20 0,1 1-19 0,-2-3 7 0,-4 0 25 16,1 0-25-16,-4-1 4 0,-1-1 4 0,1-1-21 0,-7-1 33 31,0 0-8-31,-14-2-5 0,13 1-9 0,-13 0-3 0,0 2 11 0,0-1-9 0,0 2 6 0,0 0-7 16,0 1-8-16,0 1 7 0,0 3-7 0,0 0 12 15,-19 0-6-15,5 2 2 0,1 2 7 0,-3 5 3 16,2 0-6-16,14 0-4 0,-20 0-2 0,7 0-6 15,13 0 10-15,-19 0-6 0,19 0 1 0,-14 8 0 16,14 1-6-16,0 0 19 16,0-2-8-16,0 3-11 0,0-1 8 0,0 3-13 15,0-1 11-15,0-1 7 0,0 2 8 0,24 1-6 16,-4-1 12-16,2 2-4 0,-3-2-17 16,3 0 12-16,-1 0-2 0,0-1 2 0,0 1 13 15,0-2-11-15,-2 0-9 0,-2-1 1 0,-2 0 4 16,0 0-2-16,-15-3-4 0,15-6 5 0,-15 7-16 15,14 0 17-15,-14-7 2 0,0 7-1 0,0-7 4 16,0 0-9-16,0 9 4 16,0-9 1-16,0 5 9 0,0-5-5 0,0 7-8 0,0-7 2 0,0 8 2 15,0-8 6-15,0 8-49 0,-17-8-59 0,2 8-63 16,1-1-76-16,0-7-45 0,-2 5-79 0,-3-5-92 0,0 4-61 16,-3-4-115-1,3 0-50-15,-3 0-110 0</inkml:trace>
  <inkml:trace contextRef="#ctx0" brushRef="#br0" timeOffset="108255.28">2442 6439 1498 0,'-22'0'38'15,"0"0"39"-15,5 0 24 0,2 0 24 0,0 0-31 0,5 0-39 0,10 0-11 16,0 0-23-16,0 0-9 0,0 0 20 0,0 0 17 15,0 0 81-15,0 7 50 0,0-1 10 0,0-1-3 32,13 1-49-32,4-1-16 0,2 1-18 0,8-1 4 15,3 2 10-15,6-2-21 0,2 0 21 0,7-5-1 16,5 6-19-16,7-6 12 0,5 7-31 0,3-7-4 16,4 0-16-16,7 0-17 0,5 0 23 0,4 0-15 0,4 0 1 15,2 0 3-15,4 0-18 0,3 0-14 0,0 0-6 16,3 0 4-16,-1-10 3 0,1 1 8 0,1 0-1 15,0 0-1-15,-2 0-4 0,-2 0 2 0,-3 9 4 16,-3-8-7-16,-6 8-6 0,-5 0 4 0,-8 0 2 0,-7 0-3 16,-9 0 11-16,-8 0-1 0,-8 0-3 0,-6 0 21 15,-8 0 3-15,-5 0-11 0,-6 0-14 0,-16 0-14 16,14 0-4 0,-14 0 6-16,0 0 13 0,0 0-5 0,0 0-13 0,0 0-3 0,0 0 5 0,0 0-13 15,0 0 13-15,0 0-9 0,0 0-5 0,0 0 15 16,0 0-20-16,0 0 11 0,0 0-5 0,11 0 0 15,-11 0 8-15,0 0 9 0,0 0-5 0,0 0-4 16,0 0 11-16,0 0-48 0,0 0-63 0,0 0-73 16,0-8-116-1,0 2-92-15,0-1-98 0,0-1-148 0,0-2-83 0,-13 1-120 0,1-3 67 0</inkml:trace>
  <inkml:trace contextRef="#ctx0" brushRef="#br0" timeOffset="108483.81">5141 5806 3663 0,'0'0'17'0,"0"-6"21"0,0 2 26 0,0 4-7 15,0-4-22-15,0 4-9 0,0 0-42 0,0 0 1 0,0 0-9 16,0 0-92-16,0 0-71 0,0 0-76 0,0 0-143 16,0 0-32-16,0 7-39 0,0 1-12 15,0-1-41-15,0 1 104 0</inkml:trace>
  <inkml:trace contextRef="#ctx0" brushRef="#br0" timeOffset="108648.36">5141 6032 2299 0,'0'5'109'16,"0"-5"46"-16,0 0 47 0,0 0 69 0,0 0-84 0,0 0-21 16,0 0-27-16,0 0-68 0,0 0-18 0,0 0-28 15,0 0-12-15,0 0-7 0,0 0-7 0,0 0 11 16,0 6-47-16,0-3-143 0,0 1-231 0,0-4-240 0,13 6-240 16</inkml:trace>
  <inkml:trace contextRef="#ctx0" brushRef="#br0" timeOffset="110316.8">3228 6945 1650 0,'0'0'53'16,"0"0"44"-16,0 0 25 0,0 0 98 0,0 0-5 16,0-5 22-16,0 2 0 0,0 1-37 0,0 2 3 0,0 0-22 15,0 0 33-15,0 0-19 0,0 0-28 0,0 0-25 16,0 0-24-16,0 0-15 0,0 0-25 0,0 0-16 16,0 0-36-16,0 0-25 0,0 0 4 0,0 0-4 0,0 0 0 15,0 0 4-15,0 0-12 0,0 0-4 0,0 0 18 16,0 0-20-16,0 7 15 0,0-2 6 0,0 1-14 15,0 2 18-15,0 2-16 0,0 0 8 0,0 2 3 16,13 1-5 0,-13 0 4-16,14 1-9 0,-14-1 14 0,11 0-9 15,-11 1-6-15,0-2 12 0,10 2 1 0,-10-3-3 16,0 0 8-16,0-1-14 0,14-1-17 0,-14-1 15 16,0-2 5-16,0-6 10 0,0 8 2 0,0-8-1 15,0 0-2-15,0 10-13 0,0-10-5 0,0 7 2 16,0-7-25-16,0 0-65 0,0 7-67 0,0-7-125 15,0 7-79-15,0-7-107 0,0 0-82 0,0 0-51 16,0 0-156-16</inkml:trace>
  <inkml:trace contextRef="#ctx0" brushRef="#br0" timeOffset="110533.63">3500 7025 3173 0,'0'0'46'0,"0"-3"45"16,11 3 34-16,-11 0 24 0,0 0-24 0,0 0-51 0,0 0-16 16,0 0-38-16,0 0-23 0,0 0 18 0,0 0-12 15,0 0 4-15,0 0 5 0,0 0-22 0,0 0-115 16,0 0-108-16,0 0-193 0,0 0-144 0,16 0-78 16,-16 0-88-16</inkml:trace>
  <inkml:trace contextRef="#ctx0" brushRef="#br0" timeOffset="110856.67">4194 6872 4052 0,'0'-2'58'31,"0"-5"57"-31,0 3 48 0,14 4 47 0,-14-6-50 0,0 6-37 16,0 0-42-16,0 0-40 0,0 0-2 0,0 0-26 16,0 0-2-16,0 0-9 0,0 0-8 0,0 0 2 15,0 0-5-15,0 0 9 0,0 0 4 0,0 0 1 16,0 8-16-16,15 1 18 0,-15-1-14 0,0 3 9 16,15 0 12-16,-15 2-31 15,15 2 25-15,-15-1 3 0,15 3 3 0,-15-1 10 0,15-1-14 16,-15-1-13-16,17 2 2 0,-4-2 2 0,-13 0 13 15,17-1-1-15,-17-1-25 0,14 0-46 0,-14-2-76 16,16-1-68-16,-16-2-74 0,13 1-80 0,-13-3-23 0,0-5-9 16,0 0-96-16,0 0-65 0,0 0-84 0,0 0-63 0</inkml:trace>
  <inkml:trace contextRef="#ctx0" brushRef="#br0" timeOffset="111239.46">4123 6872 2713 0,'-10'-7'65'0,"10"-1"60"0,-10 0 72 0,10 1 49 0,0 2-12 16,0 1-11-16,0 0-56 0,0 4-41 0,0 0-28 15,0-4-34-15,0 4 9 0,0 0 11 0,0 0-9 16,0-5-2-16,0 5-15 0,20 0-4 0,2-6 2 16,-1 6-9-16,4 0 5 0,2 0-10 0,3 0 1 15,0 0 4-15,2 0 3 0,-1 0 0 0,1 0-17 31,1 9 3-31,-1-3-15 0,-1 3-3 0,-2-1 2 16,-1 0-13-16,1 2 3 0,-4 0-12 0,-3 1 6 0,-3 0 4 16,-2 0-11-16,-4 0 6 0,-13-1 8 0,13 0-17 0,-13 2 1 0,0 1 26 15,0-1-36-15,0-1 19 0,0 1 8 0,0 0-21 16,0 2 24-16,0-2-4 0,0 0 7 0,0-1-12 16,-21 0-10-1,4 0 4-15,-2 0-12 0,-2-3 23 0,-1 2 5 0,-3-10-3 0,1 9-4 0,0-9-7 16,-2 0 6-16,0 0-3 0,1 0 9 0,3 0-3 15,-2 0-17-15,2 0 8 0,4 0 7 0,-2 0-7 16,3 0 5-16,2 0-39 0,1 0-70 0,14 0-48 16,-11-9-82-16,11 3-80 0,0 6-104 0,0-5-118 31,0 5-160-31,0 0-92 0,0-8-43 0</inkml:trace>
  <inkml:trace contextRef="#ctx0" brushRef="#br0" timeOffset="111716.69">4784 6934 3492 0,'0'-6'52'15,"12"1"61"-15,-12-1 35 0,13-1 25 0,-13 3-22 0,10 4-70 16,-10-6-33-16,11 6-20 0,-11 0-21 0,11 0 11 15,-11 0-1-15,11 0-8 0,-11 0-8 0,11 0 5 0,-11 0-11 0,16 0 12 16,-2 9-8-16,-1 0 4 0,1 1 3 0,-3 0-7 16,3 2 10-16,-1 1-12 0,-2 1 15 0,0-1-12 31,-11 1 1-31,14 1 2 0,-14-1-2 0,10-1 1 16,-10-1 8-16,0-2 3 0,0 0-1 0,0-1 11 15,0-2-19-15,0-7 3 0,0 8 2 0,0-8-2 16,0 7 7-16,0-7 2 0,0 0 3 0,0 0-2 0,-15 0 41 15,15 0 21-15,-14 0 0 0,14-9 16 0,-14 1-23 16,14-2-20-16,0 1 3 0,-11-2-4 0,11-1-10 16,0-2 1-16,0 2-14 0,0-2-12 0,0 0-3 15,0 0 1-15,0 0-6 0,0 1-7 0,0 0-11 0,0 2-7 16,14 0-4-16,0 2 9 0,-14 1 6 0,16 0-1 16,-3 2 8-16,-13 6-2 0,12 0 4 0,-12 0-12 0,13 0-12 15,-13 0-38-15,14 0-54 0,-14 0-30 16,10 0-81-16,-10 0-79 0,14 0-59 0,-14 5-67 15,0 0-68-15,0 0-28 0,0-5-59 0,14 7-126 0</inkml:trace>
  <inkml:trace contextRef="#ctx0" brushRef="#br0" timeOffset="112853.71">5438 6924 3167 0,'12'0'45'15,"-12"0"82"-15,0 0 84 0,0 0 67 0,0 0 8 16,0 0-71-16,0 0-65 0,0 0-61 0,0 0-53 16,0-4-7-16,0 4-17 0,0-7-8 0,0 7-3 15,0-6-3-15,0 6-12 0,0-4 4 0,0 4 5 16,-19 0-9-16,4 0 26 0,3 0-8 0,-1 0-7 15,0 0 9-15,-2 0-16 0,0 0 3 0,1 8 5 16,1 1-1-16,13-1 0 0,-20 0 0 0,20 2-6 16,-14-2 5-16,14 2 4 0,0-2-2 0,0 1 11 15,0 2-9-15,0-2 5 0,0 0 4 0,0 1-8 16,0-3 3-16,0 2-3 0,0-3 2 16,0 2 6-16,19-8-2 0,1 6-5 0,-4-6 6 0,3 0-5 15,-2 0 4-15,1 0 6 0,1 0-12 0,-2 0-5 16,2 0 13-16,-2 0-3 0,-4 0 13 0,0-9 16 0,1 0-10 15,-14 0 3-15,11 0-1 0,-11-1-7 16,0 1 13-16,0-2-3 0,0-1-19 0,0 0 11 16,0 1-8-16,0-1 9 0,0 1 13 0,0 0-10 15,0 1 4-15,0 2-4 0,0-1-6 0,0 4-19 0,0 0-4 16,0 5-11-16,0 0-11 0,-13 0 28 0,13 0-19 16,0 0-2-16,0 0 11 0,0 0-12 0,0 0 21 15,0 0 7-15,0 7-7 0,0 1 17 0,0 1-24 16,0 1 8-16,0 1 4 0,0 2-18 0,0-2 21 15,0 2-14-15,0 0 6 0,0 1 10 0,0-3-15 16,0 2 15 0,13-3-2-16,0 2-7 0,-1-2-1 0,4-1-1 15,-3-2-2-15,6-7 8 0,-2 8-7 0,2-8 10 16,-1 0-11-16,2 0-1 0,-3 0 27 16,1 0-28-16,-2 0 12 0,-2 0-4 0,-3 0-7 0,-11-8 14 15,16 1-5-15,-16-2 5 0,14-1-15 0,-14 0 7 16,0-1 0-16,0-1-3 0,0-1 15 0,0 1-2 0,0-2 4 15,0 2 2-15,0 0 1 0,0 3-1 0,0-1 1 16,0 3-8-16,0-1-6 0,0 8-5 0,-14-6-8 16,14 6 3-16,0 0-4 0,0 0-7 0,0 0 6 15,0 0-7-15,0 0 7 0,0 0 7 0,0 0 1 0,0 0 16 16,0 10-16-16,0 0-5 16,0 1-1-16,0 0-6 0,0 1 20 0,0 2-9 15,0-2 5-15,0 1-4 0,0 1-5 0,0 0 15 16,0-2-6-16,13 1-1 0,-13-3 7 0,17-1-1 0,-3 1-6 0,0-1 11 15,-1-9-11-15,3 9 6 0,-2-9-3 0,5 0-5 16,-1 9 15 0,2-9 7-16,-1 0 12 0,0 0 0 15,0 0-2-15,1 0 7 0,-4 0-3 0,1-12 13 16,-4 1 1-16,-13 0-11 0,19-1 10 0,-19 0-9 16,16 0-9-16,-16-2-6 0,0 2-11 0,14-2-3 0,-14 0 6 15,0 1-4-15,0 2 7 0,0 0 0 16,0 0-19-16,0 2 12 0,0 1-14 0,0 3-7 0,0 5 11 15,0-7-16-15,0 7 11 0,0 0-11 0,0 0 2 16,0 0 2-16,0 0-11 0,0 0 18 0,0 0-12 0,0 0 5 16,0 0 6-16,0 0 2 0,0 8 6 0,0 0-1 15,0 1-7-15,0-1-1 0,0 3 5 0,0 0-5 16,0 0 3 0,0 0 8-16,0 1 2 0,0 0-6 0,0 0 0 0,0-1-14 0,13-2-2 0,1 1 10 15,-3-3 9-15,4 1 4 0,0-8-11 0,3 6-4 16,2-6 3-1,2 0 3-15,0 0 4 0,-1 0 0 0,0 0-4 0,-1 0 12 0,-2 0-8 0,-3 0 11 16,-2-9 2-16,-13 0-8 16,17-1 18-16,-17 0 7 15,12-2 4-15,-12-1-5 0,0-1-6 0,0-1-5 0,0-2-13 16,0 1 10-16,0-3 3 0,0 1-10 0,0 0 11 16,0 0-6-16,0 3-3 0,0 0-2 0,0 2-12 15,0 1 3-15,0 2-10 0,0 2-2 0,0 2-2 16,0 6-10-16,-12 0-2 0,12 0-5 0,0 0-28 15,0 0-33-15,0 0-51 0,0 0-22 0,0 0-55 16,0 0-61-16,0 0-50 0,0 7-124 0,0 1-101 16,-14 0-135-16,14 1-113 0,0 0-132 0</inkml:trace>
  <inkml:trace contextRef="#ctx0" brushRef="#br0" timeOffset="113382.27">7309 6899 2788 0,'-13'-11'61'0,"13"0"65"16,0 0 59-16,-9 2 64 0,9 1-11 0,0 1-17 0,0 1-30 16,-13 1-37-16,13 5-33 0,0 0-57 0,0-6-22 0,0 6-36 0,0 0-26 31,0 0 14-31,0 0-17 0,0 0 16 0,0 0 6 16,0 0-11-16,0 9 7 0,0-1 3 0,0 2 0 15,0 1 8-15,0 3 12 0,0 0-14 0,0 2 11 16,0 2-10-16,0 0-4 0,0 2 12 0,13-2-6 15,-13 2 2-15,14 0 5 0,-3-1-4 0,0 0-6 16,0 1 17-16,-1-3-20 0,2 1 8 0,-2-4 17 0,2 1-21 16,-12-1-2-16,15 1-68 0,-6-5-79 0,-9-1-44 15,11-2-54-15,-11-7-21 0,0 0-54 0,0 0-117 0,0 0-89 16,0 0-70-16,0 0-94 0</inkml:trace>
  <inkml:trace contextRef="#ctx0" brushRef="#br0" timeOffset="114236.65">6980 6871 2895 0,'0'0'27'0,"0"-4"17"15,0 1 34-15,0 3 16 0,0 0-8 0,0 0 10 16,22 0-8-16,0 0 16 0,2 0-12 16,4 0-2-16,2 7-10 0,4-1-14 0,2-1 18 15,2-1-3-15,3 0-8 0,2 1 5 0,3-5-14 16,1 7-1-16,-2-7 12 0,0 4-13 0,-2-4-3 15,-2 0-5-15,-5 0 6 0,-2 0 8 0,-6 0 16 16,-3 0-18-16,-5-7-20 0,-3-2-22 0,-6 0-22 0,-11 0 6 16,0-1-16-16,0-1 20 0,0-1-11 0,0 0 0 15,0-1 4-15,0 1-14 0,0 0 4 16,-15 1-9-16,0 0 15 16,0 3-12-16,0 1 3 0,2 2 2 0,-1 5-15 0,1 0 24 0,13 0-4 15,-17 0 1-15,4 0 7 0,13 0-17 0,-17 12 5 16,17 1 1-16,-11 1-3 0,11 2 10 0,0 2-10 0,0 1 4 0,0 3 6 15,0 1-11-15,0 1 20 0,0 2-5 0,0-1 6 16,0 1-2-16,0-1-12 0,14 2 8 16,-3-2-4-16,-11-1 6 0,18-1-12 15,-18-2 11-15,15-2-20 0,-15-3 13 0,16-2 15 0,-16-5-12 0,13-9 5 32,-13 9 8-32,0-9 6 0,0 0 10 0,0 0 4 0,0 0-11 0,11 0-8 0,-11 0-19 15,0-12 5-15,0 0-10 16,17-2 9-16,-17-1-1 0,0-2-2 0,15 0-1 15,-15 1 0-15,0-1 15 0,15 1 4 0,-15 1 18 16,0 2 1-16,13 1-15 0,-13 3-8 0,0 3-20 0,0 6-14 16,0-6 1-16,0 6 11 0,0 0 5 0,0 0-3 0,0 0 5 15,0 0 3-15,0 0-1 0,15 0 4 0,-15 10 2 16,15 1 0-16,-15 1-10 16,17 0 6-16,-1 1 0 0,-2 1-6 15,-1 3 20-15,4-2-21 0,-1 0 9 0,5 1-2 0,1-1-4 0,0-1 22 0,5-2-3 16,0 0 6-16,0-4 4 0,-1-8 35 0,1 10 14 15,-3-10 1-15,0 0 14 0,0 0-56 0,-4 0-11 16,-1 0 12-16,-2 0-15 0,1-10 15 0,-1-1-10 31,-4-1-18-31,1-2 7 0,-3 0 12 0,-11-3-13 16,13 2-4-16,-13-3-11 0,0 1-19 0,0 0 24 16,0-1-3-16,0-1-1 0,0 3-1 0,0 0-16 15,0 1-6-15,0 2 3 0,-21 2 0 0,1 3 9 16,2-1-2-16,-1 9 1 0,-3-5 8 15,1 5 1-15,1 0 0 0,0 0-10 0,2 0 0 0,-1 0 6 0,5 10 1 16,-2 1 1-16,16 1 8 0,-16 1-14 0,16 2 13 16,0-1-6-16,0 0-8 0,0 3 14 0,0 1 6 15,0-1 9-15,0 1 6 0,15-1-20 0,3 0-2 16,2-2 0-16,3 2 3 0,4-2 10 0,0-4 9 0,3-1 13 16,2-1 15-16,-1-9 13 0,1 0-5 0,1 9 0 15,-4-9-6-15,-1 0 4 0,-1 0 10 0,-5 0-1 16,-3 0-15-1,0 0-12-15,-6 0-14 0,-13 0-8 0,14 0-7 0,-14 0 2 0,0-8-17 0,0 8-75 32,0 0-102-32,0-9-142 0,0 1-147 0,0 2-145 15,0 0-129-15,0 6-177 0,0-8-202 0,-16-1 209 0</inkml:trace>
  <inkml:trace contextRef="#ctx0" brushRef="#br0" timeOffset="114822.03">9163 7039 2932 0,'0'0'46'0,"0"-6"55"0,10 6 60 0,-10 0 40 0,0-6-23 16,0 6-55-16,0 0-57 0,0 0-41 0,0 0-41 15,0 0 4-15,0 0 3 0,0 0 0 0,0 0 22 16,0 7-8-16,0-2-13 0,0 3 11 0,0-1 7 16,0 4 2-16,0 0 16 0,0 1-2 0,0 2-3 15,11-2-3-15,-11 3-1 0,11 1-3 16,-11-2-8-16,0-1 13 0,11-1-19 16,-11-1-1-16,10-2 0 0,-10 0-5 0,0-2 19 0,11-7-8 15,-11 8-7-15,0-8 8 0,0 8-16 16,11-8 11-16,-11 0 2 0,0 0-7 0,0 0-10 15,0 0-65-15,0 0-83 0,0 0-138 0,0 0-171 0,0 0-113 0,0 0-102 0,0-8-21 16</inkml:trace>
  <inkml:trace contextRef="#ctx0" brushRef="#br0" timeOffset="114980.8">9007 6900 2669 0,'0'-4'14'16,"0"-2"6"-1,0 0-4-15,0 1 5 0,-11 3-10 0,11 2-4 16,0 0-9-16,0 0-2 0,0 0-118 0,0 0-94 16,0 0-117-16,0 0-116 0,0 7-34 0,0 0 6 15</inkml:trace>
  <inkml:trace contextRef="#ctx0" brushRef="#br0" timeOffset="116851.95">9407 7215 2029 0,'14'0'58'15,"-14"0"114"-15,12 0 57 0,-12 0 57 0,0 0 7 16,0 0-38-16,0 0 6 0,0 0-13 0,0 0-38 16,0 0-54-16,0 0-46 0,0 0-23 0,0 0-36 15,0 0-5-15,0 0-16 0,0-7-20 0,0-2 7 16,0-1-6-16,0 0-5 0,0-1 9 0,0 0-12 0,0-3 4 15,0 2-5-15,0-2-5 0,0 1 8 0,0 0-16 16,0-1 18-16,0 0-8 0,15 1 8 0,-15-1-6 16,16 3-12-16,-16 1 5 0,14 2 0 0,-14 1 0 15,15 0 15-15,-15 7-13 0,0 0 4 0,0 0 3 16,12 0-9 0,-12 0 7-16,0 0-19 0,0 0 13 0,14 0-12 15,-14 11 14-15,16 0 18 0,-16 1-24 0,13 0 7 16,-13 2-10-16,13 1 3 0,-13-1 15 0,15 1 3 15,-4-1 1-15,-11 2 0 0,16-3-3 0,-5 1-2 16,-11-2 7-16,17-1-13 0,-4-2 6 0,-13 0-6 0,16-9-3 16,-5 9 12-16,2-9 1 0,-13 0-1 0,14 0 10 15,-14 0 8-15,16 0 5 0,-4 0 15 16,-12 0-2-16,13 0-13 0,-13 0-1 0,16 0-9 16,-16-10 1-16,13-1-7 0,-13 0-4 0,12-4 6 0,-12 1-16 15,0-1-3-15,0 1 8 0,0-3-8 0,0 2 4 16,0 0 2-16,0 1-6 0,0 0-4 0,0 2 15 15,0 2 3-15,0 0-8 0,0 4 6 0,0 0-16 16,0 6 2-16,0 0-12 0,0 0 20 16,0 0-33-16,0 0 12 0,0 0 5 0,0 0 0 15,0 0 22-15,0 0-4 0,0 11 2 0,0-2-18 16,0 1 21-16,0 1-19 0,0 0 16 0,0 1-8 16,0-1-6-16,0 3 18 15,0-2-6-15,0 2-3 0,0 0-3 0,16-1 3 16,0 0-8-16,-2-1 29 0,2-2-17 0,-2 0 7 15,3-10-5-15,-1 10-24 0,3-10 8 0,-1 0 8 0,2 0 8 16,-4 0 12-16,3 0 11 0,-2 0-8 0,1 0 19 16,-3-9-3-16,0-2 12 0,-1-1-21 0,-14-2-15 15,14-1 21-15,-14-2-27 0,16-3 9 0,-16-4 14 16,0 1-45-16,0-3 18 0,0-2 2 0,0-1-27 16,0-1 26-16,0-2-17 0,0-2 7 15,0 0 10-15,0-1 1 0,-16 0 32 16,5 1-3-16,11 0 5 0,-17 4 28 0,4 2-12 0,13 5-18 15,-15 2-14-15,15 4-11 0,-15 4-23 0,15 5 7 0,0 8 16 0,0 0-18 16,0 0 9-16,0 0-14 0,0 0-6 0,0 0 1 16,0 8 13-16,0 3 5 0,0 4 0 0,0 2-4 15,0 4-17-15,0 1 9 0,0 3 1 0,0 4 8 32,0-1 4-32,0 0-2 0,16 1 2 0,-2 0-22 0,-1 0 16 15,1-1 9-15,-3 0 3 0,5-3 2 0,-5 0 1 16,3 0-23-16,2 0 12 0,-2-3 2 0,2 1-3 15,0-3 23-15,1 0-26 0,2-3 14 0,0-1-2 16,0-2-32-16,2-3 11 0,-2 0-7 0,1-11-7 0,-1 9 28 16,2-9 0-16,-1 0 2 0,1 0 2 0,-1 0-2 15,1 0 6-15,-2-13-6 16,0-1 4-16,-3-1-4 0,0-1-9 0,-4-2 12 0,-12 1-1 0,16-2-5 16,-16 1-2-16,14 1-4 0,-14-1-3 0,0 1-2 15,0 1-1-15,0 2 3 0,0 2-9 0,0 2 19 16,0 1 3-16,0 4-10 0,0 5-6 0,0 0-6 15,0 0-1 1,0 0-2-16,0 0 0 0,0 0-3 0,0 0 10 16,0 0 1-16,0 0 19 0,0 0-9 0,0 13-3 15,0-2 10-15,0 1-9 0,0 0 4 0,0 0 1 16,16 3-5-16,-16-1 3 0,15 0 8 0,-15 1 0 16,17-1-2-16,-4 1-7 0,-13-1 6 0,18 2-7 15,-2-3 1-15,-2-2 10 0,-1-2-7 0,1 0 1 0,-1-9-1 16,-1 9-1-16,1-9 8 0,-13 0-8 15,16 0 8-15,-3 0-1 0,-2 0-12 0,-11-12 16 0,15 0-17 0,-15-1 1 0,17 0 1 16,-17-1-12-16,15-3 22 16,-15 2-9-16,13 1-2 0,-13-1 3 0,14 1-15 15,-14 0 4-15,0 2 2 0,14 2-9 0,-14 0 1 16,16 1 14-16,-16 3-2 0,14-1 6 0,0 7 3 16,-1 0-19-16,0 0 3 15,1 0 0-15,2 0 0 0,1 0 15 0,2 0-11 16,-1 0 12-16,2 0 0 0,-4 10-3 0,3 0 3 15,-3-3-4-15,1 1 3 0,-4-8-8 0,-13 8-1 16,16-8 9-16,-16 8-10 0,0-8 8 0,14 0 17 16,-14 0-13-16,0 0 12 0,0 0 1 0,0 0 1 15,0 0-6-15,0 0-5 0,0 0-6 0,0 0-10 0,0 0-1 0,0-6 5 0,0 0-3 16,0-1-4 0,-16 0 4-16,2 0 0 0,0 7 14 0,-2-8-1 15,2 8-15-15,-2-7-2 0,2 7-8 0,-2 0 7 16,1 0 10-16,1 0-6 0,-2 0-2 0,4 0-1 15,-2 0-2-15,14 0 16 0,-18 10-9 0,4-1 2 16,14 1 5-16,-14-2-6 0,14 3 8 0,0 0-9 16,-14-1 29-16,14 3-25 0,0-1 1 0,0 2 7 15,0 0-8-15,0 0 27 0,0 0-14 0,0 1-1 0,0-1-30 16,0 0-7-16,15-1 23 16,-15-1 3-16,19 0 16 0,-3-2-5 0,-2-10-6 0,0 11-1 15,1-11-13-15,0 0 17 0,-2 0-6 0,3 0 4 0,-3 0 4 16,2 0-15-16,-2 0 9 0,-13-14-4 0,17 0 0 15,-17-1 9-15,16-1-10 0,-16-1-1 16,0 2 2-16,0-2-6 0,0 2 14 0,0-1-11 0,0 2 2 0,0 1 1 16,0 3-9-16,0 0 2 15,0 3-5-15,0 7-1 0,0-7-6 0,0 7 7 16,0 0 15-16,0 0 2 0,0 0-4 0,0 0 11 16,0 0-14-16,0 0-2 0,0 0 8 0,0 10-9 15,0 0-2-15,0 1 5 16,0 1 3-16,0 1 6 0,0 0 2 0,0 0-3 0,0 0 9 15,14-1 2-15,-14 2-3 0,18-4 5 16,-4 1-10-16,-14-3-11 0,21-8-16 0,-4 11-6 16,-2-11 5-16,2 0-5 0,-3 0 30 0,3 0 10 0,-1 0-9 15,2 0 5-15,-4-11 7 0,3-4-17 16,-4 1 13-16,-13-1-1 0,17 1-14 0,-17-3 11 0,0-1-5 0,15-2 1 16,-15 0 9-1,0 0-10-15,0-4-2 0,0 0-1 0,0 0 0 16,0-3-8-16,0 0 10 0,0 0 2 0,-20 0-20 15,3 2 17-15,1-2-5 0,2 4-6 0,14 1 14 0,-19 4-2 0,19 4-12 0,-16 4 1 16,16 2-10 0,0 8-6-16,0-6 3 0,0 6 4 0,0 0 5 0,0 0 3 0,-16 0 2 0,16 12 1 15,0 3 1 1,0-1 5-16,0 4 1 0,0 2 1 16,0 2-4-16,0 1 3 0,0 0 1 0,0 1 2 0,0 1 3 15,0 0-7-15,0 0-1 0,0 0 3 0,21-1 8 16,-2-1-3-16,-1-2 1 0,0 2 0 0,0-3-5 15,-1 0 8-15,2-1-30 0,-3-2-32 0,1-2-78 16,-1-2-69-16,0-2-39 0,-2-2-35 0,-1-9 2 0,-13 7-23 16,11-7-55-16,-11 0-74 0,0 0-129 0,0 0-81 15,0 0-38-15,0-7-24 0</inkml:trace>
  <inkml:trace contextRef="#ctx0" brushRef="#br0" timeOffset="117156.96">9968 6857 2227 0,'0'0'100'0,"0"0"34"0,0 0 36 15,0 0 36-15,18 0-91 0,-1 0-4 0,2 0-11 16,0-5-21-16,5 5 8 0,-1-4-16 0,1 1-10 16,3 3-1-16,2 0-14 0,1 0-14 0,-2 0-15 0,4 0-15 15,-1 0 2-15,-1 0 0 0,2 0 11 0,-2 0-9 16,0 0-34-16,0 0-91 0,-1 0-107 0,-3 0-175 16,0 0-150-16,-4 0-81 0,0 0-60 0</inkml:trace>
  <inkml:trace contextRef="#ctx0" brushRef="#br0" timeOffset="117292">10651 6702 2333 0,'0'0'-2'0,"0"0"4"0,0 0 55 0,0 0-65 0,0 0-31 0,0 0-115 15,0 0-193-15,0 0-131 0,-12-4-66 0</inkml:trace>
  <inkml:trace contextRef="#ctx0" brushRef="#br0" timeOffset="117482.19">9673 6672 2865 0,'-12'0'-1'0,"12"0"3"0,0 0-7 15,0 0 6-15,0 0-4 0,0 0-3 0,0 0-11 16,0 0-158-16,0 0-147 0,0 0-199 0,0 0-172 16</inkml:trace>
  <inkml:trace contextRef="#ctx0" brushRef="#br0" timeOffset="118164.34">12536 7081 1622 0,'0'-8'48'16,"0"2"35"-16,0-2 24 0,0 1 47 0,0-1 53 0,0 2-1 16,0 0 18-16,0-1-19 0,0 3-94 0,0-2-5 15,0 1-24-15,0 1-15 0,0-1 8 0,0 1-14 16,-11 0-2-16,11 1-23 0,-14-1-9 0,3-1-14 16,1 2-19-16,-4 0 8 0,3-1 2 15,-3 1 1-15,-2 0 0 0,0 3 5 0,-2-2-8 0,3 2-6 16,-1 0 6-16,2 0-9 0,1 0 13 0,2 0-4 15,11 0-3-15,-11 0-3 0,11 0-6 0,0 0 21 16,0 0-13-16,0 5 3 0,0 2-4 0,0-1-12 16,0 1 30-16,0 0 26 0,0 2 12 0,0 2 12 15,17 1 5-15,-1 2-5 0,3 1 11 16,0 0 13-16,3 2-22 0,2-1 11 0,0 1-34 16,-2 0-12-16,2-1-2 15,-1-1-6-15,-2-1 2 0,-2-2-11 0,0-1 6 16,-5 1-24-16,0-4 8 0,-14 0-3 0,13-8-9 15,-13 8 7-15,0-8-4 0,0 8 8 0,0-8 14 0,0 0-14 16,0 8 25-16,0-8-6 0,0 0 1 0,-19 0 16 16,0 0-23-16,0 0 16 0,1 0-25 0,-2 0 1 15,-2 0-4-15,1 0-8 0,-1 0 7 0,0 0 8 16,1 0-5-16,-1 0-5 0,4-9-6 0,0 1-56 16,2 8-71-16,3-9-120 0,0 2-129 0,13 7-151 15,0-10-85-15,0 10-66 0,0-11-62 0</inkml:trace>
  <inkml:trace contextRef="#ctx0" brushRef="#br0" timeOffset="118415.32">12768 6884 3762 0,'13'-6'66'0,"-13"0"35"0,0-1 2 0,0 2 7 0,0 5-70 16,0 0-37-16,0-6 7 0,0 6-22 0,0 0 9 15,0 0-1-15,0 0-6 0,0 0 25 0,0 7-15 16,0-1 8-16,0 2-12 0,0 1-6 0,0 2 12 16,16 2-6-16,-16 2 20 0,16 4-13 0,1 0 8 15,-3 1 4-15,2 3-5 0,-2 0 11 0,4 0-21 16,-4 0 6-16,3 3-82 0,-1-2-138 0,-3-2-136 0,-13-1-229 16,14-1-103-1,-14-2-82-15,0-4 57 0</inkml:trace>
  <inkml:trace contextRef="#ctx0" brushRef="#br0" timeOffset="119542.77">12648 7011 2268 0,'0'-7'70'0,"0"-2"8"16,0 2 18-16,0 0 4 0,0 3-49 0,0 4-13 15,0 0 5-15,18 0 20 0,1 0 5 0,1 0 17 16,1 0 9-16,7 0 4 0,1 0-15 0,4 7 19 15,2 1-12 1,4-2-14-16,2 0 2 0,-1 0-28 0,2-1-22 16,-2 1 6-16,0-6 0 0,-4 4 16 0,-3-4 25 15,-3 0-9-15,-6 0 33 0,-2 0-10 0,-6 0-7 16,-2 0-10-16,-14 0-42 0,11-7 6 0,-11-1-15 16,0 2 5-16,0 0-5 0,0 1-23 0,0 0 5 0,0-1-13 15,0 2 9-15,0-2-2 0,0 6-2 16,0-6 4-16,-16 1-10 0,2 5 18 0,1 0-16 15,1 0 13-15,-1 0-10 0,0 0-9 0,-1 0 9 16,1 0-7-16,-2 10 23 0,2 0-5 0,-1-1 5 0,3 2-7 16,11-1-11-16,-16 3 7 15,16-2-5-15,-13 1 6 0,13 0 9 0,0-1-5 16,0 1 3-16,0-1-1 0,0 0-11 0,0-1 19 16,0 1-5-16,16 0-4 0,0-2 19 0,1 0-32 15,-1-1 11-15,1-8 14 0,1 10-32 0,-1-10 28 16,-1 0 4-16,0 0-20 0,-3 0 24 0,-1 0-14 15,-12 0-11-15,13 0 13 0,-13 0-11 0,0-12-4 16,11 3 5-16,-11-2-5 0,0-1 3 0,0 1 6 16,0 0-6-16,0 0-2 0,0 0 5 0,0 0-8 15,0 3 3-15,0 2-5 0,0 6 6 0,0-6-9 16,0 6 11-16,0 0-18 0,0 0-2 0,0 0 20 16,0 0-15-16,0 0 22 0,0 0-2 0,0 0-3 0,0 0 7 15,0 12-7-15,0-2 3 0,0 0-3 0,0 0 1 16,0 1 7-16,0-1-4 0,0 1 14 0,0-1 0 15,17-1-13-15,-5-1 8 0,0 1-14 0,1 0 2 16,1-9 18 0,-3 7-4-16,5-7-2 0,-3 0 5 0,-1 0-14 15,2 0 5-15,-1 0 3 0,1 0-3 0,-3-9 19 16,-11-2-11-16,16-2 3 0,-16 1-7 0,14-3-13 16,-14-2 17-16,0-1-9 0,0-2 7 0,0-3 12 15,0 1-18-15,0-2 3 0,0-2 1 0,0 0-9 16,0 0 12-16,0-3 11 0,-20 0-5 0,4-2 16 15,-1 0-11-15,1 1 9 0,-3 2 9 0,4-1 6 16,-2 0 9-16,3 5-17 0,0 2-7 0,14 2-12 0,-15 5-15 16,15 4 5-16,0 4-20 0,-13 7-5 0,13 0-13 15,0 0 8-15,0 0 14 0,0 0-11 0,0 0 1 16,0 7 11-16,0 4-22 16,0 2 20-16,0 3 11 0,0 4-20 0,0 3 24 0,0 0-8 0,0 3-2 15,12 2 13-15,-12-1-9 16,16 1-11-16,-1-1 16 0,-3 1-6 0,3-2 4 15,-2 2 10-15,4-3-4 0,-1 1-11 0,3-2-5 16,1-2 5-16,1 2-3 0,1-4 24 0,1 1-2 0,2-3-24 0,0-2 11 0,4-1-18 16,-1-2 27-16,2-4 17 15,0 1-5-15,0-10 8 0,0 0-15 0,-3 0 23 0,0 0 17 0,-6 0-4 32,1 0 1-32,-3 0-14 0,-2 0-28 0,-3-13-3 15,-14-2-11-15,18 1-6 0,-18-1 6 0,15-2 0 16,-15 0 10-16,0 0-8 0,13-1-3 0,-13-1-9 0,0 3-7 15,0 0 5-15,0 1-2 0,0 3 10 0,0 0-5 16,0 3-4-16,0 0-2 0,0 4-5 0,-17 5 1 16,1 0-2-16,16 0 0 0,-17 0 11 0,2 0-6 15,15 0-1-15,-20 0 18 0,7 0 5 0,13 9 9 16,-20 0 7-16,5 2-12 0,15-2-10 0,0 1-5 16,-17 2-23-16,17-1 6 0,0 1 20 15,0 0 5-15,0 1 30 0,0 1-40 0,0-1-6 0,0 0-6 16,19 1 1-16,-3-1 31 0,4 0-14 0,1-1 8 0,0 0-3 15,2 2 3-15,3-4-7 0,0 0 3 0,1-10 0 16,2 12-6-16,-4-1 10 0,2-11-7 0,-2 0 1 0,-1 0 10 31,-2 0-3-31,-4 0-4 0,0 0 0 0,-5 0-34 0,1 0-81 0,-14-9-85 0,0-2-92 16,13-1-77-16,-13 1-49 16,0-5-34-16,0 0-22 0,0 0-87 15,-20-1-4-15,0-2-36 0,-5 1-102 0</inkml:trace>
  <inkml:trace contextRef="#ctx0" brushRef="#br0" timeOffset="119815.65">13134 6799 2219 0,'0'4'102'16,"0"-4"26"-16,0 0 34 0,0 0 30 0,0 0-68 15,16 0 4-15,-2 0-4 0,3-4 13 0,4 4-2 16,-1 0-4-16,4 0 24 0,3 0-20 0,3 0 0 16,2 0 2-16,1 0-34 0,2 0-4 0,1 0-15 0,3 0-26 0,1 0-18 15,-2 0-12-15,-2 0-15 0,2 0 6 0,-8 0 1 16,0 0-2-16,-7 0 0 0,-5 0-6 0,-3-6 4 16,-15 6 8-16,0 0-15 0,0-5-32 0,0 5-79 15,0-3-147-15,0-1-157 0,0 4-184 0,0 0-136 31,0 0-160-31,-16-3 116 0</inkml:trace>
  <inkml:trace contextRef="#ctx0" brushRef="#br0" timeOffset="125735.08">3076 9623 1188 0,'2'0'58'0,"-2"0"55"16,1 0 51-16,-1 0 56 0,0 0-17 0,0 0-16 15,0 0-4-15,2 0-19 0,-2 0 22 0,0 0 20 16,0 0-9-16,0 0 13 0,0 0-33 0,0 0-11 16,0 0-20-16,0 0-9 0,0 0-9 0,0 0-32 15,0-3 7-15,0 1-16 0,0-2-11 0,3 1-9 16,2-2 1-16,-2-1-3 0,3-1-12 15,2 0 10-15,0 0-22 16,2-1-3-16,-1 0 8 0,2 1-7 0,1 0 6 16,0 1-4-16,1 1-11 0,-1-1-12 0,-2 2-1 15,1 2-13-15,0-2 3 0,0 3-12 0,-3 1-8 0,3 0 15 16,0 5-8-16,-3 0 10 0,3 2 2 16,0 0-21-16,-3 4 19 0,3 0 2 0,0 1-12 0,-1 1 12 15,-1 1-9-15,-1 2-1 0,0 0 7 0,0 1 3 16,-2 1-8-16,0-1 4 0,-2 0 10 0,-3 0-23 15,1 1 18-15,-2-2-4 0,0 0-9 0,-5 0 20 0,0 0-16 16,0-1-2-16,-4 0 8 0,0 0-9 0,-1-1 16 16,-2-1-1-16,-1 1-11 0,-1-5 13 0,-1 3-11 15,-2-5-4-15,3 1 15 0,-5-3-7 0,3-1-6 16,-1-2 13-16,1-2-16 0,-3 0-3 0,4 0 6 16,-2-4 1-16,0 0 0 0,4 1 10 0,0-3 0 15,1 1-9-15,4 1 20 0,0-2-1 0,3 0 4 16,-1 2 6-1,5-1-11-15,-1 0-4 0,2-1 6 0,0 1-15 0,3-2-2 0,3 3-1 0,-1-1-15 16,1 0 18-16,2 0 0 0,0 1-7 16,5 0 10-16,-2 1-17 15,3 1-6-15,-1 1 3 0,2 0-8 0,0 1 20 0,2 0-5 16,-1 0 6-16,1 4-4 0,-2 0-6 0,2 1-4 16,-3 0 9-16,0 0 3 0,1 1-5 0,-1-1 15 15,-1 2-9-15,-2-2 2 0,1 0 7 0,-2 1-12 16,-1-2 9-16,1 0 6 15,-2 0-18-15,0 0-2 0,1-1-38 0,-1-1-60 0,-2 2-50 0,2-3-49 0,0 0-96 32,0 0-111-32,-2 0-20 0,-6-1-153 0,0 0-104 0,13 0-112 15</inkml:trace>
  <inkml:trace contextRef="#ctx0" brushRef="#br0" timeOffset="125901.54">3683 9768 4149 0,'0'0'47'0,"0"0"50"0,0 0 64 0,0 0 23 0,0 0-43 16,0 0-25-16,0 0-53 0,0 0-41 0,0 0 13 15,0 0-24-15,0 0-18 0,0 0 4 16,0 0-100 0,0 0-138-16,0 0-216 0,0 0-250 15,0 0-255-15,0 0-59 0</inkml:trace>
  <inkml:trace contextRef="#ctx0" brushRef="#br0" timeOffset="137690.47">4366 9585 1024 0,'0'0'15'0,"0"-3"26"0,0 1 20 0,0 0 42 0,0 0 19 0,0 0-5 0,0 2-5 15,0-2-18 1,0 1 0-16,0 1-5 0,0 0-1 0,0 0-7 16,0 0-11-16,0 0 15 0,0 0 15 0,0 0 1 15,0 0 0-15,0 0-15 0,0 0-8 0,0 0 19 16,0 0 1-16,0 0-9 0,0-3 0 0,0 3-17 15,0 0-19-15,0 0-6 0,0 0-14 0,0 0-15 0,0 0-5 16,0 0 2-16,0 0-11 0,0 3-4 0,0 0 1 16,0-3 8-16,0 1-15 0,0 0-4 0,0 1-1 15,0 0 0-15,0 0 20 0,0 2 0 0,0 1-1 16,0 0-7-16,4 2 1 0,-1-1-3 16,0 3 7-16,0 3 2 0,-1 0 11 0,1 0 4 15,0 1-13-15,0 1 2 0,0 1-11 0,2 1-5 16,-2-3 14-16,-1 1 3 15,-1 0-3-15,1 0 8 0,1-2-5 0,-3-1 0 0,2-1-3 0,-2 1-3 0,0-2 7 16,0-3-6-16,0 2 12 0,0-3-17 16,0-1-5-16,2 2 5 0,-2-2-11 0,0-1 24 15,0-1-16-15,0 0 0 0,1 0 5 0,-1-1-9 0,0-1 17 16,0 0-3 0,0 0-5-16,0 0 12 0,0 0-12 0,0 0-3 15,0 0 2-15,0-2-9 0,0 2-13 0,0-3-76 16,0 2-108-16,0-1-78 0,0 2-72 0,0-2-52 0,0 0-56 0,0-1-84 15,0-2 24-15</inkml:trace>
  <inkml:trace contextRef="#ctx0" brushRef="#br0" timeOffset="138240.22">4221 9589 1490 0,'-3'-4'42'0,"1"-2"34"0,-1 1 43 0,1 2 23 0,1-1-27 15,-1 1-9-15,2 1-12 0,0 0 3 0,0 0 13 16,-1 0 7-16,1 1-1 0,0-1 26 0,0-1 3 16,0 1-16-16,3 0-7 0,0-1-36 0,2 0-13 15,-2-1 3-15,2 0-3 0,0-2-10 0,2 2-7 16,0 0 8-16,1 0-20 0,0-1 6 0,1 1-16 15,-1-1-5-15,3 1-9 0,0 0 9 0,-1 1-7 16,1-1-12-16,3 1 10 0,-1 1-6 0,1-1 13 16,-2 1 0-16,4 0 2 0,0 2-10 0,1 0-13 15,1 0 1-15,2 0-10 0,-2 7 6 0,2-2 2 16,1 2-3-16,-4 2 10 0,4 3-8 0,-4-1 1 0,-1 3-8 16,-2-1-1-16,0 1-4 0,-2 1 16 0,-3 1-6 15,-1-1-1 1,0 2 11-16,-3-2-19 0,-2 1 3 0,1 0 14 0,-2 1-16 0,-2-1 11 0,0 1 9 15,0 0-10-15,-6 0-3 0,1-1 5 0,-3-1-3 0,2 0-11 32,-5-1 24-32,3-1-19 0,-3 0-4 0,-2-1 6 15,0-1 6-15,-1 0 7 0,-3-3 19 0,0 1 0 16,-1-2-20-16,-1-1 19 0,1-2-5 0,1 0 30 16,-3-2 1-16,4-1 1 0,-3 0-5 0,5-1-26 15,-2 0 7-15,5 0-9 0,0-3-3 0,-2 0 4 16,5 1-7-16,0-2-15 0,3 1 13 0,1 0-18 15,-1 1 8-15,2 0-4 0,1 0-20 0,1 0-24 0,1 1-27 0,0-1-61 0,0 2-73 16,0-2-72-16,0 1-122 0,0-1-34 0,3 1-43 16,2-1-17-16,-2 0-7 0,3 0-47 0,0-2 74 15</inkml:trace>
  <inkml:trace contextRef="#ctx0" brushRef="#br0" timeOffset="139930.06">4651 9856 1623 0,'3'2'20'0,"-1"-2"15"15,0 0 35-15,-1 0 16 0,1 0 6 16,-1 0-3-16,4 3-13 0,-2-1 12 0,3 0-11 15,-1 0 9-15,0 0 6 0,3 0-6 0,0-1 14 16,0-1 21-16,0 0-5 0,2 0 5 0,-2 0-12 0,2 0-22 0,-2 0 30 0,4-3-6 31,-5 1 10-31,1-1 12 0,1 0-34 0,-1 0-8 0,0-2-9 16,0 0-25-16,0-3 4 0,-2 1-8 16,-1-1-5-16,3-3-9 0,-3 2-23 0,-2-2-4 15,1-1-6-15,-2 0-9 0,1 0 8 0,-3-1-2 16,0-1-1-16,0-1 6 0,-3 1-1 0,-3 0-9 0,3 0-1 0,-2 1 3 0,-3 1-5 15,1 1 8-15,-2 1-14 16,1 0 5-16,-1 3-3 0,1-1-4 16,-1 2 13-16,-1 0-7 0,3 0 9 0,-2 3-2 0,3 0-14 0,1 1 3 0,0 1-6 15,2 1-5 1,1 0 1-16,1 0 9 0,-1 0 4 0,2 4 3 0,0 0 13 0,0-2-17 0,0 1-1 16,0 0 9-1,3-1-1-15,2 1-3 0,-2 0 15 0,4 0-3 16,-1 1-2-16,3 0 2 0,1-1 0 0,0 0-7 15,2-2 2-15,-1 0-2 0,3-1-7 0,1 0 6 0,-1 0 11 16,-1-4 4-16,-1 0-8 0,2-1 20 0,-1 2-12 0,0-3 20 0,-4 2 23 16,1 0-13-16,-1-1 13 15,-3 0-18-15,1 2-21 0,-4 1-2 0,0 0-4 16,1 1-7-16,-3-1 5 0,-1 1-17 0,0 1-1 0,0 0-4 16,0 0 0-16,0 0 5 0,0 6-6 0,2-2 23 15,-2 3-4-15,1-1 3 0,-1 3-5 0,3-1-8 16,0 4-9-16,-1 3 7 15,-1-1 0-15,4 1 3 16,-3 0 2-16,3 1 5 0,0 1-7 0,1-2-4 0,0 0 0 0,0-1 4 0,2-2 8 0,0 1-3 31,3-2 5-31,-1-1-7 0,1-1 5 0,1-1 11 16,1-1-17-16,4-1 4 0,-1-1 4 0,5-2-2 16,-1 0 12-16,0 0-8 0,0-3 16 0,2 0-28 0,-1 0 7 15,1-6 16-15,0 2-23 0,-3-3 20 0,1 1 1 16,-1-3-7-16,-1 1 11 0,-1-1 13 15,-2-1-1-15,-3-1 3 0,-1 0-2 0,-3-1-18 16,1 0 2-16,-4 1-15 0,-2-1 0 0,-1 0 10 0,0 0-11 16,-2 1 3-16,0-1 0 0,-4 2 3 0,-2 0-9 0,0 3-2 15,1-1 12-15,-1 3-33 0,-1-1 18 0,1 2-2 16,-2 1-6-16,0 2 16 0,0-2-2 0,-1 3 2 16,-2 0-7-16,1 0-3 0,-1 0 11 0,0 4-8 15,0 0-6-15,-3 3 6 0,4-1-4 0,1 2 9 0,-4 0-1 16,5 2 9-16,2 2-22 0,-2-1 3 15,2 1-1-15,3 0 5 0,-2-1 7 0,3 0 6 16,2-2 2 0,0 1-12-16,0-1 18 0,0-2-20 0,5 2 0 15,0-2 8-15,1 0-6 0,0-1 6 0,1 0 3 16,1 0-3-16,6-2-3 0,-1-2-13 0,4 3 21 16,-1-4-11-16,1-1 0 0,-1 0 24 0,1 0-18 15,-1-4-2-15,-2 0 2 0,-1-1-7 0,-2 0-1 16,-3-2 2-16,0-1 1 0,0-1 5 0,-1 0 10 15,-2-2-15-15,-3 1 7 0,1-1-7 0,-3-2-7 0,0 3 19 16,0-1 3-16,-3 0-2 0,-2 2-13 0,2 0-2 16,-3 1-3-16,1 3-3 0,2 0 6 0,1 1-5 15,-1 3 8-15,0 1-2 0,3 0 3 0,-2 0 7 0,2 0-20 16,0 3 4-16,0 3 4 0,0 0 3 0,-1-1 2 16,1 2 3-1,0 3 6-15,0-1-21 0,0 3 18 0,0-1-4 0,0 0-16 0,5 1 13 0,-1-2-5 31,1 2 4-31,4-1 1 0,-2-2 11 0,1 2-15 16,0-2 9-16,3-1-2 0,0-1-4 0,0 0 6 0,1-1 4 0,3-1 4 0,-1-1-7 0,0-1 3 31,2-1-7-31,-2-2 5 0,0 0 7 0,-1 0-11 0,-3-5 1 16,2 1 0-16,-4-3 0 0,0 2 12 0,-1-2-3 16,0-3-5-16,-4-1-5 0,1-3-4 0,-3 0 4 15,1 0-8-15,-2-1 12 0,0 0 5 0,0 1-1 16,-5-2 9-16,2 3-6 0,-2 1-9 0,-1 2 11 15,3 0-8-15,1 4-6 0,-1-1-2 0,1 3-11 16,-1 3 2-16,2 1 1 0,-1 0 1 0,2 0-1 16,0 4-1-16,0 1 4 0,0-1 6 0,0 2 0 15,0 2 0-15,0-1 4 0,0 3-8 0,0-1-1 16,0 2 12-16,0 1-9 0,3 0 4 0,2-1-3 0,-2 0-8 16,2-1 3-16,1 1-4 0,2-2 16 0,-2-1 0 15,2 0 7-15,3-2-4 0,-1-2-3 0,1 2-5 16,1-2-5-16,1-2 11 15,0 0-14-15,-2-2 16 0,0 0 2 0,1 0-5 0,-2-4 11 0,0-1-1 16,2-1-2-16,-4-1 11 0,-1-1-5 0,-1-2-5 16,0 0-14-16,0-1 11 15,-2-2-1-15,-1 1-5 0,-2 0 20 16,-1 1-20-16,2-1 9 0,-2 1 5 0,0 4-15 16,0-1 6-16,0 2-16 0,-3 0-11 0,3 4 12 15,-2 1-9-15,2 1 2 0,0 0-1 0,0 0-10 0,0 0 11 16,0 5-3-16,0 1 2 0,0-1 18 0,0 3-15 15,0 0 4-15,0 1 7 0,3 2-10 0,-1 0 18 16,3 1-3-16,0 0-5 0,1 0-6 0,2 0-6 16,0-1 16-16,1 0 3 0,5 1-1 0,-1-2 0 15,3-3-3-15,1 2 6 0,1-3 3 0,2-1 2 16,-4-1-7-16,4-2 15 0,-4-1 4 0,3-1 26 16,-4 0 31-16,0-5 4 0,-2 0 3 0,1-1-15 0,-3-2-30 15,-1-1-11-15,1-2-2 0,-5-1-4 0,1-2 2 16,-3-1-5-1,2-2-9-15,-4-1-9 0,-2 0-4 0,0-1 3 16,0 0-10-16,-3 3 9 0,-3 0 3 16,1 1-20-16,-1 3 10 0,-1 1-4 0,2 1-7 0,-2 3 11 0,0 3-5 0,4 0-14 0,0 0-3 31,0 2-4-31,1 1-42 0,0 1-55 0,1 0-30 0,1 0-58 16,0 4-33-16,0 1-16 0,0 1-54 15,0 1-80-15,0 0-72 0,0 1-46 0,6 2-89 0,1 1-59 16,2-3 16-16</inkml:trace>
  <inkml:trace contextRef="#ctx0" brushRef="#br0" timeOffset="140222.73">6825 9483 3760 0,'0'-3'32'15,"2"-1"-2"-15,-2 1 12 0,0 1 2 0,0 2-27 16,0 0-8-16,0 0-14 0,0 0-1 0,0 0-7 16,0 4 7-16,0 1 10 0,0 1-6 0,3 1 11 0,0 2 15 0,0 2-11 15,0 2-5-15,2 3 0 0,0-1-2 0,3 2 16 0,-2 1 1 32,2 1-8-32,-2 0-17 0,2 0-3 0,0-2 14 15,0 1-3-15,2 1 11 0,0-3-13 0,-3 1-13 16,1-2-33-16,0-1-90 0,-1-2-117 15,-2-2-133-15,-1-1-81 0,-3-1-46 0,1-2-30 0,-1-4-75 16,-1-2 105-16</inkml:trace>
  <inkml:trace contextRef="#ctx0" brushRef="#br0" timeOffset="141062.04">6580 9553 2584 0,'-6'-2'14'15,"6"0"33"-15,0-1 57 0,0 1 41 0,0 2 11 0,6 0-14 0,2 0-24 16,3 3-15-16,3 1-19 0,4 0-1 0,4-1-6 16,1 1-10-16,6 1 1 0,2-1-7 0,1 0-14 15,3 0 0-15,-2-1 5 0,2-1-6 0,-2-2-11 16,-1 0-4-16,0 0-6 0,-4 0 12 0,-3-5 19 31,-3 0 6-31,-4 0 4 0,-1 0-8 0,-4-2-14 16,-1 0-18-16,-5-1-17 0,-4-2-17 0,0 0 1 15,-3 1 6-15,0-3 4 0,0 2 8 0,-5 0-15 0,0 0 5 16,1 1 4-16,-4 1-12 0,2 1 13 16,1 1-12-16,-2 1-2 0,3 3 8 0,-1 0-16 0,2 1 9 15,0 1-11-15,1 0 4 0,-1 4 12 0,1 0-5 16,-1 4-2-16,2 1 11 0,-1 3 4 0,0 2-9 0,2 3 12 16,-1 2 3-16,1 2-17 0,0 1 9 15,3 2-6-15,3-1-7 16,-2 1 5-16,-1-2-6 0,3 0 6 0,0-2 2 0,-1 0 13 0,0-2 3 0,0-2-11 15,0-2-3-15,-1-2-4 0,1-3 0 0,-1 0 19 16,-2-1-7-16,1-3 7 0,-1-2 7 0,-1-2-6 16,1-1 53-16,-2 0 6 0,3 0-1 0,-3-3-11 15,2-2-46-15,1-1-15 16,0-1-3-16,3-1 12 0,-3-3-7 0,2 0 4 16,0-1-2-16,0-1-9 0,1 0 10 15,0 1 0-15,1 2 1 0,-4 0-2 0,2 3-4 16,-2 0-11-16,0 3-4 0,0 1 4 0,-1 0 1 15,1 3 7-15,-2 0 2 0,1 0-1 0,-1 6-7 0,3-2 9 16,1 3-2-16,-1 0 2 0,1 1-3 0,0 1 0 16,4 1 0-16,2 0-5 0,-3 2 13 15,3 0-7-15,0-1-1 0,2 1 9 0,1-1-3 0,1-2 10 0,0 1 23 16,1-3 8-16,2 2 20 0,0-3-5 16,0-3-10-16,-1 1 0 0,2-3-18 0,0-1 14 15,0 0 9-15,-1-5-13 0,0 1 6 0,-3-2-20 0,2-2-11 16,-4-1 3-1,1-1-3-15,-3-2-7 0,-1-1-1 0,-1-1-2 16,-3 0-6-16,1-1 6 0,-4-1-1 16,-1 1 0-16,-2 0-11 0,0-1-4 0,-5 3-11 0,-3-1 3 15,-3 2 11-15,1 3 2 0,-3 1 2 16,0 1-5-16,-2 1-8 0,-4 3 2 0,3 2 10 16,-3 1 3-16,2 0 7 0,1 5-14 0,1 2-5 0,0 1 5 15,4 1-2-15,0 3 4 0,3 0-5 0,2 0-7 16,2 1 1-16,4 3 17 0,0-1-8 0,4 2 2 15,2-2 13-15,2 0-10 0,3 0 9 0,3-1 12 16,-1 0-20-16,4-2 1 0,4-1 0 0,-2-1 2 16,3-2-4-16,0-1 10 0,-1-1 6 0,1-2-12 15,2-2 1-15,-1-1-4 0,-2 0 11 0,-1-1 2 16,1 0 12-16,-5 0 4 16,1 0-14-16,-4-2 7 0,-5-1-11 0,1 1 1 0,-4-1 7 0,-2 3-15 0,-1-1-7 15,-2-1-97-15,0 0-130 0,0 0-147 0,-3-2-174 16,-4 1-166-16,-2 0-128 0,-2 0-177 0</inkml:trace>
  <inkml:trace contextRef="#ctx0" brushRef="#br0" timeOffset="142227.66">8520 9739 1320 0,'0'2'14'0,"0"-1"8"0,0 2 18 0,0-1 13 0,0 0 11 0,0 0 12 0,0 1 3 0,0 1 12 16,0 1-6-16,0-1-3 0,3 0-9 0,-3 2-7 31,0-1-1-31,0 0-1 0,0 0 1 0,0-1-2 16,0 0 2-16,0 0 5 0,0-1 9 0,0-1 19 15,0 0 49-15,0-2 33 0,0 0 51 0,0 0 33 16,0 1 3-16,0-1 29 0,0 0-29 0,0 0-35 0,0 0-58 16,0-3-81-16,0-1-37 0,0-2-36 0,0-1 7 15,0-3 6-15,0 1-4 0,0-3 6 0,0-2-21 16,0-1 2-16,3-1-4 0,2-2 3 15,0 1-11-15,1 0-5 0,2-1-10 0,0 1 0 0,3-1 17 0,-2 3-3 16,1 1 3-16,1 0-11 0,0 3-3 0,-1 2 3 16,-1 3 4-16,-2-1-14 15,0 4-6-15,0 2 5 0,-4 1-7 0,0 0 20 16,0 0 13-16,-1 5-14 0,1 1 16 16,0 2-16-16,2 2 4 0,1 1-9 0,0 0-3 15,1 0 16-15,4 2-18 0,-2 1 18 0,4 1-1 16,-1 1-4-16,1 2 4 0,3-3-11 0,-2 3 4 15,4-1-4-15,-2 0 10 0,2-2 7 0,-1 1 11 16,1-2-16-16,-2-2 4 0,3-1 7 0,-2-1-8 16,-2-2 23-16,2-2-7 0,-3-1-10 0,2-2 2 0,-3-1 8 0,0-1-2 0,1-1 0 15,-3 0 4-15,1-4-9 0,1-2-1 0,-2-1-3 16,0-1-12 0,0-1 6-16,-1-2 2 0,1-2 4 0,-3-3 0 0,1 1-7 15,-3-2 11-15,-1-1-8 0,-2-1-1 0,-1 1 1 16,-2 1-14-16,0 0-10 0,0 4 9 15,-5 0-12-15,0 1 5 0,-2 3 15 16,-1 1-7-16,0 1 5 0,0 1-11 0,-3 2-9 16,1 3 2-16,1 1 2 0,-2 0 8 0,3 5 10 0,-2 1-3 0,0 2 1 0,1 2 8 15,1-1-2-15,-1 2-11 0,3 1 1 0,3 2-9 32,-1 0 7-32,1 0 10 0,3 1-10 0,0 1 11 15,0 1-3-15,5-2 2 0,0 1 7 0,1-1-2 0,5 0-8 0,-3-1 0 0,3 0 2 16,5-1 0-1,-2-1 10-15,2-2-3 0,0 0-6 0,3-2-1 0,1-1 5 16,-2-1-12-16,2-1 9 0,1-2-3 0,-4-1-14 16,4-2 19-16,-4 0-3 0,2-3-1 0,-2-2 14 15,-1-2-17-15,0 0 0 0,-2-2 12 0,0-2-9 16,-2-2 14-16,-1-1 0 0,1-2-13 0,-4-1-5 16,2-3 6-16,-1 2-5 15,-1-2 1-15,0 0-2 0,-3 3 0 0,1 1 6 0,2 1-11 0,-3 0 13 0,1 4-8 16,-1 1-1-16,-2 4 7 0,2 0-7 0,1 2 5 15,-1 0-7-15,1 1-3 0,1 3 7 0,-1 0-10 16,3 0 9 0,2 6 9-16,1-3-14 0,2 2 4 0,-2 2 6 0,6 3-10 0,-2-1 3 0,2 2 10 15,0 2-14 1,-2-1 7-16,-1 1 3 0,-2 1-15 0,-2-1 5 16,0 0-2-16,-4 0 3 0,-3-2 1 0,0-1 14 15,-3 0-6-15,1-1 4 0,-2 1-3 0,0-2-4 16,-5 1 1-16,-1-1-1 0,-1-2 15 0,-2 0-22 15,-2 0-26-15,-1-1-55 0,0-2-64 0,-1 0-60 16,-1-1-58-16,0-2-57 0,-2 0-73 0,2 0-76 0,-2-5-13 16,5 2-55-16,1-2-53 0,2-1 2 0</inkml:trace>
  <inkml:trace contextRef="#ctx0" brushRef="#br0" timeOffset="142806.07">9790 9647 2244 0,'4'-5'41'16,"0"-1"36"-16,-1 2 36 0,-3-2 69 0,2 2-2 0,-2 0-9 16,0 1-31-16,0 1-67 0,-4-2-42 0,1 1-33 15,-2 1 6-15,2 1-14 0,-2 1 12 0,-1 0-1 16,3 0-1-16,-2 4 10 0,0 0-19 0,2 2 9 31,-2-2-2-31,2 4-10 0,0-1 12 0,1 3 10 16,-2-1-15-16,4 2 20 0,-2 1 6 0,2 2 13 15,0 0 22-15,0-1 13 0,6 1 0 0,-1-1-16 16,-2 0-1-16,2-1-5 0,0 0 4 0,0 1 15 16,4-2 0-16,-1-1 2 0,0-1 6 0,2-1 2 0,0-2-5 15,3 1 12-15,0-2-9 0,0-2-6 0,1-1 15 16,0-2-19-16,2 0 9 0,1 0-11 0,-2-5-12 0,3-2-8 16,-2-1-26-16,-2-1-1 0,2-2-3 0,-5-3-2 15,2-1 25-15,-1-3-9 0,-4-2-2 0,2-3-6 16,-5 1 0-16,2-5-13 0,-3 0 12 0,-3-2-3 15,-1-2 5 1,0 0 24-16,-5-1 11 0,-2 0 30 0,-1 0-5 0,-2 2 2 0,2 2-6 0,-4 3-17 16,2 3-1-16,1 1-11 0,-2 6-5 0,4 1-24 15,1 5-12 1,0 1-3-16,1 4-19 0,2 1 6 0,1 3 3 0,1 0-6 0,-1 0 10 16,2 3 8-16,0 1-3 0,0 3-11 15,0 2 3-15,0 1 11 0,0 4-3 0,5 1 21 16,1 2-9-16,0 2-10 0,1 1-2 0,-1 2-6 0,2 1 6 15,0 0-1-15,1 0 5 16,0 2-1-16,1-2 5 0,0 0 1 0,3 1-9 16,-1-2 1-16,-1 0-8 0,3-1-1 0,-1-1 9 15,0-1-1-15,3-2 4 0,-2 0-4 0,0-2-6 0,1-4-11 16,0 1-34-16,1-3-35 0,-2-1-55 16,-1-2-44-16,1-3-44 0,-4-1-59 0,-1-2-94 0,2 0-149 15,-5-4-95-15,-2-3-100 0,-3 1-67 16,-1-5 124-16</inkml:trace>
  <inkml:trace contextRef="#ctx0" brushRef="#br0" timeOffset="143022.93">9771 9445 3050 0,'-10'0'27'0,"10"0"54"0,0 0 57 0,0 0 46 16,0 0 15-16,0 0-18 0,21 0-27 0,-2 0-2 0,4 0-16 0,3 9-8 0,2-9-2 15,2 0-18-15,3 10-4 16,2-10-26-16,2 0-12 0,-1 9-22 0,3-9-15 0,-4 0 0 16,0 0-23-16,-7 0 7 0,-1 0-13 0,-3 0 6 15,-6 0 5-15,-4 0-7 0,-14 0-8 16,0 0-27-16,0 0-87 0,0 0-122 0,0 0-148 16,0 0-132-16,0 0-155 0,-16 0-92 0,-4 0-99 15</inkml:trace>
  <inkml:trace contextRef="#ctx0" brushRef="#br0" timeOffset="143841.44">10994 9647 1970 0,'-1'0'15'0,"1"0"3"0,0 0 5 0,0 0-6 0,0 0-9 31,0 0-8-31,0 0 4 0,0 0 8 0,0 3 20 15,0 1 21-15,0 1 5 0,0 0 17 0,0 0-7 16,3 1 4-16,-1 0 2 0,1 1-5 0,2-2 17 0,-2 2 32 0,4-1 41 0,-2 0 4 16,0-1 25-1,3-1-23-15,3-1-14 0,-1 0 15 0,-1 0-39 0,4-1 2 0,-1-2-18 16,2 0-7-16,-2 0-1 0,0-5-28 0,2 0-24 16,-1-2-17-16,1-1-3 0,-3-3 6 0,-1 1 6 15,-1-2 0 1,-2-2-16-16,-2-2-19 0,-2 1 2 0,-2-3-14 0,1-2-8 0,-2 1 19 15,0 0-17-15,-5-3 8 0,-1 2 6 16,-2 1-14-16,-5 2 2 0,2 2 6 0,-1 1-2 0,-1 3-6 0,0 1 8 16,2 4-9-16,0 0-8 15,3 1 8-15,0 3-8 0,4 1 0 0,0 1-4 0,1 0 0 0,2 0 9 16,-1 3 0-16,2 2 20 0,0 0-6 16,6 2-11-16,1 1 15 15,2 1-2-15,2 0 7 0,4 4 2 0,3 0-6 16,4 2-10-16,4 0 16 0,-1 2-1 0,7-1-16 15,0 1 15-15,-1 0-11 0,2-1-9 0,-1 1 21 16,-5-1-11-16,0 1-11 0,-4-3 8 0,-4-2 1 0,-3 1 3 16,-3 0 5-16,-5-2 2 0,-2-2-17 15,-3 0 9-15,-3-1 5 0,0-1 1 0,-5 1 8 16,-1-1-9-16,-2 0-1 0,-3 0 0 0,-2-1-2 0,-2 1 15 16,-1-3-12-16,-5 1 10 0,1-2-5 15,-1-2-13-15,-1-1 1 0,0 0-2 16,1 0-3-16,1-4-4 0,-1-1 6 0,5 2-40 0,2-2-53 0,3-1-66 15,3 1-93-15,-1-2-111 0,6 2-88 0,1-2-72 0,2-1-88 16,0 1-15-16,5-3 49 0</inkml:trace>
  <inkml:trace contextRef="#ctx0" brushRef="#br0" timeOffset="144105.01">11584 9344 3456 0,'0'-4'39'0,"0"4"26"0,0-7-4 0,0 7 6 0,0 0-42 0,0 0-41 0,0 0 2 15,0 0 6-15,0 0 8 0,0 0 12 0,0 0 7 16,0 9 14-16,0-1 8 0,0 2 21 0,0 1 5 16,0 2-19-16,0 1-8 0,0 1-8 0,0 1-14 0,16 1 12 15,-5 1-18-15,-11 1-18 0,13 0 25 0,1 0-18 16,-3 0 14-16,2 1 14 15,-13-3-36-15,14 2 9 0,-2-1-56 0,-12-2-109 16,13-2-89-16,-13 1-129 0,0-2-111 16,13-2-32-16,-13-1-6 0,0-10-111 0,0 9 149 15</inkml:trace>
  <inkml:trace contextRef="#ctx0" brushRef="#br0" timeOffset="145237.28">11434 9483 3170 0,'-13'-6'43'16,"13"-3"-13"-16,0 3 9 0,0 0 12 0,0 6-40 16,0 0 22-16,0 0 21 0,0 0 15 0,13 0 15 15,6 0 23-15,1 0-10 0,4 0-12 0,3 0 15 16,2 0-15-16,4 0-14 0,2 0 8 0,2 9-26 16,3-9 13-16,0 11-4 0,-1-11-13 0,4 7 2 15,-4-7-31-15,-4 0 18 0,0 0-5 0,-6 0 12 16,-3 0 21-16,-4 0-15 0,-6 0-1 0,-16 0-10 15,16 0-21-15,-16 0 4 0,0 0-4 0,0 0-2 16,0-7 0-16,0 7-15 0,0 0 1 0,0-8-16 16,0 8 16-16,0 0 0 0,-17-8-7 0,2 8 8 15,-3 0-26-15,1 0 4 0,-3 0 7 0,1 0 4 16,0 0 1-16,2 0 8 0,-1 0-5 0,3 11-1 16,0-1 10-16,15 0 13 0,-15 0-33 0,15 2 18 15,-13-1-1-15,13-1-26 0,0 1 50 0,0 0-39 16,0-2 14-16,0 2 10 0,0-1-14 15,0-10 34-15,0 14-34 16,0-3 1-16,19 0-4 0,3-1-17 0,-3-10 24 16,2 11 5-16,1-11-16 0,1 11 8 0,2-11 12 0,-4 0-7 0,1 0 14 15,-3 0-11-15,-3 0-12 0,0 0 7 0,-16 0 12 16,16 0-1-16,-16-10-5 0,15-2-8 0,-15 1-14 16,0 1 5-16,0-1 2 0,0 0 10 0,0-3-2 15,0 2-1-15,0 0 5 16,0 3-18-16,0-1 4 0,0 10 6 0,0-8-14 0,0 8 19 0,0 0 0 15,0 0-13-15,0 0 10 0,0 0-18 0,0 0 11 16,0 0 8-16,0 0 1 0,0 0 9 0,0 0-7 16,0 10 5-16,0 1-4 0,0 1 3 0,0 0 2 15,0 1-5-15,0 1 1 0,15-2-3 0,0 1-11 16,0 1 5-16,2-2-1 16,1 0 5-16,1-2 4 0,1 0-9 15,2-10 15-15,0 11-7 0,0-11 5 0,-1 11 3 0,-2-11-13 16,3 0 17-16,-4 0-6 0,1 0 18 0,-5 0 20 0,2 0-11 15,-4-13 5-15,2 1-5 0,-2 0-18 16,-12-3 5-16,15-2 6 0,-15-2-12 0,13-2 7 16,-13-2-24-16,14-2 12 0,-14-3-8 0,0-2-7 0,0-2 13 15,0 0-28-15,0 0 20 0,0-2-2 0,0 1 7 16,-17-1 1-16,4 3 9 16,13 1-9-16,-19 3 8 0,6 4 5 0,13 2-20 0,-14 5 9 0,14 4-21 15,-14 2 12-15,14 10-1 0,0 0-10 0,0 0 7 16,0 0-14-16,0 0 6 0,0 0 1 15,-14 0-5-15,14 12 6 0,0 0 6 0,0 3 4 0,0 2 7 16,0 2 4 0,0 1-12-16,0 2 4 0,0 2 7 0,0-1-9 15,0 2-9-15,0-1 19 0,0 0-10 0,0-1 6 16,15 2 13-16,-2-2-16 0,-13 1-2 0,19-2 0 16,-3 1 5-16,1 0 6 0,-1-2 4 0,3-1-4 15,0-2-13-15,0 0-4 0,3-3 12 0,0-3 9 16,2 0 10-16,2-12-18 0,-1 11 6 0,0-11-8 15,0 0-2-15,-1 0 22 0,0 0 0 0,0 0 2 0,-4 0 10 16,-1 0-9-16,-2 0-24 0,-1 0 6 0,0-13-5 16,-16 0 5-16,16-1-4 0,-16-3-1 0,0-1-13 15,17-2-6-15,-17 0-1 0,0 0 1 0,0 0 10 16,0 2-6-16,0 1 2 0,0 2-1 0,0 1-14 16,-17 3 16-16,17 2 0 0,-18 9-2 0,3-8 0 15,15 8-10-15,-19 0 7 0,3 0-3 0,1 0 21 0,15 0-7 16,-17 0-1-16,17 0 2 0,-16 11-29 0,16-2 18 15,-15 3 4 1,15-1-5-16,0 1 24 0,0 1-6 0,0 0-13 0,0 0 24 0,0 0-12 0,0 0-2 16,0 1 11-16,0-1-11 15,0 1 10-15,0 0 19 0,15-3-24 0,1 0-4 0,1-1-2 0,3-10-13 32,0 14 27-32,5-3 0 0,2-11-4 0,-3 11 0 0,5-11-6 15,-1 10 2-15,-3-10-9 0,2 0 7 0,-2 10-1 16,-1-10 5-16,-6 0 7 0,0 0-8 0,-3 0 8 15,-3 0-15-15,-12 0-3 0,13 0-6 0,-13 0-36 16,0 0-58-16,0 0-103 0,0-11-109 16,0 3-98-16,0-2-99 0,0 0-53 0,0 0-93 15,0-3-54-15,-22 0-119 0,0-2 127 0</inkml:trace>
  <inkml:trace contextRef="#ctx0" brushRef="#br0" timeOffset="145554.94">12084 9265 2798 0,'0'0'9'16,"0"0"19"-16,0 0 27 0,0-7 48 0,0 7 25 0,0 0 32 16,22 0 26-16,3 0-11 0,7 0-8 0,3 0-9 31,4 0-19-31,5 0-3 0,1 0-6 0,2 0-14 15,-1 10-11-15,1-10-18 0,-4 6-3 0,0-6-8 16,-4 0-13-16,-4 0 9 0,-3 0 3 0,-4 0 3 16,-6 0-2-16,-4 0-21 0,-4 0 1 0,-14 0-25 15,0 0-10-15,0 0 10 0,0 0-27 0,0 0-5 16,0 0 1-16,0 0-10 0,0 0-9 0,0 0-65 0,0 0-85 0,0 0-123 16,0-5-133-16,0 5-90 0,0 0-133 0,0 0-100 15,0 0-149-15,-21 0 150 0</inkml:trace>
  <inkml:trace contextRef="#ctx0" brushRef="#br0" timeOffset="151494.65">13968 9242 917 0,'13'0'25'0,"-13"0"36"0,0 0 12 0,0 0 10 0,0 0-16 0,11 0 5 16,-11 0 7-16,0 0 16 0,0 0 14 0,0 0-4 15,0 0 3-15,0 0-14 0,0 0-14 0,0 0-21 0,0 0-10 16,0 0 2-16,0 0-1 0,0 0-7 0,0 0-9 16,0 0-10-16,0 0-5 0,0 0 51 15,0 0 11-15,0 0 0 0,0 0 6 0,0 0-51 16,0 0-17-16,0 0-2 0,0 0-8 0,0 0-11 16,0 0 5-1,0 0 4-15,0 0-1 0,-11 0-1 0,11 0-13 16,-17 0 12-16,3 0-12 0,-2 0 5 0,0 0 17 0,0 0-10 0,-3 0 15 0,2 0-10 15,-1 0 10-15,1 0 1 0,3 0 12 0,-2 0 21 32,16 0-5-32,-16 0 2 0,16 0-11 0,-16 0-17 15,16 0-2-15,0 0-18 0,0 0 8 0,0 0 6 0,0 0-2 0,0 0 8 0,0 0-9 16,0 0-4-16,0 0 1 0,0 0 1 0,0 0-2 16,0 8 9-16,0-8-11 15,0 0 2-15,0 7-2 0,0-7 2 16,0 6 8-16,0 0 11 0,0 0 17 0,0 1-12 0,0 0 6 15,0 1-18-15,0 1-11 0,0 3 22 16,0 0 5-16,0 2 26 0,0 1 11 0,0 2-15 16,0 0-2-16,0 3-23 0,14 0 14 15,-14 1 14-15,13 2-5 0,-13 1 22 0,11 1-20 0,-11-2-1 0,16 2-11 0,-16 1-18 16,11 0 13 0,-11 2-3-16,16-1 21 0,-16 0 9 0,11 2-10 0,-11 2-9 0,0 0-1 15,14-1-8-15,-14 1 8 16,0 1-6-16,0-2-1 0,0 1 1 0,0 0-4 15,0 0 12-15,0-2-16 0,0 2-8 0,0-1-1 16,0-1-9-16,0-1 6 0,0-1 3 0,0-1-10 16,0-2 14-16,-14-1 1 0,14 0-1 0,0-2-13 0,0-1 0 15,0-2-9-15,0-1-8 0,-16-2 24 0,16-1-14 16,0-4 6-16,0-10-7 0,0 11-10 0,0-11 12 16,0 0-4-16,0 0 18 0,0 0-4 0,0 0-14 15,0 0 24-15,0 0 5 0,0 0 11 0,0 0-1 16,0 0-15-16,0 0 12 0,0 0-8 0,0 0 11 15,0 0 7-15,0 0-39 0,19 0 8 0,0 0-22 16,2 0-1-16,1 0 27 0,3-11-17 16,0 11-19-16,4-14-11 0,-2 14 4 0,1-13 11 15,1 13 39-15,-1-12-19 0,-4 12 3 0,1 0-11 0,-3-11-21 0,-3 11 37 16,0 0-56-16,-4 0 6 0,0 0 8 0,-15-11-12 16,13 11 27-16,-13 0 10 0,0 0-7 0,14 0 2 15,-14 0 4-15,0 0-4 0,0 0 17 0,0 0-6 16,0 0-3-1,0-11 10-15,0 11-32 0,0 0-21 0,0 0-51 16,0 0-107-16,0-10-57 0,0 10-110 0,0-11-112 16,0 2-77-16,0 1-134 0,0-1-123 0,0-4-60 15</inkml:trace>
  <inkml:trace contextRef="#ctx0" brushRef="#br0" timeOffset="152002.66">14581 9467 2650 0,'6'-5'82'0,"0"0"59"0,-1-1 46 0,-2 2 54 0,0 0-30 16,0 0-30-16,1 1-30 0,-3 0-34 16,4 1-48-16,-5 0-33 0,1 1-15 0,-1 0-25 15,0 1 5-15,0 0-16 0,0 0 0 0,0 0 14 16,0 3-13-16,0 1 26 0,0 1-1 0,0 1-15 0,0 0 6 16,0 3-11-16,0-1 12 0,0 4-4 15,0-2-8 1,0 1 26-16,0 1-18 0,0-1 15 0,0 0 11 15,0 0-19-15,3-1-6 0,-1-1 7 0,1 0-19 16,0-1 12-16,-1-3 2 0,0 0-19 0,-1-1-2 16,-1-1-98-16,2-2-66 0,0-1-71 0,-2 0-141 0,0 0-52 15,0-3-95-15,0-1-109 0,0-3 45 0</inkml:trace>
  <inkml:trace contextRef="#ctx0" brushRef="#br0" timeOffset="152164.64">14419 9245 3164 0,'-11'-7'57'0,"11"-2"32"0,-14 1 40 0,14 1 7 0,-11 0-53 0,11 7-32 0,0 0-58 0,0-5 2 15,0 5-2-15,0 0-11 0,0 0 17 0,0 0-52 16,0 0-47-16,0 0-55 0,0 0-97 0,0 0-139 16,0 12-118-16,13-12-77 0,2 11-75 15</inkml:trace>
  <inkml:trace contextRef="#ctx0" brushRef="#br0" timeOffset="152468.37">14903 9269 3382 0,'0'0'41'16,"0"0"8"-16,0 0 26 0,0 0-12 0,0 0-48 0,0 0-13 0,0 0-20 15,0 0 22-15,0 0 14 0,0 0 26 0,0 10 11 16,0 0 3-16,0 2 14 0,0 1 8 0,0 1-1 16,0 2-4-16,0 3-2 0,0 1-24 0,-14 2 3 15,14 1-1-15,-13 0-8 0,13 3 5 0,0-1 5 16,-13 1-18-16,13 1-14 0,0 0-7 0,-14-1-24 31,14 1 11-31,0-1-5 0,0-3 8 0,-13 0 4 0,13 0-6 0,0-3 3 0,0-2 5 16,0-1-4-16,0-2-7 0,0-1 23 0,0-3-18 0,0-2-7 15,-13-9 5 1,13 11-39-16,0-11-66 0,0 10-109 0,0-10-88 0,0 0-107 16,0 0-109-16,0 0-60 15,0 0-87-15,0 0-46 0</inkml:trace>
  <inkml:trace contextRef="#ctx0" brushRef="#br0" timeOffset="153010.34">15081 9533 3741 0,'10'-7'7'0,"-10"7"14"0,0-10 6 15,0 10 3-15,0 0-17 0,0 0 1 0,0 0-6 16,0 0 26-16,0 0 16 0,0 0 15 0,0 0 4 16,0 10-2-16,0 3 13 0,0 1-36 0,0 0 9 0,0 4-27 0,0 0-3 15,0 2 7-15,0 3-7 0,11 0 0 0,-11 1-14 16,14 0 4-16,-14 0 4 0,10-1-16 0,-10-2 6 0,12 1-7 31,-12-3-15-31,13 0 20 0,-13-4-2 0,0-1 0 16,11-2 1-16,-11-1-2 0,0-2-7 15,0-9 14-15,0 11 4 0,0-11 3 0,0 0-3 0,0 7-6 16,0-7-2-16,0 0 41 0,0 0 51 0,0 0 15 16,0 0-2-16,0 0-29 0,0 0-41 0,0 0-3 0,0-11-17 0,0-1-4 15,0-2-16-15,0-1-9 16,0-2 17-16,0-5-9 0,0-1 19 0,0-2-20 0,14-2 8 15,-14-1-8-15,0 0-6 0,15 1 17 0,-15-1 17 16,12 3 6-16,-12 2 2 0,13 1-4 0,-13 3-17 16,14 3-6-16,-14 0-5 0,14 4 1 0,-14 2-8 15,19 0 20-15,-3 10 7 0,0 0 7 0,-3-9-3 0,0 9-8 16,2 0 2-16,-2 0 1 0,4 0-2 0,-2 0-13 16,0 0 2-16,0 0-25 0,0 16 3 15,-15-3 17-15,18-1-19 0,-18 0 25 0,17-1 3 0,-17 1-4 16,0 1 7-16,0-2-5 0,0 0-7 0,0 0-10 15,0 0 1 1,0 1 6-16,0-2-1 0,0-10 14 0,0 14-7 0,-19-4 13 16,3-10-12-16,-1 12-34 0,1-12-54 0,0 0-110 0,-1 10-106 15,-2-10-158-15,1 0-162 0,0 0-221 0,-4 0-237 16</inkml:trace>
  <inkml:trace contextRef="#ctx0" brushRef="#br0" timeOffset="154222.97">13034 9664 1369 0,'0'0'29'0,"0"0"26"0,0 0 2 0,0 0 20 0,0 0 11 16,0 0-4-16,0 0 25 0,0 0-20 0,0 0-18 16,0 0-5-16,0 0-13 0,0 0 22 0,3 0-7 15,-1 0 17-15,0 0 10 0,2 0 3 0,-1 0 34 16,2 3-16-16,0-3 8 0,1 0 8 0,1 0-33 0,3 0 21 15,-2 0-20-15,1 0-18 0,0 0 21 0,0-2-14 16,1-1 16-16,-2 1-10 0,1-3-2 0,2 1-21 16,-1 0-14-16,2-1 19 0,0-2-10 0,0 2 9 15,-1-3-11-15,0 0-18 0,3 0-20 0,-4-2 12 16,4-2-2-16,-3-1 7 0,-1-1-2 16,1 0-6-16,-2-1-2 0,-1 0-16 0,-1-1 13 0,-1 2-25 15,-2-1-3-15,-2 0 9 0,1 1-15 0,-3 0 5 16,0 3 8-16,0-1-15 0,-3 0-2 15,-2 3 4-15,-1-1 2 0,2 0 14 0,-3 3-3 16,2 0 2-16,-3 1-24 0,2 0-2 16,2 3-3-16,-3 0 0 0,2 1 19 0,2 0-3 15,0 0 11-15,0 2-10 0,1 0-11 0,-1 0 7 16,2 0-11-16,-1 0 13 0,0 5 8 0,2-1-16 16,-1 1 15-16,-1 0-17 0,2 0 5 0,-1 0 1 15,1 3-3-15,0-1 11 0,0 1-1 0,0 0 4 0,0 1-2 0,4-1 10 16,0 0-7-1,3 2-8-15,0-1 2 0,1 0-10 0,1 1-2 0,2 0 12 16,2-1 17-16,1 3-5 0,0-1-1 0,2 0-4 0,-2 0-12 16,2 0 9-16,-3 0-3 0,2 0 9 0,-3-1-7 15,-3 0-12-15,4 1 10 0,-7-3-2 0,0 1 2 16,-1 0 8-16,-1-3-5 0,-4 1-7 0,0-3-6 0,0-1-2 31,0 0 8-31,-5 2 0 0,-2-2 6 0,2-1 6 16,-4 2-5-16,0 1 10 0,-1-1 1 0,-4-1-2 15,1 0-13-15,-1-1 1 0,-3-1-8 0,-1 1-13 16,2-2-12-16,-1 0-48 0,1 0-51 0,1-5-75 0,-2 2-100 16,2-2-130-16,2 3-96 0,-1-2-122 15,4 1-190-15</inkml:trace>
  <inkml:trace contextRef="#ctx0" brushRef="#br0" timeOffset="154958.54">15913 9606 1628 0,'-9'-3'42'0,"1"0"42"0,3-1 36 16,-1 1 34-16,-1 0-8 0,1 2-1 0,3-2-12 0,0 2 9 0,0 1 11 16,1 0 16-16,1 0-15 0,1 0-7 0,0 0-24 15,0 0-34-15,0 0 15 0,3 0-7 0,0 0 11 16,2 2-1-16,2 0 10 0,5 0-17 0,0-2-15 15,6 2-13-15,-1-1-23 0,5 1 2 0,0-2-6 16,3 1 2-16,-2 1-2 0,2-2 2 0,0 0 7 0,-1 0-2 31,-4 0-9-31,-2 0-16 0,-2 0 1 16,-5 0-6-16,-1 0 6 0,-3 0-8 0,-4 0-6 0,-1 0-5 16,-2 0-4-16,0 0 7 0,0 0-10 0,0 0-2 0,0 0-4 0,0 0 12 0,0 0-8 15,0 0-5-15,-3 0 9 0,3 0-16 0,-2 0-51 31,2 0-35-31,0 0-91 0,-3-3-108 0,3-1-86 0,-1 4-139 0,-1-2-115 0,2 2-143 0,0-3 20 16</inkml:trace>
  <inkml:trace contextRef="#ctx0" brushRef="#br0" timeOffset="155484.7">16626 9430 3331 0,'0'-5'61'15,"0"-2"13"-15,0 1 25 0,0 1 15 0,0 2-40 16,-3 1-14-16,3 0-21 0,-2 1-9 0,2 0-28 16,-3-1 0-16,-1 2-6 0,4 0-15 0,-2 0 14 15,2 0 0-15,-3 4-1 0,2 0 17 0,-3-1-3 0,1 4-8 0,0 1 1 16,-2 1-7-16,-1 3 1 0,-3 1 4 0,2 2 14 15,-1 1 4-15,2 1-26 0,0 1 10 0,1 2-4 16,0-4-12 0,2 2 25-16,1-1-2 0,2 1-5 15,0-3 13-15,0 2 11 0,5-2 11 0,2 0 3 0,2-1 24 0,-3 0-1 16,5-3 16-16,3 1-1 16,-1 0 0-16,4-3-8 0,-1-1 18 0,1-2 17 0,1-1 4 15,1-2 25-15,1-3-29 0,-2 0 11 0,1 0-9 0,-1-4-6 0,-1-3-9 16,-1 0-16-16,1-3-3 0,-3-2-5 15,4 0 6-15,-6-2-4 0,1-3-4 16,-2 0-26-16,-1-1-12 0,-1 0-2 0,-3-2-13 16,-1 0 9-16,1 0-3 0,-4-1-15 15,-2 0-4-15,0 1 0 0,0-1-2 0,-6 1 3 0,-1 3-6 0,-2 2 2 0,-4 0-4 16,0 1 2 0,-2 2 7-16,-1 1-14 0,-1 2 5 0,-3 1-2 0,1 4-4 0,-2 0 4 0,1 2-8 31,0 2-30-31,-1 0-26 0,2 4-36 0,-1 2-24 15,-1 0-12-15,4 0-9 0,-2 3-23 0,4 1-16 16,-2-1-13-16,6 3-41 0,0-2-49 0,0 0-76 16,5 2-82-16,-1 1-30 0,1 0-11 0,3-1-48 15,1 0-73-15,2 0 85 0</inkml:trace>
  <inkml:trace contextRef="#ctx0" brushRef="#br0" timeOffset="156318.07">14797 10321 2383 0,'0'0'31'0,"3"0"32"0,-1 0 33 0,-1 0 49 0,-1 0-6 16,0 0-3-16,0 0-39 0,0 0-43 0,0 0-22 31,0 4-28-31,0-3-11 0,0 1 5 0,0 0 9 15,0 3-2-15,0-1 29 0,0-1-16 0,0 4-11 16,2 0 9-16,-2 2-9 0,1 1 8 0,-1 0 12 16,0 2-10-16,2-2 17 0,0 0-1 0,-1 1-7 15,-1 0 2-15,3-2-25 0,-3-2 6 0,2 3-18 16,0-3 2-16,-1 1 18 0,-1-2-16 0,2 0 13 16,0-3 1-16,-2 1-15 0,0-2 7 0,0 1 3 15,0-3-37-15,0 0-35 0,0 0-119 0,0 0-111 16,0-3-104-16,0-1-162 0,0-4-105 0,-4 1 100 15</inkml:trace>
  <inkml:trace contextRef="#ctx0" brushRef="#br0" timeOffset="156482.1">14633 10140 2834 0,'-4'-4'56'0,"3"-1"41"0,-1 0 6 0,2 1 5 16,-3 1-56-16,3 1-48 0,0 2-8 0,0 0-10 15,0 0 11-15,0 0 6 0,0 0 6 0,0 0-6 0,6 4-112 0,-4 0-100 16,1-1-131-16,1 2-146 0,0 0-51 0,2-1-66 16</inkml:trace>
  <inkml:trace contextRef="#ctx0" brushRef="#br0" timeOffset="156786.72">15048 10206 3663 0,'0'-3'37'16,"2"0"52"-16,-1-1 13 0,-1 1 15 0,0 2-24 0,0 1-42 16,0 0-22-16,0 0-8 0,0 0-20 0,0 0-18 15,0 3 16-15,0 1-6 16,-3 1 15-16,0 3 15 0,0 1-6 0,-1 3-9 15,0 2-10-15,-2 6 3 0,1-1-3 0,0 5 9 0,-2 0 8 16,0 0-14-16,-1 3-2 0,2-1 3 0,-2-1-10 0,3-1 9 16,-1 1 5-16,0-2-6 0,-1-1-1 15,0 0-2-15,2-2 3 0,0-2 6 16,0-1-5-16,4-2 11 0,-3-2-12 0,1-1 4 16,1-2 9-16,-1 0-17 0,2-3-5 0,-2 1-55 0,1-2-113 15,2 0-134-15,0 0-137 0,0-3-89 0,0 1-45 16,0-1-66-16,6-2 39 0</inkml:trace>
  <inkml:trace contextRef="#ctx0" brushRef="#br0" timeOffset="157391.97">15273 10483 3873 0,'0'-6'54'0,"0"-2"5"0,0 1 18 0,0 2 1 0,0 3-52 16,0 0-4-16,0 2-22 0,0 0 7 0,0 0-2 0,0 0-2 0,0 4 15 0,0 4 8 31,0-1 4-31,0 4 14 0,0 2-7 0,0 2-12 16,0 2-10-16,0 2 9 0,2 3-16 0,1-1 14 16,0 3-7-16,0-1-16 0,0 3 8 0,3-3-13 15,-1 1 24-15,0 0-8 0,0 0-1 0,0-3-1 0,-1 1-11 16,2-2-2-16,-1-1 11 0,2-1-8 15,-3-1 6-15,0-2-1 0,0-1 3 0,0-2 11 16,0-3-20-16,-1 1 7 0,0-3-4 0,-3-1-4 0,2-3 19 16,0 0 6-16,-2-1 31 0,0-2 29 15,0 0 31-15,0 0 13 0,0 0-36 0,0-2-27 16,0-3-42-16,0 0-15 0,0-3-2 0,-7 0-5 16,4-3 11-16,-3-3-9 0,3-3-3 15,-2-2 3-15,0-2-12 0,0-2 14 0,1-3-2 16,-4 1 6-16,5-1-3 0,-2-2-18 0,3 2 14 15,-1-1-5-15,2 2 10 0,1 1 17 0,0 1-2 16,0 4 5-16,0 0 2 0,3 3-15 0,2 1-4 16,1 2-5-16,2 1-3 0,0 0 7 0,1 4-3 15,5 0-5-15,-1 2 10 0,4 1-2 0,-1 0-1 16,1 3-3-16,1 2-7 0,1 0 5 16,1 4-7-16,-4 1 17 0,3 1-18 0,-3 1-2 0,1 2 13 15,-2 1-16-15,-1 0 15 0,-3 0-6 0,0 1-17 0,-2-1 7 16,-4 2 8-16,0-1 9 0,-3 0 13 15,-2-1-6-15,0 0-6 0,0-1-1 0,-7 0-9 0,1 0 7 16,-3 0 5-16,-1-2-5 16,-1 0 6-1,-2-1 7 17,1-1-5-32,-4-1-9 0,2-1-19 0,-4-1-56 0,2-1-44 0,-1-1-44 0,1 0-53 0,2 0-50 0,1-5-109 0,-1 1-132 0,3 0-95 0,3 0-146 0,3-2-79 15</inkml:trace>
  <inkml:trace contextRef="#ctx0" brushRef="#br0" timeOffset="158612.43">15931 10450 1601 0,'-3'-2'49'0,"1"2"58"0,0-2 22 0,1 0 38 0,-1 1-12 15,2 1-24 1,-1 0 5-16,1-1-1 0,-2 1 9 15,2 0-13-15,-2 0 4 0,2 0-26 0,0 0-9 16,0 0 2-16,0 0-10 0,0 0 16 0,0 0-9 0,0 0 6 16,4 0 8-16,-1 2 5 0,2 2-1 0,1-2-14 0,3-1-17 15,1 0-16-15,3 1-13 0,2-1-17 0,1 1 2 0,1-2-14 16,2 1 11-16,-1-1 2 16,2 2-5-16,-4-2-2 0,2 0-18 0,-6 0-2 15,2 0 1-15,-4 0 1 0,0 0-4 0,-3 0 12 16,-2 0-25-16,0 0 4 0,-4-3 3 0,1 1-14 15,0 0 22-15,-2 2-4 0,0-2-50 0,0-1-47 16,0 1-124-16,0 0-141 0,0 1-114 0,0-2-91 16,-4 2-47-16,1-1-52 0,-2-2-32 0</inkml:trace>
  <inkml:trace contextRef="#ctx0" brushRef="#br0" timeOffset="158911.31">16411 10321 2765 0,'0'-4'12'0,"0"2"-2"0,3-1 15 0,-3 3 21 16,0 0-8-16,0 0 13 0,0 0-10 0,0 5 2 16,0-1 18-16,0 1-2 0,0 3 12 0,0 0-12 15,0 3-7-15,0 0 30 0,0 3-16 0,2-2-20 16,1 2 3-16,-1-1-34 0,0 1 4 0,-1-1 18 15,2 0-10-15,-1-1-13 0,2 0 5 0,1-1-12 16,-2 0-3-16,1-1 4 0,-3-2-9 0,-1-1 6 16,3-2 3-16,-3 1-7 0,4-3 6 0,-4-1 5 15,0 0 4-15,1-1 13 0,-1-1-22 0,2 3-6 0,-2-3-4 16,0 0-7-16,0 0 14 0,0 0-55 0,0-4-92 16,0 2-163-16,0-1-140 0,0-1-104 0,0-1-90 15,3-1-5-15</inkml:trace>
  <inkml:trace contextRef="#ctx0" brushRef="#br0" timeOffset="160034.44">17123 9090 1077 0,'0'0'29'15,"0"0"2"-15,0 0 13 0,0 0 17 0,0 0-16 16,0 0-2-16,0 0-3 0,0 0-23 0,0 0-16 16,0 0 7-16,0 0-6 0,0 0 17 0,0 0 11 15,0 0 0-15,0 0 11 0,0 0-1 0,0 0 3 0,0 0-2 16,0 0 2-16,0 0 3 15,0 8 2-15,0-8 12 0,0 0-2 0,0 0 6 16,0 0 13-16,0 0 15 0,0 7 61 0,0-7 6 0,0 3-23 16,0-3-15-16,17 7-56 15,-3-3-12-15,2 2 21 0,0-1-11 0,3 0-5 16,0 0-17-16,2 0-4 0,2 1 12 0,0-3 4 0,0 1 13 16,1 1-14-16,-1-1 11 0,-3-4 1 15,0 4 23-15,-1-4 16 0,-1 0 10 0,-4 0 34 0,-14 0-16 0,11 0-4 0,-11 0-26 16,0 0-33-16,0 0 6 0,0 0-19 0,0 0-9 15,0 0-14-15,0 0-28 0,0 0-5 0,0 0 7 16,0 0-14-16,0 0 12 0,0 0-9 0,0 0 3 31,0 0 7-31,0 0-15 0,0 0 5 0,0 9-8 16,0-3 3-16,0 2 15 0,0 1 9 0,0 2-5 16,0 3-10-16,0 3-6 0,0 3 5 0,0 4 4 15,0 1 8-15,0 3 7 0,0 3-15 0,17 2-5 16,-17 3 20-16,14 2-13 0,-2 3-1 0,-12 3 14 15,17 2-18-15,-4 2 7 0,2 0 17 0,-2 1-13 16,1 0 9-16,1 1 1 0,-2-2-9 0,4 0 8 16,-4-2 15-16,0 1-5 0,5-3 10 0,-6 1-16 15,4-1 1-15,-5 0 6 0,-11-1-16 0,16-1 9 16,-2-1-16-16,-14-2-8 0,13 0 10 0,-13-2 11 0,12-1-8 16,-12-4 2-16,0 0 7 0,15-1-4 0,-15-2 9 15,0 0 3-15,14-2-1 0,-14-1 4 16,14-1-15-16,-14-1-1 0,0-2 0 0,0-3-12 15,13 1 9-15,-13-2 10 0,0-3-9 0,0 0-4 0,0-1 0 16,0-2-13-16,0-1 6 0,0-2 0 0,0-1 1 16,0-8 1-16,0 9-4 0,0-9 9 0,0 0 1 15,0 8 10-15,0-8 14 0,0 0 9 0,0 0 4 16,0 0 13-16,0 0-6 16,0 0-2-16,0 0-22 0,-17 0-21 0,-1 0-9 0,-1 0-8 15,-1-8 16-15,-5 8-3 0,-1-12 3 0,-3 2-16 16,-1 0 12-16,-1 2 1 0,-4-1-2 0,1 0 2 15,-1 2-2-15,1 7-4 0,4-10-3 16,-1 2 17-16,2 8-19 0,3-9 8 0,5 9-9 16,0-10-1-16,4 10 15 0,17 0-7 15,-18-8 5-15,18 8-5 0,-14 0-8 0,14 0-58 0,0-7-61 16,0 7-78-16,0 0-116 0,0-8-91 0,0 2-109 16,0 6-115-16,0-7-41 0,0 7-29 0,0-10-63 15</inkml:trace>
  <inkml:trace contextRef="#ctx0" brushRef="#br0" timeOffset="160965.81">14947 8430 2705 0,'0'-8'47'0,"0"3"38"0,0 5 36 0,0-4 49 0,0 4-40 0,0 0-48 15,0 0-38-15,0 0-41 0,0 0-11 16,0 0 5-16,0 0 4 0,0 0-2 0,0 0 14 0,0 7 4 16,0 1 15-16,0 0 12 0,0 3-9 15,0 2-6-15,0 1-5 0,0 2-8 0,0 0 9 16,0 0 13-16,13 1-9 0,-13 0-17 0,9 0 15 16,-9 1-6-16,10-2-7 0,-10-1 6 0,12-1-29 15,-12 0 5-15,12-2 0 16,-12 0 9-16,9-2 6 0,-9-1 4 15,0-1 17-15,11 1-13 0,-11-9-21 0,0 8-45 16,0-8-82-16,0 0-61 0,0 0-69 0,0 0-129 0,0 0-71 0,0 0-102 0,0 0-124 16</inkml:trace>
  <inkml:trace contextRef="#ctx0" brushRef="#br0" timeOffset="161282.29">14694 8417 2742 0,'-11'-4'54'0,"11"4"17"0,0-6 28 0,0 6 36 0,0 0-28 0,0 0 4 16,0 0-3-16,0 0 3 0,0 0-6 0,13 0-3 15,4 0-3-15,2 0-9 0,5 0-9 0,4 7 13 16,2-7 4-16,2 8 7 0,3 0 4 0,1-8-25 16,2 8 2-16,-2 1-9 0,2-9 0 0,-3 7 15 15,0-7-21-15,-3 0-22 0,-2 9-9 16,-3-9-1-16,-5 0 2 0,-2 0-9 0,-6 0-2 0,-14 0-22 15,15 0-4-15,-15 0 15 0,0 0-17 0,0 0 10 16,0 0-6-16,0 0-6 0,0 0-6 0,0 0-53 16,0 0-75-16,0 0-97 0,0 0-93 0,0 0-62 15,0 0-32-15,0 0-76 0,0 0-30 0,0 0-23 16,-13 0-111-16,13 0 82 0</inkml:trace>
  <inkml:trace contextRef="#ctx0" brushRef="#br0" timeOffset="162268.72">15319 8563 3042 0,'0'0'41'0,"0"0"24"0,0 0 27 0,0 0 2 0,0 0-35 16,0 0-25-16,0 0-30 0,0 0-2 0,0 0-10 15,0 0 6-15,0 0 0 0,0 0 8 16,0 0-5-16,0 8-6 0,0 2 3 0,0 0-9 0,0-1 11 15,0 4 7-15,0-1 3 0,0 1 7 0,0 0 0 16,0 1-13 0,0 0 9-16,0 0 1 0,17-1 1 0,-6-1 3 0,3 1 12 0,-1-1 4 0,1-1 21 15,2-2 27-15,-2-9 0 0,-1 11 23 16,4-11-10-16,-2 0-17 0,0 8 11 0,-2-8-26 31,0 0-4-31,1 0 18 0,-3 0-27 0,-11 0 6 0,17-13-4 16,-4 0-31-16,-13 0 0 0,13 0-6 0,-13-2 3 15,0 1 13-15,0-1-8 0,12 1 8 0,-12-2 6 0,0 2-9 16,0 1-3-16,0 3-3 0,0 0-25 16,0 0 10-16,0 3 10 0,0 7-29 0,0 0 23 0,0-9-24 15,0 9-4-15,0 0 10 0,0 0-6 0,0 0 9 16,0 0 6-16,0 0-7 0,0 0 9 0,0 0-7 0,0 9 5 16,0-2 10-16,0 2-19 15,0 0 19-15,0 0-15 0,0 3-4 0,0-1 11 0,0 0-6 0,0 1 14 16,13 0 4-16,1 0-13 0,-1 1 4 0,1-1 9 15,1-1 1-15,2-1-9 0,-1 0 1 0,3-10-9 16,-5 12-10-16,2-12 37 16,-4 0-19-16,2 0 14 0,-2 0 23 0,-12 0-1 15,14 0 23-15,-14 0-20 0,11 0-11 0,-11 0-13 16,0-12-30-16,0 0 0 0,0-1-2 16,0-1 4-16,0-1 10 0,0-1 2 0,0-1-10 15,0 0-6-15,0-2-6 0,0 3 15 0,0 0 9 16,0 1-10-16,0 1 21 0,-11 2-16 0,11 2-16 15,0 2 21-15,0 0-17 0,0 8 3 0,0-6 23 0,0 6-29 16,0 0 2-16,0 0 0 0,0-7-10 0,0 7 10 0,16 0 11 16,2 0-4-16,-1 0 0 0,3 0 7 15,0 0-5-15,1 0-5 16,0 0 2-16,-1 0 3 0,-2 0-6 0,-3 7 5 0,-2-7 5 0,-13 0 2 16,16 0 1-16,-16 0 5 0,0 0-8 0,0 0-4 15,12 0-1-15,-12 0-4 16,0 0 0-16,0 0 6 0,0 0-1 0,0 0 13 0,0 9-3 15,0-9-19-15,0 0 6 0,0 0-4 0,0 8 9 0,0-8 8 16,0 10-2-16,-12-2-20 0,12 1 4 0,-16 1 8 16,16 0-7-1,0-1 34-15,-13 2-33 0,13 0 2 0,0-1 13 16,0 1-24-16,0 2 31 0,0-1 6 0,0-2-11 0,0 3 4 16,0 0-19-16,20-3 1 0,-5 2 6 15,3-2-11-15,2 0 20 0,0-10-2 0,1 12-5 16,1-12 12-16,2 10-13 0,0-10 5 0,-3 0 19 0,0 0-10 15,1 0 9-15,-4 0 3 0,3 0-8 0,-7-11 5 16,-14 0 11-16,20-1-25 0,-6-1-9 0,-14-1 1 16,0-1-25-16,0-2 20 0,0 0 3 0,0-1-2 0,0-2 8 15,0 2-11-15,0-1 4 0,0 1-11 0,0 0 4 16,-14 1-5-16,-3 1-5 0,-2 1 24 16,-3 2-17-16,0 1 1 0,-2 2 4 0,-1 2-29 0,-1 8 20 15,3-6 2-15,0 6-7 0,5 0 24 0,0 0-6 16,4 0-14-16,14 0-17 0,-17 0-8 0,17 0 2 15,0 10 9 1,-13-3 14-16,13 1 1 0,0-8-15 0,0 11 11 16,0-1 6-16,0-2-1 0,0 1 17 0,14-1-20 15,2-8-13-15,-2 8-37 0,4-8-35 0,-4 9-32 16,3-9-39-16,-4 0-43 0,3 5-89 0,-4-5-66 16,1 0-163-16,-13 0-111 0,14 0-94 0,-14 0-27 15</inkml:trace>
  <inkml:trace contextRef="#ctx0" brushRef="#br0" timeOffset="164736.17">17175 8486 1645 0,'0'0'47'0,"0"-8"25"0,0 1 37 0,0 0 13 0,0 0-16 16,0 7 58-16,0-6-16 0,0 6 1 0,0-4-35 0,0 4-66 15,0-5-18-15,0 5-11 0,0 0 4 0,0 0-5 16,-17 0 12-16,5 0 22 0,-1 0 10 0,0 0-4 15,-3 0-23-15,2 0-19 0,-5 0-13 0,1 0-10 16,-1 0 8-16,3 0-7 0,1 7 0 0,0-1 15 16,1 2-10-1,3 0 10-15,11 0-2 0,-14 3-8 16,14-1 12-16,0 0 7 0,0 2 13 0,0 1 23 16,0 0 18-16,0 1-21 0,0 1 18 0,0 0 2 15,20-1-7-15,1 1 12 0,1-1-17 0,4 1-26 16,2-1 15-16,0-3-12 0,4 0 10 0,0 0 21 0,3-4-7 15,-4-7 22-15,-1 9 18 0,0-9-3 0,-1 0 15 16,-1 0 4-16,-4 0-15 0,-2 0-13 16,-6-15-25-16,-1 1 2 0,-2-2-35 0,-13-1-9 0,13-3-4 15,-13 0-25-15,0-3 14 0,0 0 7 0,0-3-4 16,0-1 11-16,0 1-23 0,0-1-5 0,0-1 9 0,0 3-14 16,0-2 25-16,0 4 5 0,-14 3-13 0,14 3-3 15,-13 3-10-15,13 3-11 0,0 2 19 16,0 9-2-16,0 0 1 0,-13-5 9 0,13 5-23 15,0 0 6-15,0 0 19 16,0 0-17-16,0 11 8 0,0 1-7 0,0 1-8 16,0 2 6-16,0 2 9 0,0 2 11 0,0 2-7 15,0 0 4-15,0 1-13 0,0 0 2 0,0 1 0 16,0-2 12-16,0 2 3 0,0-3 0 0,0-1-11 16,0 1-1-16,0-3 7 0,0 0-6 0,0-2 4 0,0-1 4 15,0-2-11-15,0-2 16 0,0-2-5 0,0-8 0 16,10 8 5-16,-10-8-1 0,0 0 12 0,0 0 2 15,16 0-6-15,-16 0-4 16,11 0-4-16,-11 0-3 0,12-12 11 0,-12 0-1 0,16-1-3 0,-16 1-10 16,14-2-5-16,-14-1-7 0,13 0 7 0,-13 1 6 0,16-1-1 15,-16-1-2-15,12 3-12 0,-12 2-4 0,10 0-6 16,-10 4-9-16,0 7 24 0,14-7-14 16,-14 7 6-16,0 0 4 0,0 0-14 0,0 0 15 15,11 0 0-15,-11 0-4 0,0 0 7 0,0 10 2 0,14-1-1 16,-14 3 13-1,13-1-4-15,-13 1-6 0,13 0 5 0,-13 2 3 16,16 1-1-16,-16-1 4 0,14 0 3 0,-2-2-15 16,-12 0 16-16,16 0-4 0,-2-2-18 0,-4 0 26 15,-10-10-31-15,17 10 3 0,-4-10 25 0,-13 9-12 16,17-9 10-16,-17 0-13 0,13 0-9 0,-13 0 8 16,16 0 8-16,-16 0 1 0,0 0 8 0,14-11-11 15,-14 0 2-15,13 0 11 0,-13-1-19 0,14 1 3 16,-14-1-3-16,14-1-1 0,-14-1 8 0,13 0 0 15,-13 0 8-15,13 2 0 0,-13-2-8 0,0 2 6 16,15 2-10-16,-15 0-5 0,13 3 3 0,-13 7 3 16,0-8-15-16,17 8 7 0,-17 0 1 0,11 0-12 0,-11 0 12 15,13 0 1-15,-13 0-2 0,17 0-1 0,-4 0 3 0,-13 0 0 16,21 9 2 0,-6-1-2-16,-15 2 9 0,20 1-12 0,-7-2 4 15,-13 2-2-15,0 1-6 0,0-2 7 0,15 0 2 16,-15 1-1-16,0-1-1 0,0-2-6 0,0 2 2 15,0-10 6-15,0 12 14 0,0-3-13 16,0-9-1-16,0 10-8 0,0-10-10 0,-18 9 21 0,3-9 6 0,-1 0 0 0,-2 0 6 0,1 0-16 31,0 0-16-31,-2 0 13 0,3 0 3 0,0-10-3 16,2 1 15-16,0 0 1 0,14-1-17 0,-18 0 18 16,18 0-14-16,-14 0 0 0,14-1 17 0,0 1-5 0,0 0-3 15,0-1-11-15,0 1-9 0,0-1-9 0,0 0 19 16,0 1 3-16,0 1-6 0,14-1 7 0,1 0-11 15,0 2 0-15,1 0 5 0,5 8-2 0,-4-7-5 16,4 7-1-16,-1 0 0 0,-1 0 14 0,2 0-13 16,-3 0 12-16,-1 0-8 0,-2 0-6 0,-2 0 6 15,-13 0 3-15,17 0-6 0,-17 0 9 0,0 9-2 0,16 0 7 16,-16-1-3-16,0-1-2 16,0 1 4-16,14 1-15 0,-14 1 7 0,0-1 4 0,0 2 3 0,13 2-1 15,-13-1-2-15,0 0-11 0,16-1 13 0,-16 1-3 16,14 1 17-16,-14-1-2 0,16-1-8 0,-3-1-10 15,-1 1 2 1,-12-1 10-16,18-2-4 0,-4-8 9 0,-14 11-19 16,17-11 7-16,-6 0-2 0,-11 9 14 0,16-9 24 15,-16 0-23-15,13 0-2 0,-13 0-4 0,14 0-12 16,-14 0 6-16,0 0 2 0,14 0 3 0,-14-12-23 16,14 1 14-16,-14 1 17 0,13-1-21 0,-13 0 15 15,0-1-5-15,16-2-16 0,-16 0 20 0,11-1-2 16,-11 0-15-16,0-1 8 0,14 1-4 0,-14-2 4 15,14 2 2-15,-14 0 7 0,0 1-9 0,15 0 1 0,-15 2 0 16,12 2-14-16,-12 3 13 0,0 0-4 0,13 7-2 0,-13-8 11 16,14 8-21-16,-14 0 8 0,13 0-2 15,-13 0-12-15,14 0 12 0,-14 0 5 16,17 0 8-16,-5 0 3 0,-12 0-4 0,18 0-1 0,-5 0-13 16,0 0 10-16,-13 0 13 0,17 0-10 0,-4 10 15 0,-13-10-25 15,14 7-2-15,-14-7 2 0,0 0 4 16,0 0 25-16,0 0-12 0,12 0-3 0,-12 0 8 15,0 0-15-15,0 0 24 16,0 0-18-16,0 0-14 0,0 0 8 16,0 0-9-16,0 0 20 0,0 0 3 0,0 0-8 15,0 0 4-15,0 0-8 0,0 0 9 0,0 0-1 16,-18 0-13-16,5 0 1 0,1 0-18 0,12 0 1 16,-18 0 8-16,6 0 2 0,12 0 2 0,-20 0-4 15,6 0 10-15,14 0-15 0,-16 0 13 0,2 10 13 16,14-3-21-16,-13 2 20 0,13-1-13 0,0-1-4 15,-14 3 10-15,14-1 1 0,0 1 16 0,0 2-8 16,0-2 0-16,0 2-11 0,0 0-11 0,0 0 20 16,0 1-8-16,0-1 8 0,14 0 7 15,-4-1 4-15,4 0-4 0,0-1 9 0,-1-1 8 16,3 1-18-16,0-1 8 0,1 1 9 0,3-10-24 0,1 11-5 0,1-11 12 0,4 9-13 16,-3-9 17-1,4 0-1-15,0 0-2 0,3 0 4 0,0 0-12 16,2 0 5-16,-4 0-8 0,2 0-2 0,-1-14 6 15,-1 0 17-15,-6 0-1 0,0 0-22 0,-4 0-12 16,-3 0-15-16,-2-1-6 0,-13-1 20 0,14 0 21 16,-14-1-7-16,0 2 0 0,0-2-7 0,0 0-8 15,0 1 7-15,0 1 0 0,0 1 15 0,0 1 9 16,0 2 8-16,0 2-13 0,0 0-19 16,0 2-13-16,-15 7-5 0,15 0 10 0,-15 0 8 15,15 0-5-15,0 0 3 0,-17 0 2 0,17 0-7 16,-20 0-7-16,4 10 11 0,16 1 1 0,-19 0 4 15,19 2 34-15,-19 0-31 0,1-1-2 0,18 3 5 16,0-1-16-16,0-1 21 0,0 3-5 0,0-3 4 0,0 1-3 16,0 0 0-16,0-1 17 0,0 1-24 15,0-3 19-15,0 1-17 0,0-1 7 0,19 0 24 16,-3 0-18-16,1 0 17 0,0-1-15 0,3-1-20 0,2 0 4 16,-1-9-8-16,2 11 8 0,4-11 16 15,2 0 5-15,-3 0 20 0,1 0-9 0,-1 0-1 0,-1 0 0 16,0 0-15-16,-3 0 15 0,-1 0 2 0,-2-14-20 15,-2 2-3-15,-2-1-16 0,0 0 1 16,-2-1 15-16,-13-1-10 0,16-2 15 0,-16 0-18 0,13-1 1 0,-13 1 15 0,0 0-19 31,0 1 12-31,0 0-7 0,0 1-13 0,0 1 6 16,0 0-1-16,0 2 7 0,0 1 7 0,-13 1-12 16,13 2-6-16,-17 1-7 0,4 7 12 0,13-9-2 15,-14 9 2-15,14 0 1 0,0 0-18 0,-13 0 6 16,13 0 5-16,0 0 3 0,0 0 6 0,0 0 3 0,0 0 12 15,-14 9-13-15,14-1 4 0,0 1 10 0,0-1-20 16,0 1 18-16,0 1 2 0,0 0-5 0,14 2 6 16,-1 1-9-16,4 0-3 0,-1 0 0 0,3-1-2 15,-2 4 6-15,4-3-4 0,-1 3 3 0,-1-3 9 16,3 1-5-16,-3 1-2 0,-1-1 6 0,-1 0-3 0,-2-2-5 16,-2 1 10-16,-13-3-18 0,17-1-5 0,-17 1 14 0,0-10-9 31,0 11 10-31,0-11-7 0,0 10-3 0,0-10 11 0,0 10 4 0,0-10 15 0,0 0-16 15,0 9-12-15,0-9 5 16,0 0-3-16,-15 0 15 0,0 0-22 0,-2 0-38 0,-1 0-80 0,0 0-83 16,-4 0-79-1,-2 0-126-15,-2 0-94 0,-4 0-134 0,-4-9-98 16,1-1-118-16,-2-1 81 0</inkml:trace>
  <inkml:trace contextRef="#ctx0" brushRef="#br0" timeOffset="165139.81">18212 8130 1580 0,'0'-10'16'0,"-17"-1"11"0,3 2 14 16,14-2 17-16,-16 4 6 0,16-1-1 0,-16 8 10 15,16-10-2-15,-13 10-15 0,13 0 6 0,0-7-11 16,0 7 3-16,0 0 57 0,0 0-10 0,0 0 9 16,0 0-6-16,0 0-60 0,0 0-3 0,0 0-11 15,0 0-7-15,0 0 9 0,0 0 20 0,0 0-9 16,0 0 14-16,0 0-11 0,0 0-25 0,0 0-6 15,0 0-20-15,0 0 14 0,0 0 6 16,0 0 0-16,0 0-12 0,0 0-10 0,0 0 3 0,0 0-7 16,0 0 27-16,0 0-20 0,0 0 1 0,0 0 6 15,0 0-22-15,0 6-37 0,0-6-154 0,0 0-96 16,0 0-132-16,0 0-74 0,0 0-49 0</inkml:trace>
  <inkml:trace contextRef="#ctx0" brushRef="#br0" timeOffset="165711.51">19812 8450 1947 0,'0'0'23'0,"0"0"21"0,0 0 35 0,0 0 78 0,0 0 4 16,0 0 0-16,0 0-44 0,0 0-86 0,0 0-17 16,0 0-17-16,0 0 4 0,0 0 8 0,0 0-6 15,0 0-2-15,0 0 8 0,0 5-10 0,0-5-8 16,0 5-1-16,0-5-8 0,0 0-87 0,0 0-113 15,0 5-140-15,0-5-121 0,0 6-99 0</inkml:trace>
  <inkml:trace contextRef="#ctx0" brushRef="#br0" timeOffset="165901.72">19801 8668 2287 0,'0'0'85'0,"0"0"37"0,0 6 52 0,0-6 31 0,0 0-55 16,0 0 6-16,0 0-3 0,0 6-2 0,0-6-22 16,0 0-31-1,0 6-45-15,0-6-25 0,0 6-13 0,0-6-15 16,0 7 11-16,0-7 4 0,0 7 11 0,0-7-70 16,0 9-241-16,0-9-427 0,0 0-266 0</inkml:trace>
  <inkml:trace contextRef="#ctx0" brushRef="#br0" timeOffset="167597.7">5623 12037 2210 0,'-4'0'53'0,"2"0"49"0,1 0 86 0,-1-2 52 0,2 2-29 15,0 0-14-15,0 0-57 0,0 0-35 0,0 0-3 16,0 0-26-16,0 0 5 0,0 0 0 0,0 0-12 16,0 0 8-16,0 2-12 0,0 0-23 0,0-2 11 0,2 0-18 15,-1 0-16-15,1 1 5 0,1 0-17 16,-2-1 22-16,2 0 12 0,2 1 15 0,2 1 11 16,1 0 0-16,7 2-18 0,3-1 9 0,6 1-6 0,4 1-5 15,4 2 7-15,4-1-24 0,8 0 7 16,1 1-15-16,5 1 4 15,4-1-14-15,0 1 4 0,6-1-7 0,0 0-10 0,0 0 21 0,-2 0-6 0,-1-1 18 16,-5-2 18-16,-6 1-8 0,-3-3 6 0,-7 0-19 16,-6 0-1-1,-6-1 0-15,-3 0-2 0,-6-1 21 0,-5 0-11 16,-2 0 12-16,-3 0-13 0,-2 0 3 0,-3 0-10 0,0 0-5 0,0 0 3 16,0 0-8-16,0 0 2 0,0 0-3 0,0 0-13 15,0-2-2-15,0 0 6 0,0 1-16 0,0 1 6 16,0 0-35-16,0-1-87 0,0-1-78 0,-3-1-103 15,1 1-97-15,1-2-38 0,-1 0-101 0,-3 0-34 16,0-2-56-16,0 1-61 0,-2-2 60 0</inkml:trace>
  <inkml:trace contextRef="#ctx0" brushRef="#br0" timeOffset="168063.29">6446 11900 3046 0,'0'0'23'16,"0"-5"26"-16,0 5 32 0,0 0 21 0,0 0-10 15,0 0-23-15,0 0-30 0,0 0-16 0,0 0-8 16,0 0-10-16,0 0 1 0,0 0 13 0,0 0 17 16,0 0 26-16,0 7 53 0,0 3 22 0,0-1 12 15,0 0 30-15,0 2-36 0,0 3-17 0,17 0-8 0,-1 0-27 16,1 1-8-16,2 0-13 0,0-1-6 0,5 1-7 15,-1 0-7-15,0 0-7 0,2 0-18 16,0 0-11-16,-1-1-1 0,1 0-3 0,-5-1 3 16,-2-2-19-16,0-2-4 0,-4-1 7 0,-14-8-2 15,16 9 14-15,-16-9-1 0,0 0-2 0,0 10-1 0,14-10-5 16,-14 0 6-16,0 0-8 0,0 10 9 0,0-10-4 16,0 7 1-16,0-7-3 0,0 8-6 0,0-8 4 15,-16 11 2-15,5-1 10 16,-2 0-9-16,-4 1 12 0,1-2-14 0,-1 2 4 0,0 1 2 0,-1-1-11 15,1 1 21-15,-1-1-3 0,-1-1-7 0,2 1 0 16,0-1-8 0,-1-2-13-16,2 2 26 0,2-3-2 0,0-7-7 15,3 11 19-15,11-11-23 0,-16 9 14 0,16-9 0 16,-13 0-10-16,13 0 3 0,0 8-2 0,-14-8 8 16,14 0-16-16,0 0-4 0,0 0-66 0,0 0-60 15,0 0-65-15,0 0-95 0,0 0-57 0,0 0-95 16,0-7-93-16,0 0-52 0,0-2-43 15,-13 1-92-15,13-4 145 0</inkml:trace>
  <inkml:trace contextRef="#ctx0" brushRef="#br0" timeOffset="170380.58">6836 12323 1238 0,'0'0'0'0,"-13"0"24"16,13 0 44-16,0 7 18 0,0-7 43 0,0 0 29 0,0 0-16 15,0 0 25-15,0 0 43 0,0 0-22 16,0 0 18-16,0 0-19 0,0 0-24 0,0 0-10 0,0 0 23 16,0 0 14-16,0 0-1 0,0 0 9 0,0 0-30 15,0 0-3-15,0 0-40 0,0 0-27 0,0 0-25 16,0 0-24-16,0 0 7 0,0 0 6 0,0-9 6 15,0 9 4-15,0-9-17 0,0 1-6 0,0 1 11 16,0-3-15-16,0 2 17 0,0-3 4 0,0 1-19 16,0-2 6-16,0 0-18 0,0-1-6 15,0-3 8-15,0-1-2 0,0-2 5 16,13-1 18-16,-13-1-13 0,0-2-14 0,0 1-10 16,17-2-7-16,-17-2-2 0,0 2-3 0,15-1 0 15,-15 1-3-15,17-2 0 0,-17 3 14 0,16-1 11 16,-16 3-14-16,19 1 1 0,-19-1 8 0,16 4-15 15,-16-2 13-15,17 2 3 0,-17 1 3 0,13 1 9 16,-13 0-12-16,17 0-6 0,-6 1-4 0,-11 0-1 0,19 1 1 16,-3 0 5-16,-2-1-2 0,1 2 1 0,0 1 4 15,0 0 7-15,2-1-4 0,-3 2-3 0,3 2 3 16,-2 0-11-16,2-1 4 0,-2 3 9 0,0 6-12 16,1-8 5-16,0 8-5 0,0-8-10 0,1 8 1 15,2-7 3-15,0 7-4 16,1-7 4-16,0 7 3 0,2 0-1 0,-2 0-7 0,1 0-2 0,1 0 8 15,-2 0-14-15,0 0 13 0,-2 0-14 0,1 0-13 0,-3 0 13 16,1 0-3-16,-2 0 17 0,-1 9-4 16,2-9-10-16,-2 9 8 0,2-2-13 0,-2 0 11 0,2 2-2 15,1-1-8 1,1 0 9-16,-1 2-2 0,-1-1 7 0,3 1-5 0,-3 1-3 0,1 1-2 0,-4-1 9 16,3 1-2-16,-2 0-1 15,0 0-3-15,-1 1-7 0,1-1 1 0,-1 2 8 16,2-2-7-16,-2 1-3 0,1 0 10 15,-1 0 2-15,-13 0 4 0,16 0-4 0,-2 1 1 16,-14 0-9-16,16 1 3 0,-4 0 3 0,-12 1-6 16,16 2-3-16,-2 0 4 0,-14 0 10 0,15 2 2 0,-1-3 1 15,-14 2-7-15,14 0-12 0,-14-2-2 16,16 2 8-16,-5-1-1 0,-11 0 2 0,11 0-5 0,-11 1 0 16,0-1 10-16,14 0 2 0,-14 0 13 15,0-2-16-15,0 2-1 0,10-1-15 0,-10-1 1 0,0 0 18 16,0 0-12-1,0 0 16-15,0 1-16 0,0-2 0 0,0 0 5 0,12 0 4 0,-12 1 6 0,0-2-5 16,0-1 7 0,0 1-15-16,0-2 0 0,0 3 0 0,0-3 5 0,0 1 8 0,0-1-2 0,0 0 5 15,0 0-9 1,0-1 1-16,0 2 6 0,0-2-1 0,0 0-7 0,-12 1 8 16,12-1-9-16,0 1 6 0,-13 0 7 0,13-1-13 0,-14 2 7 15,14-2-5-15,-13 0 11 16,13-1 1-16,-11 2 2 0,11-1-3 0,-16 0-5 15,16-1 24-15,-14 2 4 0,14 0 6 0,-16-2-2 0,16 2-13 16,-16-1-2-16,16 0-6 0,-15 0 13 0,2-1-12 16,13 0 3-16,-17 0-6 0,4-1-18 0,-1-9 26 15,14 12-28-15,-15-12 24 0,0 11 1 16,15-11-26-16,-18 9 22 0,4-9-30 0,14 11 21 0,-14-11 7 16,14 10 0-16,-16-10 13 0,16 10-28 0,-13-10 7 15,13 9 4-15,-15-9 10 0,15 0 14 0,-16 9-14 0,2-9 6 16,3 0-19-16,-1 0-7 0,12 9 11 0,-17-9-19 15,4 0 18 1,-1 0 2-16,3 0 1 0,-3 8-1 0,1-8-19 0,-1 0 6 0,1 0-15 0,2 0 13 16,-3 0 9-16,1 0 1 0,-1 0 7 0,3 9 5 15,-2-9-8-15,1 0 1 0,1 0-17 0,-3 0-3 32,2 0 5-32,1 0 5 0,-1 0 19 0,2 0-15 0,2 0 0 0,8 0-6 15,-15 0-3-15,5 0 11 0,-1 0-1 16,11 0-6-16,-13 0 4 0,2 0 5 0,-1 0-6 15,2-9-17-15,0 9 0 0,1-8 3 0,-2 8 8 16,1-9 12-16,0 9-11 0,10-8-1 0,-13 8 0 16,2-9-2-16,-2 9 4 0,13-8 1 0,-13 8 1 15,3 0 7-15,10-7-2 0,-15 7-13 0,6 0-5 16,9 0 7-16,-14 0 5 0,2-10-4 0,2 10 7 16,10 0-12-16,-12-10 5 0,-1 10 1 15,13-8-6-15,-15-1 15 0,5 9-20 0,10-9 13 0,-14 9 3 0,3-9-4 16,0 1 8-16,11 8-14 0,-14-7 3 0,14 7-5 15,-13-8 4-15,1 8 9 0,12-7-20 0,-13 7 12 16,13-8 14-16,-13 8-8 0,13-8 11 0,-16 8-15 16,16-8-5-16,-12 8 10 0,12-10 5 0,-13 10 5 15,13-7-15 1,-11 7 4-16,11-8 7 0,-11 1-7 0,11 7 24 16,-13-7-13-16,13 7-4 0,0-8 3 0,-11 1-8 15,11 7 13-15,0-9-7 0,-14 1 10 0,14 3-13 16,0 5-10-16,0-11-9 0,-11 4 5 0,11-1-1 15,0 2 6-15,-14-2 5 0,14 1-13 0,-13 0 19 16,13 0-7-16,0 0 4 0,-10 1-9 0,10-1-3 16,0 2-5-16,-12-2 4 0,12 1 12 0,0 2-9 0,0 4 13 0,0-8-18 15,-13 2 2-15,13 6 8 0,0-7-14 16,0 1 16-16,0 6-3 0,-14-7-4 16,14 1 7-16,0 0-3 0,0 2-2 0,0-1-1 0,-11-1 4 15,11 0 1-15,0-2 5 0,0 2-10 0,0-3 3 16,0 2-6-16,0 0 9 0,-11-3 7 0,11 0-6 0,0 1-7 15,0-3-16 1,0 1 6-16,0 0 10 0,0-1 1 0,0 0 11 0,0 0-16 0,0 2-4 0,0 0 16 16,0 0-6-16,0 1-2 0,0 1 4 0,0 0-10 15,0 0 1-15,0 3 21 0,0-2-16 0,0 7 3 32,0-7-6-32,0 2-13 0,0 5 22 0,0-8 2 15,0 8-6-15,0-6 8 0,0-1-21 0,0 7-3 0,0 0 13 16,0-6-2-16,0 6 9 0,-13 0 5 0,13-8-7 15,0 8-10-15,0 0-2 0,0-7-19 0,0 7-4 16,0 0-13-16,-11-5-32 0,11 5-12 0,0 0-56 16,0 0-24-16,0-7-57 0,0 7-56 15,-13 0-52-15,13 0-69 0,0-9-54 0,0 9-89 0,0-7-108 16,0 7-133-16,0 0-78 0,0 0-75 0,0 0 153 0</inkml:trace>
  <inkml:trace contextRef="#ctx0" brushRef="#br0" timeOffset="171004.78">7251 12386 1679 0,'0'0'18'16,"0"7"40"-16,0-7 38 16,0 0 31-16,0 7 12 0,0-7 37 0,0 5 1 15,0-5-28-15,0 5 11 0,0-5-59 0,0 6-8 16,0-6 39-16,0 0-5 0,0 0 26 0,0 0 15 0,0 0 21 16,0 0 22-16,0 0 4 0,0 0 11 0,0 0-7 15,0 0-13-15,0 0 12 0,0 0 5 0,0 0-13 16,0 0-19-16,0 0-57 0,0 0-42 0,0 0-33 15,0 0-9-15,0-9 7 0,0 0-3 0,14-1 5 16,-14-2 1-16,0 0-3 0,0-2-14 0,13-1-11 0,-13-2-7 31,0-2-3-31,13-1 14 0,-13-1-5 0,13-3 6 0,-13-2-5 0,14-2 0 16,-3 2 2-16,-11-2 1 0,13 1 5 0,1 0-2 0,-14 1 7 0,13 3-10 16,-13 1-5-1,12 5-7-15,-12 1-11 0,13 2-13 0,-13 1-1 16,0 5 5-16,0 1-7 0,10 7 14 15,-10 0-11-15,0 0-18 0,0 0 4 0,0 0-10 16,0 0 5-16,0 0 14 0,0 0-11 0,0 0 8 0,0 0 2 16,0 0 4-16,12 0 20 0,-12 14-14 0,10-1 13 15,-10 0-4-15,11 1-13 0,-11 2 10 0,14 1-14 16,-3 0-2-16,-11 3 10 0,14-1-12 0,-2 0 7 16,0 1-16-16,-12 0-2 0,13 0 14 0,-2-2 8 15,-11 1 8-15,17-2-4 0,-7-1 2 0,-10-2-12 16,14 0 4-16,-14-3 0 15,11 0-7-15,-11-3 7 0,0 1 5 0,11-9-6 0,-11 9-26 0,0-2-32 0,0-7-39 16,0 0-68-16,0 0-38 0,0 0-17 0,0 7-51 16,0-7-20-16,0 0-29 0,0 0-97 0,0 0-94 15,0 0-128-15,0 0-76 0,0 0-43 0,0 0-51 16,0-5 221-16</inkml:trace>
  <inkml:trace contextRef="#ctx0" brushRef="#br0" timeOffset="171262.66">7311 12196 2546 0,'0'0'41'0,"0"0"15"0,0-7 39 0,-10 7 24 0,10 0-5 16,0 0 18-16,0 0-18 0,0 0 25 0,0 0-24 16,0 0 4-16,0 0 10 0,0 0-6 0,0 0 10 15,0 0-8-15,0 0 4 0,14 0-33 0,-3 0-2 16,2 0-24-16,4 0-37 0,-1 0-22 0,2 0-3 15,-2 0-15-15,2 0 15 0,-2 0 4 16,-2 0-26-16,-1 0 12 0,-13 0 9 0,14 0-24 16,-14 0-43-16,10 0-96 0,-10 0-127 0,0 0-76 0,0 0-135 15,0 0-72-15,0 0-83 0,0 0-114 0</inkml:trace>
  <inkml:trace contextRef="#ctx0" brushRef="#br0" timeOffset="172562.81">8166 12202 1244 0,'-16'0'14'16,"16"0"-6"-16,-14 0 12 0,14 0 21 0,-15 0 12 15,15 0 23-15,-12 0 3 0,12 0-19 0,0 0-13 16,0 0-10-16,-11 0-4 0,11 0 9 0,0 0-1 16,0 0 21-16,0 0 8 0,0 0 11 0,0 0 22 15,0 0 57-15,0 0 19 0,0 0-15 0,0 0 9 16,0 0-74-16,0 0-18 0,0 8 14 0,0-8-11 15,0 4 9-15,0-4 14 0,11 0-1 0,1 7-6 16,0-7-12-16,-1 8 10 0,1-8-7 0,4 7-1 0,-2-7 7 0,4 7-24 16,-1-7-1-16,4 7 2 0,0 1 16 15,2-8-11-15,2 7-1 0,-1-7-29 0,4 10-9 16,0-3 6-16,0-7 14 0,2 8 0 0,0-1 8 16,0-7-5-16,2 9-36 0,-1-1 22 15,-2-8-3-15,3 7 2 0,-1-7 19 16,-1 9-7-16,0-9-38 0,0 10 1 0,0-10 4 15,0 7-9-15,-3-7 23 0,1 8 2 0,-1-8 0 16,-2 9 4-16,-2-9-7 0,-1 0-11 0,2 8-6 16,-2-8-3-16,-3 0 9 0,1 0 7 0,-2 7-22 15,2-7-7-15,1 0-10 0,-2 9-11 16,0-9 30-16,1 0-7 0,-1 0 4 0,3 8 0 16,-3-8-13-16,1 0 11 0,0 0-9 15,0 0 12-15,1 8-4 0,1-8 3 0,-1 0 6 0,-2 0-13 16,1 0 0-16,-1 8 4 0,0-8-3 0,-2 0 2 0,-2 0 18 0,-15 0-16 15,19 0 8-15,-19 8-18 16,17-8-5-16,-17 0 14 0,16 0-12 0,-16 0 21 0,16 0-13 0,-2 0 2 0,-14 0-12 16,16 7 6-16,1-7 5 15,-4 0-10-15,1 0 16 0,-1 0-14 0,-1 0-4 16,3 0 12-16,0 7-10 0,-2-7 6 16,3 0 6-16,-5 0-10 0,2 0 5 15,1 0 7-15,-14 0-4 0,14 0 10 0,-14 7 2 0,17-7-4 16,-17 0 4-16,10 0-13 0,-10 0-2 0,0 0 4 15,0 0-1-15,0 0 8 0,11 0-3 0,-11 0-7 0,0 0-6 16,0 0-11-16,0 0 0 16,0 0 11-16,0 0 10 0,0 0 1 0,0 0 8 0,0 0-10 0,14 0-12 0,-14 0 5 15,0 0-9-15,0 0 3 0,0 0 11 16,0 0 0-16,0 0 6 0,0 0 1 16,10 0-9-16,-10 0 0 0,0 0-5 0,0 0-3 0,0 0 10 15,0 0 6-15,0 0 1 0,0 0-2 0,0 0-12 0,0 0 0 16,0 0 3-16,0 0-6 0,0 0 11 0,0 0-5 15,0 0-8-15,0 0 9 0,0 0-9 16,0 0-1-16,0 0 7 0,0 0 1 0,0 0 10 16,0 0-8-16,0 0-6 0,0 0 7 0,0 0-13 15,0 0 16-15,0 0 0 0,0 0-12 0,0 0-11 0,0 0-43 16,0 0-58-16,0 0-41 16,0 0-64-16,0 0-64 0,0 0-54 15,0 0-74-15,0 0-75 0,0 0-26 0,0 0-60 16,-13 0-34-16,-1-7-11 0,14 1-57 15</inkml:trace>
  <inkml:trace contextRef="#ctx0" brushRef="#br0" timeOffset="173148.08">9551 12265 1940 0,'0'0'37'16,"0"-7"46"-16,0 2 94 0,0 5 36 0,0-7 15 15,0 7-3-15,-13 0-58 0,13-5 8 0,0 5-18 16,0 0-22-16,0 0-28 0,0 0-46 0,0 0-30 16,0 0-20-16,0 0-11 0,0 0 1 0,0 0-5 15,0 0 5-15,0 0-4 0,0 0 6 0,0 0 22 0,0 6 27 16,0 1 29-16,0-1 23 0,0 0-1 0,0 3-9 15,0-1 0-15,0 3-7 0,13-1-14 16,-2 1-5-16,3 0 0 0,-1 0 3 0,3-1-5 16,0 3-5-16,4-1-21 0,0 0-9 15,1 0-6-15,3-1-7 0,1 0 5 0,0-1-16 0,-1-1 6 16,0 1-8-16,0-3 5 0,-4 1-3 0,-4-8 7 16,0 9 15-16,-5-9-9 0,-11 0 10 0,12 8-3 0,-12-8-18 15,0 0 11-15,0 0-8 0,0 0-9 0,0 0 6 16,0 0-16-16,0 0 5 0,0 0-1 0,0 0 6 15,0 0 4-15,0 0-11 0,0 0 19 0,0 0-10 16,0 0 1-16,0 8 1 0,0-8-18 0,-17 0 10 16,6 8-11-16,-3-8 10 0,1 8 7 0,-1-8-2 15,1 9 7-15,-4-1 4 0,1-8 4 0,-3 10-8 16,2 1 14-16,-4-4-14 16,-1 0-5-16,4 2-5 0,-2-1-6 15,1 0 0-15,0 1 4 0,2-9 5 0,2 11 9 16,0-3 4-16,15-8-6 0,-16 11-5 0,0-11-7 0,16 10-2 0,0-10-5 0,-13 11 17 31,13-11 3-31,0 0-13 0,0 7 6 0,0-7-6 0,0 0-1 16,0 0 15-16,0 0 4 0,0 0-11 0,0 0-17 15,0 0 2-15,0 0 13 0,0 0-27 0,0 0-55 0,0 0-68 16,0 0-102-16,0 0-114 0,-14 0-106 0,14 0-157 16,0 0-138-16,0-7-175 0</inkml:trace>
  <inkml:trace contextRef="#ctx0" brushRef="#br0" timeOffset="173880.25">8983 11597 2083 0,'0'0'38'0,"0"0"34"0,0 0 89 0,0 0 20 16,0 0-10-16,0 0-4 0,0 0-69 0,0 0 7 0,0 0 8 16,0 0-22-16,0 0 25 15,0 0-28-15,0 0-14 0,0 0 2 0,0 0-47 0,0 0 9 16,0 0-21-16,0 0 1 0,0 0-1 0,0 0 3 0,0 5-1 16,0 0-2-16,-15-5 19 0,15 7 7 15,-15 0 3-15,4 0 3 0,11 1 13 0,-16 2-16 0,4-1-4 16,12 2-1-16,-13 1-30 15,13-1 1-15,-17 4 16 0,17-3-10 0,-11 1 18 16,11 1 7-16,0 0-3 0,0 1 13 0,0-1-17 16,0 1 20-16,0-1-11 0,0 1-6 0,0 1 20 0,0-3-25 15,0 1 14-15,0 0 5 0,14 0-10 16,-3 0 15-16,3 0 12 0,2-2 8 0,0 0-8 16,1-2-4-16,0 0-20 0,1-10 13 0,2 13 7 15,-2-13-3-15,2 10 8 0,-1-10-11 16,1 0-4-16,-2 0 12 0,0 0-4 0,-1 0-3 15,0 0-1-15,-2 0-6 0,-2 0 9 0,1-12-25 0,-3-1 7 0,-11 0-8 16,15-2-18-16,-15 1 23 16,15-3-3-16,-15 0-11 0,12-3 0 0,-12 0-7 15,0 0-3-15,0-2 7 0,0 1 1 16,0 0-20-16,0 1 2 0,0 2 0 0,0-1-15 0,0 1 16 0,0 2 0 0,0 0-22 0,-15 1 22 31,0 1-14-31,-2 2-5 0,1 0 4 0,-3 1-15 16,-1 3 11-16,2-1 0 0,-4 4 6 0,3 5 3 15,-2 0 1-15,1 0-12 0,1 0-5 0,2 0 2 0,-2 0-23 16,4 0-31-16,-2 0-40 0,4 0-53 0,13 12 16 16,-18-2-30-16,3-1-26 0,15-1-21 0,-14 1-91 15,14 1-50-15,-14 0-80 0,14-1-67 0,0 1-96 16,0 0-64-16,0 0-129 0</inkml:trace>
  <inkml:trace contextRef="#ctx0" brushRef="#br0" timeOffset="174727.8">10506 12300 2090 0,'0'-6'36'0,"0"6"91"0,0 0 28 0,0 0 47 0,0 0-12 0,0 0-66 16,0 0 3-16,0 0-34 0,0 0-15 0,0 0-17 15,0 0-23-15,0 0-4 0,0 0-13 0,0 0 15 16,0 0 6-16,0 0 21 0,0 0 15 0,0 6-12 15,0-1 8-15,0 2-11 0,0 2 11 0,0 0 19 32,0 2-9-32,0 2-1 0,0-1-2 0,0 3-22 0,14 0 5 15,-14-1-10-15,11 1-10 0,-11 2-8 0,0-1 5 16,13 0-13-16,-13 0-15 16,12 0 6-16,-12-1-24 0,13 0 10 0,-13-1 6 0,11 0-4 0,-11-1 2 0,11-1-2 15,-11-2 1-15,0-2 11 0,13 1-9 0,-13-9-1 16,0 9 1-16,14-2-11 0,-14-7 0 0,0 6-6 15,0-6-33-15,0 0-70 0,0 0-56 0,0 0-112 0,0 0-86 16,0 0-116-16,0 0-53 0,0 0-28 0,0 0-12 16,0-10 6-16,0-2 106 0</inkml:trace>
  <inkml:trace contextRef="#ctx0" brushRef="#br0" timeOffset="175342.93">10503 12348 2597 0,'-19'-11'57'0,"19"0"59"0,-13 1 60 31,13 0 58-31,0 3 0 0,0-1-18 0,0 3-38 0,0 5-54 16,0-7-39-16,0 7-10 0,0-6-4 0,0 6 22 15,0 0 16-15,0-7-19 0,0 7 5 0,0 0-10 0,20 0-8 0,-2-6 1 16,-1 6-19-16,-1 0 5 0,3 0-9 0,0 0 0 16,-1 0 5-1,2 0-21-15,1 0-16 0,-1 0 6 0,1 0-30 16,-4 0 20-16,2 0-19 0,-3 0-16 0,-2 0 13 15,-1 0-11-15,-13 8 18 0,12 0-9 0,-12-8 23 16,0 11-12-16,0-2-18 0,0-1 25 0,0 0-21 16,0-1 7-16,0 3 12 0,0-2-20 0,0 2 4 0,0 0-3 15,-17-1 8-15,1 1 8 0,2 1-2 0,-2-2 1 16,1 0-11-16,0-1 6 16,1-8 4-16,14 9 2 0,-18-9-11 0,5 0 3 15,13 7-11-15,0-7 8 0,-12 0 5 0,12 0-1 16,0 0 6-16,0 0-14 0,0 0 16 0,0 0-12 0,0 0 11 15,0 0-2-15,0 0 1 0,0 0-7 0,0 0-10 16,0 0 12-16,0 0-6 0,13 0 8 0,3 8 3 16,-2-8-4-16,3 0 1 0,1 12 0 0,1-3 5 15,-2-1-7-15,1-1 3 0,-1 0 1 0,-1 2 2 16,1-1 5-16,-4 2-4 16,2-1-2-16,-2 1-3 0,-13 0-1 0,17 1 2 0,-7 0-2 0,-10 2 0 15,0-2-1-15,0 1 0 0,0 0-5 0,0 0 9 16,0 0-3-16,0 1-2 0,0-2 5 15,0-1-8-15,0 2 20 0,0-1 6 0,-19-2 8 0,5-9 5 16,-3 12-1 0,-1-12 10-16,1 11 9 0,-2-11 13 0,-2 0-2 0,-1 0-10 0,1 0 20 0,1 0-10 0,-2 0 0 15,4 0 4-15,0 0-23 0,2 0 4 0,1 0 13 16,1-11-16 0,14 3 10-16,-16 8-16 0,16-9-22 15,-17 9 5-15,17-10-19 0,0 10 1 0,0-9 3 0,-13 9-8 0,13 0-3 0,0-8-4 0,0 8-37 31,0 0-62-31,0-7-59 0,0 7-72 0,0 0-47 16,0 0-36-16,0-7-57 0,0 7-75 0,0 0-66 0,0 0-105 0,0 0-50 0,0 0-53 16,0 0-44-1</inkml:trace>
  <inkml:trace contextRef="#ctx0" brushRef="#br0" timeOffset="177677.72">9881 12496 1654 0,'0'0'42'15,"0"0"51"-15,0 0 31 0,0 0 103 16,0 0-2-16,0 0-20 0,0 0 3 16,0 0-73-16,0 0-2 0,0 0-4 0,0 0 16 15,0 0 6-15,0 0-5 0,0 0 7 0,0 0-23 16,0 0-12-16,0-6-16 0,0 6-9 0,0-7-2 0,0 0-11 16,0 2 9-16,0-2-37 0,0 0-3 0,0 0-3 15,0 0-13-15,0-1 40 0,0 0-6 16,10-1-3-16,-10-1-17 0,0 0-21 15,14-1 0-15,-14-1-6 0,11-1 35 0,-11-2-6 16,13 1-19-16,-13-1 16 0,14 0-21 0,-14-2 9 16,14-1 8-16,-1 0 11 0,-13-2-3 0,14 2 7 0,-1-2 4 0,-13 1-12 0,14 0 16 15,-14 0-40-15,17 0 14 0,-6 1-12 16,-11 1-20-16,15 0 28 0,-1 0-17 0,-14 0 3 0,16 2 4 16,-2-1-4-16,-1 1 13 0,1 0-17 0,-3 0 4 15,3 0-8-15,0 0-14 0,2-1 19 16,0 3-12-16,3-2 12 0,-1 1 8 0,0 1 0 15,0-1 0-15,2 2 4 16,-1 0-7-16,0 1-6 0,0 3 5 0,-3-2-12 16,3 3 8-16,1 0-1 0,-2 7-7 0,1-10 5 15,1 10-9-15,-2-8 5 0,2 8-7 0,-2-7 8 16,1 7-12-16,-2 0-12 0,2-8 23 0,0 8-22 16,-1 0 17-16,1 0 5 0,2 0-15 0,-3 0 7 0,4 0-10 15,0 0 6-15,-1 0 5 0,3 0-2 0,-2 0 7 16,1 0-8-16,0 0-4 0,-1 8-1 0,1-8 4 15,-1 9-2-15,-1-9 3 0,0 11-2 0,-1-4 2 16,-1-7-2-16,0 9 7 0,0-9 4 16,0 11 2-16,1-2-11 0,-2-1-1 15,3 1 4-15,-3-2-10 0,3-7 20 0,-2 12-3 16,0-1-7-16,0 0 8 0,0-1-19 16,-3 1-1-16,4 0 15 0,-4 1-8 0,3 0 11 15,0 1 1-15,0 1-14 0,-2 0 9 0,0 0-5 0,0 1-3 0,0-1-10 0,-1-1-2 0,-2 0 9 31,0 0 0-31,-1 0 15 0,-13 0-8 0,17 0-7 16,-4 1-2-16,-13 1-1 0,14 2 5 0,-1-3-7 16,-13 2 6-16,14 0-1 0,-3-1-9 0,-11 1 12 15,15 0 3-15,-15-1 1 0,12 2 4 0,-12-2-7 16,11 2-5-16,-11-2 2 0,0 2-3 0,14-1 8 0,-14 0-3 16,0 0 3-16,13 0 2 0,-13-1-6 0,0 0-4 15,0 2 1-15,11-3 17 0,-11 1-7 0,0-1 9 16,0 1-8-16,0-1-20 0,0 1 20 0,0-1-6 15,0 1 5-15,0-2-1 0,13 1-6 0,-13 0 10 16,0 0-7-16,0 1 15 16,0-1-12-16,0 1-1 0,0-1 14 0,0 1-22 0,0-1 12 0,0 1 1 0,0-1-9 15,0 1 8 1,0-1-7-16,0 1 7 0,0 0 2 0,0-3 6 0,0 2-2 0,0-2-8 0,0 1-5 16,0-1-4-16,0 0 2 0,0-3 4 15,0 2 0-15,0 0 7 0,0-1 1 0,-14 2-15 16,14-1 9-16,0 0-13 0,-12-2-3 0,12 3 23 0,0-1-7 15,0 0 11-15,-12 0 1 16,12 0-24-16,0 0 3 0,-14 0 2 16,14 2 0-16,0-1 17 0,-13-1-1 0,13 0-4 15,-12 2 4-15,12-1-10 0,0-1-11 0,-17 2 5 16,17-3 7-16,-14 2 4 0,14-1 18 0,-16 0-12 16,16-1-18-16,-15 2 2 0,15-1-5 15,-15-1 12-15,1-1-2 0,14 1 1 0,-14-2 4 0,14 2-4 16,-16-2 12-16,16 0-1 0,-16 0-7 0,2-1-1 0,14 1 0 15,-16-8-1-15,2 12 5 0,14-5 4 0,-16 0-8 16,2-7 10-16,14 10-5 0,-19-2-2 0,3-1 12 16,4 0-4-16,-1-7 0 0,-1 9 5 0,1-1-5 15,-3-8 8 1,0 9-11-16,1-2 11 0,0-7-11 0,-4 8 6 16,2-8 12-16,-2 8-19 0,2-8 12 0,-1 0-15 15,-1 9 3-15,2-9 7 0,0 0 6 0,-1 7 0 16,1-7-13-16,0 0 5 0,0 0-5 0,0 0-8 0,1 7 3 15,-1-7-11-15,3 0 3 0,-2 0 16 16,1 0 0-16,0 0-2 0,0 0-21 0,0 0-1 16,0 0 6-16,0 0 7 0,0 0 12 0,2 0-21 15,-2 0 11-15,1 0-7 0,1 0 12 0,-2 0 7 0,2 0-28 16,0 0 22-16,-3 0-12 0,3-7 0 0,-2 7 19 16,2-7-41-16,-1 7 20 0,0-5 2 0,0 5-5 15,-1-7 17-15,0 7-22 0,0-7 16 0,0 7 2 16,0-8 8-16,-2 8-3 0,1-6-25 0,0 6 6 15,-1-7-10-15,1 7 8 0,2-6 16 0,1 6-16 0,2-5 13 16,11 5 3-16,-19-7-9 0,6 7 3 0,1-5-15 16,12 5 14-16,-16 0 3 0,5-7-2 0,-2 7 7 15,13-5-14-15,-12 5 13 0,12 0 2 0,-12-7 0 16,12 7 6 0,-14 0-30-16,14-5 17 0,-11 5 13 0,11 0 0 0,-14-8 27 15,14 8-23-15,-13-7 7 0,13 7-9 16,-14-7-4-16,5 1 19 0,9 0-26 0,-13 2 21 15,13-2-6-15,-14 1-1 0,14-1 3 0,-11 0-29 16,-2 0 7-16,13 0-3 0,-11-1 5 0,3 2 10 16,8-2-21-16,-14 0 11 0,14-1-11 0,-11 2 11 15,11-2 12-15,-12 2-13 0,12-1 11 0,-12 0-18 16,12 1-2-16,-11-2 2 0,11 1-14 0,-10 1 29 16,10-2 2-16,-10 2-4 0,10-1 8 0,-12 0-33 0,12 0 6 15,-8-1 0-15,8 1 6 0,0-2 15 0,-12 2-10 16,12 0 7-16,0-1-3 0,-10 0-7 0,10 1 8 15,0 0-14-15,0 0 3 0,-11-1 4 0,11 2-2 16,0-2 10-16,0 1-13 0,-9-1 14 0,9 2-2 16,0-2-4-16,0 0 9 0,0 8-19 0,-10-9 14 15,10 0 8-15,0 1-4 0,0 0 0 0,0-1-20 16,0 9 4-16,0-10 8 16,0 0 10-16,0 1 14 0,0-1-23 15,-9 1-7-15,9 1-1 0,0 8-2 0,0-11 15 16,0 1-9-16,0 2 8 0,0 8-16 0,0-10-3 15,-10 1 9-15,10 0-8 0,0 0 16 0,0 0 3 16,0 0-14-16,0-1-3 0,0 3-6 0,0-2 11 16,0 0 14-16,0 1-4 0,-9 0-3 0,9 1-21 15,0 1 5-15,0-1 11 0,0 0 7 0,0 2 16 0,0-1-20 16,0 6-5-16,0-9-3 0,0 1-6 16,0 8 15-16,-10-8-9 0,10 0 11 0,0 2-3 0,0 6-2 15,0-8 7-15,0 1-26 0,0 2 15 0,0-2 5 0,0 7 6 16,-11-7 14-16,11 0-25 0,0 7-1 0,0-7-9 15,0 1 7-15,0 6 12 0,0-7-5 0,0 0 4 16,0 7-2-16,0-7-1 0,0 1-4 0,0 6-5 16,0-7 6-16,0 0 10 0,0 7 0 0,0-7-7 0,0 2-9 15,0-1 1-15,0 1-1 0,0 0 13 16,0 5-4-16,0-7-7 0,-11 1 14 0,11 0-2 16,0 0 2-1,0 0-1-15,0 0-15 0,0 1 3 0,0-2 1 16,0 2 4-16,0-2 13 0,0 0-22 0,0 1 11 15,-11-1-4-15,11 0-8 0,0 0 15 0,0 2-12 16,0-3-2-16,0 1 17 0,0 1-1 0,0-2 3 16,0 3-4-16,0-2-20 0,-11 2 7 0,11 1 1 15,0 4 10-15,0-6 3 0,0 6-1 0,0-7 0 16,0 7-3-16,0-4-6 0,0 4-5 0,0 0 5 16,0 0-23-16,0 0-40 0,0 0-55 0,0 0-99 15,0 0-56-15,0 0-83 0,0 0-72 0,0 0-86 0,0-6-180 16,0 6-175-16,0 0-182 0,0 0-91 0</inkml:trace>
  <inkml:trace contextRef="#ctx0" brushRef="#br0" timeOffset="184755.64">5968 14182 1784 0,'0'0'38'15,"0"0"9"-15,0 0 21 16,0 0 14-16,0 0-6 0,0 0 4 0,0 0 44 15,0 0-7-15,0 0-13 0,0 0-4 0,0 0-56 16,0 0 7-16,0 0-10 0,0 0 3 0,0 0 8 16,0 0 6-16,0 0 7 0,0 0 9 0,0 0 9 15,0 0-8-15,0 0 31 0,0 0-7 16,0 0 11-16,0 0 5 0,0 0-40 0,0 0-12 0,0 0-30 16,0 0-12-16,0 0-15 0,0 0-7 0,0 0 4 15,0 0-9-15,-12-6 15 0,-1 6-4 16,3 0-10-16,-4 0 4 0,1 0-12 0,1 0 18 0,2 0-2 15,-1 0-4-15,-3 0-3 0,3 0-8 0,1 0 8 16,-2 0 6-16,12 0 2 0,-13 0 6 0,13 0-4 16,-11 0-16-16,11 0 3 15,0 4-8-15,-9-4 14 0,9 0 3 0,0 7-1 0,0-7-9 0,0 4-6 0,0-4 8 16,0 7 5-16,0-7 19 0,0 7-13 0,0-1-6 16,0-6 16-16,0 8-22 0,0-2 15 0,0 1 6 15,0-2-12 1,9 3 25-16,-9-2-27 0,16 2 11 0,-5-1-5 0,3 1 1 0,-1 1 8 0,1 0 1 31,0 1-8-31,-1 0-9 0,1 0 11 0,-1 1-13 16,-1 0 10-16,1 0 1 0,-2 0 0 0,-11-1 0 15,13 1-8-15,-13-2-5 0,11 0 2 0,-11-1 8 16,0-8 11-16,0 9 6 0,0-9-8 0,0 8 5 16,0-8 1-16,0 0 5 0,0 8-2 0,0-8-5 0,-13 0 8 15,-1 9 0-15,3-9 31 0,-3 0 1 16,-2 0-22-16,0 8 0 0,-1-8-23 0,-2 0-5 0,1 0 4 15,0 0-7-15,0 0 14 0,-1 0-15 0,3 0 8 0,-1 0-8 16,4 0-13-16,-1 0 17 0,1 0-32 0,13-8-70 16,-12 8-95-16,12 0-126 0,-10 0-101 0,10 0-137 15,0 0-60-15,0-9-3 0,0 9-52 0</inkml:trace>
  <inkml:trace contextRef="#ctx0" brushRef="#br0" timeOffset="185055.84">6163 14302 3595 0,'0'-7'37'16,"14"7"-6"-16,-14-7 0 0,0 7 17 0,0 0-43 0,0 0 5 31,0 0 26-31,0 0-31 0,0 0 4 0,0 0 8 16,0 0-12-16,0 0 35 0,0 0 13 0,0 12-9 15,0-5 5-15,0 1 2 0,0 1-10 0,11 0 7 0,-11-1-20 16,0 3-13-16,11-1-7 0,-11 0 5 16,0-1-5-16,0 1-7 0,12-1 16 0,-12 0-11 15,0-9 9-15,0 10-11 0,0-10-5 0,0 9 6 16,12-9-3-16,-12 0 4 0,0 0-5 0,0 0 1 16,0 0-8-16,0 0 15 0,0 0-25 0,0 0-53 15,0 0-74-15,0 0-135 0,0 0-88 0,0 0-128 16,0 0-89-16,0 0-34 0,0 0-70 0</inkml:trace>
  <inkml:trace contextRef="#ctx0" brushRef="#br0" timeOffset="185196.78">6088 14134 2731 0,'-14'-8'21'0,"14"0"23"0,0 1 16 0,0 3-2 15,0-1-17-15,-11 5-30 0,11 0 2 0,0 0-2 16,0 0-21-16,0 0-36 0,0 0-139 0,0 0-101 15,0 0-103-15,0 0-78 0,0 0-24 0,14 0 24 16</inkml:trace>
  <inkml:trace contextRef="#ctx0" brushRef="#br0" timeOffset="186291.42">6395 14338 1632 0,'0'0'23'0,"0"9"22"16,0-9 23-16,0 0 21 0,10 8 6 0,-10-8-13 16,0 0 3-16,0 0 45 0,0 8 9 0,0-8 16 15,0 0 9-15,0 7-31 0,0-7 12 0,0 0-6 16,0 0 29-16,0 0 40 0,0 0 4 0,0 0 29 16,0 0-25-16,0 0-50 0,0 0-53 0,0 0-37 15,0 0-33-15,0-9-41 0,0-1 15 0,14 0-17 16,-14-2 2-16,14 0 21 0,-14 1-13 0,13-2 13 15,-2 0-7-15,-11 1-6 0,14 1 3 0,-4-1-13 0,-10 1 2 16,14 2-6 0,-3 0-7-16,-11 2 9 0,12 7-5 15,-12 0-5-15,13-5 8 0,-13 5 2 0,11 0-5 0,-11 0 4 0,0 0-5 16,13 0-1-16,-13 0 15 0,11 12-1 0,-11-1 6 16,15 1-7-16,-15 0 1 0,15 1 0 0,-3 0-8 15,-12 1 14-15,13 0-16 16,-2 0 20-16,0-1-10 0,-11 0-2 0,16 0 5 15,-3-1-14-15,-13-1 20 0,14-1-16 0,-14-1 6 0,14-9 8 0,-14 10-12 0,13-10 12 32,-13 0 6-32,0 0 5 0,11 0 3 0,-11 0 6 0,0 0-3 0,0 0-2 0,14 0-5 0,-14 0-9 31,0-10-7-31,11-3-8 0,-11 2 14 0,0-3-7 16,16 0-2-16,-16-2-9 0,0-1 3 0,13-1 8 0,-13 1-4 15,0 3 4-15,14-1-13 0,-14 1 5 0,13 0-6 0,-13 3 8 16,11 0 0-16,-11 1-6 0,15 2 9 15,-15 1-4-15,13 7 4 0,-13-7-4 0,16 7-3 16,-16 0 3-16,16 0-4 0,-16-5 10 0,15 5-7 16,-2 0 5-16,-13 0-10 0,17 0-13 0,-17 0 30 0,13 0-17 15,-13 0 3-15,16 0 20 16,-16 0-24-16,0 0 6 0,0 6 11 0,0-6-5 0,0 0-4 0,11 0 7 0,-11 0 5 16,0 0-5-16,0 0 12 0,0 0-2 0,0 0-14 15,0 0 1-15,0 0-1 0,0 0-10 16,0 0 15-16,0 0 3 0,0 0-10 0,0 0 7 15,0 0-14-15,-13 0-10 0,13 0 17 16,-20 0 2-16,7 0 3 16,-3 0-5-16,5 0-7 0,11 0 1 0,-17 0 11 15,4 0 3-15,13 0 4 0,-15 10-16 0,15 0-11 16,-15-2 11-16,15 1 2 0,-14 0 12 0,14 0-7 16,0 3 0-16,-13-1-9 0,13 0 1 0,0 3 7 15,0-1 0-15,0 1 4 0,0 1 4 0,0-1-17 16,0-2-1-16,0 2 11 0,15 0 0 0,0 0 24 0,0-2-2 15,0 0-4-15,1-3-1 0,2-9-1 0,2 12 10 16,-1-12-14-16,3 9-4 0,2-9 5 0,0 0-11 16,3 0 18-16,0 8 10 0,-1-8 3 0,3 0 9 15,-2 0 17-15,-2 0-2 0,-1 0-10 0,-2 0 7 16,-2 0-20-16,-2 0 1 0,-4-12 0 16,-1-1-9-16,-13 2-11 0,15-1-30 0,-15-2 23 0,13 0-39 0,-13 0 13 15,0 0 13 1,0 2-25-16,0-2 57 0,0-1-18 0,0 5 10 0,0 0-12 0,0 0-15 0,0 3-4 31,0 7 3-31,-14-9 3 0,14 9-10 0,-19 0 3 16,5 0 12-16,0 0-2 0,-1 0-7 0,1 0 4 15,1 0-14-15,-1 0 4 0,2 12 9 0,12 1 10 0,-18-2-17 16,18-1 18-16,-13 2 2 0,13 1-9 0,0-1 15 0,0 0-9 0,0 1 1 16,0 0-4-16,0-1 1 15,13 0-9-15,5-2-5 0,0 0 17 0,3-10-10 16,4 14 6-16,2-14-1 0,0 12-8 0,1-12 18 15,1 9-17-15,-5-9 2 0,3 11-1 0,-4-11-9 16,-1 0 19-16,-4 0 0 0,-1 9 0 0,-4-9 0 0,-13 0-6 16,17 0 7-16,-17 0-6 0,12 0 10 0,-12 0-11 15,0 0 5-15,0 0 6 0,0 0-13 0,0 0 3 16,0 0-64-16,0 0-86 0,0 0-111 0,0 0-144 16,0 0-154-16,0 0-163 0,0 0-114 0,0-10-165 15</inkml:trace>
  <inkml:trace contextRef="#ctx0" brushRef="#br0" timeOffset="186649.93">8416 14237 2891 0,'0'-5'43'16,"0"0"68"-16,0 0 36 0,0 5 49 0,0 0-27 16,0 0-50-16,0 0-32 0,0 0-42 0,0 0-9 0,0 0-19 0,0 0 6 0,0 0 4 15,0 0 4-15,0 0 4 0,0 8-10 16,0-2 4-16,0 0-5 0,0 3-10 0,0 2 10 0,12 0 3 15,-12 2-11-15,10 1 0 0,-10 1-8 16,11-1-7-16,-11 3 12 0,16-1-5 0,-5-1 15 0,-11 0-25 16,14 0-12-16,-3-3 16 0,-11-1-10 15,13 1 17 1,-13-2-16-16,14 0-103 0,-14-2-161 0,0 1-202 0,0-9-144 16,0 8-57-16,13-8-95 0,-13 7 187 0</inkml:trace>
  <inkml:trace contextRef="#ctx0" brushRef="#br0" timeOffset="187522.69">8171 14242 2922 0,'0'0'27'0,"0"-5"16"15,0 1 35-15,15 4 31 0,3 0-4 0,-1 0 26 0,7 0-7 0,1 0-10 0,2 0 9 16,5 0-9-16,2 0-11 0,3 0-10 0,2 0-20 15,1 0-21-15,1 0-9 0,-1 0-12 0,-1 0-10 16,-1 0-6-16,0 0-1 0,-5 0 27 0,-3 0 16 16,-5-8-6-16,-5 1-3 0,-3-2-23 0,-6 1-11 0,-11 0-4 15,0-2-16-15,0 2 0 0,0-2-4 0,0 0 1 32,0 0 23-32,0 1-7 0,0 1-9 0,-16-1 8 15,-3 1-15-15,0 1 2 0,3 2 3 16,-1 5-1-16,1-7-11 0,16 7 16 0,-17 0-2 0,4 0-5 15,13 0 3-15,0 0-7 0,-14 0-4 0,14 9 12 0,0 0 15 16,0 2-12-16,0 1 14 0,0 2-14 0,0 1-5 16,0 2 11-16,0 2-2 0,0 1 0 0,0 1-3 15,0-1-7-15,0 1 15 0,0 1 0 0,12-1-16 16,-12 0 16-16,15-2-15 0,-15-2-8 0,14-2 23 16,-14-2 3-16,14-2-13 0,-14-11 18 0,0 9-6 15,10-9 10-15,-10 0 55 16,0 0 20-16,0 0 2 0,0 0-10 0,0 0-46 0,14 0-29 15,-14 0 9-15,14 0-16 0,-14-12 20 0,13 0 6 0,-13-2-26 0,11 0 2 16,-11-1-6-16,17 1 9 0,-17 1 24 0,13 1-9 31,-13 1-10-31,0 2-14 0,11 9 3 0,-11-10 3 16,0 10-15-16,0 0-1 0,0 0-19 0,0 0 17 0,0 0 11 16,0 0-1-16,14 0 9 0,-14 0 0 0,0 0-8 15,13 11 6-15,-13 1-20 0,16-2-3 0,-5 3 13 16,1 0 17-16,-2 1-1 0,4 0-8 0,-1-1 0 15,1-1-9-15,3 0 11 0,-1-1 9 0,5-1 6 16,1-10-1-16,-3 11 22 0,6-11 11 0,-1 11 0 0,1-11 13 16,0 0-7-16,1 0-6 0,1 0-6 0,0 0-22 15,-1 0 8-15,-2 0-2 0,-3 0 8 0,1 0 7 16,-2-12-20-16,-2-1-7 0,-1-1-9 0,-4 1-5 16,-13-3 4-16,19 0-1 0,-19-4-15 0,13 3 0 15,-13 0 5-15,0-1-8 0,0 3 17 0,0 1-6 16,0-1-7-16,0 3-1 0,0 1-10 0,-20 2 8 0,2 9-1 31,0-9-4-31,-1 9 3 0,-1 0 0 0,-1 0 0 16,-1 0 10-16,0 0-2 0,1 0-15 0,2 0 16 15,-1 12-4-15,4 0 9 0,0 0 3 0,3 2-16 16,13-2 9-16,-12 3-3 0,12-1 12 0,0 2 5 16,0 0-7-16,0 1 3 0,0-3-7 0,14 4 1 15,2-3-2-15,1-1-9 0,5 0 18 0,2-2-10 0,3-3 19 16,2-9 22-16,-1 11 8 0,0-11 37 0,2 0-5 15,-1 0 2-15,-2 0-23 0,-4 0-16 0,-2 0-10 16,-4 0-12-16,-1 0 4 0,-16 0-9 0,16 0-3 16,-16 0-1-16,0 0-4 0,0 0-6 0,0 0-4 15,11 0-37-15,-11 0-58 0,0 0-95 0,0 0-83 16,0 0-112-16,0 0-113 0,0-8-140 0,0 8-177 16,0 0-154-16,0-9-51 0</inkml:trace>
  <inkml:trace contextRef="#ctx0" brushRef="#br0" timeOffset="187960.64">10530 14227 3863 0,'0'0'31'0,"0"-7"23"0,11 2 4 0,-11 5 4 0,0 0-17 31,0 0-41-31,0 0-2 0,0 0-2 0,0 0-13 16,0 0 24-16,0 0 7 0,0 0-4 0,0 5 3 15,0-5-5-15,0 10 0 0,0 1 6 0,12-2-4 16,-12 0 15-16,0 2-12 0,13 2-5 0,-13-1 5 16,0-1-13-16,11 0 6 0,-11 1 3 0,0-2-4 15,11 0-3-15,-11-1 4 0,0 1-9 0,11-10 0 16,-11 11-9-16,0 0-7 0,0-11-19 0,10 7-109 0,-10-7-90 15,0 7-111-15,0-7-161 0,0 0-43 0,0 0-93 16,0 0-92-16</inkml:trace>
  <inkml:trace contextRef="#ctx0" brushRef="#br0" timeOffset="188101.64">10381 14041 3058 0,'-13'-9'17'0,"13"-1"-13"0,0 0-3 0,0 5 8 0,0 0-21 15,-11 5 17-15,11 0-5 0,0 0-55 0,0 0-133 16,0 0-113-16,0 0-142 0,0 10-107 0,0-2-33 16</inkml:trace>
  <inkml:trace contextRef="#ctx0" brushRef="#br0" timeOffset="188406.84">10816 14058 4001 0,'0'-6'3'15,"0"0"13"-15,0 6-11 0,0-5 4 0,0 5-6 16,0 0-14-16,0 0 16 0,0 0 1 16,0 0 22-16,0 10 22 0,0 0 9 0,0 2 9 0,0 2-10 15,0 3 10-15,0 1-2 0,0 3 1 0,-10 1-14 16,10 2-32-16,0 0 3 0,0 3-13 0,0-1 0 15,0 3 18-15,0-1-8 0,0 0-13 0,0 0 7 16,0 0-19-16,0-5-11 0,0 2 9 0,0-1 1 31,0-4 1-31,0 1 6 0,0-1 8 0,0-3-15 16,0-1-45-16,0-1-83 0,0-1-123 0,0-2-117 0,0-2-47 16,0-2-114-16,0-8-70 0,10 0-42 0,2 0-50 0</inkml:trace>
  <inkml:trace contextRef="#ctx0" brushRef="#br0" timeOffset="188990.17">11029 14283 3753 0,'0'-7'11'0,"0"1"15"0,0 6-1 0,0-4-1 0,0 4-10 0,0 0-14 15,0 0 27-15,0 0 20 0,0 0 37 0,0 8 24 16,0 1 1-16,0 3 15 0,0 1-20 0,0 2-18 15,0 3-8-15,0 2-19 0,0 2-6 0,10 2 1 0,-10-1-8 16,0 2-24-16,16 0 3 0,-16 0-15 0,12 2 4 16,-12-2-8-16,14-2-3 0,-14 0 8 0,15 0-15 15,-15-3 16-15,14 0-13 0,-14-2 8 32,13-3 2-32,-13-1-7 0,0-2 0 0,0-1-5 0,12-3-12 0,-12-1 11 15,0-7 8-15,0 8-6 0,0-8 19 16,0 0-14-16,0 7 2 0,0-7 15 0,0 0 2 0,0 0 61 15,0 0 19-15,0 0-15 0,0 0 0 0,0 0-56 16,0 0-20-16,0-8 6 0,0 0-7 0,0-4 10 0,0-2-14 16,0-3 10-16,0 0-18 0,0-4-2 0,0-3 5 15,0-1 1-15,0-4 12 0,0 2-2 0,0-4 5 16,0 1-25-16,0-2-3 16,0 1 5-16,0 2 0 0,0 1 29 0,0 3-1 15,0 1-11-15,0 2 5 0,16 5-20 16,-16 4-2-16,17 1 15 0,-17 5-10 0,13 7 8 15,3 0 2-15,-16 0-14 0,17 0 4 0,4 0-2 0,-4 0-8 0,2 0 11 16,2 0 2-16,-1 14-10 0,-1 0 18 0,3 1-14 16,-4 1-8-16,2 1 22 0,-5 2-8 0,0-2 1 15,-15 1 14-15,15-1-21 16,-15-1-2-16,0 0 4 0,0-2 7 0,0-1 2 16,0 0-14-16,0 0 23 0,0 0-17 0,0-3 3 15,0-1 8-15,-23 1-15 0,0-3 2 0,1-7 1 16,1 10 15-16,-3-10-1 0,4 0 12 0,-1 0-15 15,4 0 0-15,0 0-5 0,2 0 0 0,15 0 15 0,-15 0-21 16,15 0 7-16,0 0-63 0,0-10-55 0,-13 10-87 16,13-10-134-16,0 3-118 0,0 7-143 15,0 0-145-15,0 0-86 0,0 0-88 0</inkml:trace>
  <inkml:trace contextRef="#ctx0" brushRef="#br0" timeOffset="194427.34">11968 14352 1038 0,'0'0'28'15,"0"0"12"-15,0 0 12 0,0 0 5 0,0 0-18 0,0 0-14 16,0 0-9-16,0 0-1 0,0 0-4 0,0 0 11 0,0 0 25 15,0 3 20-15,3 0 10 0,-1 0 1 0,-2-1-25 16,2 1-5-16,-1 1-4 0,1 1 16 0,0-2 4 16,-1 2-10-1,1-1 0-15,-1 2-21 0,3-1 3 0,-1 1-3 16,0-1-8-16,1 0 12 0,1 0-3 0,0 0 11 16,0-1 1-16,0-2-1 0,-1 2 3 0,4-2-5 15,-2 0 10-15,-1 0 4 0,0 0 2 0,1-1 59 16,-2 1-2-16,2-2 22 0,-3 2 8 0,-2-2 1 15,3 0-5-15,-1 0 11 0,-2 0 6 0,3-2-63 16,-3-2 7-16,2 0-48 0,-1 0-10 0,1-4 1 16,2-1-2-16,-2 0 23 0,0-2-35 0,0-2 4 0,0-2-6 15,1 0-13-15,-1-1 10 0,0 0-13 0,0 0-4 16,3-1-1-16,-3 2 4 16,2 0-4-16,2-1 0 0,-1 2-14 0,2 2 3 0,-2 0-2 0,2 1-1 15,-1 1-12-15,-1 1 3 0,5 0 11 0,-5 3-2 0,2 1 15 16,1 1-13-16,1 1-7 0,0 1 7 0,0 0-6 0,0 2 3 31,0 0 4-31,-2 0-13 0,1 0 9 0,-3 2 2 16,1 1-4-16,-1 0 9 0,-3-1-3 0,2 2-4 15,-4-3 1-15,2 2 8 0,-1-2-13 0,-2 1 8 16,2-1 16-16,-2-1-4 0,0 0 11 0,0 0-4 16,0 0-5-16,0 0 2 0,-4 0-1 0,1 0-7 15,-3 0 1-15,2-1-16 0,-5 1 8 16,1-2 3-16,-4 2-3 0,-1 0 8 0,0 0-11 0,-1 0 3 15,0 0-7-15,-2 3-5 0,0 1 7 16,1 2 8-16,0-2-1 0,-2 3 6 0,4 0-2 16,-1-1-18-16,3 3 9 0,0-1 1 0,0 1-4 15,3 2 21-15,3 0-21 0,0 0 0 0,1 1 2 16,1 0-9-16,1 1 17 0,2 0-6 0,0 1 3 16,0 0 19-16,5 0-17 0,3 1 4 0,-4-1 6 15,4 0-11-15,4 0 13 0,0-2 1 0,3-1-11 16,2 1-17-16,0-2 1 0,5 0 13 0,0-4 5 15,-1 1 4-15,1 0 4 0,0-4-19 0,2 1 10 0,-2-4 3 0,-1 0-2 0,-1 0 5 16,-1-4 0-16,0 1 12 0,-3-3 6 0,0 1 6 16,-1-1-6-16,-3-1 6 0,0-1 15 0,1-3-8 15,-2 0-3-15,0-1-2 0,0-3-26 0,-1 1 0 32,-1-1 3-32,2-2-5 0,-3 3-9 0,2-1 8 0,-1 1 3 15,1 2-19-15,-4 0 25 0,2 1-15 16,-1 0-8-16,2 4 16 0,-3-1-19 0,2 1 9 15,1 2 0-15,-1 0-16 0,3 1 25 0,-1 1-20 16,-1 1 10-16,2 0-5 0,0 2-9 0,0 0 28 0,-1 0-13 16,2 0 12-16,-2 4-7 0,0 1-14 0,2-1-6 0,-4 0-2 15,0-2 14-15,1 1-6 0,-4 0 19 0,2-1 3 16,-6-1-6-16,2-1 8 0,-1 0-4 16,-2 0 3-16,0 0-8 0,0 0 8 0,0 0-2 0,0 0 12 15,0 0-1-15,0 0-3 0,-2 0 4 0,-1-2-19 16,-2-2 11-1,2 1-13-15,-2 1-2 0,-2-1 3 0,-1 0-6 0,-2-1-12 0,-2 2-2 0,0 1 12 16,-2-1 0 0,-2 2 20-16,-1 0-17 0,1 5-6 0,-1 1-1 0,-1-1-11 0,1 3 21 0,-1 0-7 15,3 1-4 1,0 1 20-16,0 0-8 0,5 1-6 0,1 0 6 16,0 0 1-16,2 2-5 0,4-1 8 0,1-1-11 15,2 1 4-15,0 0 8 0,0 0-11 0,5-2 2 16,2 1-4-16,2-1-10 0,-1-2 26 0,1 2 2 15,4-2-6-15,1-1 12 0,-1 0-25 0,6-2 6 0,-1 0-6 16,0-1 3-16,1-1 12 0,0 0 10 0,0-3 1 16,1 0-3-16,-3 0 3 0,0-6-11 0,-4 1 4 0,0 0 1 15,-3-2 13-15,-2 1-4 0,1-2-3 0,-4 0 0 16,-2-1-4-16,1 0-3 0,-3-3 8 16,-1 0 9-16,0-1-14 0,0 0 5 0,-3 2-2 15,0-2-6-15,-1 2-7 0,-3 1-1 0,2 2-2 16,0 1-10-16,1 1 10 0,-1 3-7 0,1 0-3 15,1 1 10-15,2 1-13 0,-2 1-6 0,1 0 11 16,2 0-19-16,-1 3 6 0,-1 2 18 0,2 0-6 16,-3 0 16-1,3 2-7-15,-2 0 2 0,2 3-12 0,0-1 7 16,0 1 9-16,0 0-3 0,7 1 7 0,0 0-13 16,0-1 6-16,2 0 3 0,1-1-12 0,2-3 8 15,1 0-1-15,1-1-3 0,1-2 11 0,0-2-14 0,0 0 4 16,0-1 0-16,0 0-4 0,-1 0 7 15,0-4 18-15,-3 0-3 0,2-1-7 0,-2-1 6 16,-3-2-15-16,1-2 0 0,-1-1-2 0,-1-3 10 16,-3 0-14-16,-2 0-4 0,2-1 14 0,-4-1-15 15,0 2 6-15,0-1 13 0,0 1-11 0,-4 3 8 0,-1-1 2 16,2 3-14-16,0 3 3 16,1 0 5-16,-1 3-8 0,1-1 3 0,-1 3-4 0,1 1-14 0,2 0 7 0,-1 0 4 15,1 3 11-15,0 2-5 0,0 1-6 16,0 0 4-16,0 3 2 0,0 3 5 0,3 2 6 15,-1 0-12-15,1 1-5 0,0 1 2 16,2 0 2-16,-2 0 1 0,2-1 9 0,-1-1 3 0,1-2-10 0,-2 0 9 0,2-3-11 31,-2-2 1-31,-1-1 0 0,1-2-6 0,0-1 10 16,-3-2 4-16,2 0-2 0,-2-1 7 0,0 0 13 0,0 0 0 16,0 0 1-16,0 0-8 0,0-5-22 0,0-1 1 15,0-2 4-15,0-1 13 0,0-2-1 16,0-1-1-16,0-5-8 0,0 2-4 0,0-1 5 15,0-1-1-15,0 0 6 0,0 0-13 0,2-1 4 16,2 2 1-16,-1-1-1 0,2 2 4 0,1 2-1 0,1 2-14 16,2 0-1-16,-1 3 6 0,2 1-11 0,-1 1 13 15,2 2-1-15,-1 4 0 0,1 0-2 0,1 0-10 16,1 3 8-16,1 2 0 0,-1 1 13 0,3 2-3 16,-2 2-6-16,3 1-6 0,-4 2-6 0,3-1 8 15,-4 2 11-15,0 0-2 0,0 1 3 0,-4 0-3 16,0-1-14-16,0 0 13 0,-4-1-1 0,1-1 7 15,-1 2-2-15,-3-2-5 16,2-1 8-16,-3 1-2 0,2-3 3 16,-2-1 3-16,0-1-6 0,0-1 0 0,0-1-4 15,0-1-5-15,0 0-1 0,0-3 9 0,0 1 4 16,0-2 2-16,0 1-9 0,0-1 1 0,0 0-1 16,0 0 1-16,0 0 5 0,0 0-38 0,0 0-19 15,0 0-51-15,0-3-92 0,0 2-74 0,0-2-125 16,0 1-119-16,0 1-122 0,0 0-122 0,0 0-174 15</inkml:trace>
  <inkml:trace contextRef="#ctx0" brushRef="#br0" timeOffset="212548.41">14166 14016 1466 0,'0'0'12'0,"0"-8"14"0,0 8 15 0,0 0 7 0,0 0-10 16,0 0-22-16,0 0-9 0,0 0-10 0,0 0-2 0,0 0 6 15,0 0 0-15,0 0-1 0,0 0 6 0,0 0 7 16,0 0-3-16,0 0 11 0,0 0-2 0,0 0 9 15,10 9 5-15,-10 0 8 0,11 1 8 0,-11 1-7 16,9 3 9-16,-9 0-13 0,11 1-4 0,-11 2 1 0,11 0-17 16,-3 2 21-16,-8 0 0 0,12-2-5 15,-12 2 10-15,10-1-28 0,-10 2-4 0,13-2-4 16,-13-2 9 0,10 0 3-16,-10-2 43 0,10 1 7 0,-10-1-11 15,10-4 6-15,-10 0-58 0,0-1 2 0,0-3 2 16,8-6 23-16,-8 6 54 0,0-6 21 0,0 0 66 0,0 0 26 0,0 0 23 0,0 0 21 15,0 0-32-15,0 0-46 0,0 0-50 0,0 0-50 16,0 0-37-16,0 0 6 0,0-12-5 0,0 1 17 16,0-1 8-16,0-2-17 15,0 0-10-15,0-1-7 0,0 0-16 0,0-1 2 16,0 0 9-16,0 3-19 0,12-3 12 0,-12 3-4 0,13 0-6 16,-3 0 6-16,2 2-5 0,-2 0 5 0,2 3-12 15,0-1 5-15,0 3-12 0,2 6 9 0,-1-8 10 16,1 8-16-16,1 0 12 0,-1 0-7 0,-2 0-5 15,0 0 12-15,0 0-1 0,-1 9-2 0,-11 1 7 16,17 0 2 0,-4 2-10-16,1-1 4 0,-14 3 10 0,13 0-1 15,-13 1-12-15,11 0-4 0,-11 1-5 0,0 0 12 16,0-2 10-16,0 1-5 0,0 1 1 0,0-2-14 16,0 0 15-16,0-1-1 0,-16-1-5 0,-1-1 11 15,4 1-1-15,-1-3 6 0,-2-9 1 0,2 11-15 16,0-11-13-16,1 0 10 0,-3 0-4 0,4 0 0 15,-4 0 21-15,5 0-16 0,-2 0 12 0,2 0 16 16,11 0-2-16,-9 0 20 0,9 0-7 0,0 0-9 16,0-10-19-16,0 10-16 0,0 0 8 0,0 0-1 0,0-10-5 15,0 10 13-15,0 0-21 0,0 0-7 0,0 0 21 16,0 0-18-16,0 0 22 0,0 0-5 0,9 0-5 16,2 0 8-16,5 0-16 0,-1 0 17 0,5 0-13 15,0 0 1-15,1 0 4 0,3 0 2 0,-1 0-11 16,3 0 4-16,-4 0 1 15,5 0-8-15,-2 0 25 0,0 0-8 16,2 0 5-16,-2 0-1 0,-2-10 7 0,0 1 20 16,-1-1 7-16,-2 1 3 0,0-2-6 0,-1-2-16 15,-1 0-12-15,-3-2-14 0,0 1 17 0,-2-3-5 16,-1 1-4-16,-12-2 12 0,15 1-19 0,-15 0 11 16,0-1 7-16,10 3-8 0,-10 0-3 0,0 1-19 0,0 0 8 15,0 2-5-15,0 2 5 0,-19 1 14 0,5 2-16 16,-2 7-1-16,3-8-5 0,-1 8-5 0,-2 0 10 0,-1 0-3 15,3 0 16-15,-4 0-14 0,4 0 0 0,-3 14 10 16,2-4-6-16,1 2 5 0,14 0-2 0,-16 0 7 0,2 2-23 16,14-2 10-16,0 2 6 0,0-1 1 15,0-1 6-15,0 2 15 0,0-2-29 16,0 0-6-16,0-1 18 0,19 0-12 0,1-2 12 0,-2 1-1 16,4-10 6-16,3 12-3 0,2-4 2 0,-1-8 9 15,4 9-10-15,0-9-9 0,0 0 13 16,-2 0-12-16,3 0-3 0,-6 0 10 0,-2 0 16 15,-1 0 9-15,-4 0 29 0,-1 0 4 0,-4 0-16 16,-3 0-1-16,-10 0-29 0,14 0-8 0,-14 0 8 0,0 0-14 16,0 0 5-16,0 0-1 0,0 0-13 0,0 0-1 15,0 0-1-15,0 0 14 0,0 0-8 0,0-7-11 32,0 7-9-32,0 0-45 0,0 0-45 0,0 0-60 15,0 0-104-15,0-7-102 0,0 7-115 0,0 0-120 0,0 0-119 16,0 0-75-16,0-7 24 0</inkml:trace>
  <inkml:trace contextRef="#ctx0" brushRef="#br0" timeOffset="213284.57">16114 13939 1669 0,'13'0'66'0,"-13"0"37"0,0 0 51 0,0 0 107 0,0 0-36 16,0 0 20-16,0 0 23 0,0 0-75 16,0 0 4-16,0-5-19 0,0 5-53 0,0-6-11 0,0 6-21 15,0-3-12-15,0 3-11 16,0 0-15-16,0-7-11 0,0 7-23 0,0 0-24 0,0 0 11 0,-13 0-4 0,13 0-2 15,-11 0 8-15,11 0-16 0,-14 0 5 0,14 0-2 16,-10 0 0-16,10 0 5 0,-13 7-2 0,13 2-3 16,-12-1 5-16,12 4-6 0,-9-2 2 0,9 2-1 15,0 1 1-15,0 1 0 0,0 1 0 0,0 0 18 32,0 0-12-32,0 0 5 0,0 0-6 0,0-1 13 0,0-1 13 15,0 0 6-15,9-2 14 0,5 0 3 0,-3-3 9 16,3 2 4-16,2-3-2 0,0-7-4 0,2 10 11 15,0-10 3-15,0 7-1 0,1-7-13 0,1 0 15 0,-4 0 0 16,1 0 5-16,0 0 12 0,-4 0-12 0,-13 0-4 16,15-12 0-16,-15 3-25 0,0-2-12 0,16-2-17 15,-16 1-2-15,0-2 5 0,0-1-6 0,0-1 10 16,12 0-42-16,-12-1 9 0,0 0-1 0,0-1-14 16,0 2 30-16,0 0-6 0,0 0-11 0,0 1 6 15,-20 0-4-15,6 3-6 0,-2 3 5 0,0 0 6 16,-3 9 1-16,3-8 21 15,-3 8 1-15,2 0-9 0,-2 0-1 0,0 0-9 0,3 0-15 0,0 0 5 0,0 0 6 16,2 0-20 0,2 9 20-16,12 1-16 0,-16-3-29 15,16 2-21-15,-13-1-47 0,13 0-38 0,0-1-11 16,0 0-39-16,0 0-42 0,0-1-67 0,0-1-95 16,0-1-36-16,0-4-97 0,0 0-64 0,0 9-53 15,0-4-37-15</inkml:trace>
  <inkml:trace contextRef="#ctx0" brushRef="#br0" timeOffset="214432.12">17259 13951 2276 0,'0'-5'100'15,"0"0"25"-15,0 0 26 0,0-1 37 0,0 1-83 0,0 0-5 0,0 1 5 16,0 4-14-16,0-5-16 0,0 1-10 0,0 4-20 15,-13-4-3-15,13 4-6 0,-17 0-16 0,7 0-3 16,10 0-29-16,-14 0 9 0,14 0-2 0,-12 0 0 16,12 0 7-16,-15 8-4 0,15 0-1 0,-12 0 10 0,12 1-8 0,-12 0 4 15,12 0 15-15,-11 3-20 0,11-1 4 0,0 1-5 16,0 0-2-16,0-1 10 0,0 2 1 31,0-1 21-31,0 0-2 0,0 0-5 0,11-2 18 0,2 1 0 16,1 0 21-16,-1 0 24 0,4-4 8 0,-1 0 0 15,2-1-16-15,4-6-13 0,-3 0 1 0,0 0 1 0,-2 0 20 16,0 0-8-16,1 0-10 0,-4 0-2 0,-3 0-11 16,-11 0 15-16,18-10-8 0,-7 1-2 0,-11-1-25 15,12-1-10-15,-12 0-1 0,15-1-9 0,-15-3 14 16,0 1-23-16,0-2-2 0,0 0-6 0,0-1 10 16,0 0 12-16,0 0-10 0,0 0-5 0,-18 2-9 15,2 0-1-15,0 1 4 0,-1 2 3 0,-2 2-2 16,3 2 1-16,-4 8 3 15,2-8-7-15,-1 8-1 0,1 0 2 0,0 0 1 0,2 0 6 0,2 0-1 0,14 9-2 16,-16 2-7-16,16-2 8 0,0 3-1 0,0-1-2 16,-13 0-5-16,13 1 2 0,0 2-3 0,0-2 8 15,0 0 7-15,0 0-6 0,0 0 0 0,0-2-8 32,0 1 9-32,0-1 3 0,15-2 1 0,2 1 4 0,2-3-5 15,3-6-10-15,2 0-6 0,3 8 11 0,1-8 4 16,2 0 1-16,0 0 14 0,0 0-10 0,0-8 1 15,-3-1-5-15,2-2 5 0,-7-1 14 0,0 0 5 16,-2 1 12-16,-2-4 4 0,-4 1-28 16,-1-4 2-16,-13 4 11 0,12-3-10 0,-12 0 11 0,0 0-5 0,0 1-20 0,0-1-3 15,0 2-8 1,0 1-3-16,0 3 7 0,0-1 2 0,-18 2 8 0,2 3-9 0,3 7-16 16,-1 0 3-16,-2 0 5 15,3 0-5-15,-1 0 18 0,1 0-7 0,-1 0-13 0,3 0 11 0,11 11-5 16,-13-2 15-16,13 3-7 0,-12-1 0 0,12 0-2 15,0 1-19 1,0 2 23-16,0-2 5 0,0 0-7 0,0 2 8 0,0-2-19 0,16-1 4 16,-4 1 14-16,4-4-7 15,-2 0 13-15,2-8-4 0,0 8 0 0,1-8 11 16,-1 0-16-16,1 0 5 0,1 0-2 0,-2 0 3 16,-2 0 37-16,0 0 15 0,-14 0 16 0,15 0 14 15,-15 0-39-15,15-8-11 0,-15 8-20 0,0-7-20 16,11 7 13-16,-11 0-7 0,0 0-5 0,0 0-16 0,0 0-1 0,0 0-4 15,0 0 0-15,0 0 14 0,0 0 0 16,0 0 22-16,0 0 7 0,0 0-24 0,0 0 1 0,0 12 3 16,13-1-25-1,-13 0 23-15,0 1 0 0,14 2-34 0,-14-1 34 16,13 0-4-16,-13-1 0 0,16 0-1 0,-16-1-7 0,14 0-46 0,-14 0-54 0,14 1-63 16,-14-2-123-1,15-2-96-15,-15 1-121 0,10-3-155 0,-10 1-102 0,0-7-95 0,12 7 94 0</inkml:trace>
  <inkml:trace contextRef="#ctx0" brushRef="#br0" timeOffset="-214731.44">18437 13709 3653 0,'0'0'-1'0,"0"-7"6"16,0 1-4-16,0 6-5 0,0 0 4 0,0 0 2 0,0 0 16 0,0 9 36 16,0 1 36-16,0 4 14 0,0 0 21 0,0 4-17 15,0 3-23-15,0 1-2 0,0 2-13 0,0 0-15 16,0 0-4-16,0-1 1 0,0 0-9 0,0 1 5 16,0-2 7-16,0 0-13 0,0-3-7 0,0 2 1 15,0-3-8-15,0-2-2 0,0-1-1 0,0-1 4 16,0-2-15-16,0-1-2 0,0-3-1 0,9 1-1 15,-9-9 14-15,0 8 11 0,0-8-4 0,0 9 2 16,0-9-8-16,0 0-13 16,0 0 5-16,0 0-1 0,0 0-8 15,11 0 7-15,-11 0-17 0,0 0-3 0,0 0 20 16,0 0-9-16,0 0 11 0,0 0-15 0,0 0-20 16,0 0-70-16,0 0-137 0,0 0-172 0,0 0-201 15,0 0-267-15,0 0-216 0</inkml:trace>
  <inkml:trace contextRef="#ctx0" brushRef="#br0" timeOffset="-212594.97">6044 15825 2092 0,'0'0'31'15,"0"0"102"-15,0 0 36 0,0 0 54 0,0 0-1 16,-8 0-73-16,8-5-2 0,0 5-41 0,0 0-31 16,0 0-2-16,0 0-30 0,0 0 13 0,0 0 12 15,0 0-12-15,0 0 6 0,0 0-23 0,0 0-4 16,0 0-5-16,0 0-21 0,0 0-3 0,0 0-9 16,0 0-4-16,0 0 18 0,0 0 45 0,0 0 38 15,0 0 43-15,0 0 17 0,0 7-12 0,17-7-25 16,4 0-21-16,3 9-7 0,3-9-8 0,6 8-5 15,5-8-18-15,4 8-2 16,3-8-20-16,5 0 12 0,1 9-8 0,3-9-17 0,-2 8 4 0,-1-8-10 0,-1 0 18 16,-3 9-5-1,-2-9-3-15,-2 0-4 0,-4 9-8 16,-3-9-12-16,-6 0 1 0,-3 0 2 0,-3 7-7 16,-5-7 14-16,-2 0-1 0,-6 0-15 0,-11 0 11 0,12 0 2 15,-12 0-13-15,0 0 17 0,0 0-11 0,0 0-14 0,0 0 25 16,0 0-16-16,0 8-10 0,0-8 19 0,0 0-14 0,0 0 6 15,0 0 11-15,0 0-8 0,0 0 3 0,0 0-2 16,0 0 0-16,0 0-5 0,0 0 3 0,0 0-9 16,0 0 7-16,0 0-5 0,0 0-36 0,0 0-56 15,0 0-55 1,0 0-51-16,0 0-79 0,0 0-62 0,0 0-74 16,0 0-146-16,0 0-28 0,0 0-39 0,0-9-71 15,0 1 138-15</inkml:trace>
  <inkml:trace contextRef="#ctx0" brushRef="#br0" timeOffset="-212128.99">6684 15679 2749 0,'-8'-4'38'0,"8"-2"48"0,0 2 2 0,-10 4 26 0,10-4-5 31,0 4-37-31,0 0-6 0,0 0-23 0,0 0-32 16,0 0-24-16,0 0 10 0,0 0-1 0,0 0-2 15,0 0 44-15,0 0 55 0,0 4 26 0,0-4 32 16,0 9-5-16,10-3-37 0,2 3-1 0,0 0-12 16,2-1-5-16,5 2 3 0,-1 1-8 0,4 2-15 0,1-1-17 15,0 1-23-15,2 0-12 0,0 0-2 0,-1-1-11 0,-2 2-7 16,-1-2-1-16,-1 0 5 16,-4-1 10-16,-2-2 6 0,-2 0-13 15,-12 1 0-15,12-3 5 0,-12-7-9 0,11 11 1 0,-11-3-8 0,0-8-7 16,0 10 20-16,0-10 13 15,0 9-11-15,0-9 2 0,0 11 5 0,0-2-13 16,0-1 24-16,-13 1-6 0,-1 1 4 0,1 2-1 16,-2-1-9-16,-1 2 18 0,-1-1-2 0,-1 1 8 15,-1 1 1-15,-1 0-11 0,-1-2-17 0,-1 2-4 0,2 1-8 0,0-2-1 0,3 1 0 32,0 0 4-32,2-2 1 0,4-1-2 0,-3-2 5 0,5 0-14 15,9-9 13-15,-13 8-12 0,13-8 8 0,-9 10 12 16,9-10-23-16,0 0 15 0,0 0-10 0,0 0-12 0,0 0 27 15,0 8-5-15,0-8-7 0,0 0 17 0,0 0-25 0,0 0-11 0,0 0-32 16,0 0-56-16,0 0-70 0,0 0-109 0,0 0-98 31,0-6-95-31,0-2-144 0,0 2-68 0,0-4-103 16,0-2 86-16</inkml:trace>
  <inkml:trace contextRef="#ctx0" brushRef="#br0" timeOffset="-210330.63">7018 16064 1223 0,'0'9'10'15,"0"-9"22"1,0 0 26-16,0 0 29 0,0 0 13 0,0 0 15 0,0 0 5 15,0 0 5-15,0 0 16 0,0 0 51 0,0 0 4 16,0 0-2-16,0 0 1 0,0 0-54 0,0 0 22 16,0 0 13-16,0 0-4 0,0 0 20 0,0 0-7 15,0 0-20-15,0 0 11 0,0 0-7 0,0 0-31 0,0 0-9 16,0 0-18-16,0 0-38 0,0 0-4 16,0 0-15-16,0 0-8 0,0 0 27 0,0-11-19 15,0 11 31-15,0-12-22 0,0 2-25 0,0-1 33 16,0 2-32-16,0-3 20 0,0-2 21 0,0 1-19 0,0-2-15 15,0-1-7-15,0-1-12 16,0-2-4-16,0 0 27 0,13-1-5 16,-13 3 10-16,12-4 0 0,-12 3-8 0,13-1 4 0,-13 5-18 0,10-2 0 0,-10 2 7 15,0-1-4-15,12 4 2 16,-12-1 7-16,0 0-9 0,13-1-6 0,-13-1 12 0,11 1-14 16,-11 0 11-16,11-1-15 15,-11 0-22-15,11 0 10 0,-11-1-14 0,14 0 14 16,-4 0 17-16,-1 0-7 0,-9-1 9 0,16 0-5 15,-3 0-14-15,-3-1-3 0,2 2-8 0,-3 1 4 16,2-1 11-16,0 3-2 0,-3-1-2 0,3 2 3 0,-3 0-9 16,4 3 2-16,-2-2 4 0,0 2-6 0,1 0-3 15,1-1 5-15,0 2 1 0,-1 0-9 0,5 1 3 0,-4-3 4 16,4 9-16-16,-2-10 12 0,2 2-4 16,3 8-9-16,-2-8 15 0,2 8-2 0,-1-7-3 15,2 7 4-15,1 0 2 0,0 0-12 0,1 0-6 16,-1 0-2-16,2 0 0 0,-1 0 12 0,2 0-1 0,1 0 7 15,-3 0-2-15,2 12-7 0,0-2 3 0,-1-2-11 16,2 3 5 0,-2-1 8-16,2 1 4 0,0-1 1 0,0 3-6 0,-2-1-6 0,2 0 0 0,0 2-3 15,-1-2 3-15,0 3 4 0,-3-1 6 0,2 1-4 32,-1-1 0-32,-3-2 3 0,0 3-6 0,-2-1 2 0,1 0-3 15,-4 0-1-15,0 0 10 0,0 0-2 0,-1 0 3 16,-3 0-3-16,4 1-1 0,-5-1 4 0,1 1-14 15,1-1 3-15,-3 1 1 0,-8-1 0 0,11 2 10 16,0-2 9-16,-3-1-17 0,-8 1 7 0,11 2-5 16,-11-1-15-16,11 0 25 0,-11-1 0 0,11 3-5 15,-11-2 8-15,8 2-14 0,-8-3-8 0,0 4 18 0,11-1-4 16,-11 0-4-16,0 1 1 0,0-1 0 16,8 0-2-16,-8-1 6 15,0 0-3-15,0 0-5 0,0 0-3 0,0 0-3 0,0 1 10 16,0-2-10-16,0-1 9 0,0 3 0 0,0-2-7 0,0-1 9 0,0 0-3 15,0-1-1-15,0-1 5 16,0 2-8-16,0-2 2 0,-8 0 13 0,8 1-16 16,0-1 7-16,-11 0-1 0,11 0-2 0,-8 0 6 0,8 0 0 0,-10-1-5 0,10 0-4 15,-9 1 6-15,9-3 2 0,-9 2 5 0,2 0-9 16,7-1 1-16,-12 1-12 0,4 0 8 0,0 1 10 31,1-2-4-31,-2 1 0 0,1 1-7 0,0-1 6 16,0 0 2-16,-1 1 6 0,-1-2-7 0,2 2-2 15,-4 0 2-15,2-2 4 0,-1 2 0 0,0-1-3 0,3-2-4 16,-3 3 3-16,0-4 10 0,0 1 0 0,1 0-6 16,-2 0 4-16,1-1-4 0,-2 0-7 15,2 0 13-15,0-1-7 0,-1-1 6 0,0-6 4 16,1 9 12-16,-1-1-3 0,1-8-18 0,-1 6 18 0,0-6-16 16,-1 6 9-16,-1-6 8 0,1 0-13 0,-2 8 1 15,0-8-8-15,1 0 9 0,0 0-12 0,1 0 6 0,-3 7 9 16,4-7 0-16,-4 0-2 0,2 0-17 0,0 0-3 31,-1 0-6-31,0 0 8 0,-2 0 8 0,0 0 8 0,3 0-17 0,-3 0 12 0,2 0-2 0,-4 0-5 16,2 0 8-1,1 0-9-15,1 0 12 0,0 0-5 16,1-7 4-16,-2 7-6 0,3-5-15 0,-1 5 12 16,3-8-3-16,-1 3 8 0,2 5 5 0,0-7-23 15,1 7 19-15,-2-6 3 0,3 0 2 0,-3 6 9 0,2-7-26 0,-1 1 5 16,2 1-4-16,-3-1 7 15,3 1 15-15,-1 0-26 0,-2-2 10 0,4 2-5 0,-2-1 1 16,1 0 14-16,-3 1-22 0,3-2 10 0,0 2 5 16,-3-1-7-16,3-1 9 0,0 2-18 0,0-1 9 15,-3-1-3-15,5 0 12 0,-1-1 15 0,-2 1-41 16,3 0 30-16,6 0-10 0,-10 2-5 0,2-2 22 0,1-1-30 16,7 2 23-16,-8-2-5 0,0 2-2 0,8-3 23 15,-8 0-32-15,8 1 14 0,-11-2 1 0,3 1-7 16,0-3 15-16,8 1-28 0,-11-1 4 0,1 1 3 15,2-1 1-15,8 0 19 0,-12 0-18 0,4 0 9 0,8 0-7 32,-10-1 6-32,10 1-2 0,-12 1-13 0,12-2 11 15,-10 1-10-15,10 0 14 0,-8 1 9 0,8 0-29 16,0 0 11-16,0 0 8 0,-8 2-9 0,8 1 16 16,0-1-19-16,0 1 8 0,0-1-1 0,0-1-2 15,0 3 23-15,0-3-23 0,0 2 2 0,0-1 0 16,0 2-1-16,0-2 11 0,0 3-20 0,0 6 24 15,0-10-13-15,0 0-5 0,0 2 14 0,0-1-26 16,0 1 15-16,0 1-5 0,0 7-4 0,0-8 16 0,0 1-27 16,0 7 25-16,0 0-5 0,0-8 0 0,0 8-1 15,0 0-24-15,0 0-10 0,0-8-45 0,0 8-59 16,0 0-44-16,0 0-77 0,0 0-74 0,0 0-23 0,0 0-52 16,0 0-58-16,0 0-60 0,0 0-59 0,0 0-93 15,0 0-10-15,0 0 27 0,0 0-61 0,0 0 187 16</inkml:trace>
  <inkml:trace contextRef="#ctx0" brushRef="#br0" timeOffset="-209717.25">7510 16125 1280 0,'0'6'29'0,"0"-6"27"0,0 8 21 16,0-8 23-16,0 7 3 0,0-7 0 0,8 0 3 16,-8 8-5-16,0-8-6 0,0 0 8 0,0 7 69 15,0-7 6-15,0 0 18 0,0 0-9 0,0 0-45 16,0 5 13-16,0-5 17 0,0 0 29 0,0 0 13 15,0 0 6-15,0 0 11 0,0 0-10 0,0 0-13 0,0 0 1 16,0 0-26-16,0 0 11 0,0 0-10 0,0 0-52 16,0 0-34-16,0 0-45 0,9 0-24 0,-9-10 20 15,0-1-3-15,11 0 2 0,-11-3 12 0,0 1-3 16,11-3-3-16,-11-2-4 0,14-3-9 16,-4 1-9-16,-10-3 17 0,13 0-9 0,-3-1 6 0,-10-1 1 15,15-1-22-15,-3 2 7 0,-12-2-15 0,13 5 4 0,0 1 5 16,-13 2-12-1,12 2 3-15,-12 3-9 0,12 3 1 0,-12 1-3 16,0 9-18-16,0-5 3 0,0 5-9 0,12 0 2 16,-12 0 14-16,0 0-8 0,0 0 11 0,0 0-7 0,0 0-4 0,0 0 15 15,0 0-16-15,0 0 15 0,10 12 2 0,-10-2-2 16,0 5 0-16,11-1-5 0,-11 1-5 16,14 2 0-16,-14 3 5 0,11 1-4 0,-11-1 3 15,13 3 0-15,-13-2 10 16,14 0-4-16,-3 0 14 0,-11-3-8 0,14 1-12 15,-14 0-1-15,11-3-14 0,-11-2 10 0,0 0-5 16,12-2 18-16,-12 0-3 0,0 0-3 0,0-3 8 16,12-9-15-16,-12 10 7 0,0-3-7 0,0-7-42 0,0 0-44 0,0 0-74 0,0 10-47 15,0-10-23-15,0 0-43 0,0 0-22 0,0 0-90 32,0 0-88-32,0 0-53 0,0 0-127 0,0 0-29 15,0 0-11-15,0 0 0 0</inkml:trace>
  <inkml:trace contextRef="#ctx0" brushRef="#br0" timeOffset="-209378.3">7491 15994 2227 0,'-10'-8'27'0,"10"8"83"15,-9-7 30-15,9 7 13 0,-10 0 10 0,10 0-74 0,0 0-3 0,0 0 10 16,0 0-24-16,0 0 13 0,0 0 24 0,0 0 37 0,0 0 22 15,0 0 21-15,0 0-21 0,11 0-18 16,-1 0-15-16,1 0-27 0,6 0-7 0,-2 0-21 0,5 0 8 16,-1 0-12-16,3 0-11 0,2 0-10 0,0 0-28 15,-1 10 10-15,1-10-13 0,-2 0-9 0,0 8 22 16,-4-8-8-16,-1 0 1 0,-4 0 2 0,-1 0-33 16,-12 0-1-16,0 0-1 0,0 0 2 0,0 0 13 15,12 0-8-15,-12 0 2 0,0 0-5 0,0 0-1 16,0 0-15-16,0 0 7 0,0 0 22 0,0 0-19 15,0 0 22-15,0 0-23 0,0 0-50 0,0 0-56 16,0 0-73-16,0 0-87 16,0 0-84-16,0 0-74 0,0 0-124 0,0 0-72 15,0 0-57-15,0 0-57 0</inkml:trace>
  <inkml:trace contextRef="#ctx0" brushRef="#br0" timeOffset="-207000.11">8324 16095 1147 0,'0'0'24'0,"0"0"-1"0,11 0 19 16,-11 0 42-16,10 0 4 0,-10 0 28 0,0 0 1 0,9 0-21 0,-9 0 0 16,0 0-16-16,0 0-10 0,0 0-4 15,0 0-9-15,0 0 0 0,0 0 8 0,0 0 50 16,0 0-12-16,0 0 0 0,0 0-10 0,0 0-65 0,0 0 1 16,0 0-10-16,0 0-8 15,0 0-10-15,0 0-5 0,0 0 3 0,0 0 2 0,0 0 17 16,0 0 5-16,11 0 17 0,-11 0 28 15,10 0 4-15,-10 0 5 0,11 0-20 0,1 0-24 16,-1 0 16-16,2 7 7 0,4-2 13 0,-1-5-4 0,3 5-10 16,3-5 13-16,2 8 1 15,0-8 6-15,4 7 9 0,-1-2-10 0,2-5-7 0,2 7 18 16,1-7-7-16,3 6-16 0,2 1 6 16,1-7-4-16,2 9-7 0,1-4 10 0,0-5 7 15,2 7-18-15,-2-7 0 0,3 7 12 0,-1-7-13 16,-1 0 19-16,0 7 12 0,-1-7-22 0,1 0-7 15,-2 0-2-15,1 0-15 0,0 0 6 0,-3 0-12 16,0 0 4-16,0 0-24 0,0 0 2 0,0 0 6 0,-2 0-8 16,1 0 14-16,-1 0-9 15,0 0-2-15,1 0-9 0,-2 0 7 0,-1 0-4 0,1 0 8 0,0 0-5 16,-2 0-6-16,2 9 12 16,0-9-16-16,-2 0 15 0,0 0 8 0,0 0-22 0,-1 0 9 15,3 8 1-15,-2-8-3 0,0 0 7 16,-1 0 9-16,1 0-5 0,-3 6 1 0,0-6 3 0,-1 0 8 15,-6 0-38-15,2 0 1 0,-2 0 0 16,-1 0-7-16,0 0 27 0,-2 0-7 0,1 0 17 0,0 0-17 16,-1 0 1-16,-2 0 2 0,0 0-15 0,0 0 13 15,-1 0-11-15,-1 0 4 0,3 0-3 0,-4 0-2 16,2 0 5-16,-3 0 0 0,3 0-2 0,-4 0-2 0,1 0 3 16,-1 0 0-1,-1 0 1-15,-2 0-5 0,-10 0 2 0,11 0-8 16,-11 0 13-16,0 0-11 0,11 0 2 0,-11 0 2 0,0 0-9 15,0 0 14-15,10 0-4 0,-10 0 0 16,0 0 2-16,0 0-1 0,0 0 9 0,0 0-10 0,0 0-2 16,0 0 7-16,0 0-26 0,0 0 20 0,0 0-1 0,0 0-5 15,0 0 24-15,0 0-15 16,0 0 2-16,0 0-2 0,0 0 5 0,0 0 0 0,0 0-9 0,0 0 2 16,0 0-3-16,0 0 4 15,0 0-5-15,0 0 7 0,0 0-4 0,0 0-1 0,0 0 9 16,0 0 1-16,0 0-13 15,0 0-1-15,0 0-9 0,0 0-37 0,0 0-59 0,0 0-51 0,0 0-46 16,0 0-67-16,0 0-30 0,0-6-92 16,0 1-71-16,0 1-22 0,0-1-52 15,0 5 25-15,0-8 9 0,0-1 20 0,0-1 2 16</inkml:trace>
  <inkml:trace contextRef="#ctx0" brushRef="#br0" timeOffset="-206534.8">10664 16030 1594 0,'0'0'7'0,"0"0"33"15,-9 0 31-15,9 0 27 0,0 0 19 0,0 0-21 16,0 0-8-16,0 0-22 0,0 0-19 0,0 0-11 0,0 0-2 16,0 0 74-16,0 0 8 15,0 0 16-15,0 0 8 0,0 0-37 0,0 0-1 0,0 0 18 0,0 10-12 16,0-3-5-16,9 0 21 15,2 0-18-15,-5 0 29 0,2 1-13 0,0 0-19 0,3 2 8 16,0-2-23-16,-1 2-2 0,4-2 6 16,-1 1-9-16,2 1-18 0,0-1-16 0,2-1-11 0,-2 2-3 15,2-1 7-15,-3-1-7 16,3-1-4-16,-4 1 2 0,1-2-9 0,-1-6 2 0,-5 8-15 0,-8-8-14 16,12 7 9-16,-12-7-10 15,0 0 7-15,0 0 1 0,0 0-8 0,0 6 13 0,0-6-5 16,0 0-5-16,0 6 1 0,0-6-2 15,0 0 6-15,0 8 6 0,0-2-2 0,0 2-1 0,-12 1-4 0,2-2-7 16,-2 3 1-16,-1 2 3 16,0-1 5-16,-1 1-2 0,0 0 1 0,-2 0-6 0,0 0 4 15,2 0 1-15,-2-1 0 0,2 0-2 16,1 0 0-16,1-1 0 0,1 0 0 0,1-1 8 0,1-3-12 16,9 1 24-16,-10-7-18 0,10 6-2 15,0-6 6-15,0 0-18 0,-11 0 20 0,11 0 12 0,0 0-17 16,0 0 4-16,0 0-24 0,0 0-89 0,0 0-111 0,0 0-174 15,0 0-125-15,0-6-150 16,0 0-62-16,0 0-92 0,-10-4 128 16</inkml:trace>
  <inkml:trace contextRef="#ctx0" brushRef="#br0" timeOffset="-205719.29">9848 15590 2285 0,'0'0'96'0,"0"0"37"0,0 0 17 0,0 0 43 16,0 0-84-16,0 0 0 0,0 0 4 0,0 0-37 0,0 0 7 15,0 0-30-15,0 0 1 0,0 0-17 16,0 0-13-16,0 0 0 0,0 0-19 0,0 0-1 0,0 0-2 15,0 0-6-15,0 0 4 16,-9 0 9-16,9 3-1 0,-10 1-16 0,-1 1 8 0,11 1 1 16,-11 2-14-16,0-1 11 0,3 3 0 15,8 0 5-15,-14 0 15 0,4 2-5 0,10 0-2 0,-9 0-9 16,9 0 12-16,0-1 18 16,-11 2-3-16,11-1 10 0,0 0-14 0,0 0 4 0,0 0 19 0,0 1 14 15,0-4 19-15,0 4 10 16,0-1-21-16,12 0-6 0,-2 0 9 0,1-1 6 15,0 0 10-15,0 0-2 0,3-1-28 0,1 0-7 16,0-1 9-16,-2-1 0 0,4-8 8 0,-2 11-14 0,2-2-8 0,-1-9-3 16,3 9 17-16,-3-9-10 15,1 0 0-15,-1 8 6 0,1-8-22 0,2 0 26 0,-5 0-1 16,4 0-11-16,-4 0 14 0,2 0-13 16,-3 0-5-16,1 0 2 0,0-11-24 0,-3 2-1 0,0-3-4 15,-11 1 3-15,16 0 18 0,-5 1-2 16,-11-2 2-16,14 0-9 0,-14-1-2 0,12-1-12 15,-12 0-2-15,0 0 0 0,0 0-11 0,0 0 13 16,0 0-11-16,0 0 3 0,0-1-3 0,0 1-13 16,0 2 12-16,0-1-4 0,0 1 1 0,0 0 0 0,0 0-7 15,0 0-4-15,-17 0 9 0,4 2 9 16,0-2-14-16,-3 1 17 0,2 1-11 0,-4 0-8 0,2 0 5 16,-1 1-8-16,-1 1 0 15,0 1 12-15,2 0-6 0,-2 1 7 0,1 6-2 0,3-8-12 0,-2 8 21 16,5-7-21-16,0 7 11 15,11 0-13-15,-16 0 6 0,16 0 6 0,-13 0-5 0,13 0 6 0,-14 0-9 16,14 0-4-16,-12 0-28 16,12 0-16-16,-12 0-24 0,12 7-37 0,-14-7-4 15,14 8-25-15,-13-1-51 0,13-7 0 0,-12 8-64 16,12-2-53-16,-10 0-70 0,10-1-65 0,-11 2-84 0,11-1-50 16,0 1-29-16,0-3-62 0</inkml:trace>
  <inkml:trace contextRef="#ctx0" brushRef="#br0" timeOffset="-204954.35">11796 16134 2236 0,'0'-5'112'0,"0"-1"33"16,0-1 40-16,0 2 31 0,0-1-62 16,0 6-18-16,0-5-32 0,0 5-24 0,0 0-40 0,0 0-27 15,0 0-17-15,0 0-6 0,0 0-5 0,0 0 5 0,0 0 4 16,0 0 8-16,0 0-7 0,0 9 0 16,0-2 11-16,0 3-10 0,0 0 11 0,0 2 19 0,0 1 14 15,0 3 2-15,0-1 11 16,0 3-1-16,0-1-13 0,0 1 5 0,0-1-19 0,0 2-3 15,0-2-7-15,0-1-1 0,0 0 4 16,8 0-9-16,-8-2-1 0,9 0-1 0,-9-1-10 0,10 0-7 16,-10-2 17-16,0-2-6 0,8 0 3 15,-8-1 13-15,0 0-2 0,8-2-12 0,-8-1-2 0,0 0-19 16,0-1-86-16,0-1-52 16,0-3-91-16,0 0-138 0,0 0-45 0,0 0-93 15,0 0-39-15,0-7 10 0</inkml:trace>
  <inkml:trace contextRef="#ctx0" brushRef="#br0" timeOffset="-204375.37">11717 16141 2647 0,'0'-12'29'0,"0"-1"52"16,0 2 20-16,0 1 53 0,0 2 3 0,0 2-17 0,0 1 23 15,0 0-50-15,0 5-2 16,0-5-12-16,0 5-21 0,11-7 23 0,0 7-10 0,2 0-14 0,-1-7 1 15,3 7-7-15,2 0-9 16,3 0 19-16,0 0-28 0,3 0-13 0,-1 0 0 0,2 0-27 16,-1 0 8-16,-2 0-8 0,1 0-14 15,-4 0 8-15,1 0-4 0,-5 0-4 0,-1 7 12 0,-13-7-17 16,11 9 4-16,-11-1 0 16,0-1-11-16,0-7 8 0,0 10 1 0,0-1 15 0,0 1-9 0,0 0-1 15,-13 0-6-15,-4 2-4 16,1 0 12-16,-3-1 0 0,-3 0 10 15,4 1-10-15,-2-3-10 0,4-1 14 0,-1 0-20 0,4-2 7 16,1 0 10-16,12-6-17 0,-12 6 16 0,12-6-16 0,0 0 5 16,0 0 2-16,0 0-4 0,0 0 5 15,0 0 13-15,0 0-10 0,0 6 10 0,0-6-13 0,0 5-8 16,16 1 13-16,2-2-7 0,2 2 19 16,3-1-9-16,0 3 0 0,2-2-3 0,0 3 7 15,2-1 16-15,-3 2-2 0,-2-2 10 0,2 1-7 0,-5 0-9 0,0 1 5 16,0 0-12-16,-5 0-12 15,0 0 5-15,-2-1-3 0,-12 1 5 0,9-1 4 0,-9 1 5 0,0-2-12 16,0 1-3-16,0 0 17 16,0-1-16-16,0 1 21 0,0-1-2 0,0 0-8 0,-19 0 7 15,2 0-9-15,2-2 3 16,-4 2-3-16,2-3 7 0,0 0 6 0,-1-5 18 0,-1 7 26 0,2-7-3 16,-2 0 13-16,0 0-2 15,0 0-27-15,3 0 17 0,-1 0-11 0,2 0 1 0,0 0 3 16,2 0-27-16,-1-7-3 0,14 7-13 15,-13-8-6-15,13 1 1 0,-11 0-7 0,11 7-1 16,0-7 10-16,0 7-9 0,0-6-16 0,-11 6-73 16,11-5-74-16,0 5-91 0,0-6-100 0,0 4-79 15,0-1-76-15,0 3-97 0,0 0-72 0,0 0-34 16,0-3 1-16</inkml:trace>
  <inkml:trace contextRef="#ctx0" brushRef="#br0" timeOffset="-202304.7">11056 16253 1252 0,'0'0'30'0,"0"0"41"0,0 0 22 0,-10 0 24 16,10 0-6-16,0 0-6 0,0 0 6 0,0 0 2 0,-12 0 0 15,12 0 57-15,0-5-9 16,0 1 11-16,-9 4 16 0,9-4-70 0,0 4 11 0,-9-4 8 0,9-1 5 16,0 5-3-16,0-5 4 15,0 0-11-15,0 5-18 0,0-7 6 0,0 0-23 16,0 2-19-16,0-2-1 0,0 2 1 0,0-3 1 16,0 1 7-16,0-2-25 0,0-1-12 0,0 2 5 15,0-1-2-15,0-1 5 0,0 0-3 16,0 0-13-16,0-1 4 0,0 1 8 0,0 1 3 0,0-2 12 0,0-2-23 15,0 1-15-15,0 1 5 16,13-3-4-16,-13 2-1 0,13-1 11 0,-13-1-12 0,13 0-10 16,-13-1 7-16,14 1-8 15,-2 0 5-15,-12-1 1 0,16 1-2 0,-2-1 1 0,-1 1-2 16,1 0-7-16,-1 0 1 0,3 1 15 16,-4 0-11-16,1 1 1 0,1 0-2 0,-1 0-10 15,3 0-19-15,-3 2 10 0,2-1 5 0,1 2-3 16,5 0 18-16,-1-1-6 0,3 2-3 0,-2-1-3 0,3 2 9 15,3-2-1-15,-3 3-3 0,1-2 3 16,2 3-8-16,-2-2-12 0,2 1 6 0,1 6 4 16,-1-8-3-16,-1 2 11 0,2 6-9 0,-1 0-3 15,3-6 1-15,-1 6 5 0,2 0-8 0,-1 0-6 0,2 0 14 16,1 0-10-16,-1 0 7 0,0 0 1 0,-4 0-16 16,2 8 3-16,0-1-2 0,-2 0 5 0,-1 0 9 15,0-1-3-15,0 0 4 0,-5 2-6 0,5-2 1 16,-2 2-9-16,-3-1 2 15,0 0 12-15,-1-1-13 0,0 1 20 0,-1 0-11 0,-4 0-7 0,4-1 10 0,-5 1 3 16,2 0-1 0,-1 2-6-16,0-1 0 0,-2 0-5 0,2 1 11 0,-2-1-9 0,2 1 1 15,-2 0-1-15,3 2-6 0,-2 0 11 16,2 0 1-16,-1 2 0 0,3-2-1 0,-3 2 5 0,1 0 0 16,0 0-3-16,-2 1 4 15,2 0-16-15,-3 1 13 0,-1 0 3 0,1 0-7 0,-1-1 4 16,1 0-17-16,-3 0 3 0,-1-1 0 15,-10-2 6-15,16 1 1 0,-5-1-1 16,-11 2 6-16,14-1-9 0,-14 1 9 0,14 1-16 0,-14 0 1 16,14-1 13-16,-14 1-10 0,13 0 1 0,-13-1 12 15,14 1-3-15,-14 1-4 0,11-1 17 0,-11-2-16 16,13 2 1-16,-13-1 4 0,12 0-8 0,-12-1 3 0,0 0-6 16,12-1 3-16,-12 1 10 0,0-1-2 15,0 0-2-15,0-1 4 0,0 0-8 0,0 0 1 0,0 1 10 16,0-2-5-16,0 2-3 15,0 0 11-15,0-1-6 0,0 0-1 0,0 2 5 0,0-1-12 16,0 0 8-16,0-1 5 0,0 2-11 16,0-1 17-16,0 0-8 0,-12 1-8 0,12-3 6 0,-12-1-7 15,12 4 9-15,-13-3 6 0,13 1-13 16,-9 0 14-16,9 0-7 0,-16 0 0 0,5 1 16 16,0-1-17-16,1 1-8 0,1-1 10 15,-2 0-3-15,3 0 1 0,-2 0 8 0,-2-1-9 16,2 3 21-16,-1-2-10 0,0 0-5 0,0 0-2 15,1 0-3-15,-2 1 0 0,2-1 3 0,-1 0 0 16,-1-1-8-16,-1 1 13 0,3 0 7 0,-2-10-5 16,-1 13 0-16,2-3-3 0,-1-3-5 0,0-7 23 0,0 11-5 15,1-2 11-15,-2-9-7 16,2 9-10-16,1-1 17 0,-2-8-5 0,1 10 5 0,0-1-17 0,-3-1-28 16,2-8 4-16,-2 10 11 15,3-10 5-15,-2 9 15 0,1-1-17 0,-1-8-14 0,1 9 12 0,0-1-7 16,1-8 8-16,-3 9 2 0,1-3-3 15,1 0 10-15,-1 2-10 0,2-8-2 0,-3 9-3 0,1-9-3 16,-1 8 14-16,1-1-2 16,-1-7-9-16,2 6 1 0,-4-6 0 0,3 8 10 15,0-8 4-15,-1 5-10 0,1-5-9 0,0 6 11 0,0-6 1 0,0 6-4 16,0-6 8-16,1 6-2 16,-1-6-9-16,0 0 22 0,-1 6-15 0,-2-6-9 0,-1 0 11 0,3 7-9 15,-5-7 20-15,4 0-9 16,-2 0 1-16,1 6-2 0,1-6-7 0,0 0 13 15,1 0-13-15,1 0 12 0,1 0-4 0,1 0-19 16,-1 0 26-16,3 0-11 0,0 0-5 0,-1 0 12 16,1 0-24-16,1 0 16 0,-2 0 2 0,2 0-5 15,-4 0 20-15,4 0-29 0,-2 0 14 0,-1-5-7 16,0 5 7-16,2-5 16 0,-2 5-27 0,1-8 22 16,-1 1-15-16,0 2-1 0,2 1 12 0,-1 4-24 0,-1-8 17 15,2 3-2-15,0-2-4 0,-3 1 14 16,4 0-28-16,-2 1 8 0,1-2 10 0,-2 0-5 0,3 2 6 15,0-2-17-15,-3 1 7 0,2-1 4 16,-1 0-4-16,1 1 6 0,-1-2-15 0,1 2 8 0,-1 0 5 16,1-2 8-16,1 8 9 15,-3-10-30-15,3 1 11 0,0 2 0 0,1 0 3 16,-2 7 22-16,9-8-29 0,-8 1 13 16,0 7-3-16,8-10 0 0,-9 5 23 0,-2-2-33 0,11 0 8 0,-10-1-2 15,2-2-9-15,8 1 16 16,-10 0-18-16,10-2 9 0,-12 0 2 0,4 1-11 15,8-2 8-15,-12 1-17 0,2 0 11 0,10-1 3 16,-11 0-2-16,0 1 14 0,11 0-23 0,-9 2 15 0,9-2-10 16,-12 1 1-16,12-1 21 0,-12 3-22 15,12-1 13-15,0 0 1 0,-10 0-5 0,10 1 14 0,0-2-23 16,0 0 7-16,-8 1-2 0,8-1 5 16,0 0 7-16,-12 1-22 0,12-3 8 0,0 3 6 0,-8-2 11 15,8 2-4-15,0-1-16 16,-10-1-6-16,10 3 11 0,0-2 6 0,-12 1 11 0,12 2-16 15,0-3-5-15,-10 2-3 0,10 1 1 0,-8-1 17 0,8-1-17 0,0 1 12 16,-12 1 4-16,12-2-6 16,-8 3 12-16,8-2-23 0,0 2 1 0,-8-2 13 0,8 2-1 15,0-2 10-15,0 2-14 16,-9 0-4-16,9-2-9 0,0 2 12 0,0-1 13 0,-10-1-17 0,10 2 12 16,0 0 4-16,0-2-6 0,0 2 9 15,-10-3-20-15,10 1 0 0,0-1 7 0,0 0 6 0,0 0 7 16,0 0-18-16,0 1 3 15,0-4-2-15,0 3 4 0,0-1 10 0,0 0-26 0,0 1 5 16,0-1 17-16,0 0 0 0,0 1 19 16,0-1-28-16,0 3-3 0,0-1 6 15,0 2-10-15,0-1 21 0,0 7-23 0,0-7 3 0,0 7 22 16,0-7-7-16,0 7 7 0,0 0-16 0,0 0-17 0,0 0 7 16,0 0 5-16,0 0-33 15,0 0-72-15,0 0-29 0,0 0-56 0,0 0-15 0,0 0-14 16,0 0-60-16,0 0-35 0,0 0-61 15,0 0-63-15,0 0-85 0,0 0-108 0,0 0-120 0,0 0-45 16,0 0-117-16</inkml:trace>
  <inkml:trace contextRef="#ctx0" brushRef="#br0" timeOffset="-201082.77">7831 16851 1901 0,'0'0'25'0,"0"0"29"0,0 0 42 0,0 0 93 16,0 0 18-16,0 0 14 0,0 0-12 0,0 0-36 0,0 0-28 15,0 0-6-15,0 0 14 0,0 0-21 16,0 0 32-16,0 0-18 0,0 0-11 0,0 0-13 0,0 0-25 15,0 0-5-15,0 0-11 16,11 0-7-16,-11 0-22 0,0 0 15 0,0 0-8 0,0 0-11 0,0 0 11 16,0 0-18-16,0 0-18 15,0-10 9-15,0 10 3 0,0-10 4 0,0 1 17 0,0 9-12 16,0-10-13-16,0 2-3 0,0 8-8 16,0-10 16-16,0 10 5 0,0-7-2 0,0 7-14 0,0 0-16 15,0 0-2-15,0 0-14 0,0 0 13 16,0 0 0-16,0-9-3 0,0 9-4 15,0 0-8 17,0 0 1-32,0 0 2 0,0 0-4 0,0 0 5 0,0 0 0 0,0 0-1 15,0 9 11-15,0 1-5 0,0-2 4 0,0 3 3 0,0 1-14 0,0 1 8 0,0 3-1 0,0-1-12 16,0 2 8-16,0 0-8 0,0 4 5 0,0 0 5 0,0 0 7 0,0 3-1 0,0-2-5 16,0 4-3-16,0-3 1 0,9 0-6 15,-1 1 11-15,-8-1 6 0,8 1 4 0,-8-1 0 0,0 1-7 16,0-2 19-16,8 0-7 0,-8 0 12 15,0 1 7-15,0 0-23 0,0-2 8 0,0-1-2 0,0 2 0 16,6 0 2-16,-6-2 4 16,0 1-1-16,0 1-3 0,0-3 8 0,0 1-15 0,0-1-12 15,0-1-3-15,0-1-3 16,0-2 8-16,0-1 14 0,0-1-8 0,0-1 2 16,0-4-6-16,0-8 1 0,0 10 4 0,0-10-13 15,0 0 12-15,0 11-11 0,0-11 3 0,0 0 10 0,0 0-6 16,0 0 1-16,0 10 5 0,0-10-16 15,0 0 4-15,0 0 0 0,0 0-9 0,0 10 22 0,0-10-7 16,0 0 9-16,0 0 0 0,0 0-7 16,0 0 1-16,0 0 0 0,0 0 0 0,0 0 3 0,0 0-2 15,0 0 3-15,0 0-10 0,0 0-34 0,0 0-15 0,0 0-72 16,0 0-64-16,0 0-76 0,0 0-86 16,0-7-104-16,0 1-79 0,0-1-85 15,0 2-47-15,0-4-22 0,0-1-68 16</inkml:trace>
  <inkml:trace contextRef="#ctx0" brushRef="#br0" timeOffset="-200363.43">7661 17254 1511 0,'0'0'40'0,"0"0"36"0,0 0 51 0,0 0 36 0,0 0-2 16,0 0 50-16,0 3-22 15,0-3-12-15,0 0-17 0,0 0-66 0,0 0-19 16,0 0-3-16,0 0 12 0,0 0-8 0,0 0-2 16,0 0-3-16,0 0-5 0,0 0 10 0,0 0-2 0,0 0-6 15,0 0-13-15,0 0-25 0,0 0 19 16,0 0-16-16,0 0 15 0,7 6 5 0,-7-6 6 0,6 4 15 15,-1 2-22-15,4-6 4 16,-2 7-25-16,1-1 8 0,1 3 0 0,5-1 1 0,-1 1 7 16,1 0-1-16,-1 1-6 0,1 0 7 15,2 3-21-15,-2-1-8 0,2 0-9 0,0 0-11 16,-2 0 13-16,2 0-10 0,-2 0 1 16,0-1 11-16,-1 0-2 0,-2-1-7 0,0-1 11 0,-1-2-7 0,-2 1-14 15,-2-8 14-15,0 9 3 16,-6-9-1-16,6 0 15 0,-6 0 24 0,0 6 7 0,0-6 6 0,0 0 31 15,0 0-12-15,0 0 6 16,0 0 13-16,0 0-3 0,0 0 22 0,0 0-4 0,0 0 26 16,0 0-11-16,0 0-12 0,0 0-11 15,0 0-42-15,0 0-32 0,0-6-28 0,0-3-1 0,8-1-11 16,-8-2 6-16,8 0 4 0,0-3-8 16,-2 1-1-16,-1-3 4 0,5 2 2 0,-4-2-10 0,3 1 7 15,-1 1 2-15,1 0-1 0,1 1 9 16,-2 2 5-16,-1 0-15 0,-1 2-11 0,0 0 13 15,-6 3-5-15,8 0 8 0,-8 0 10 16,6 2-10-16,-6 5-13 0,0-6 1 0,0 6-37 16,0-7-73-16,0 7-34 0,0 0-76 0,0-5-52 15,7 5-19-15,-7-4-104 0,0 1-104 0,0-1-130 0,0 4-102 16,0 0-107-16,0-5 77 0</inkml:trace>
  <inkml:trace contextRef="#ctx0" brushRef="#br0" timeOffset="-200106.19">8359 17087 3900 0,'6'0'-7'0,"-1"0"9"0,-5 0-8 16,0 0 11-16,0 0 15 15,0 0-2-15,0 0 18 0,0 0-6 0,0 0 6 0,0 8-6 16,0 1 3-16,0 3 6 0,0 0-18 15,6 3-2-15,-6-1-8 0,5 3-1 0,-5 0-2 0,6 0-3 16,-6 0 7-16,8-1-15 16,-8-1 4-16,6 0 8 0,-1 0-11 0,-5-1 7 0,5-2-7 0,0 0-95 15,1-1-129-15,-6-2-151 16,0 0-181-16,0-1-99 0,0-8-53 0,0 5 25 0</inkml:trace>
  <inkml:trace contextRef="#ctx0" brushRef="#br0" timeOffset="-197889.18">7661 17736 1573 0,'0'0'41'0,"0"0"45"0,0 0 28 0,0 0 18 0,0 0-9 16,0 0 31-16,0 0-4 15,0 0 6-15,0 0 1 0,0 0-39 0,0 0-16 0,0 0 29 16,0 0-16-16,0 0-11 0,0 0 19 16,0 0-25-16,0 0 9 0,0 0-5 0,0 0 15 0,5 0 8 15,0 0-16-15,0 0 7 0,1 0-29 16,2 0 0-16,0 0-2 0,-2 0-17 0,4 0 6 0,1 0-19 15,-2 0 8-15,4-7-4 16,-2 7-19-16,0 0 2 0,0-7-16 0,2 7 1 0,-2-9 20 16,1 9 5-16,1 0-3 0,1 0 10 15,-1 0-23-15,4-9-14 0,-1 9 14 0,1 0-3 0,-2 0 0 16,5 0-7-16,-4 0-11 0,3 0-3 16,-2 0 21-16,-1 0-4 0,3 0-8 0,-3 0-1 0,1 0-15 15,-2 0 1-15,0 0 23 0,0 0-5 0,0 0-17 0,-2 0 9 16,1 0-16-16,1 0-7 15,-2 0 21-15,-1 0-6 0,1 10 0 0,1-10 9 16,-3 8-1-16,3-8-3 0,-3 9-3 0,2-9-2 16,1 9 0-16,-1-9 9 0,1 11-11 0,0-4-1 15,0-7 6-15,1 9-7 0,-1-9-12 0,-1 10 5 16,-1-2-14-16,1-8 0 0,-4 9 27 0,3-1-6 16,-2-8 1-16,0 9-3 0,-2 0-4 0,1-9 2 15,-1 8-2-15,0 1 4 0,-1-9-6 0,0 9 0 0,1-1 7 16,-3-1-2-16,2 1 0 0,-1-1 7 15,0 1 2-15,0 1-4 0,1-1 0 0,-1-1-1 0,-6 2 2 16,8 0-12-16,-2-1 9 0,-6 2 2 16,5-3 4-16,-5 1 8 0,8 1-4 0,-8-1-6 0,6-1-5 15,-6 0 14-15,8 1-2 16,-8-8-3-16,6 8 2 0,-6 0-12 0,5-8 4 0,-5 8 4 0,0-1-4 16,0-7 2-1,5 7 6-15,-5 1-3 0,0-8-4 0,0 9 8 0,0-2-13 0,0-7 4 16,0 9 0-16,0-2 5 0,0-1 5 15,0-6-16-15,0 9 10 0,0-9-3 16,0 9 2-16,0-1 5 0,0-8-6 0,0 8-4 16,0-1-3-16,0 0 10 0,0 0 9 0,0 0-8 15,0 1 14-15,0-1 4 0,0 0-21 0,0 2 18 16,0-3-9-16,0 2-10 0,0-2 15 0,0 3-12 16,0-1 1-16,0-2 3 0,-6 0 2 0,2 2 5 15,4 1-2-15,-4-9 4 0,4 10 3 0,-6-1-8 0,6 1 1 16,-5-3-5-16,5 1 0 0,-5 0 2 15,5 1-1-15,-5-9-7 0,0 10 3 0,2-2-8 0,3-8 1 16,-5 11 14-16,-1-2-11 16,0-9 7-16,1 11-6 0,0-2-3 0,-1 1 3 0,0-1-3 0,1 0 9 15,-1 0-5-15,-1 0-7 16,1 0 12-16,-2-9-12 0,2 12 8 0,1-4 3 16,-1-8-10-16,-1 13-1 0,0-4 1 0,2-9-6 15,0 12 14-15,0-4 0 0,0-8-5 0,-1 11 6 0,0-4-7 16,1-7 13-16,2 10-7 15,-2-10 11-15,0 10-2 0,-1-10-4 0,0 8 14 0,1-8-8 0,0 10 5 16,-1-2-10-16,-1-8-5 16,0 8-7-16,1-8-8 0,-2 10 17 0,1-10-6 0,1 7 7 15,-2-7 4-15,3 7-16 0,-1-7 9 16,-1 0-5-16,0 8-3 0,-1-8 0 0,1 0-15 0,1 7 13 16,-2-7-4-16,1 7 11 0,0-7 4 15,-1 0-23-15,2 7 22 0,-4-7-11 0,4 0 0 0,0 6 15 16,-1-6-25-16,0 0 7 0,0 0 7 15,-1 0 5-15,2 0 1 0,-1 0-16 0,0 6 18 0,0-6-14 16,-1 0 14-16,0 0 6 0,1 0-34 16,-1 0 22-16,-2 0-10 0,1 0 6 15,1 0 19-15,0 0-38 0,0 0 7 0,-3 0 11 0,3 0-8 0,0 0 23 16,0 0-18-16,-3 0 3 16,3 6 3-16,-1-6-13 0,-2 0 13 0,1 0-19 0,2 0 16 15,-3 0 1-15,0 0 3 0,0 0 6 16,2 0-34-16,-1 0 26 0,-1 0-6 0,0 0 2 0,1 0 21 0,1 0-38 15,-2 0 22-15,0 0-4 16,3 0 0-16,-4 0 19 0,3 0-35 0,1 0 14 16,-1 0-3-16,1-6 6 0,0 6 11 0,3 0-28 15,-3-6 16-15,1 6-4 0,2 0 10 0,-3-6 8 16,0 6-33-16,-3-7 24 0,3 7-4 0,0-5 8 16,-1 5 9-16,1-7-33 0,0 7 13 0,1-6-1 0,-3 6 5 15,2-7 15-15,0 0-29 0,-2 7 16 0,-1-7-1 16,3-1-5-16,-1 1 22 0,-2 7-34 15,1-8 9-15,2 2 4 0,-3-2-1 16,3 8 24-16,-1-10-31 0,1 2 9 0,0 1-2 0,0 7 1 16,0-10 19-16,2 2-8 0,-2 1-22 0,2-1 2 0,-1-1-3 15,-1 1-7-15,-1-1 20 0,3-2 4 16,-1 0 0-16,-1 1-1 0,-1-2-7 16,3 1-3-16,-1 1-3 0,2 0 4 0,-4 1 1 0,3-2-2 15,-1 2 7-15,1 0-7 0,1-1 13 0,-2 2-17 0,2-2 7 16,0 1 2-16,-1-2-3 15,1 1 4-15,0 0-7 0,-1 0 1 16,1-3 4-16,0 1 1 0,2 0-3 0,-2 0 7 0,0 1-10 16,2-1 2-16,-1-1 9 0,1 1-2 0,0 0-4 0,-1 0 4 0,3 2-1 15,-1 0-10-15,1 1 0 16,-1 0 10-16,0 1-7 0,2 1-1 0,0-1 14 16,0 3-10-16,0-1 2 0,0 0 4 0,0 2-3 15,0-2-6-15,0 1 1 0,0-1 8 0,0 1-7 0,2-1 9 16,0-1 1-16,-1 2-9 0,2-1 1 15,-1-1-4-15,0 2-1 0,-1-2 4 0,2 1 4 0,2 1 2 16,-4-1-7-16,2 1-1 0,-1-1 7 16,3 2 1-16,-2-1 0 0,0-2-3 0,-1 2-8 0,1 0 4 15,0 0 1-15,3 0-1 16,-4 0 4-16,3 0-7 0,-2 1 8 0,3-1 7 0,-2-1-12 16,-1 2 13-16,2-1-13 0,1 5-1 15,-2-8 7-15,1 2-10 0,0 0 9 0,3 0 0 0,-2 3 4 16,0-3-13-16,1 0 8 0,-1 6-2 15,2-7-2-15,1 0 9 0,-2 7-5 16,-1-7 1-16,2 2-5 0,1 5 2 0,-2-7-1 16,1 7-5-16,0-7 13 0,1 7-6 0,-1-6-3 15,0 6 9-15,1-6-10 0,-1 6 5 0,2 0-3 16,-2-8 1-16,1 8-2 0,-1 0 5 0,0-5 9 0,0 5-13 16,3 0 3-16,-3-7-5 0,3 7-2 15,0 0 9-15,-1 0-2 0,-1-5 1 0,4 5-4 16,-4 0-2-16,4 0 5 0,-2 0-3 0,0 0 4 15,1 0-1-15,1-6 3 0,-3 6-6 0,4 0 1 0,-1 0 2 16,2 0-11-16,-2 0 8 16,4 0 7-16,-2 0-7 0,2 0 1 0,-1 0 4 0,1 0-1 0,-2 0-4 15,0 0-1-15,-2 0 1 16,0 0 2-16,-4 0 7 0,-1 0 3 0,0-6-4 0,-2 6-10 16,-3 0 4-16,1 0-3 0,-4 0-2 15,0 0 4-15,0 0-3 0,0 0 7 0,0 0-3 0,0 0-9 16,0 0-16-16,0 0-22 0,0 0-48 15,0 0-53-15,0 0-60 0,0 0-54 0,0 0-28 0,0 0-33 16,-7 0-36-16,7 0-50 0,-6 0-53 16,6 0-58-16,-5 0-106 0,5 0-42 0,-6 0-53 0,6 0-38 15</inkml:trace>
  <inkml:trace contextRef="#ctx0" brushRef="#br0" timeOffset="-197179.46">8025 17985 2218 0,'2'5'81'0,"-1"-5"42"15,-1 0 47-15,2 0 31 0,-1 0-16 0,-1 0 10 0,0 0 3 0,0 0 26 16,0 0-13-16,0 0-17 16,0 0-10-16,0 0-31 0,0 0-30 0,0 0 1 0,0 0-20 0,0 0-19 15,0 0-10-15,0 0-23 16,0 0-2-16,0 0-10 0,0 0 8 0,0 0-19 0,0 0-25 15,-9 0 10-15,3-6-13 0,1 6 6 16,-1 0 5-16,-1-8-5 0,-2 8-21 0,1 0 0 0,-2 0-5 16,2 0 8-16,-4 0 20 0,2 0-11 15,-4 0 12-15,1 0-13 0,-1 0-3 0,0 0 4 0,1 0 1 16,1 0 4-16,1 0-3 0,1 8 1 16,-1-8-2-16,3 7-10 0,0 1 6 15,3-2 7-15,-2 2 0 0,0-2 4 0,1 4-4 16,-1-1-2-16,0 1-14 0,2 1 8 0,0 0 5 0,5 1 6 0,0 0 1 15,-4 0-4-15,4-1 1 16,0 0 2-16,0 1 0 0,0-3 7 0,0 2-13 16,0-2 2-16,0 3 20 0,6-3 9 0,0-1 12 15,0 2 5-15,1 0 4 0,1-1 12 0,0 0 3 16,3 0 3-16,1-9 3 0,4 11-42 0,-2-1 10 16,5-10 0-16,-1 10 6 0,4-10 30 0,1 0-5 15,0 0 8-15,1 7-9 0,-2-7-3 16,1 0 2-16,-3 0-6 0,0 0-5 0,0 0-10 0,-2 0 9 15,-3 0-19-15,0 0-6 0,-1 0 21 16,-4 0-26-16,-1 0 14 0,-2 0-1 0,0 0-2 0,-4 0 28 16,1 0-3-16,-1 0 7 0,-2 0-23 15,1 0-24-15,-2 0-11 0,3 0-14 0,-3 0 7 0,0 0-4 16,0 0 7-16,0 0 6 0,0 0-2 16,0 0-11-16,0 0-1 0,0 0-6 0,0 0-3 0,0 0 14 15,0 0-11-15,0 0-58 16,0 0-59-16,0 0-131 0,0 0-140 0,0 0-103 0,-5 0-200 15,2-5-199-15,3 5-230 0,0-6-45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27T03:26:50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3639 1894 1065 0,'0'0'15'16,"0"0"25"-16,0 0 30 0,0 0 32 0,0 0 20 0,0 0 3 0,8 0 1 15,-8 0-3-15,0 0-18 0,0 0-1 16,0 0-2-16,0 0 38 0,0 0 17 0,0 0-8 0,0 0 17 16,0 0-49-16,0 0-7 15,0 0 26-15,0 0-38 0,0 0 1 0,0 0 0 0,0 0-9 16,0 0 15-16,0 0-2 0,0 0 2 15,0 0-22-15,0 0-18 0,0 0-4 0,0 0-22 0,0 0-2 16,0-5 3-16,0 1-1 0,0 0 1 16,-9 0-7-16,9 0-2 0,-12 0-19 0,2 1 3 0,10-1-12 15,-13 1 1-15,3 1 1 0,10 0-11 16,-12 0 14-16,12 2-16 0,-13-1 13 0,5 1-2 0,8 0-9 16,-14 0 6-16,4 0-10 0,1 0 1 0,-2 5 4 0,1 0-6 15,1 1 5-15,-2 0 6 16,3 1-10-16,-2 1 11 0,-2 2 0 15,2 1-6-15,1 2 0 0,-4-2 11 0,5 2-8 0,0 0-6 16,8 0 18-16,-11 0-17 0,11-1 20 0,-9 0 2 0,9-1-16 16,0-2-2-16,0 2-11 0,0-2 2 15,0-2 13-15,0 1 6 0,0 0 6 0,0 1-5 0,0-2-2 16,17 1-6-16,-6 0-2 16,2 1 6-16,4-3 1 0,-2 2 3 0,2-2-6 15,-1-1 12-15,3 0-9 0,-2-1 0 0,4-1-3 16,-1-3 6-16,1 4-2 0,-2-4 0 0,3 0 12 15,0 0 2-15,-1 0 6 0,-1 0 12 0,-3-4-7 16,1-1-5-16,-4-1-1 0,-1 1 6 0,1 0 2 16,-1-2-10-16,-4 1 12 0,4-3-1 0,-4 2 4 15,-1-3 7-15,0 1-10 0,3 0-16 0,-3-2 3 0,-1 1-14 16,2-1 4-16,-1 0 0 0,1 0-9 16,-2 2 9-16,2-2-12 0,-1 2 8 0,2 0-15 0,-2 1-5 15,1 1 17-15,-1-1-8 16,0 2 5-16,1 1-3 0,-1 1-6 0,2 1-4 0,-1 1 6 0,2 2 4 15,-1 0 0-15,-1 0 1 16,5 0 1-16,-4 0 4 0,4 7-8 0,-1 0 4 0,-2-2 1 16,1 2-4-16,1 0 2 15,-4 0 1-15,-1 0 2 0,-8 1-7 0,10 0 8 0,-10 0-5 16,0-1-10-16,8 1 28 0,-8-1-16 16,0 1 8-16,0-1 6 0,0 0-23 0,0 0 16 0,0 1-12 0,0-2 10 15,-16 1-9-15,2-3 4 16,1 0 6-16,0 0-8 0,-1-4 13 0,0 0-18 0,0 0 8 15,1 0-1-15,-1 0 0 0,3 0 15 16,-2-5-11-16,1-1 4 0,2-2 7 0,0 1-20 0,0-3 17 16,10 0 3-16,-10-1-1 0,10 1 11 15,-10-3-15-15,10 1-6 0,0-1-14 0,0 2 1 0,0-2 10 16,0 1-12-16,0 1 3 16,0 0 0-16,0 1-8 0,10 0 4 0,-2 2 8 0,2 1-6 0,0 1-1 15,0 2 9-15,1 1-11 16,3 1 14-16,-2 2-3 0,3 0 4 0,0 0 0 0,0 0-15 15,3 6 4-15,-3 0 6 0,3 1-4 0,-2 2 0 0,0-1 15 16,-1 2-18-16,0-2 8 0,0 2 12 16,-2 1-17-16,1-3 12 0,-3 2 0 15,-1-1-11-15,-10 1 7 0,14-1-4 0,-14-1-5 16,11-2 8-16,-11 1 1 0,0-1-6 0,0 1 6 16,9-3-1-16,-9-1 2 0,0 0 3 0,0-3-2 15,0 0-2-15,0 3 5 0,0-3 4 0,0 0 3 0,0 0 8 0,0 0-10 16,0 0 5-16,0-4-3 15,0-1-13-15,0 1 3 0,0-4-5 0,0 0-5 16,0-1 1-16,0-2 9 0,0-1-8 0,0-1-3 16,13 0 13-16,-13-1-17 0,11 0 10 0,0 1 4 0,-11 1-18 15,11 1 24-15,1 1-12 16,-12 1-3-16,12 2 11 0,-12 0-24 0,13 3 6 0,-13 0-2 0,15 2 9 16,-15 2 8-16,12 0-3 15,-12 0 12-15,12 0-19 0,-2 0-2 0,-10 6 6 0,11 2 1 16,0 0 11-16,0 0-5 0,-1 0 5 15,0 1-15-15,2 0 5 0,-1 1-1 0,1 0-5 0,1 0 19 16,-1-1-17-16,-2 0 11 16,0 0-4-16,-1-1-9 0,2-1 11 0,-3 0-7 0,-8-1 12 0,10 0-6 15,-10-3-5-15,12 0 6 0,-12 0-8 16,0-3 22-16,8 0 13 0,-8 0-23 0,0 0 11 16,0 0-9-16,10 0-11 0,-10-8 20 15,0 1-14-15,10-2-7 0,-10 0-3 0,12-2 4 16,-12 0 12-16,9-3-11 0,0 1 6 0,-9 0-3 15,10 0-16-15,-2 0 11 0,-8 0 2 0,11 0-1 0,-3 1-6 16,-8 2 0-16,11 0 10 0,-2 1 10 16,-9 1-9-16,12 3 6 0,-3-1-16 0,0 3-17 0,1 0 20 15,-2 3-9-15,2 0 18 16,2 0 3-16,-2 0-8 0,-1 0-3 0,2 0 1 0,0 0-17 0,2 5 10 16,-4-5 9-16,1 6-16 15,-2-2 21-15,-8-2-9 0,9 1 7 0,-9-3 9 0,8 5 3 16,-8-5 2-16,0 0-3 0,0 0 3 0,0 0-2 0,0 0 3 15,0 0-5-15,0 0-5 0,0 0-9 16,0 0 8-16,0 0-8 0,0 0-4 0,0 0 5 0,0 0 8 16,-11-5-7-16,0 0 8 0,0 1 4 15,1 1-24-15,0 3 5 0,0-3 0 0,-3 3-8 0,2 0 20 16,-2 0-1-16,-1 0-24 0,3 0 19 16,-2 6-27-16,-1-1 0 0,3 2 24 0,0 0-22 0,2 0 26 15,9 3-2-15,-10-1 3 16,10 1 0-16,0 0-7 0,-11 1 2 0,11-1-3 0,0 0 7 15,0 1 6-15,0 0 0 0,0 0-1 16,0-2-5-16,0 1-6 0,11 0 10 0,0-2-11 16,-1 2 14-16,2-2-1 0,1-2 2 0,1 0 5 15,-1 0-10-15,1-3 0 0,0 0-4 0,2-3 3 0,-3 0-4 16,1 0 8-16,-1 0 0 0,0-4 2 16,-1-2 13-16,-1-2-12 0,-1-2 4 0,2 0-4 0,-4-1-10 15,2-1 15-15,-10-3-14 16,12-1 9-16,-12 0 1 0,8-4-11 0,-8 0 15 0,0-2-2 0,0-2-8 15,0-1 10-15,0-1-13 16,0-1 5-16,0 1 13 0,-11 1-19 0,-1 1 6 0,2 2-1 16,2 2 6-16,8 3 5 0,-12 3-12 15,4 3-3-15,8 3-11 0,0 2 0 16,-9 2 3-16,9 4-7 0,0 0-5 0,0 0 4 16,0 0 9-16,0 0-3 0,0 10 3 0,0-3 6 0,0 4-14 0,0 3 11 15,0 1-4-15,0 3-11 16,0 1 18-16,0 3-6 0,0-1 15 0,0 3 3 15,10 0-5-15,1-3 5 0,0 0-24 0,-1-1 16 16,1 0 1-16,1-2-8 0,1-2 0 0,3-1-12 0,-2-2 14 16,2-1-2-16,2-3 12 0,-1 0 2 15,0-2-8-15,2-2 4 0,0-1-2 0,0-4 6 0,0 0-9 16,-3 0 6-16,3 0-3 0,-2 0-5 16,-1-5 6-16,-2-2-1 0,-1 0 10 0,0-1 2 15,-13-1-8-15,14-2-10 0,-14-1 10 16,11 0-6-16,-11-2 7 0,0 0 2 0,0 0-12 0,0-1-1 15,0 2 15-15,0 0-16 0,0 2-1 16,0 2 8-16,0 0-26 0,0 2 16 0,0 2 4 0,0 0-13 16,0 5-8-16,0 0 8 0,0 0-7 15,0 0-4-15,0 0 24 0,0 0-2 0,0 8-3 0,0-2 12 16,0 3-2-16,0 2-8 0,0 0 10 16,0 1-8-16,0 1-3 0,14 0 9 0,-14 0-19 0,14 0 9 15,0-1 4-15,-2 2-3 16,-1-3 11-16,4 0 4 0,0-2-12 0,0 0 5 0,2-2 2 15,0-1-6-15,0-2 2 0,1-4-14 16,0 0 17-16,-2 0 1 0,0 0-6 0,-2 0 17 0,0-7-19 16,1-1-5-16,-4-2 8 0,1-1 6 0,-2-2 4 15,0-2-6-15,-10-2 9 0,12-2-14 0,-12-2 0 16,10-3 0-16,-10 0 8 0,0-2 1 0,0 0 0 0,0-1-1 16,0 1-13-16,0-3-5 0,0 3-14 15,0-2 9-15,0 2 5 0,-13 3 6 0,2 1 24 0,11 3-14 16,-11 3-2-16,1 3-6 15,10 4-14-15,-11 2 3 0,11 3 3 0,0 4-5 0,0 0 9 0,-9 0 7 16,9 0-9-16,0 6 8 16,0 3-10-16,0 3 11 0,-11 3 7 0,11 3-8 0,0 3 5 15,0 2 0-15,0 1-10 16,0 1-2-16,0 1 14 0,0 0-24 0,0 0 12 0,0-2 13 16,12 1-14-16,0-1 17 0,0-1-5 15,-1-3-15-15,3-2 17 0,-1-1-15 0,0-3 2 16,1 0 20-16,0-4-22 0,2-2 17 0,-3-2 0 15,2-2-13-15,-2-4 7 0,1 0-3 0,-3 0 7 0,2 0-8 16,1 0 4-16,-4-6-1 0,2-1-6 16,-2-1 12-16,0-1 5 0,-10-2-7 0,12 0-12 15,-4-1 1-15,-8-1 11 0,0-1-3 0,0 0-1 16,11 1 11-16,-11-1-13 0,0 3-1 0,0 0 12 0,0 2-17 16,0 2-1-16,0 0 7 0,0 4-6 15,0 3 6-15,0 0-18 0,0 0 2 0,0 0-4 0,0 0 3 16,0 0 7-16,0 0 2 15,0 8 7-15,0 1 0 0,0 0 5 0,0 2-1 0,0 0 3 16,0 0-11-16,0 1 14 0,0 0-9 16,11 0-11-16,-11-1 10 0,11-1-8 0,-11 0-3 15,13-1 12-15,-2-1-8 0,-11-1 5 0,13-1 12 16,-1-1-13-16,-1-2 9 0,0-3-7 0,2 0-6 16,-2 0 3-16,0 0 4 0,2 0-5 15,-2-4 13-15,3-3 5 0,-3 0-11 0,0-2 0 0,2-1-7 16,-4-1 1-16,-9-1 1 0,16 0 11 0,-5-2 3 0,-11 2 0 0,13-2-9 15,-1 1-2-15,-12 0-7 16,13 0 11-16,-13 2 0 0,13-1-2 0,-13 3 5 16,0-1-4-16,11 3-5 0,-11 2 5 0,0 1-6 15,13 4-3-15,-1 0 5 0,-1 0 2 0,0 0-11 0,0 0 2 16,4 0 3-16,-1 9-11 16,-1 1 18-16,2 1-4 0,-4 1 3 0,2-1-4 0,-4 1 9 0,-9 2-4 15,12-2 1-15,-12 1 3 16,0 0-13-16,0 0 10 0,0 0-14 0,0-2 15 15,0 1-3-15,0-1-1 0,0-1 6 0,0-2-5 16,0 1 11-16,-15-4-13 0,-2 2 4 0,4-3-6 0,-4-4-3 16,4 0 7-16,-1 0-2 0,1 0 13 15,-1 0-11-15,3 0 3 0,11-5-3 0,-16-1 3 0,4-1 0 16,12-1-2-16,-15 0-6 0,15-2 4 16,-14 0 1-16,14-2 8 0,-13 1 9 15,13-2-24-15,0 0 3 0,0-1 1 0,0-1-1 16,0 2 2-16,0-1 8 0,0 0-15 0,13 2 5 15,-13 1 13-15,17 2-17 0,-2 0 7 0,-1 3-2 16,0 1 1-16,0 5-2 0,-1 0 7 0,4 0-7 0,1 0-8 16,-1 0 13-16,1 0-10 0,1 7 3 15,-1 4-4-15,0-2 7 0,-1 3-9 0,-1 1 15 0,1 1-3 16,-2-1-12-16,-1 1 20 0,-1 0-8 16,-2 0-1-16,-2-1 1 0,-9-2 1 0,11 1-3 0,-11-1 9 15,0-1 3-15,8-3-17 16,-8 1 7-16,0-3-3 0,0-1-1 0,0-1 12 0,0-3-5 0,0 0-1 15,0 0 8-15,0 0-8 16,0 0 8-16,0 0 1 0,0 0 0 0,0-7-7 0,0 0-3 16,0-1 9-16,0-1-12 0,0-1 12 15,0-1-8-15,0-3-7 0,14 0 17 0,-14 1-3 0,10-3 5 16,-10 2 6-16,12 0-22 16,-2 1-2-16,-10 1 7 0,13 1-12 0,-2 0 15 0,-2 4-7 15,1-1-13-15,-1 3 9 0,1 5-15 16,-1 0 9-16,4 0 9 0,-2 0-5 0,0 0 0 0,3 9-1 15,-1 2-7-15,1 0-7 0,0 3 14 0,0 1 2 16,-1-1 16-16,0 1-2 0,-1 1-5 0,1-1 9 16,-2 0-34-16,0 0-4 0,-11-2-27 0,12-1-57 0,-12 0-37 15,10-2-33-15,-10-2-47 0,0 0-63 16,0-2-42-16,0-1-89 0,0-1-92 0,0-1-70 0,0-3-72 16,-17 0-42-16</inkml:trace>
  <inkml:trace contextRef="#ctx0" brushRef="#br0" timeOffset="280.07">5285 1602 1880 0,'-12'0'34'16,"12"0"31"-16,0 0 93 0,0 0 35 0,0 0 4 0,0 0 0 16,0 0-75-16,0 3-22 0,15-3-25 0,0 0-10 0,2 0-18 15,-1 0-8-15,4 0-7 16,2 0-27-16,2 0 5 0,0-3-4 0,1-1 1 0,2 0 4 0,1 1-21 16,-1-2-55-16,2 1-110 15,-2 0-149-15,0-1-145 0,-2 0-73 0,2-1-38 0,-2 0 90 16</inkml:trace>
  <inkml:trace contextRef="#ctx0" brushRef="#br0" timeOffset="414.79">5733 1451 1992 0,'0'0'5'0,"0"0"-3"0,-8 0 1 0,8 0-11 0,0 0-77 16,0 0-124-16,0 0-153 0,0-4-128 15</inkml:trace>
  <inkml:trace contextRef="#ctx0" brushRef="#br0" timeOffset="592.6">4765 1444 2949 0,'-13'3'-13'0,"7"-3"3"0,6-5 2 0,0 5-1 0,0 0 19 16,0 0-7-16,0 0-51 0,0 0-112 16,0 0-131-16,0 0-164 0,0 0-126 0,8-3 13 0</inkml:trace>
  <inkml:trace contextRef="#ctx0" brushRef="#br0" timeOffset="1721.93">7665 1557 1638 0,'0'0'46'0,"0"0"36"0,0 0 11 0,0 0 3 0,0 0-40 15,0 0-36-15,9 0-19 16,-9 5 5-16,0-5-4 0,0 5 3 0,0-5 7 0,0 6-5 0,0-1-4 16,0-1 14-16,0 2 11 15,0-2 9-15,0 2 5 0,0 1-3 0,0-2 50 0,0 2-2 16,0-1 21-16,0-1 2 0,0 2-13 16,11-3 16-16,-11 1 24 0,11 0 30 15,-3-1 6-15,2-1 20 0,2-3-16 0,-2 0-14 0,2 0-20 16,1 0-26-16,-2 0-11 0,3 0-8 15,1-7-21-15,-1-1-4 0,-1 2-17 0,2-2-11 0,-4 1 0 0,2-3-13 16,0 0 17-16,-4 1-6 16,-9-2-5-16,14 1 8 0,-14-1-17 0,0 0 13 0,10 2 0 15,-10 0 7-15,0 1-7 0,0 0-15 16,0 4-17-16,0 4-8 0,0-5-1 0,0 5 5 16,0 0 3-16,0 0-9 0,0 0-9 0,0 0-2 15,0 0-7-15,0 0 7 0,0 0 4 0,0 8 6 0,0 1 7 16,0 2-8-16,0-1 20 15,0 2-12-15,0 0-6 0,0 1 9 0,0-1-10 0,0 2-17 0,0-3 2 16,13 1 12-16,-3-1-4 16,0 1 23-16,1-1 1 0,0-2-8 0,2 0-5 0,1-1-5 15,2-1-1-15,1-2 10 0,-1-5-1 0,3 0 3 0,-3 0 11 16,3 0-17-16,-3 0 12 0,1 0-2 16,-4 0-5-16,1-8 7 0,0-2-10 0,-3-2 6 0,0 1-4 15,-11 0 10-15,14 0-16 16,-14-3-4-16,8 0 4 0,-8 0-12 15,0-1 19-15,0 0 1 0,0 0-7 0,0-1-5 16,0 0 0-16,0 0-1 0,0 2 13 0,-12 3-4 16,12 1-9-16,-11 1 8 0,11 3-15 0,-10 1 8 0,10 2-1 15,0 3-23-15,0 0 7 0,0 0-5 0,0 0 13 0,0 0 9 16,0 0-2-16,0 0-3 0,0 7-4 16,0 0 0-16,0 0 14 0,0 1 4 0,0 2-7 0,0 1 10 15,0 1 2-15,0 2-3 0,0 0 16 16,13 2-11-16,1-3-12 0,-1 3-7 0,4-2-13 0,-1 0 16 15,3-1-10-15,-3 1 14 16,4 0-2-16,-2-2 1 0,2 2-4 0,-4-3-2 0,-2 1 16 0,2-1-18 16,-5-2 11-1,-3-1-1-15,-8-1-2 0,0-1 3 0,13-1-3 0,-13-5-2 0,0 4-9 16,0-4 19-16,0 6 0 0,0-6 4 16,0 5 4-16,0-5-16 0,0 3 10 0,0-3-5 15,-16 0 5-15,3 5 3 0,-1-5-1 16,0 0 8-16,-2 0-9 0,0 0-3 0,-1 0-3 15,-1 0-7-15,1-7-27 0,-2 2-42 0,2 0-52 16,-2-1-56-16,4 1-52 0,0-1-72 0,2 0-101 16,-1 1-72-16,1-2-150 0,2 2-101 0,2-4-48 15</inkml:trace>
  <inkml:trace contextRef="#ctx0" brushRef="#br0" timeOffset="1922.98">7808 1300 3615 0,'0'0'48'16,"0"-5"12"-16,-12 2 21 0,12 2-9 16,0 1-52-16,0 0 3 0,0 0-32 0,0 0 8 0,0-2-13 15,0 2-64-15,0 0-86 0,0 0-128 16,0 0-172-16,0 0-185 0,0 0-104 0,0 0 69 0</inkml:trace>
  <inkml:trace contextRef="#ctx0" brushRef="#br0" timeOffset="4449.29">9772 1458 903 0,'0'-5'33'0,"0"0"27"15,0-1 27-15,11 2 56 0,-11-3 13 0,0 3 17 16,0-1 25-16,0 1-23 0,0-1 43 0,0 2-5 16,0 0-22-16,0 1 11 0,0 1-74 0,0-1-9 0,0 1-11 15,0 1-28-15,0 0-15 0,0 0-31 16,0 0-19-16,0 0-15 0,0 0-6 0,0 0-5 0,0 3 9 15,0 0-13-15,0 2 13 0,11 1 14 16,-11 1-3-16,9 3-1 0,-2 0 8 0,1 4-8 0,0 1-10 16,-1 0 10-16,-1 3-9 15,3-1 5-15,-1 0-10 0,2-1 10 0,-3-1-9 0,1-1 3 0,-1-1 5 16,-1-1-13-16,3 0 20 16,-2-3-9-16,-7 0 10 0,8 1 0 0,-8-4-9 0,8 1 0 15,-8-2 2-15,7-1 8 0,-7 1-17 16,0-2 15-16,0 0-19 0,8-1-5 15,-8-2-26-15,0 3-64 0,0-3-60 0,0 0-162 0,0 0-107 16,0 0-116-16,0 0-74 0,0-8 118 0</inkml:trace>
  <inkml:trace contextRef="#ctx0" brushRef="#br0" timeOffset="5376.06">9538 1438 2576 0,'-12'-5'29'16,"12"-1"16"-16,0 0-22 0,0 1 7 0,0 2-25 0,0 0-18 16,0 2 31-16,0-1 1 15,0 1 17-15,17-1 26 0,2-1 8 0,3 3 12 0,5-2 6 16,1 1-4-16,4 1-19 0,3-2 8 0,1 2 3 0,2 0 7 0,2 0 11 16,-1 0-22-16,1 0-30 15,1 0-24-15,-3 0 7 0,-2 0-18 0,-1 0 18 0,-5-2 1 16,-3-2-5-16,-2 3 23 0,-6-3 10 15,-3 3 5-15,-6-2 3 0,-10 2 3 0,0-1-33 0,0 0-7 16,0-1-22-16,0 2-2 0,0-2-1 16,0 0-3-16,0 0 8 0,0-2-24 0,-10 2 12 0,-1 0 6 15,0 0-1-15,1 1 3 16,-1 1-5-16,0 1-8 0,3 0-8 0,8 0-3 0,-11 0 10 16,11 5-3-16,-12-1 8 0,12 2 22 15,-10 2-16-15,10 1 5 0,0 2-6 0,0 1-6 0,0 1 10 16,0 3 8-16,0 2 8 0,0 0-2 15,0 1-5-15,0 1 4 0,0 0-6 0,0 0-7 16,11-1-9-16,0 0-6 0,-3 0 6 0,-8-3 4 16,11 1 17-16,0-3-13 0,-3 1-10 0,-8-1 12 0,11-2-16 15,-3-1 9-15,-8 0 14 16,0-4-5-16,11 0 3 0,-11-3 7 0,0-1 3 16,0-3 3-16,0 0 18 0,0 0 6 0,0 0 0 15,10 0-9-15,-10 0-10 0,0-6-17 0,0-2-5 16,0 2 1-16,9-3 3 0,-9 1-3 15,0-3 4-15,11 1 1 0,-11-1-4 0,0 0 7 16,0 1-4-16,10 2 2 0,-10-1 1 0,0 3 5 16,0-1-18-16,0 3 6 0,0 4-7 0,0 0-21 0,0-3 20 15,9 3-4-15,-9 0-4 0,0 0 13 16,0 0-8-16,0 0 6 0,11 0-9 0,-1 0 11 0,-10 0 4 16,15 0-13-16,-5 6 17 0,1 2-15 15,2-2-1-15,-2 2 8 0,3 0 2 0,-3 2 5 0,0-2-6 16,2-1-3-16,1-1-2 0,0 2 0 15,1-2 22-15,0 0 14 0,0-1 1 0,3-5 21 0,-3 4-5 16,5-4-4-16,-4 0 9 16,3 0 2-16,-2 0 1 0,1 0-20 0,-2 0 5 0,-2 0-17 15,0-9-9-15,-3 1 17 0,1 1-19 0,-12-4-3 0,10 1 4 0,-10 0-2 16,10-2-10-16,-10 0 16 16,0 0-20-16,0-1-3 0,0 0 12 0,0 0-22 0,0 1 5 15,0 0-4-15,0 1 10 0,0 1-2 16,-19 2 5-16,3 0-1 0,1 2-18 15,-2 2 8-15,0 4-1 0,1 0 7 0,-1 0 2 16,1 0 6-16,0 9-6 0,2 0-2 0,-2 1-4 16,5 2-4-16,11 0 15 0,-12-1-9 0,12 2 10 15,0 1 0-15,0-2-11 0,0 2 12 0,0 0-7 16,0-2 4-16,0 1-7 0,14 0 4 0,0-1 5 16,3 0-5-16,-1-1 1 0,6-1 0 0,0 0-8 0,-1-4 10 15,3 2 12-15,1-4 4 0,0 1 8 16,0-5 10-16,-2 0 10 0,1 0 3 0,-1 0-1 0,-1 0-10 15,-1 0-10-15,-1 0-15 0,-1 0 5 16,-4 0 3-16,-1 0-4 0,-5-5-3 0,-9 5 2 0,12-6-14 16,-12 6 0-16,0-5 3 15,0 5 12-15,0 0-5 0,0 0-14 0,0-4-24 0,0 4-70 16,0 0-80-16,0-2-85 0,0-1-105 16,0-1-114-16,0 1-106 0,0 3-80 0,0 0-71 15,0-5-26-15</inkml:trace>
  <inkml:trace contextRef="#ctx0" brushRef="#br0" timeOffset="6436.13">12361 1398 2224 0,'0'0'95'0,"0"-3"31"0,0-2 10 16,0 2 35-16,0 0-75 0,0 0-17 16,0 2-10-16,0-2-30 0,0-1 1 0,0 1 3 0,0 0 14 15,-12 0 3-15,3 2-22 0,-3-1-26 16,0-1-3-16,1 3-10 0,-5-2 4 0,2 2 10 0,-3 0-13 15,0 0 1-15,-1 0-3 0,1 5-3 16,-1-2 9-16,1 2 4 0,1-2-1 0,-3 2-6 0,6-1 1 16,-1-1-6-16,5 0-1 15,9 2 7-15,-10-1 4 0,10-1-8 0,0 3 3 0,0-1 8 16,0 3-10-16,0 0 12 0,0 1 20 16,16 1-1-16,1 1 22 0,1 1 9 0,4 1 2 15,0 0-5-15,0 2-18 0,4-1-4 16,-3 1-4-16,4-1-8 0,-2 0 11 0,-1 0-13 0,0 0-6 0,-2 0 0 15,-2-2-11-15,-2-1-1 16,-2-2-4-16,-5 2 0 0,-2-2-5 0,-9-2 7 0,11 1 0 0,-11 0 2 16,0-2 12-16,0 1 4 15,0-2-9-15,0 3 8 0,0-3-1 0,-14 2-1 0,1-2 1 16,-2-1 16-16,-3 2-4 0,1-3-6 16,-5 0-6-16,3-3-12 0,-3 0 2 0,1 0 6 15,0 0 1-15,-1 0-2 0,6 0-13 16,-1 0-6-16,0 0 3 0,4-6-17 0,2 1-63 0,11 1-77 0,-11 1-100 15,11-2-114-15,0 1-147 16,0 4-81-16,0-5-52 0,0-3 9 0</inkml:trace>
  <inkml:trace contextRef="#ctx0" brushRef="#br0" timeOffset="6736.56">12601 1456 3376 0,'0'-6'78'0,"0"0"46"16,0 0 29-16,0 1 8 0,0 0-83 16,0 4-38-16,0 0-21 0,0 1-11 0,0 0-3 0,0 0-16 15,0 0 2-15,0 0-1 16,0 7 13-16,0-1 5 0,0 3-8 0,0-1 4 0,0 4-7 16,0 1 10-16,0 2-3 0,0 1 4 15,0 0 5-15,0 0 2 0,0 2 7 0,0-3-11 0,0 2 1 16,0-2-2-16,0 2-8 0,0-3 9 15,15 1-7-15,-3-1-9 0,1 0 7 0,-1-1 5 16,2-2-3-16,2-3 4 0,-1 1-7 16,2-3-17-16,-1-1 4 0,1-1-44 0,-1-4-75 15,1 0-85-15,-4 0-126 0,1 0-147 0,-14 0-88 16,14-8-109-16,-14-1 2 0</inkml:trace>
  <inkml:trace contextRef="#ctx0" brushRef="#br0" timeOffset="7406.61">12471 1565 2164 0,'-8'4'9'15,"8"-4"18"-15,0 0 65 0,0 0 19 16,0 0 8-16,0 0-2 0,11 0-44 0,5 0 2 0,-2 0 7 16,7 0 21-16,-2-3 4 0,6 3-10 0,-1 0-1 0,3-3-17 15,1 0-5-15,-1 1 3 0,-1 0-8 16,-1 0-6-16,0-1-2 0,-3 1 2 0,-1-1 11 0,-4-1-1 15,-4 1 3-15,-1 0-13 16,-12 0-17-16,10-2-18 0,-10 1-17 0,0-1 12 0,14 0-11 16,-14-1 6-16,0 0-6 15,0 0-14-15,0-1 2 0,0 3 8 0,0 0-7 0,0 0 7 0,0 1-5 16,0 0 2-16,0 3 4 0,0-1-6 16,0 1-13-16,0 0 5 0,0 0-14 15,0 0 1-15,0 0 20 0,0 0-18 0,14 4 22 16,-14 3-9-16,13 0-5 0,-13 1 18 0,14 2-13 0,-2 1 20 0,-2 2-1 15,1 0-17-15,-1 1-4 16,2-1-6-16,0 1 4 0,-1-1 0 0,0 0 8 0,-11 0 6 16,13-1-14-16,-3 0 7 0,-10-1-1 15,0 0-8-15,10 0 18 0,-10-2-8 0,0-2 2 0,10-2 3 16,-10 1-12-16,0-3 11 16,0-3 7-16,0 3-15 0,0-3 22 0,0 0-4 0,0 0 0 0,0 0 12 15,0 0-32-15,0 0 16 16,0-4-15-16,0-3 3 0,0 1 8 0,0-4-18 15,0 2 20-15,0-3-8 0,0-1 20 0,0-2-10 16,14 1-13-16,-5-1 2 0,-9-1-6 0,13 1 15 16,1-1-4-16,-3 1 4 0,3 0-10 0,-1 0-5 15,-2 2 20-15,2 1-14 0,0 2 14 0,-1 1 7 16,-2 4-13-16,-1 0 16 0,-9 1-10 0,13 3-22 16,-13 0 3-16,9 0-12 0,-9 0 12 0,11 0 8 0,-11 6-11 15,10-1 12-15,-10 3-7 16,9-1-10-16,-9 3 25 0,0 0 0 0,10 0 0 0,-10 2 9 15,11 0-24-15,-11-1 8 0,0 1-6 16,9 0 3-16,-9 1 4 0,10-3-6 0,-10 1-10 0,9 0 0 16,-9-2 10-16,11 0-10 0,-11 0 8 15,8-3 15-15,-8 2-4 0,0-2-6 0,10-1 2 0,-10-1 0 16,0-4 3-16,0 3 13 0,11-3-11 16,-11 0-6-16,0 0-37 0,0 0-49 0,0 0-65 15,9 0-134-15,-9 0-116 0,0 0-146 16,0 0-105-16,0-7-87 0,0-1 47 0</inkml:trace>
  <inkml:trace contextRef="#ctx0" brushRef="#br0" timeOffset="7561.98">13042 1315 2488 0,'-11'-3'17'16,"11"0"-15"-16,0 0 5 0,0 0 1 0,0 3-24 0,0 0 18 15,0 0-84-15,0 0-103 0,0 0-134 0,0 6-147 0,0-1-81 16</inkml:trace>
  <inkml:trace contextRef="#ctx0" brushRef="#br0" timeOffset="8687.14">13396 1672 2146 0,'0'0'100'16,"11"0"44"-16,-11 0 42 0,0 0 29 0,0 0-50 0,0-3-17 15,10-2-29-15,-10 1 0 0,0-3-18 16,8 1-10-16,-8 0 21 0,8 0-5 0,-8 0-25 0,0 0-8 16,9-3-13-16,-9 1-14 0,0-1-10 15,11 0-5-15,-11-2-19 0,0-2-17 0,0 0 24 0,8-1-18 16,-8 1 2-16,0 1 5 15,0 1-15-15,10 2 17 0,-10 2-17 0,0 1-1 0,0 1-10 0,0 2-2 16,0 3 9-16,0 0 2 16,10 0 2-16,-10 0-6 0,10 6 14 0,-10 0 6 0,11 0-4 15,0 4 10-15,2 0-5 0,-1 1-4 0,0 2-1 0,0-1-14 16,2 1 14-16,-2 0-4 0,2-1-3 16,-2-1 21-16,0 1-13 0,0-3-9 0,-1 0 4 15,-11-1-1-15,14-1 2 0,-3 0 1 16,-11-4 9-16,10 1-7 0,-10-4-5 0,0 0 11 15,12 0-6-15,-12 0-12 0,12 0 13 0,-12-7-4 16,11-1 12-16,-11 1-1 0,12-1-16 16,-12-1 0-16,13 0-2 0,-13-2-1 0,11-2 9 15,-11 1 1-15,0-2-14 0,10 0 3 0,-10-1-1 0,0-1 0 0,12 1 16 16,-12 2 3-16,13 0-11 16,-13 2 0-16,11 1-2 0,0 1-2 0,-11 3-1 0,16 0 5 15,-5 3-6-15,3 0-6 0,-3 1 14 16,3 2-7-16,-1 0 3 0,3 0 2 0,-2 0 4 0,2 4-8 15,-2 0 2-15,3 0 6 0,-4 1-4 16,0-2 14-16,-1 2-7 0,-2-2-7 0,-10 0-4 0,11-1-4 16,-11 0 1-16,0-2 20 0,11 0 15 15,-11 0 26-15,0 0 30 0,0 0 11 0,0 0-9 0,0 0-24 16,0 0-20-16,0-5-14 0,0 0-8 16,0 0-2-16,0 0-10 0,0-1-10 0,0 2-6 15,-14 0-1-15,14 0 6 0,-13 0 8 16,2 1 4-16,-3 3-6 0,3 0-8 0,-2 0-4 0,-1 0-5 15,0 0 10-15,0 7 0 0,-2 2 1 16,5-1 6-16,-1 0-5 0,12 1 1 0,-15 0-2 16,15 3 0-16,0 0 3 0,-13 0 21 0,13 0-13 15,0 1 3-15,0 1-5 0,0 0-6 0,0 0 0 16,0-3-4-16,0 1 5 0,16-1-3 0,0 1 4 16,-2-3 3-16,3 0 7 0,-1 0-15 0,2-4 1 15,-2 1 3-15,1 0-1 0,2-6-1 16,-5 0 13-16,2 0 0 0,-2 0-5 0,-3 0 7 0,2 0-21 0,-13-11 24 15,14 2-9-15,-14 0 5 16,12-2 25-16,-12 1-4 0,0-3 23 0,0 1-5 0,0 0-10 16,0-1-16-16,0 0 3 0,0 1 20 15,0 1 12-15,0 2-2 0,0 1-17 0,0 2-13 0,0 1-24 16,0 1-4-16,0 4-4 0,0 0-10 16,0 0-8-16,-12 0 9 0,12 0 2 0,0 7 5 0,0 2 12 15,0 2-9-15,0 3 12 16,0 2-16-16,0 3 6 0,0 3 2 0,0 2-13 15,0 2 12-15,17 3-2 0,-2 0-2 0,2 3 10 16,2 0-10-16,-2-1 5 0,5 3-3 0,-1-2-4 0,1 0 7 16,0 0 2-16,0-1 3 0,-1 0 6 15,0-2-4-15,-1-2-9 0,-4 0 16 0,1-2-23 16,-4-2 7-16,-2-2 16 0,-11-4-19 0,14 0 28 16,-14-4-10-16,0-3-9 0,0-2 6 0,0-3-9 15,0-5 2-15,0 5 13 0,0-5-1 0,0 0-4 16,0 0 8-16,0 0-11 0,-22 0-1 0,5 0 1 15,-9-6-6-15,1-1-7 0,-2-1 10 0,-3-2-3 0,0-3 10 0,0 1-1 16,3-2-8-16,3-1 5 16,-1-2 6-16,6 0-6 0,3 0 12 0,2-3-4 15,14 2-17-15,0-2 15 0,0 2-12 0,0 0-6 16,0 0 15-16,0 2-19 0,0 2 1 16,19 1 18-16,-1 2-25 0,1 3 7 0,2-1-2 0,-1 2-10 15,2 3 19-15,0 0 2 0,-3 0-23 0,0 4-17 0,-5-3-28 16,0 3-24-16,-2 0-9 15,-12 0-44-15,0 0-51 0,10-3-74 0,-10 3-115 16,0-1-77-16,0 1-143 0,0 0-87 0,0-3-54 0,0-2 45 16</inkml:trace>
  <inkml:trace contextRef="#ctx0" brushRef="#br0" timeOffset="9242.17">15349 1430 1965 0,'0'0'58'16,"0"0"89"-16,0-3 41 0,0 1 42 0,0 0-33 16,0 0-66-16,0 0-16 0,11-1-16 0,-11 0-29 0,0 0-10 15,0-1-12-15,0 0-27 0,0 0 12 16,-16 2-14-16,3-1-6 0,-2 0 5 0,0 0-11 0,-2 3 8 16,1-2-6-16,-1 2-13 15,2 0 1-15,3 0-4 0,-1 0-2 0,5 5 9 0,8-1-10 0,-11 0 0 16,11-1 5-16,0 3 6 15,0-1 28-15,0 1-6 0,0 1-4 0,0 1 19 0,0 1-6 16,14 2 12-16,-1 0 10 0,4 1-19 16,0 0 15-16,1 3-7 0,4-1-3 0,-1 0 13 15,4 1-19-15,1-1-12 0,-3 0-2 16,-2 1-22-16,1-1-5 0,-2 0 10 0,-3-3 0 16,-4 0-5-16,-3 1 10 0,-10-3-16 0,0 0 9 15,0-3 14-15,0 2-9 0,0-2 18 0,0 1 0 16,0-2-3-16,-17 0 8 0,-1-1-9 0,-5-1-4 15,-2 0-1-15,-4-3-11 0,-1 0 19 0,-2 0-4 16,2 0-15-16,0 0 7 0,3 0-8 0,0-6-9 0,5 2 13 0,3-1 5 16,5 0-6-16,0 1-11 15,14-3-31-15,-10 2-96 0,10-2-133 0,0 1-121 16,0-1-171-16,0-1-75 0,0 0-27 0,0-1 10 16</inkml:trace>
  <inkml:trace contextRef="#ctx0" brushRef="#br0" timeOffset="11082.29">15551 1276 3119 0,'0'-3'17'16,"0"-1"6"-16,0 1 1 0,0 1 4 0,-11 2-21 0,11 0-10 15,0 0-2-15,0 5 7 0,0 3 12 16,0 0 19-16,0 2 21 0,0 4-1 0,0 1 12 0,14 4 1 15,-4 2-12-15,2 2-1 16,1 2-18-16,1 1-13 0,-3 1 0 0,4-1-13 0,-3 2 3 0,1-3-5 16,1 0-14-16,-3 0 9 15,-1-1-6-15,4-2 6 0,-4-2 5 0,0 0-6 0,2-4 9 16,-12 0-6-16,9-2-1 16,-1-4 5-16,-8-1 4 0,0-1 11 0,11-3 13 0,-11-1 0 15,0-4 38-15,0 0 35 0,0 0 10 0,0 0 4 16,0 0-40-16,0-6-32 0,0 0-19 0,0-2 0 15,0-3-7-15,0-1-6 0,10 0 12 16,-10-3 4-16,0 0-3 0,0-1 22 0,0 1-8 16,0 3-8-16,9-2 9 0,-9 3-18 0,0 1-3 15,0 2-11-15,0 1-6 0,0 3-16 0,0 0-2 16,0 4 13-16,11 0-5 0,-11 0-6 0,0 0 6 0,0 0-6 16,0 0-6-16,11 0 10 0,-11 0 10 15,14 9-14-15,-14 0 7 0,11-1 13 0,1 2-16 0,0 1 1 16,-2-2-4-16,-1 2-1 0,4 1 4 15,-13 0 4-15,14-1 6 0,-1 0-9 0,-4-1 7 16,-9 0 0-16,13-1-9 0,-13-2 4 0,12-2-1 16,-12 0 11-16,12-5 14 0,-12 0-10 0,9 0-11 15,-9 0-4-15,0 0-1 0,14 0 1 16,-14-8 1-16,13 2 8 0,-13-2-6 0,14-1 17 0,-4-2 9 16,1-1 6-16,-11 0 0 0,14-1-2 0,-3 1-8 0,1 0-8 15,-2 0-4-15,1 1 2 0,-11-1 2 16,18 3-8-16,-6-2 0 0,1 2 1 15,0 0-20-15,-1 1 3 0,-1 2 19 0,2 2-5 16,1 4 8-16,1 0-11 0,2 0-3 0,-1 0-8 16,1 10 11-16,-3-2-3 0,0 2 6 0,-1 1-11 15,-13 0 0-15,14 0 5 0,-14 1-17 0,13 0 10 0,-13 0-1 0,0 2 16 16,0 0-1-16,0 0 6 16,0-1-14-16,0 0-10 0,0-1 13 0,0-2-11 0,0 1 10 15,0-3-2-15,0 1 0 0,-14-3-3 16,1 1 18-16,-1-3 1 0,-2-4-30 0,3 0 14 0,-4 0 9 15,3 0-8-15,-2 0 18 0,2 0-6 16,1-9-25-16,13 0 16 0,-14-1 0 16,14 1 13-16,-11-1-1 0,11-2-9 0,0 0-1 15,0-1-5-15,0-1-2 0,0 2 2 0,0-2 2 16,0 0-2-16,0 2 0 0,0 0 9 0,14 1-7 0,2 2 5 16,-4 0-15-16,3 3 1 0,2-2 12 15,-1 3-20-15,-2 5 14 0,2-4-8 0,-2 4 3 16,1 0-7-16,-1 0 3 0,0 0 3 0,2 8-9 15,-2 1 25-15,0-2-7 0,2 2 0 0,0 1-9 0,-3 0-7 16,0 1 13-16,-3 1-6 0,-10 2 8 16,16-2 10-16,-5 2-12 0,-11 0-1 0,11 1-1 0,-11-3-3 15,14 2 5-15,-14-3 3 16,11-1 1-16,-11-2-3 0,12 1-2 0,-12-3 2 16,0 1 12-16,12-3-13 0,-12-1 8 0,10-3-2 15,-10 0 0-15,14 0 4 0,-5 0-1 0,-9 0 5 0,13 0-12 16,1-5 3-16,-3-2-2 0,-1 1 0 15,2-2 7-15,-12-1-4 0,15-2 1 0,-3 0-3 0,-1-1-1 16,-11 0-3-16,12 0 0 0,-12-2-3 16,14 0-1-16,-14 2 16 0,9-1 11 0,-9 2-14 15,0 3 2-15,0-1-10 0,0 4-16 16,0 1 21-16,0 4-13 0,0 0 10 0,0 0-2 0,0-5-16 0,0 5 8 16,0 0-9-16,0 0 8 15,0 0 6-15,0 0 1 0,0 0 4 0,13 0-12 0,-13 0 0 16,0 9 5-16,0-3 0 0,9 2 4 15,-9 1 14-15,13 1-7 0,-13 0-5 0,12 1-11 0,-2-1-4 16,-10 1 11-16,17-2 1 0,-6-1 18 0,-1 0-3 0,4-3-10 16,-3 0 2-16,-1 0-1 0,4-5 0 15,-4 0 5-15,0 0 1 0,2 0-10 0,-3 0 1 0,-9-10 1 16,14 2-3-16,-3-3 8 16,-11-1 6-16,13-1-2 0,-13 0-1 0,13-1-5 0,-13-1 1 15,0-2 4-15,0 0-15 0,0-4 8 16,0 0-10-16,0-2-4 0,0-3 16 15,0 1 5-15,0-1 3 0,-18 0 2 0,6-1 29 16,0 4 11-16,0-1-6 0,12 3 10 0,-15 1-10 16,5 3-22-16,10 3 6 0,0 2-16 0,-11 4-22 15,11 2-12-15,0 3-4 0,0 3-8 0,0 0-4 0,0 0 23 0,0 0-5 16,0 0 6-16,0 6 18 16,0 2-18-16,0 1 17 0,0 2-8 0,0 4-5 0,0 2 7 15,0 1 9-15,0 3 15 0,11 3-23 16,-1 0 5-16,-10 0-21 0,17 3-1 0,-3 0 22 0,-2-2-10 15,1 1 13-15,1-3-7 0,-1-1 0 16,4 0 9-16,-4-2-16 0,4-2-4 0,-2-1 0 0,4-1-1 16,-1-2 11-16,2-1 6 15,-2-2-7-15,3-2-4 0,-2-3 6 0,3-2-6 0,-4-4 10 0,0 0 1 16,1 0-2-16,-1 0 5 0,-1 0-3 16,1 0-2-16,-3-9 0 0,1 0 3 0,-2 0-6 0,-4 0 0 15,-10-2 0-15,16-1-4 0,-16 0 4 16,0 1-1-16,9-1 1 0,-9-1-1 0,0 1 1 0,0 0-1 15,0 0-9-15,0 0 0 16,0 1-11-16,0 1 11 0,0 0-8 0,-14 2 3 0,1 2 8 16,2 2-6-16,11 4 4 0,-20 0-10 15,5 0 3-15,-2 0 14 0,3 0 4 0,1 10 10 16,13-1 0-16,-20 1-27 0,20 0 5 0,-15 1-2 16,15 0-1-16,0 1 6 0,-12 1 1 0,12 1-5 15,0 0 3-15,0 1 6 0,0 1-10 16,0-1-4-16,0 0-8 0,0-1-4 0,0 0 14 0,0-2-1 15,12-1 9-15,1-2 1 0,1-1-10 16,2-2 14-16,2-3-10 0,-2-3 11 0,1 0 6 0,2 0 1 16,-3 0 4-16,2 0-21 0,-5-9 6 15,3 0 14-15,-5-2-3 0,0-1 11 0,0-2-11 0,-11-1-3 16,13-2-3-16,-13-2 3 16,0-2-1-16,0-2-12 0,0-4 2 0,0 0 5 0,0-2-3 15,0-2 2-15,0-1-12 0,0 0 9 16,0 0 3-16,-18 0 3 0,1 0 25 0,3 3 19 15,1 2 12-15,0 4-5 0,13 2-8 0,-17 5-35 16,17 4-28-16,-11 4-13 0,11 1-3 0,0 4-6 0,0 3 17 16,0 0 16-16,0 7-11 0,0 0 18 15,0 4 1-15,0 4-6 0,0 4 21 0,0 4-10 16,0 3-9-16,0 1 1 0,0 4-3 0,0 2 4 0,0 0 11 0,11 0-1 16,-11-1-4-16,17-2 1 0,-7-1-6 15,-10-3 1-15,16-2-4 0,-4-2 1 0,-2-4 6 16,2-3-2-16,-2-1 4 0,1-2-3 0,0-1-39 15,0-3-7-15,-11-2-54 0,16-2-59 0,-5-4-50 16,-11 0-106-16,15 0-139 0,-3 0-138 16,-12 0-207-16,0-8-209 0,14 0 117 0</inkml:trace>
  <inkml:trace contextRef="#ctx0" brushRef="#br0" timeOffset="11918.84">18603 1535 1133 0,'0'0'10'16,"0"0"25"-16,0 5 15 0,0-5 38 0,0 6 24 15,0-1-12-15,0 0 20 0,0 1-1 0,0-2-15 0,0 2 21 16,0 0-8-16,0 0 33 0,0 1-3 15,0-4-6-15,0 1 21 0,0-4-38 0,0 4 31 0,0-4-2 16,0 0 4-16,0 0 7 0,0 0-17 16,0 0 9-16,11 0-24 0,0 0-10 0,-2 0-37 0,4 0-4 15,1 0-16-15,1 0-9 16,0 0 16-16,0 0-14 0,0-10-8 0,1 1-21 0,-2 0 0 0,-1-2-15 16,-1-1-9-16,-12-1 2 15,13-1 0-15,-13 0-7 0,0-1 9 0,0-1-5 16,0-1-15-16,0 0 11 0,0 2-2 0,0-2 4 0,0 2-2 0,0 1 4 15,-13 0-11-15,0 2 5 16,-2 3 8-16,1-1-15 0,0 3 2 0,0 1 5 0,2 3-10 0,12 0 2 16,-12 1 6-16,12 1-22 0,0 1 4 15,-13 0 14-15,13 0-3 0,0 4 17 0,0 1-7 16,0 1-5-16,0 2 10 16,0 2-8-16,14 1 18 0,2 0-12 0,3 4-4 0,5-1 3 15,-2 3-1-15,3-1 9 0,2 1-2 0,3 1 20 16,-1 0-19-16,-3 0-11 0,1-1-5 0,-3-1-12 0,-2 0 14 15,-1-1 13-15,-7-2 0 0,0-1-7 16,-14 0 8-16,0-3-1 0,0-1-1 0,0 0 5 0,0-1-9 16,0 1 3-16,0-2 3 15,0 0 4-15,-19 0 7 0,-1-3-10 0,1-3-2 0,-3 4-6 16,-2-4 5-16,2 0 5 0,-4 0 0 16,1 0-14-16,2 0-25 0,-1-8-9 0,1 0-30 0,3 0-54 15,3 1-56-15,1 1-93 0,5-2-80 16,-2 2-112-16,13 0-90 0,0 1-81 15,0-2-83-15,0-3 151 0</inkml:trace>
  <inkml:trace contextRef="#ctx0" brushRef="#br0" timeOffset="12169.65">19155 1334 3747 0,'0'-5'59'0,"0"-1"26"0,0 1 10 15,0 2 9-15,0 2-67 0,0 1-22 16,0 0-14-16,0 0-7 0,0 0 6 0,0 3-7 0,0 0 5 16,0 0 0-16,0 3 2 15,0 3 10-15,0 1-14 0,0 3 8 0,0 1-2 0,0 1 0 16,0 4 15-16,0-1-16 0,0 3 13 16,9-1-5-16,-9 0 8 0,14 2-8 0,-3-1-10 0,-3 0-4 15,3-1-23-15,-1-1-50 0,-1-1-93 0,2-1-109 0,-1-4-118 16,-10 0-114-16,11-2-68 15,-11-2-30-15,12-1-25 0</inkml:trace>
  <inkml:trace contextRef="#ctx0" brushRef="#br0" timeOffset="13422.02">19077 1464 2781 0,'-11'-5'39'0,"11"0"27"0,0 0 7 0,0 0 0 0,0 0-34 15,0 4-26-15,0-1-4 0,0 0 22 0,0 1 16 0,19 1 2 16,2 0 23-16,2 0 2 0,3 0-8 16,4 0 28-16,0 0-24 0,3 4-10 0,3-2 4 0,-1 1-23 15,4-3 10-15,-4 3 1 16,2-3-13-16,-3 0 2 0,-2 0 8 0,-2 0-6 0,-1 0 18 16,-7-6 10-16,-5 3 2 0,-1-2 13 15,-3 2-18-15,-13 0-9 0,0-1-32 0,0-1-10 0,0 2 8 16,0-1-22-16,0 0 15 0,0 0-7 15,0-1-21-15,0 2 9 0,0-1-5 0,0 0-7 0,-18 3 2 16,2-2 9-16,4 3 1 0,-2 0 0 16,-1 0 4-16,-2 0-7 0,2 9-2 0,2-1 6 0,0 1-6 15,0 0 3-15,2 2 1 16,11 1 3-16,-13 2 4 0,13-1 0 0,-12 2 5 0,12 0-8 0,0 1-8 16,0 0 12-16,0-1-4 15,0 0-3-15,0-1 18 0,0 0-29 0,15-1 14 16,0-2-8-16,0-1 4 0,2-2 7 0,1-1-9 15,3 0 13-15,-4 0-13 0,5-4 4 0,0-3 4 0,-1 0 2 16,0 0 5-16,-4 0-3 0,-1 0-9 16,-2-8 7-16,-14 2 1 0,14-3 2 0,-14 0-4 0,0-1-6 15,13-1-5-15,-13 0 6 16,0-3 1-16,0 2-10 0,0-2 16 0,0-1-9 0,0 2 5 0,0 2 15 16,0 1-9-16,0 0-1 15,0 4-2-15,0 1-14 0,0 1-7 0,0 1 5 0,0 3-19 16,0 0 18-16,0 0-8 0,0 0 1 15,0 0 25-15,0 8-9 0,0-2 8 0,0 4 2 0,0 0 6 16,0 1-3-16,0 2-5 0,0 0 4 16,0 1-4-16,0-1-15 0,0 0 9 0,14-1-11 0,-3 0 5 15,2-3 8-15,1 0-8 0,3-1 22 16,3 0-24-16,-2-2 21 0,2 0 1 0,0-6-10 16,0 0 18-16,0 0-5 0,-1 0 3 0,-1 0 16 15,-2 0 1-15,2 0 1 0,-4-11 3 0,0 2-15 16,-1 0 1-16,-2-4-21 0,-2 0-2 0,-9-1 2 0,13-1-3 15,-13-2 3-15,11-1-11 0,-11-3-4 16,0 0 4-16,0 0 2 0,0-1 12 0,0 0-1 0,0 1-4 16,0 0 3-16,0 1-6 0,0 3-3 15,-17 2-11-15,1 1-4 0,6 5 21 0,-1 0-13 0,11 3 5 16,-15 3 6-16,3 3-23 16,12 0 9-16,-14 0 3 0,3 5 1 0,11 2 3 0,-14 1 3 15,14 2 0-15,-14 0-4 0,14 0 7 16,0 2-5-16,-12 2 0 0,12-1 8 15,0 0 1-15,0 0 8 0,0 0 2 0,0-2-16 0,0 1 2 16,13 0-5-16,3-2 0 0,-3-3 10 16,0 1-5-16,2-3 5 0,0-1 1 0,3-4-6 0,0 0 6 15,-1 0 3-15,0 0-4 0,0 0 16 16,0-6-16-16,-3 0-2 0,3-1-4 0,-5 0 1 16,0 0 13-16,-12-1 18 0,11 0 0 0,-11 0 5 0,11 2 7 15,-11 0-24-15,0 0 6 0,0 3-20 16,0 0-3-16,0 1-10 0,0 2-6 0,0 0 11 0,0 0-29 0,0 0 13 15,0 0 8-15,0 0-4 16,0 7 13-16,0 0 4 0,0 1-4 0,0 1-1 0,0 0 4 16,0 4 6-16,0 0 6 0,0 1-3 15,13 1-1-15,-13-1-5 0,13 3 0 0,-13-2-6 0,14-1 1 16,-3-2 4-16,0 0-8 0,-11-1 5 16,16-1 1-16,-5-4-3 0,1 0-1 0,0-6 10 0,-1 6-2 15,3-6-6-15,-1 0 10 16,1 0-5-16,-2 0-1 0,4 0 10 0,-2 0-15 0,-1-11 8 0,3 1 2 15,-2-3-12-15,-1 1 7 16,0-3-5-16,-13-3 7 0,17-1 2 0,-8-3-5 0,-9 1 10 0,0-2-4 16,0 0 5-16,14-1-4 15,-14-1 5-15,0 1 7 0,0-1 36 0,0 1 14 16,0-1-1-16,0 2 1 0,0 2-25 0,-15 3-8 16,15 1-13-16,-12 5-11 0,12 2-19 0,0 3-11 15,0 3-9-15,0 4 6 0,0 0-3 16,0 0 7-16,0 0 11 0,0 8-2 0,-12 1 10 0,12 3 8 15,0 2-3-15,0 2-10 0,-11 4 1 16,11 2-2-16,0 2-8 0,0 0 25 0,0 2-9 0,0 1-14 16,0 0 18-16,0 1-6 0,0-2-7 15,19 2 16-15,-6-3-9 0,-2-2-4 0,-11-2 15 0,19-1-21 16,-5-3-14-16,0-3-63 0,-3-2-15 16,2-1-28-16,3-2-38 0,-2 0-5 0,-2-3-56 0,6-1-56 15,-4-2-50-15,3-3-68 16,-1 0-31-16,-2 0-91 0,-2-8-29 0,-12 2-3 0,0-4-95 15,0-1 186-15</inkml:trace>
  <inkml:trace contextRef="#ctx0" brushRef="#br0" timeOffset="13618.82">20285 1338 1962 0,'0'0'26'15,"0"0"36"-15,0 0 79 0,0 3 41 16,0 0 10-16,0 1-2 0,11 0-65 0,6 0-13 0,3 1-8 15,5 0-10-15,3-2 19 0,4 1 4 0,-1 1-13 0,1-2-19 16,0-1-43-16,-2-1-31 16,-3 0-4-16,-2-1-12 0,-6 0 15 0,-2 0 12 0,-1-4-13 0,-3 1-40 15,-13-2-84-15,9 1-144 16,-9 1-185-16,0-2-142 0,0-1-106 0,0-2 17 0</inkml:trace>
  <inkml:trace contextRef="#ctx0" brushRef="#br0" timeOffset="15396.21">21836 1321 2637 0,'0'-6'18'0,"0"0"55"0,0 0 16 16,0 1 15-16,0 2-18 0,0 2-60 0,0-1-24 0,0 2-8 16,0 0-1-16,0 0 6 0,0 0 7 15,0 3-7-15,0 2 3 0,0 0-1 0,0 1 0 0,0 3 2 16,0 0 5-16,0 2-6 0,0 1 5 15,0 2-1-15,0-1-15 0,-6 1 23 0,6 0 0 0,0 0-2 16,0-1 17-16,0 1-7 16,0-2-3-16,0 2 17 0,0-1 11 0,0-1-7 0,9 0 37 0,4 0-3 15,0-1 7-15,-1-2 12 16,6-1-30-16,2-1-9 0,-1-2 1 0,5-1 16 16,-1-4 6-16,-2 0 9 0,1 0-1 0,0 0-9 15,-1-5-11-15,-7-3-5 0,3 0-15 0,-4-2-11 16,-2-2 3-16,-11 0-4 0,14-1-5 0,-14-1 4 15,0 0-14-15,0 1 13 0,0-1-6 0,0 0-7 16,0 0 19-16,0 3-19 0,0 0 28 0,0 1-9 16,0 4-8-16,0 0 0 0,0 1-26 0,0 2-10 15,0 2-16-15,0 1 11 0,-12 0-15 0,12 0 12 0,0 0 3 16,0 6 4-16,0-2 6 0,0 3-5 16,-13 0 18-16,13 0-19 0,0 1 5 0,0 2 14 15,0 0-14-15,0-1 13 0,0 2-6 16,0 2-8-16,0-2 8 0,0 0 4 0,0 0 12 0,16 0-1 15,0-1 4-15,3 0-11 0,-2-3-15 0,4 1 13 16,-4-2-2-16,5-1 7 0,0-5 7 0,0 0-12 0,-1 0-13 16,0 0-1-16,-5 0 12 0,2 0 3 15,0-8 0-15,-4-1-3 0,-3 0-9 0,-11-2 10 0,16 0-1 16,-16-1 2 0,11-2 14-16,-11 1-13 0,0-1 5 0,0 0 0 0,0 0-13 0,0-1-12 15,0 1 6-15,-14 0 0 16,-2 2-7-16,3 0 11 0,-2 1-10 0,3 2 6 0,0 1-1 0,12 2-1 0,-18 2 7 15,18 2-15-15,-12-1 2 0,12 3-3 16,0 0-5-16,0 0 13 0,0 0 2 0,0 0 2 16,0 0 8-16,0 3-9 0,0-1 4 15,0 1 1-15,0 1-4 0,0 1 3 0,0-1-1 0,0 1-4 16,16 1 2-16,-1-1 12 16,1 1-12-16,0-2 6 0,2 1-3 0,0-2-3 0,0-3 7 15,-1 0-6-15,4 0 6 0,-5 0-7 0,1-5-2 16,-3 1 15-16,-1-1-3 0,-4-1 9 0,-9 2 15 15,12-1 2-15,-12 0 6 0,0 1 2 16,0 2 8-16,0-1-8 0,0-1-2 0,0 4-22 0,0-2-18 0,0 2-3 16,0 0-16-16,0 0 10 15,0 0-5-15,0 0-11 0,0 0 6 0,0 0 9 0,0 6-2 16,0-1 10-16,0 3 13 0,0-1-6 16,0 4 9-16,0 0-14 0,0 1 1 0,0 3-6 0,0-1 6 15,0 3 7-15,0-1-3 0,0 0 3 16,0 0-15-16,13-1 16 0,-1 1-12 15,-3-1 6-15,4 0 14 0,-2-1-13 0,1-2 5 16,1 0-9-16,4-1-6 0,-2-3 9 0,4-1 8 0,-3-3 12 16,2-4-12-16,0 0-6 0,1 0 4 15,0 0-18-15,-3-7 10 0,-1-1 5 0,1-3-4 16,-2-2-2-16,1-1 1 0,-2-2-4 0,1-2 1 16,-5-1-1-16,-9 1 10 0,16-2-5 0,-7-1 2 15,-9-1 1-15,0-2 2 0,0 1 7 0,0 0-4 16,0-1 21-16,0-1 1 0,0-1 3 0,0-1 16 15,0 4-14-15,0-1 0 0,0 2 1 16,-11 3-22-16,11 3 3 0,-14 2-9 0,14 3-11 0,-9 3-4 16,9 3-6-16,0 2-11 15,0 1 4-15,0 2 5 0,0 0 2 0,-10 0 7 0,10 7 0 0,0 1 0 16,0 3 8-16,-14 0-1 0,14 3-4 16,0 4-6-16,-11 0 2 0,11 2 5 0,0 1-5 0,0 1 17 15,0 1-7-15,0 0 0 0,0-2 8 16,0 2-14-16,0-1 7 0,0-1 1 0,13 0-3 0,1-1 5 15,-2-2-4-15,4 1 5 16,-2-2-17-16,4-1 20 0,-1-1-21 0,2-2-5 16,0-2 16-16,3 0-31 0,0-3 27 0,2-1 3 15,-3-2-7-15,2-5 16 0,-1 0-1 0,-4 0 0 0,2 0 4 16,-2 0-4-16,-4-10-2 0,2 0-3 16,-3-2 2-16,-1-1-3 0,1-2 2 0,-13-1-3 0,13-1-1 15,-13-1-3-15,14 0-9 0,-14-2-6 0,0-1 2 16,0-1 7-16,0 0 3 0,0 1 6 0,0-2 3 15,0 2-8-15,0 1 0 0,0 3 3 0,0 1-8 16,0 3 9-16,-14 3-9 0,14 1 5 16,0 4-1-16,-12 0-20 0,12 5 1 0,0 0-12 0,0 0 1 15,0 0 16-15,0 6 11 0,0 2-5 16,0 2 17-16,0 3 3 0,-12 2-5 0,12 2 3 0,0 2-8 16,0 2-1-16,0-1-3 15,0 1 3-15,0 0 20 0,0-1-7 0,0 0 0 0,0-1 5 0,0-2-23 16,0-1 3-16,0-2 13 15,0-2-8-15,0-3 6 0,11-1-8 0,-11-2 0 0,0-6 8 0,0 0 3 16,0 0 11-16,11 0-16 16,-11 0 8-16,0 0-14 0,12-7-1 0,-12-1 8 0,13 0-2 15,-2-1-1-15,0-2-15 0,-11 0 16 16,16-1 0-16,-3 0-7 0,-1 0 15 0,-2 1-13 0,1 0-2 16,-1 1 17-16,-1 1-2 0,-9 1-9 15,12 4 2-15,-12-1-15 0,12 2-4 0,-12 3 17 16,11 0-26-16,-11 0 21 0,11 0 8 0,-11 9-15 15,13 0 16-15,1 0-7 0,-5 2 12 0,2 1-8 16,3 4-1-16,-1-1 10 0,1 2-13 0,1 0 6 16,-3 1 11-16,-1 0-5 0,1 0-1 0,-2-2-1 15,-10 0-27-15,13-1-39 0,-2-2-45 16,-11-2-48-16,11-3-16 0,-11-2-45 0,0-1-31 16,8-1-28-16,-8-4-55 0,0 0-43 0,0 0-98 15,0 0-70-15,0 0-70 0,0 0-12 0,0-9 40 0</inkml:trace>
  <inkml:trace contextRef="#ctx0" brushRef="#br0" timeOffset="15618.53">22745 1174 2065 0,'-11'3'85'16,"11"-3"48"-16,0 0 38 0,0 3 44 0,0 1-76 15,13-1-30-15,1-1-26 0,5 1-24 0,3 0-5 0,7 1-6 16,2-1-13-16,7 0-17 0,0-1-4 0,0 0-6 0,-1 0 3 16,-1 0-53-16,-2-2-90 15,-5 0-174-15,0 0-169 0,-6-5-125 0,-6 0-77 0</inkml:trace>
  <inkml:trace contextRef="#ctx0" brushRef="#br0" timeOffset="15734.48">22261 951 2543 0,'-20'0'-8'15,"7"-5"-5"-15,13 5-58 0,0 0-58 0,0 0-143 0,0 0-186 16,0 0-106-16</inkml:trace>
  <inkml:trace contextRef="#ctx0" brushRef="#br0" timeOffset="16454.16">24889 1246 2244 0,'0'-3'83'0,"0"0"40"0,0 0 39 0,0 0 37 16,0 0-51-16,0 2-12 0,0-1 10 15,0 1-13-15,0-1-11 0,0 0-9 0,0 1-36 0,0 0-20 16,0 1-18-16,0 0-28 16,0 0-4-16,0 0-7 0,0 0 0 0,0 0 7 0,0 0-19 15,0 0-6-15,0 3 6 0,0 0-2 16,0 1 11-16,0 1 14 0,0 1 0 0,0 1-15 0,-11 1 2 16,-1 1-7-16,12 2-3 15,-15 1 18-15,6 2-7 0,9 0 10 0,-13 0 5 0,13 1-2 16,-13 0-4-16,13 2-4 0,0 0-5 0,-10 0 12 15,10 1 12-15,0 0 0 0,0 0 10 0,0 1 0 0,0-1 1 16,0 0 21-16,14-1-9 16,-5-1 16-16,4-1 23 0,-2-1-15 0,3-1 16 0,3 0-8 15,2-2-17-15,1 0 23 0,2-2-28 16,-1 0-7-16,0-2 8 0,1 0-30 0,-3-7 25 16,2 0-6-16,-2 0-6 0,0 0 12 0,-3 0 1 15,-1 0 4-15,-2 0-13 0,-2-10-7 0,3 1-3 0,-4 0-8 16,0 0 3-16,-10-3-22 15,14-2-9-15,-6-1 1 0,-8-2 5 0,10 0 8 0,-10-4-18 16,0-1 8-16,0-1 6 0,0 1-7 16,0 0 13-16,0 0-14 0,0 1-5 0,0 0 0 0,0 2-4 15,0-1 4-15,-15 3 1 0,2 2 2 16,1 0 2-16,0 1 4 0,-3 1-3 0,2 2-7 0,-1 3 3 16,-1-1-2-16,3 3-4 0,-2 0 2 15,1 2-8-15,1 1-15 0,-1 2-35 0,13 1-12 0,-14 0-26 16,4 0-22-16,10 3 9 15,-13-1-22-15,13 2-19 0,-12 1-21 0,12-1-54 0,0 0-56 16,-10 1-57-16,10 1-84 0,0 1-27 16,0-3-41-16,0 1-28 0,0 1-22 0</inkml:trace>
  <inkml:trace contextRef="#ctx0" brushRef="#br0" timeOffset="16681.78">24438 1012 2077 0,'0'3'-4'16,"0"-3"6"-16,0 0-7 0,0 0 4 0,0 0 2 0,0 0-1 15,0 5 13-15,0-1-5 0,0 2-3 16,0-1 2-16,0 1-13 0,13 2-9 0,0-2-85 0,1 3-155 15,1-3-122-15,0 1-135 0</inkml:trace>
  <inkml:trace contextRef="#ctx0" brushRef="#br0" timeOffset="16888.14">25176 877 3012 0,'0'-3'6'0,"0"-1"0"16,0 1-8-16,0 1 0 0,0 1-8 0,0 1 0 15,0 0 7-15,0 0 10 0,0 3-5 0,0 3 3 0,0 0-7 0,0 3-62 16,0 2-137-16,0 3-142 16,0 1-177-16,0 3-115 0,0 1 84 0</inkml:trace>
  <inkml:trace contextRef="#ctx0" brushRef="#br0" timeOffset="17074.56">25741 1582 4085 0,'0'6'14'16,"0"-6"27"-16,0 0 8 0,0 0 6 0,0 0-24 15,0 0-18-15,0 0 0 0,0 0-32 0,0 0-92 16,0 0-194-16,0 0-266 0,0 0-313 0,0 0-72 0</inkml:trace>
  <inkml:trace contextRef="#ctx0" brushRef="#br0" timeOffset="18637.75">3160 3413 1155 0,'0'0'13'0,"0"6"50"0,0-6 45 0,0 0 28 0,0 0 26 0,0 0-20 15,0 0-25-15,0 0-4 16,0 0 40-16,0 0-12 0,0 6 2 0,0-6-11 0,0 4-70 16,0-4-21-16,0 4-16 0,0 0-3 15,0-4-6-15,0 2 29 0,0 1 14 0,0 0 0 0,0 0 13 16,10 1-14-16,-10-1 7 0,0 1 4 16,9 0-10-16,-9 1 5 0,0-1-8 0,9 1 6 0,-9-1 21 15,8-1-2-15,-1 1-4 0,1-4 11 16,1 4 7-16,-1-4 8 0,3 0 9 0,2 0-5 0,-1 0-4 15,3 0-13-15,1-7 5 16,1 0-3-16,-1-1-5 0,1-2 11 0,-1-1-28 16,-2-1-13-16,-1-4-6 0,1 1-5 0,-1-2 7 15,-13-2-15-15,11-2-18 0,-11-2-4 0,0 0-18 0,0 0 5 16,0 0-4-16,0-1-2 0,0 3 1 16,0-1-1-16,0 3 2 0,-10 3-4 0,-1 2-5 0,-3 1 2 15,4 3-6-15,10 4-10 16,-14 0 3-16,14 6 5 0,-12 0 0 0,12 0 4 0,-10 0-1 0,10 0 0 15,0 0-7-15,-11 0 5 16,11 8 21-16,0 2-5 0,0-2 0 0,0 3 10 0,0 1-22 16,0 0 2-16,0-1 4 0,0 1-4 15,0 0 4-15,17 2 3 0,-1-2 8 0,3 2-10 0,3-1 2 16,-1 0 3-16,3-1-5 0,1-1 15 16,0 1 1-16,2-1-9 0,1 0-9 0,-4-2-3 15,0 1 7-15,-2-2-5 0,-3 0 30 0,0 1-19 16,-3-1-4-16,-3-1-9 0,-4 0-13 0,-9-1 18 0,0-6 3 15,0 7 20-15,0-1-5 16,0-6-10-16,0 7-4 0,0-7 3 0,0 8 7 0,0-2-6 0,-16-6 2 16,-1 7-2-16,-1-7-7 15,-4 6 6-15,0-6-7 0,-3 0-20 0,1 0-56 0,-1 0-65 16,3 0-68-16,0 0-86 0,4 0-57 16,-1 0-47-16,5 0-136 0,3 0-105 0,11 0-130 0,0-5 96 15</inkml:trace>
  <inkml:trace contextRef="#ctx0" brushRef="#br0" timeOffset="19060.47">3911 3285 3309 0,'0'0'48'0,"0"-3"29"16,0-3 14-16,0 6-5 0,0 0-41 0,0 0-31 0,0 0-5 15,-8 0-8-15,8 0-3 0,-9 0-4 16,9 0-3-16,-8 8 13 0,8-1 1 16,-10 2 1-16,2 1-9 0,8 0 2 0,-12 1 1 15,12 1-12-15,-8 0 7 0,8 0 1 0,0 1-2 0,0-1 4 16,0 1 13-16,0-1-3 0,0 0-4 0,0 0 10 0,0-3-5 0,16 1 15 16,0 0 7-16,-2-3 24 15,3 0 2-15,2-1 16 0,0-1 11 0,2-5-1 0,1 0 11 16,-3 0 10-16,3 0 0 15,-3 0-4-15,0 0 20 0,-2-8-25 0,-1 1 10 0,0-2 6 0,-3 0-45 16,-1-1 2-16,-12-1-23 0,11-3-25 16,-11-1 22-16,0-1-17 15,0-2-4-15,0 0-6 0,0 1-10 0,0-1-11 16,0-1 5-16,0 1 12 0,-19 3-17 0,3-1 8 16,1 4-8-16,-1 2-6 0,-1 2 11 0,-1 8-5 0,-1-8-4 15,0 8-32-15,2 0-49 0,-2 0-46 0,3 0-54 0,-1 9-54 16,4-1-42-16,0 3-59 0,4-1-72 15,9 3-99-15,-10-1-78 0,10 0-43 0,0-1-47 0</inkml:trace>
  <inkml:trace contextRef="#ctx0" brushRef="#br0" timeOffset="21457.3">5649 3068 2058 0,'0'-6'38'0,"0"1"84"0,0 1 36 0,0 0 37 0,0 4-30 0,0-3-67 15,0 3-26-15,0-3-38 0,0 3-8 16,0 0-18-16,0 0-11 0,0 0 1 0,0 0 2 0,0 0 1 16,0 0-6-16,0 0 7 0,0 6-7 15,0 0 12-15,0 1 10 0,0 2-15 0,11 2 14 0,-11 3-21 16,6 2 6-16,-6 1 25 0,8 1-16 15,-8 2 16-15,9-2 6 0,-1 2-16 0,-8 0 22 0,7 0-9 16,-7-1-3-16,8-1 7 16,-2-1-24-16,-6 0 17 0,9-2-15 0,-9-1-11 0,8-2 18 0,-8-2-24 15,7-2 9-15,-7 1 2 16,0-2-10-16,0-1 6 0,0 0 3 0,9-2 1 0,-9-4 4 16,0 5-1-16,0-5 0 0,0 0 1 15,0 0-10-15,0 0 6 0,0 0-5 0,0 0 8 0,0 0 17 16,0 0-4-16,0 0 7 0,0 0-11 15,0 0-14-15,0 0-6 0,0 0-27 0,0 0-65 0,0 0-92 16,0-6-156-16,0 6-156 0,0 0-73 16,0-10-87-16,0 1 147 0</inkml:trace>
  <inkml:trace contextRef="#ctx0" brushRef="#br0" timeOffset="24544.64">5551 3120 1651 0,'0'-5'49'0,"0"5"46"16,0-6 33-16,0 6 36 0,-10-4 27 15,10 4-24-15,0-5-14 0,0 5-39 0,0 0-70 0,0 0-22 16,-8 0-13-16,8 0 0 0,0-4-10 15,0 4 13-15,0 0-10 0,0 0 10 0,0 0-8 0,0 0-2 16,0 0 14-16,0 0 13 0,0 0 36 0,0 0-7 0,8 5 15 16,2 0 4-16,2-5-6 15,1 6-4-15,4-2-13 0,-1 1 0 0,6 0 1 0,0 0 10 16,1 1 0-16,2-6-22 0,2 5-8 16,1-5-1-16,-1 0 4 0,3 7 3 0,-2-7-3 15,-1 0 3-15,-1 0-14 0,-1 0 23 16,-3 0-6-16,0 0 1 0,-2 0 14 0,-5 0-21 0,-2 0 16 0,-1 0 5 15,-12 0-6-15,10 0 0 16,-10 0-15-16,0 0-20 0,0-8-5 0,0-1-3 0,0 2 1 16,0-2-7-16,0-1-5 0,0 0 0 15,0-1-9-15,0 0 7 0,0-1 15 0,0-1-9 0,0 1 1 16,-14-1 10-16,4 1-24 16,10 0 9-16,-14 0-5 0,3 3 9 0,11 0-13 15,-14 2 1-15,1 0 10 0,4 3-16 0,9 0 7 16,-12 4 2-16,12 0-14 0,-12 0 7 0,12 0-4 15,0 0 2-15,0 0 13 0,0 0-11 0,-8 0 6 16,8 9 10-16,0 3-14 0,0 0 16 0,0 2-1 0,0 2-2 16,0 3 4-16,0 2-1 0,0 2 13 15,0 1-10-15,0 1 7 0,0-1-8 0,10 0-8 0,0 1-4 16,-10-3 3-16,15 2 5 0,-3-2-3 16,-12-1-5-16,13-1-3 0,-2-2 4 0,-11 0-2 15,11-2 14-15,-11-2 6 0,11-2-17 16,-11-3 18-16,0 0-11 0,14-9-4 0,-14 6 20 15,0-6 3-15,10 0 33 0,-10 0 29 0,0 0 32 16,0 0-5-16,0 0 0 0,0 0-25 0,0 0-38 0,0 0-12 16,0 0-30-16,0-7-10 0,0-1 0 0,0-1-2 15,0-1 8-15,0 0 6 0,0-2-15 16,0 0 18-16,0 0-5 0,0-1-10 0,0 2 4 16,0-1-16-16,11 3 3 0,-11 0 6 0,0 1 4 0,14 8 2 15,-14-9 1-15,11 9-8 0,-11 0-4 16,12 0 5-16,-12 0-9 0,15 0 7 0,-2 0 17 15,-1 0-22-15,1 0 14 0,0 0-2 0,-1 12-11 16,3-1 15-16,2-1-4 0,0 1-4 0,-2-1 6 16,0 0 0-16,1 1 0 0,-2 0-2 0,1-1-1 0,-1 0 6 15,0-1-12-15,-1-2 19 0,1 1-10 16,-1-8-2-16,1 6 12 0,-3-6 1 16,2 0 7-16,1 0-11 0,-3 0 2 0,3 0-2 0,-3 0 20 15,1 0 13-15,0 0 4 0,-1-9-1 0,0-1-21 0,-3 0 12 16,-8-1-5-16,13 0-2 15,-13-1 1-15,12 0-16 0,-12-2-7 0,0 2-6 0,0-3 6 0,0 1-1 16,0 3 0-16,0-1 8 16,0 3-22-16,0-2 13 0,0 4-2 0,0 7-11 0,0-8 6 15,-15 8-7-15,2 0-7 0,0 0-5 16,2 0 6-16,-2 0-2 0,1 0 2 16,-1 0 10-16,-1 0 12 0,3 0-17 0,0 14 8 15,-2-2-4-15,13 2-13 0,-14-1 16 0,14 3 1 16,-14-1-6-16,14 0 14 0,0 1-8 0,0-3-6 0,0 1 18 15,0-1-22-15,0-1 20 0,0-1-2 0,0-1-9 16,0 1 9-16,12-2-10 0,1-1 16 16,0-1-1-16,3-7-6 0,-2 0-9 0,6 0 4 0,-2 0 4 15,-1 0 2-15,2 0 0 0,-1 0-6 16,-1 0 0-16,0-9 11 0,-4 0 6 0,0 0-3 0,-1-2 5 16,-12 0-18-16,11 1-5 0,-11-1 4 15,10-1-6-15,-10-1 14 0,0 1-5 0,0 1 1 16,0-1 10-16,0 0-12 0,0 3 1 0,0 1-10 15,0 8-12-15,0-9 5 0,0 9 5 0,0 0 0 0,0 0-5 16,0 0 3-16,0 0 1 16,0 0 2-16,0 0 6 0,0 0 2 0,0 9-10 0,0 0 12 15,0 2 1-15,0 1-7 0,0 0 8 16,0 1-11-16,0-1 8 0,0 0-1 0,0-1 3 0,0 2-1 16,12-2-2-16,-2-1-4 0,2-1 10 15,0 0-5-15,-1-4 0 0,3-5 5 0,0 7-7 0,3-7 8 16,-2 0 1-16,2 0-6 0,1 0 2 15,1 0 1-15,-1 0-9 0,0-11 9 0,-1-1-3 16,-1 0 14-16,0-2 8 0,-2 1-1 16,2-3 19-16,-5 0-16 0,3-3 4 0,-14-3 3 0,14 2-18 15,-14-4-6-15,13 0-5 0,-13-1 1 16,0-1-3-16,0 0 5 0,0 2 7 0,0 0 7 16,0 2 4-16,0 1 10 0,0 3-17 0,0 3-10 0,0 2-4 0,0 4-12 15,0 2-2-15,0 7-14 0,0-6 13 16,0 6-14-16,-13 0 14 0,13 0 14 15,0 0-13-15,0 11 12 0,-12 1 2 0,12 2 0 16,0 2-1-16,-14 4 9 0,14 3-4 0,0 2 1 0,0-1-2 0,0 1-8 16,0 1-12-1,0 2 14-15,0-2-1 0,0-1 4 0,15-1 6 0,-15-2-2 16,15 1-12-16,-1-3 7 0,-1-2 6 16,-1-3-22-16,2-1 11 0,-1-3-31 0,3 0-39 15,0-4-29-15,4-7-47 0,1 0-39 0,-2 0-35 16,1 0-76-16,2 0-82 0,-4 0-64 0,-1-11-123 15,-4-2-60-15,-1-1-25 0,-12-3-57 0</inkml:trace>
  <inkml:trace contextRef="#ctx0" brushRef="#br0" timeOffset="24777.42">6744 3062 2255 0,'0'6'108'0,"0"-1"41"0,0 0 59 0,0 0 47 15,15 3-58-15,1-2 3 0,2 3-21 16,5-1 1-16,5 1-21 0,2-2-27 0,2 1-4 0,1-8-25 0,5 8-10 16,-4-8-9-16,1 0-30 15,-3 0-32-15,0 0-5 0,-6 0-3 0,-3 0 0 0,-3 0 1 16,-4 0-5-16,-5 0-4 0,-11 0-46 0,10-8-63 0,-10 0-120 16,0 2-145-16,0 2-88 0,0-3-146 15,0 1-100-15,0-2-79 0</inkml:trace>
  <inkml:trace contextRef="#ctx0" brushRef="#br0" timeOffset="26164.91">8582 3146 1963 0,'11'-7'49'0,"-11"2"95"0,0 5 43 0,0-6 39 16,0 6-3-16,9 0-102 0,-9-4-20 0,0 4-18 0,0-4-24 0,0 4 17 15,0 0-12-15,0-4-20 16,0 4-13-16,0 0 1 0,0 0-14 0,0 0-1 0,0 0-10 16,-11 0-18-16,0 7 13 0,2-1-1 15,9 2-6-15,-13 1 20 0,3 0-10 0,10 2-7 0,-12-1 15 16,2 3-21-16,10 2 1 15,-8-1 7-15,8 1-8 0,0 2 13 0,0-2 1 0,0 2-7 16,0-1 12-16,0 0-6 0,0-1 4 0,0-1 19 16,18 0-4-16,-1-1 6 0,2-2 3 0,-1-1-9 0,2-2 6 15,1-1 14-15,2-1-4 0,1-6 13 0,0 0 5 16,0 0 11-16,-1 0 18 16,1 0-2-16,1 0 2 0,-4 0-23 0,1-11-6 15,-3-1 4-15,-1 1-14 0,-3-3-4 0,0-1-3 16,-3 0-20-16,-1 0 9 0,0-4-4 0,-11 3-7 15,13-3 14-15,-4 1-24 0,-9 2-5 0,14 1-2 16,-14-1-12-16,13 3 3 0,-5 1 14 16,-8 1-10-16,14 2 3 0,-14 1-6 0,11 8-3 0,-2-6-2 0,-9 6 2 15,13 0 10-15,-3 0-5 16,1 0 8-16,-2 0-8 0,1 0 7 0,1 0 4 0,-2 12-4 16,1-5 8-16,-10-7-18 0,13 10 5 15,-4-10 14-15,-9 8-14 0,11-8 6 0,-11 9 9 16,0-9-19-16,0 0 15 0,0 0-5 0,10 6 16 0,-10-6 30 0,0 0 15 15,0 0 15-15,0 0-45 0,0 0-12 16,0 0-21-16,0 0 2 0,0-9 8 0,0 9-15 0,0-9 0 16,-16 0-17-16,2-1 21 15,0 3 6-15,1 1 3 0,-3 6-6 0,-1-6-18 16,2 6 12-16,-2 0-6 0,1 0 8 16,-1 0 0-16,1 0-11 0,0 0 4 0,2 12-2 0,0 0 11 0,1 0 1 15,2 0-11-15,11 2 16 0,-12-1-21 16,12 2 1-16,0-1 8 0,0 0-2 15,0 1 16-15,0 0 1 0,0 0-5 0,0 1-8 16,0-2 2-16,13 0-5 0,0 0 6 0,5-2 9 0,-1 0-12 0,2-2 5 16,3-1-3-16,-1-1-9 0,4-2 13 15,-3-6-6-15,2 0-1 0,-2 0 17 0,-3 0-10 16,1 0 1-16,-4 0 16 0,0 0-16 16,-3-9-3-16,-3 0 12 0,-10-1-9 15,12-2 5-15,-12 0 20 0,0-2-15 0,0-1-11 0,0-2 7 16,0 0-8-16,0 1-2 0,0 0 10 0,0 1-9 0,0 1-10 15,0 3 9-15,-14 1 3 16,14 2-3-16,-10 8-2 0,10 0-12 0,0 0-14 0,0 0-1 0,-14 0 6 16,14 0 17-16,0 0 2 0,0 0 10 15,0 0-7-15,0 0-8 0,0 12 11 0,0 1-6 16,0-1 2-16,0 3 6 0,0-1-7 16,0 1-3-16,0 2 7 0,17-2 0 0,-5-3-2 0,2 1 2 15,-3-2 2-15,4-1-15 0,-2-2 10 16,3-1 8-16,-2-7-10 0,2 0 20 0,-3 0-15 15,2 0 1-15,-2 0 8 0,0 0-3 0,1 0 10 16,-3-10-2-16,2-1 1 0,-13 0 5 0,16-1-10 16,-4-1-4-16,-12-2 8 0,11 0-16 0,-11 0 0 15,0 0 16-15,0 1-19 0,0 2-3 0,0 1 32 0,0 0-33 16,0 5 14-16,0 6 2 16,0 0-29-16,0 0 1 0,0 0-12 0,0 0 12 0,0 0 17 15,0 0-8-15,0 0 7 0,0 0-7 16,0 0-5-16,0 11 12 0,0 1-2 0,0-1 15 15,0 4-15-15,0-1 3 0,0 1 4 0,0 2-14 0,0-2 4 16,0-3 10-16,0 2-7 0,0-3 1 0,0-2 14 16,0-3 2-16,0-6 5 0,0 0 15 15,0 0-1-15,0 0-13 0,0 0-6 0,0 0-7 0,0 0-13 16,0 0 9-16,0-9 9 0,0-2-4 0,0-2-1 0,0-2 5 16,0 0 8-16,0-1 6 15,0-1-5-15,0 0-4 0,0 2-6 16,0-1-1-16,15 3 14 0,-15-1-15 0,15 3-6 15,-2-1-9-15,-13 3-2 0,17 1 6 0,-4 8 9 0,1-7-4 0,-1 7 6 16,1 0-8-16,0 0-10 16,-1 0 16-16,4 10-2 0,-1 1 2 0,-2 1 6 0,-1 2-9 15,1 1-10-15,-1 2 7 0,-2-2-10 16,-11 3 3-16,13-2 7 0,-2 2 0 0,-11-1 12 16,12-3-19-16,-12 1 2 0,0-2 3 0,10-1-44 15,-10-1-34-15,0-2-72 0,12-2-99 0,-12-2-70 0,0-5-67 16,10 4-172-16,-10-4-179 15,0 0-201-15</inkml:trace>
  <inkml:trace contextRef="#ctx0" brushRef="#br0" timeOffset="27157.17">10607 2982 2765 0,'0'-5'67'0,"0"-1"69"16,0 2 45-16,0-1 71 0,0 0-29 0,0 3-41 0,0 2-31 0,0-3-65 15,0 3-41-15,0 0-32 0,0 0-30 16,0 0 0-16,0 0 4 0,0 0 6 0,0 0 19 0,0 7-9 16,0 1-3-16,0 2-3 0,0 1 5 15,0 4 15-15,11 3-8 0,-11 1 10 0,11 3-7 0,3 0-15 16,-4 3 6-16,-2-2-3 0,4 1 2 16,-2 0-2-16,-2-2 8 0,2 1-8 15,0-3 0-15,0 0 3 0,-10-1 3 0,11-3-10 16,0-2 4-16,-11-2 0 0,11-3-8 15,-11-1 28-15,0-8 6 0,0 6 55 0,0-6 54 0,0 0 36 16,0 0 5-16,0 0-42 0,0 0-52 0,0 0-42 0,0-9-16 16,0 0-13-16,0-2 11 15,0 0 0-15,0-4 17 0,0 1 14 0,0-2-10 0,0-1-2 0,0 0-9 16,0 0-8-16,0 2 7 16,0-1-12-16,16 4-3 0,-16-1-8 0,16 2-8 15,-1 2-1-15,-2 1-10 0,1 8 14 0,1 0-3 16,2 0-5-16,-1 0 13 0,1 0-20 0,2 0 11 0,0 12 11 15,0 0-18-15,-3 1 21 0,3-1-13 16,-5 3 2-16,0-1-4 0,-14 1 0 16,13-1 12-16,-13 1-16 0,0 1 5 0,0-1-6 0,0-1 5 15,0 0 3-15,0-2 15 0,0-2-3 0,0 1-19 0,0-2 13 16,-17-2-2-16,1-7 0 16,-1 0 8-16,-3 0-3 0,2 0-2 0,-3 0-12 15,0 0-1-15,1 0 5 0,-2 0-5 0,4 0 8 16,1 0 11-16,3-10-10 0,1 3-5 0,13 7 13 15,-13 0-10-15,13-8-17 0,0 8 14 0,0 0-10 16,0 0-2-16,0 0 11 0,0 0 1 0,0 0-6 0,0 0-8 16,0 0 16-16,0 0-17 0,16 0 11 15,0 12 7-15,4-2 5 0,1 0 10 0,6-1-19 0,3 0 3 16,0-1-5-16,2 0 2 0,1-1 13 16,0 1-3-16,1-8-12 0,-2 6 12 0,-3-6 16 0,1 0 25 15,-3 0-4-15,-2 0 6 16,-1 0-16-16,-4 0 10 0,0 0 11 0,-2-11-12 0,-2 0 5 15,0 0-42-15,-3-2 8 0,-13 0-6 16,15-3-7-16,-15-1 3 0,0-2-11 0,0 0-3 0,0-1 5 16,0 0-6-16,0-1-3 0,0 1-1 15,0 2-12-15,-22 1 7 0,2 3 0 0,2 2 5 0,1 1 3 16,3 4-1-16,-2 7-6 16,3 0 10-16,-1 0-12 0,14 0 8 0,-14 0 12 0,14 15-15 0,-14-1 20 15,14 1-3-15,0 0-6 16,0 2 10-16,0 1-15 0,0-1 4 0,0 1 3 0,0 2-10 15,0-1 14-15,0-1 3 0,20-1-5 16,-3 1 8-16,1-3 2 0,1-2 1 0,1-1 15 0,3-2 12 16,0-2 7-16,4-1 6 0,0-7-14 15,0 7-4-15,-3-7 1 0,3 0-10 0,-2 0-3 0,-3 0 4 16,0 0-14-16,-6 0 0 0,1 0 9 0,-4 0-15 0,-2 0 2 16,-11-8-16-16,14 8-53 0,-14-9-44 15,0 9-109-15,0-6-100 0,10-1-99 0,-10 1-156 0,0 0-164 16,0 6-179-1,0-10-119-15</inkml:trace>
  <inkml:trace contextRef="#ctx0" brushRef="#br0" timeOffset="27548.31">12664 3105 3316 0,'0'-6'44'16,"0"2"39"-16,0 4 13 0,0-4 5 15,0 4-44-15,0 0-53 0,0 0-11 0,0 0-4 16,0 0-3-16,0 6 17 0,0 2 15 16,0 0 16-16,0 3 25 0,0 2 22 0,0 0 5 0,0 4-8 15,0 0-5-15,0 1-16 0,0 2-7 16,0-1-22-16,14 0-10 0,-14 1 2 0,13 2-13 0,-3-2 7 16,-10-1 4-16,15-1-14 0,-15-2 0 15,15 1 4-15,-3-3-23 0,-12-1-68 0,13-2-107 0,-13 0-145 16,11-4-181-16,-11 0-107 15,0-7-90-15,0 5-35 0</inkml:trace>
  <inkml:trace contextRef="#ctx0" brushRef="#br0" timeOffset="28408.01">12364 3185 3344 0,'-10'0'40'0,"10"-5"44"0,0 5 35 15,0-5 29-15,0 5 0 0,0 0-23 0,0 0-17 0,19 0-6 16,0 0-8-16,7 0-2 0,4 0-4 16,4 0-1-16,7 9-2 0,1-9-7 0,2 9-11 0,3-9-9 15,-1 9-34-15,2-9 11 0,-7 0 5 0,0 0-7 0,-7 0 16 16,-2 0-17-16,-4 0-7 0,-5 0-8 16,-3 0-14-16,-1 0 4 0,-4 0-8 0,-15-13 14 0,15 2-6 15,-15-1-11-15,0-1 20 0,0 1-26 16,0-2-3-16,0 1 17 0,0 1-22 0,0 1 18 15,0 0-4-15,-19 0-5 0,6 4-2 16,13 0 5-16,-18 7 1 0,18 0-10 16,-19 0 4-16,19 0-17 0,-11 0 21 0,11 0-3 0,0 11 18 15,0 1 15-15,0 4-21 0,0 0 15 0,0 4-10 0,0 3-10 16,0 2 2-16,0 1-18 0,0 3-3 16,0-2 10-16,0 2 11 0,0 1 10 0,0-3 4 0,0 1-6 15,0-3-8-15,0-3 8 16,0-1-7-16,0-3-11 0,0-2 11 0,0-3-11 0,0-2 6 15,11-1 11-15,-11-4 0 0,0-6 11 16,0 0 0-16,0 0 7 0,16 0-6 0,-16 0-12 0,0 0-10 16,12-11-4-16,-12 1 8 0,16-1-7 15,-3-2 19-15,-13-2-3 0,15 0-14 0,-2-2 17 0,-13 0-5 16,16 1-7-16,-16 0 14 16,13 1-9-16,-13 3-12 0,14 2 8 0,-14 2 6 0,0 1-15 15,11 7 24-15,-11 0-23 0,0 0-11 16,0 0 10-16,0 0-10 0,0 0 25 0,0 0-9 0,11 8 9 15,-11 2-11-15,14 1-5 0,-14 0 14 16,13 3-10-16,-1-2 13 0,0 3-12 0,-1-1-3 0,1 0 6 16,1-1-5-16,3 0 8 0,-2-1 6 15,3-1 8-15,-1-2 8 0,3 0 17 0,0-3 20 0,3-6-1 16,-3 0 17-16,5 0-3 0,-2 0-16 16,0 0-25-16,2 0-20 0,-3 0 5 0,1-9-10 15,0-2 17-15,-3-1 6 0,1-1-21 0,-3-2 1 0,-2-1 3 16,-1 0-2-16,-14-1-3 0,13-1-2 0,-13 0 7 15,0 1-21-15,0-1 3 0,0 1 2 0,0 0-19 16,0 2 13-16,0 3-6 0,-13 2-10 16,-3 1 14-16,-4 9-11 0,1 0 7 15,-2 0 10-15,-4 0-10 0,4 0 2 0,-2 12 19 0,1 2-10 0,4 0 4 16,-1 3 18-16,6 0-29 0,13 1 7 16,-14 1 8-16,14 0-21 15,0 0 15-15,0 0 3 0,0 0-4 0,0-1 11 0,19 0-18 16,-1-1 10-16,2-2 4 0,5-2 23 0,4-1 25 15,-1-2 11-15,5 0 20 0,-1-4-11 0,3-6 9 16,-2 8-12-16,0-8-21 0,-1 0-7 0,-2 0 0 16,-1 0-6-16,-6 0-1 0,0 0 6 0,-3 0-19 15,-3-8 0-15,-4 2-9 0,-13 0-9 0,16 0-42 16,-16 1-56-16,0-2-61 0,14 7-100 0,-14-8-63 16,0-2-97-16,0 2-148 0,0 0-104 0,0 1-187 0,0-3-162 15,0 0 148-15</inkml:trace>
  <inkml:trace contextRef="#ctx0" brushRef="#br0" timeOffset="30702.95">15343 3530 2175 0,'0'0'1'16,"0"0"0"-16,0 0 2 0,0 0 7 0,0 0 2 0,0 0 8 15,0 9 6-15,0-3 63 0,0-1 12 0,0-2 10 0,0 3 26 16,0-3-36-16,0 2 4 16,0-1 52-16,0-1 0 0,0 0 32 0,0-3 40 0,0 0-17 0,0 0 11 15,0 0-38-15,15 0-46 16,-15 0-38-16,16 0-39 0,-2-10-26 0,-1-1-3 0,1 0 2 15,-14-3 0-15,16-1 6 0,-16-1 8 16,16-2-11-16,-16-2-3 0,0-1-9 0,0-4-20 16,0-2 7-16,0-2 0 15,0 0 7-15,0-2 14 0,0 1-5 0,0-1 13 0,0-1-8 0,-18 1 4 16,1 2 0-16,4 2-7 0,1 2 15 16,12 2-14-16,-18 4 4 0,18 3-12 0,-14 4-19 0,14 4-6 15,0 2-15-15,-14 6-6 0,14 0 0 16,0 0 5-16,0 0 9 0,0 0 8 0,0 10 2 0,0 1-8 15,0 3 4-15,0 6 2 0,0 0 12 0,0 6-5 0,0 1 0 16,0 5 3-16,0 2-22 0,0 3 13 16,0 1-2-16,0-1-10 0,17 3 11 15,-4-1 4-15,-13 0-10 0,17-2 0 0,-4 0 18 16,-13-4-9-16,19-1 8 0,-5-1 9 0,3-2-5 0,-2-1-4 0,2-3 11 16,-1-2 4-1,5 0-1-15,1-3 13 0,3-2-21 0,2-2 8 16,3-2-11-16,2-3 1 0,-1-2 19 0,3-9-21 15,-3 0 36-15,-1 0 16 0,-1 0 11 0,-4 0 3 16,-1 0-23-16,-6-13-25 0,-2 0-12 0,0-2-1 16,-3-1-2-16,-13-2 3 0,13-4-5 0,-13 1-11 0,0-4-4 0,0-1-4 15,0 0-2-15,0-3-2 16,0 0 6-16,-18-1-3 0,-4 1-2 0,-2 0 6 0,0 1 0 16,-6 0-3-16,0 4 3 0,-3 2 7 15,-1 2-7-15,0 4-4 0,0 3 0 0,0 3-5 0,3 3-2 16,2 7 1-16,4 0-3 0,2 0 2 15,3 0-7-15,3 0 12 0,4 0 0 0,13 11-8 0,0 1 6 16,-17 1 4-16,17-1-8 0,0 1 5 16,0 0 12-16,0 1-6 0,0 0 8 0,0-1 1 0,0 1-1 15,0-2-7-15,0 1 9 0,22-2-1 16,-2-1-17-16,-2-1 11 0,6-1-11 0,2 0 6 0,1-8 16 16,6 5-8-16,1-5 8 15,1 0-9-15,-1 0-5 0,1 0 5 0,1 0 5 16,-6-7 2-16,0-2 1 0,-6 0-1 0,-2-1-3 15,-3 0 4-15,-3-2 0 0,-2 0-7 0,-1-1 0 16,-13-1-5-16,0 0 2 0,11-1 12 0,-11 1-7 16,0 0-4-16,0 2 0 0,0 1-15 0,0 1 3 15,0 2 13-15,0 8-15 0,0-7 1 0,0 7-14 16,0 0-15-16,0 0 22 0,0 0 6 0,0 0 13 0,0 0 7 16,0 7-9-16,0 4-6 0,0 0 2 15,0 1 4-15,0 2-5 0,0 0-2 0,0 2 13 0,0-1-4 16,0 0 0-16,0 0 3 15,0-1-6-15,0 0 1 0,14-1 9 0,-1-1 5 0,1-1-9 16,2-2-1-16,1 0 9 0,-2-3-9 16,4-6 2-16,-2 0-2 0,2 0-7 0,0 0 11 0,-2 0 4 15,1 0 3-15,-1 0 1 16,0-10-3-16,-2-1-14 0,-3-1 2 0,-12 0 0 0,16-2-3 16,-16 0 14-16,16-1-2 0,-16-1-10 15,0-1 4-15,11 0-5 0,-11 1 2 0,0 0 3 16,0 3 1-16,0 1-4 0,0 2-1 0,0 1-2 15,0 9-21-15,0 0 0 0,0-6-1 0,0 6-7 16,0 0 13-16,0 0 8 0,0 0-5 0,0 11 14 16,0-2 6-16,0 3-10 0,0 2 6 0,0 0 10 15,0 1-15-15,0 0 14 0,0-1-2 0,0 0-18 0,0 0 15 16,0-1-2-16,0-2-6 0,0 0 6 0,0-3 2 16,0 1-4-16,0-4 7 0,0-5 7 0,0 0 0 15,0 0 6-15,0 0-2 0,0 0-8 0,0 0-7 16,0 0 2-16,0 0-5 0,0-8 7 0,0 0-4 15,0-4-1-15,0 0-6 0,0-1-5 16,0 0 11-16,0-3-4 0,0 0 9 0,0-1 6 0,0 1-15 16,14 0 5-16,-14 1 7 15,0 1-18-15,15 1 4 0,-15 2 5 0,0 2-9 0,0 3-1 0,14 6 2 16,-14 0-5-16,0 0-7 16,0 0 17-16,0 0-3 0,12 0-4 0,-12 0 3 15,13 10 7-15,-13 1-3 0,17 2 4 0,1 0 3 16,-7 3-9-16,2 0 0 0,2 0 7 0,-2 1 4 15,1 0-3-15,1-1 0 0,0 0-3 0,1-1-12 16,0-1 9-16,1-1 11 0,1-2-3 0,-2 0 14 0,1-3-5 16,2-1-9-16,-5-1 6 0,2-6-9 15,0 0 1-15,-2 0 12 0,0 0-16 0,-1 0 4 16,3 0 5-16,-4 0-5 0,2-10 7 16,-2-1 9-16,3-1-26 0,-2 0 11 0,3 0-2 0,-4-1-10 15,1-1 22-15,1-1-18 0,-1 0 5 16,1-1 5-16,-1 0-4 0,1 0-2 0,-1 0 4 0,-2 1 8 15,3 0-23-15,-3 2 15 0,-11 0-4 16,16 4-4-16,-5 0 9 0,-11 1-4 0,16 8-7 0,-16-6-9 16,11 6 18-16,-11 0-17 15,13 0 8-15,-13 0-1 0,15 0-13 0,-15 0 6 0,13 0-4 0,-13 0 0 16,14 0 11-16,-14 8 2 16,0-8-5-16,15 7 7 0,-15-7-6 0,0 0 11 0,0 6 0 0,0-6-7 15,0 0 14-15,0 0-6 16,0 0 1-16,0 0 20 0,0 0-7 0,0 0 1 0,0 0 14 15,0 0-25-15,0 0 5 0,0 0-10 16,0 0-4-16,0 0 4 0,0 0-5 0,0-6 3 0,0 6 7 16,0-9-9-16,-17 2-6 0,17 7 3 15,-17-8-15-15,4 8 10 0,0 0-6 0,0 0 1 0,0 0 7 16,0 0-7-16,1 0 18 0,-4 0-11 0,3 0-10 16,-1 0 15-16,1 11-8 0,13-1 1 0,-15 1 11 15,4 1-10-15,11-1 2 0,0 1 6 0,0 1-11 0,-12 0 13 16,12-1-2-16,0 2-1 15,0 0 13-15,0 0-11 0,0 0 0 0,0-1 3 0,13 0 0 0,-13-1 0 16,19 0-4-16,-3 0 5 16,0-1-2-16,-2-1 2 0,3-1 3 0,-1-2-6 0,1-1 6 15,0-6 7-15,-2 0-2 0,0 0 9 16,-2 0-13-16,0 0-3 0,1 0 10 0,-2 0-8 0,-12-7 4 16,16-1-1-16,-16-1 1 15,15-1-6-15,-15 0 3 0,13-3 9 0,-13 0-13 16,0-1 8-16,0-1 3 0,0 1-19 0,0 1 6 15,0 0 0-15,0 1-10 0,0 1 17 0,0 3-13 0,0 2-6 16,0 6 4-16,0-6-18 0,0 6-2 16,0 0 10-16,0 0-14 0,0 0 12 0,0 0 10 0,0 0-8 15,0 11 23-15,0-1-12 0,0 1 2 16,0 2 10-16,0-1-10 0,0 1 13 0,0 0-3 16,0 2-11-16,0-3 8 0,0 1-12 0,0-1 14 15,0-1-3-15,0-1-8 0,0 0 16 0,12-2-6 0,-12 0 2 16,17-2 16-16,-17-6-15 15,15 0-4-15,0 0 17 0,-15 0-12 0,18 0 9 0,-5 0 4 16,1 0 3-16,-1-9-6 0,-1 0 9 16,1-3 9-16,0-1-14 0,-1-2 8 0,-12-1 2 0,16-2-14 15,-3-1 7-15,-13-2-5 0,11-1-8 16,-11-3 9-16,0 0-16 0,14-2 8 0,-14 0-8 0,0-4-8 16,0 1 19-16,0-2-16 15,0-2 8-15,0 2 0 0,0 0-20 0,0 0 19 0,-19 3-7 0,5 3 6 16,14 4 10-16,-16 3-9 15,16 4-8-15,-11 6-4 0,11 2-12 0,0 3-19 16,0 4 1-16,0 0 4 0,0 0 14 0,0 0 19 16,0 11 0-16,-12 1 3 0,12 5-11 0,0 1 13 0,0 5 7 15,-15 5-2-15,15 2 4 0,0 3-18 16,0 0 7-16,0 1-5 0,0 1 2 0,0 0 7 0,0-1-15 16,18 0 11-16,-3-2-1 15,0-2-8-15,0-2 9 0,0-2-7 0,2-3-5 0,-2-3 1 0,2-2-45 16,-3-3-34-16,3-2-59 15,-4-2-29-15,1-4-15 0,-1 1-26 0,-13-4-2 0,16-4-72 16,-7 0-91-16,-9 0-108 0,0 0-147 0,0-7-106 0,0-1-48 0,0-4 40 16</inkml:trace>
  <inkml:trace contextRef="#ctx0" brushRef="#br0" timeOffset="30875.65">16105 3010 2588 0,'-19'3'-3'0,"19"-3"16"0,-10 0-8 0,10 0 11 0,0 0 15 15,0 0-19-15,0 0 27 0,0 0-25 0,0 0-13 0,0 4 3 16,0 2-151-16,0-6-142 0,0 6-233 16,13-3-154-16</inkml:trace>
  <inkml:trace contextRef="#ctx0" brushRef="#br0" timeOffset="32228.62">19096 3600 2222 0,'10'-9'100'0,"-10"0"31"0,0 0 29 0,10-2 36 16,-10-1-89-16,0 1 9 0,0-1-11 16,0-1-17-16,0 1-14 0,0-1-14 0,0 0 5 0,0 1-8 15,0 0 24-15,0 1-10 16,-13 1-17-16,13 0-1 0,-13 3-17 0,0 0-19 0,13 3-6 0,-11 1 0 16,11 3-11-16,-11 0-2 15,11 0 1-15,-14 0-15 0,3 0 10 0,11 6 10 0,-19 0-6 16,4 0 12-16,1 2-8 0,2 1 0 15,0 0 2-15,-2 2-19 0,14-2 4 0,-16 2 4 16,16 1 3-16,-14-1 15 0,14 0-8 16,0-1 1-16,0 2 6 0,0-1-2 0,0 0 12 0,0 0 24 15,0 0 8-15,13 1 32 0,1-2 5 16,6-2-15-16,0 1-2 0,3-3-9 0,4-1 11 0,2-5-9 16,-3 0 1-16,1 0-19 0,2 0-1 15,-5 0 29-15,1 0-6 0,-1 0 11 0,-7-8 5 0,2 2-23 16,-3-2-6-16,-4-1-2 0,-2 0-20 15,-10-2-10-15,0-3 5 0,12 0-13 0,-12-1 1 0,0 0-6 16,0-3-6-16,0-3 0 16,0 1-11-16,0 0 12 0,-17 0-2 0,1 0-9 0,2 1 9 0,-3 1-3 15,-1 2-14-15,0 2 10 0,0 1 3 0,-2 5-4 0,0 1 0 16,-2 7-2-16,4 0-14 16,-3 0 1-16,3 0 10 0,-2 0-1 15,6 0 11-15,-4 11-8 0,7-1-3 0,11 1 7 16,-17 0-7-16,17 1 1 0,0 1 14 0,0 1-9 0,0 0 7 0,0 0 2 0,0-1-5 0,0 0-7 31,0-1 5-31,14-1 9 0,-1-1-11 0,2 0 19 16,1-3-11-16,3 0-5 0,0-3 12 0,2-4-3 15,1 0 11-15,1 0-1 0,0 0-15 0,1 0 14 0,-1 0 21 16,-1 0 25-16,1-10 23 0,-1 1 1 0,-4-3-25 0,0 1-9 0,-1-2 2 16,-4-2-11-16,-1-1 7 15,-12 0 1-15,13-1-15 0,-13-1-5 0,0 0 2 16,0-1-23-16,0 0 1 0,0 2-2 15,0 2-12-15,0 0 4 0,0 1-5 0,0 2-7 0,0 4-3 16,0 1-8-16,-13 7 12 0,13-8-17 0,-17 8 11 16,4 0 5-16,13 0-5 0,-15 0 12 0,2 0-21 15,13 0 5-15,-15 0 8 0,15 0-5 0,-13 12 7 0,13-1-4 16,0-2-3-16,0 0 5 0,0-1 12 0,0 2 6 16,0-2-9-16,0 2-1 0,0-1 0 0,0-2 2 15,0 1 4-15,14-8 12 0,3 8-17 0,-1-8 14 16,3 0 1-16,3 0-12 0,-1 0 9 0,3 0-9 15,-1 0 0 1,2-13 8-16,-1 4 17 0,-1-3-15 0,-5 3 11 16,0-2 30-16,-2 2-10 0,-4 0 20 0,-12 3-12 15,13 6-37-15,-13-8-4 0,0 8-10 0,0 0-7 16,0 0-9-16,0 0-3 0,0 0-16 0,0 0 8 16,0 0 20-16,0 0 1 0,0 0 19 0,0 9-8 15,13 3-12-15,-13 1-1 0,0 2 8 0,14 2-4 0,-14 1 8 16,14 0 0-16,-14 2-9 0,16 0 4 0,-16-1 7 0,14-1-3 15,-14 0-11-15,19-2-21 0,-8-1-60 0,-11-2-50 16,16 0-53-16,-16-5-64 0,13-1-56 16,-13 0-82-16,9-4-137 15,-9-3-169-15,0 0-150 0,16 0-92 0</inkml:trace>
  <inkml:trace contextRef="#ctx0" brushRef="#br0" timeOffset="34306.41">20747 3250 3191 0,'0'-8'49'0,"11"1"33"0,-11-3 47 0,0 1 27 0,9 2-18 0,-9-2-26 16,0 2-31-16,0-2-6 0,0 0-24 0,0-2 3 15,0 2-13-15,0-2-15 0,-19 2-3 0,4-2-6 16,-3 2-16-16,1 3 6 0,-2-1-9 0,1 3 5 16,0 4 4-16,-2 0-2 0,1 0-2 0,1 0-6 15,0 0 5-15,1 11-1 0,2 0-5 0,1-1-5 16,2 3 22-16,12 0-16 0,-16 1 9 0,16 3 0 0,-11-2-13 16,11 2 9-16,0 0 2 0,0 1 0 15,0-1-2-15,0 1 12 16,0-1-3-16,0 0 13 0,0 0 7 0,17-2 4 0,-4-1 18 0,1-2 6 0,-1-1 3 31,-1-2-2-31,1-1-2 0,1-2 9 0,0-1-3 0,2-5-2 16,0 0 8-16,-2 0-13 0,3 0 2 0,-2 0 7 0,0-7-18 15,-2-2 15-15,0-1-3 0,-13-2-16 0,13-1 28 0,-13-2-15 16,9-1-5-16,-9-2 6 16,0 0-56-16,0 0-3 0,0-1-4 0,0 2-9 15,0 0 28-15,0 2-3 0,0 0-2 16,0 3-6-16,0 1-5 0,0 3-5 0,0-1 6 15,0 9 17-15,-11-6-23 0,11 6-3 0,0 0-17 0,0 0 1 16,0 0 20-16,0 0 10 0,0 11 10 16,0-2-14-16,0 0-1 0,0 3-7 0,0 1-4 15,0 0 9-15,0 3 3 0,0-1-1 0,0 1-2 0,0 0-3 0,0-1 5 16,11-1-4 0,2 1 14-16,-1-2 1 0,1-3-11 0,1 1 9 0,2-3 4 0,3-2-10 0,0-6 2 15,-1 0 6-15,0 0-23 0,0 0 16 0,-1 0 15 0,0 0-21 16,-2-9 20-16,-2-1-14 0,1-2-3 0,-3-2 10 31,-11-1-3-31,15-2 10 0,-5 0-12 0,-10-2 0 16,11 0-12-16,-11-1-12 0,13-1 11 0,-13 2 4 15,0 1 4-15,11-2-1 0,-11 2 4 0,14 1-13 0,-14 1 6 16,13 2 3-16,-13 2-13 0,15 1 10 0,-2 2-3 16,-13 3-14-16,17 1 7 0,-4 5-1 0,-2 0 9 0,3 0 7 15,-2 0-3-15,0 0 4 16,-1 0-3-16,2 0-3 0,-1 7 0 0,-12-7-1 0,15 8-8 15,-15-2 27-15,15-6-18 0,-15 6 3 0,0-6 2 16,10 5-13-16,-10-5 15 0,0 0 5 0,0 0 0 16,0 0 8-16,0 0-1 0,0 0-10 0,0 0 25 0,0 0-30 15,0 0 10-15,0 0 2 0,0 0-43 0,0-8 22 16,0 1-4-16,-10 1-8 0,-3 0 22 16,1 1 0-16,-2 0-13 0,-2 5 7 0,-1-5-4 15,1 5-7-15,0 0 13 0,0 0 3 16,-1 0-5-16,4 0-4 15,-1 9-5-15,3 1 6 0,11 1 5 0,-13 1 0 0,13 1 5 16,-14 1-8-16,14 2 12 0,0 1 10 16,0-1-18-16,0 1 7 0,0-1-5 0,0 0-8 15,0 1 19-15,0-2-7 0,0 1-13 0,0-1 9 0,17 2 1 16,-2-2-1-16,0 0 4 0,2 1-2 0,-2-3-14 16,4 1 6-16,0-3 9 0,2 0-3 0,1-2 10 15,0-2-8-15,3-2 1 0,-1-5-3 0,3 0 8 16,-5 0-3-16,0 0 0 0,-1 0-2 0,-4-7-1 0,2-1 6 15,-6-2 0-15,1-2 5 0,-14-2-6 0,14-2-1 16,0-3 7-16,-1 2-11 0,-13-1-2 16,17-2 12-16,-17 0-35 0,18 1 16 0,-6 0 3 0,-12-1-15 15,13 2 24-15,-13 1-9 0,15 0-6 0,-15 2 15 16,14 1-2-16,-14 2-12 0,14 2 7 0,-2 3-11 16,-12 1-11-16,13 2 14 0,1 4 7 0,-14 0-6 15,15 0 8-15,-1 0 0 0,-3 0-4 0,0 0-9 16,1 0 18-1,0 0-8-15,-1 7-9 0,1-1 21 0,-12-6-10 0,15 6 11 0,-15-6-10 0,12 6 3 0,-12-6-8 32,0 0 5-32,0 0 13 0,0 0-2 0,0 0 12 15,0 0-4-15,0 0 1 0,0 0 1 0,0 0-6 16,0 0-4-16,0 0 1 0,0 0 3 0,0 0-11 16,0 0-5-16,0-7-3 0,0 2-7 0,0 1 12 15,0-1 1-15,-15 1-8 0,2 4-4 0,0-5-6 0,2 5-2 16,-2 0-1-16,-1 0 4 15,-2 0 3-15,2 0 14 0,-2 0-2 0,-1 10 0 0,1 0-2 0,0 0-13 16,2 1 11-16,-2 2 0 0,16 1 5 0,-16 0 13 16,16 0 0-16,-14 2-6 0,14-1-8 0,0-1 3 15,0 1-6-15,0 2 3 0,0-2 6 0,0 0-15 16,0 2 5-16,0-1 11 0,0 0-16 0,21 0 7 0,-2-1 10 16,0-1-5-16,1-2 10 0,1 0 2 0,4-1-9 15,2-2-5 1,-2-1 14-16,5-2-14 0,0-6 8 0,0 4-6 0,4-4-3 0,-3 0 5 0,-1 0 9 15,0 0 7 1,2 0 5-16,-2-9-1 0,-2-1-14 16,-1-1 1-16,-3-2-8 0,-2 1 3 0,0-2 1 0,-4-2 8 15,-2-1-3-15,-4 0 1 0,-12 2-16 0,16-2-18 0,-16 0 3 0,0 2 3 0,0 0 5 16,0 1 20 0,0 0-2-16,0 3-8 0,0-2 15 0,0 2-24 15,-19 3-16-15,3-1 14 0,2 4-13 0,-2 5-4 16,1 0 22-16,0 0-4 0,0 0-2 0,2 0 27 0,-1 13-20 15,2-1-2-15,12 0 7 0,-17 2-11 0,17 1 11 16,-11 0 2-16,11 2-6 0,0 0 1 0,0-1-3 16,0 0 4-16,0 2 1 0,16 1-2 0,0-4 5 15,-1 2-11-15,5-2 17 0,2-2-18 0,-1-1 6 16,0-3 12-16,3 0-13 0,1-3 25 0,0-6-9 16,1 5 4-16,-5-5 3 0,2 0-4 0,1 0 19 0,-1 0-24 15,-3-8 11 1,2-1 6-16,-5-1-14 0,4-1 23 0,-3-1-5 0,-1-2-12 15,-2-2 0-15,0-2 5 16,-3 0-15-16,-1-1 6 0,-11-4 7 0,13 0-18 0,-13-1 8 0,12-2-8 0,-12 1 11 0,0-1 9 31,0 1 4-31,0 3 0 0,0 1-6 0,0 4-13 16,0 4-6-16,0 3-1 0,0 3-20 0,0 3-8 0,0 4-12 16,0 0-7-16,0 0 22 0,0 0-5 0,0 0 25 15,0 11 13-15,0 2-16 0,0 3 19 0,0 3 0 16,0 3-9-16,0 3 13 0,0 4-11 0,0 3-15 15,0 0 9-15,0 3-6 0,0-1 5 0,0 0 7 16,0 0 1-16,0-1-6 0,0 0 4 0,0-1 1 0,0-1-5 16,0-1 0-16,0-2 6 0,13-2-3 0,-13-1-3 15,14-1 1 1,-14-4 5-16,0-1-15 0,0-4 13 0,11-2 13 16,-11-3-24-16,0-4 28 0,0-6-10 0,0 6 1 0,0-6 19 0,0 0-2 0,0 0 9 15,0 0-16-15,0 0-7 0,0-7-9 0,0-1-14 16,0-1 11-1,0-3-2-15,0-2-3 0,0-2 4 16,0-2-5-16,0-2-3 0,0-3 0 0,0 0 0 0,0-1 7 16,0-2-5-16,0-1 12 0,0 0-2 0,0-4-1 15,0-1-4-15,0 2 1 0,0-1 6 0,16 2-15 16,-5 0 3-16,2 1-5 0,1 4-5 0,-1 1 4 16,2 3 7-16,0 2-4 0,0 3-1 0,2 4 8 15,0 1-5-15,0 3-5 0,1 2 0 16,2 5 7-16,-2 0-4 0,0 0 5 15,0 0 0-15,4 0-8 0,-5 11 6 0,3-2-12 0,-5 3 9 16,0 0 0-16,-3 1-2 0,-12-1 8 0,13 2-12 0,-13-2-13 16,0 2 16-16,0-2 14 0,0 0-11 0,0 1 30 0,0-1-19 15,0 0-11-15,0-1 15 0,-13-1-14 0,-4 1 9 16,1 0 1-16,-5 0-1 0,3-2 1 0,-6-1-13 16,1-1-21-16,-2-1-29 0,2-6-55 0,-1 6-42 0,3-6-56 31,-1 0-56-31,5 0-77 0,3 0-85 0,1 0-70 0,2 0-97 15,11 0-57-15,0 0-42 0,-13-7-13 0</inkml:trace>
  <inkml:trace contextRef="#ctx0" brushRef="#br0" timeOffset="34931.15">23107 2904 1946 0,'14'-5'73'16,"-14"-1"103"-16,15 0 44 0,-4 0 52 0,-11 0 0 0,12 1-37 15,-12-1 9-15,0 3 6 0,0-2-28 0,12 1-35 16,-12 2-34-16,0-1-34 0,0 0-50 0,0 3-30 16,0 0-20-16,0 0-21 0,0 0 4 0,0 0-13 15,0 0-7-15,0 0-16 0,0 0 0 0,0 6 22 16,0 0 6-16,0 2 10 0,0 3 13 0,0 1-21 15,0 2 11-15,0 3 13 0,0 3-9 0,0 1 11 32,14 2 6-32,-14 2-3 0,14 0-2 0,-2 3-14 0,-2-1 7 15,-10 0-13-15,17 0-9 0,-5-2 17 0,-1-2-18 0,-11 1 12 0,15-4-4 16,-3 0-2-16,-12-2 7 16,9-2-8-16,-9-3 16 0,0 0 1 0,13-3-9 15,-13-2 4-15,0-1 2 0,0-7-13 0,0 5-9 16,0-5 15-16,0 0-29 0,0 0-46 0,0 0-68 0,0 0-158 0,0 0-118 0,0-6-127 15,0-1-56-15,0-1-6 0,0-3 20 0,0-3 40 16</inkml:trace>
  <inkml:trace contextRef="#ctx0" brushRef="#br0" timeOffset="35978.94">23061 3007 2728 0,'0'-4'13'0,"0"1"24"16,-10 0 22-16,10 1 10 0,0 1-5 0,0 1-21 0,0 0-3 0,0 0 6 15,0 0 32-15,0 4 42 0,0 0 26 0,0 0 7 16,0 2-11 0,15-1-17-16,2 3-8 0,1-2-5 0,2 1-8 15,1 0-17-15,6-1-13 0,0 0-14 0,1-1-6 16,6 0-15-16,-3-1-10 0,4-4 8 0,-2 6-11 0,2-6 18 16,-4 0-3-16,1 0 5 0,-5 0 10 0,0 0-21 15,0-9 2-15,-4 1-11 0,-1 0-19 16,-4-1 22-16,-1-2-5 0,-2 2 7 15,-1-2 13-15,-14-1-15 0,13 1-6 0,-13 1-2 0,0-1-15 16,0-1 7-16,0 3-3 0,0-1-8 0,0 0-1 0,0 1-16 16,0 0 2-16,0 1-5 0,-13 3 1 0,-1-1 4 15,3 3-2-15,-2 3-13 0,-1 0 0 0,1 0 15 16,-1 0-4-16,1 9 11 0,-1 2 8 0,3 0-5 16,0 1 0-16,11 3 13 0,-16-1-7 0,16 4-1 15,-11 0 4-15,11 1-9 0,0 1 10 0,0 1 1 16,0 1 0-16,0-1-1 0,0 1 4 0,11-1-1 15,0-1 0-15,3 0 8 16,1-2-17-16,2-1 3 0,3 0 9 16,0-3-21-16,3-1 7 0,2-2 7 0,1-2-12 15,-1-1 26-15,2-8-2 0,0 0-12 0,-3 0 4 16,1 0-7-16,-4 0 2 0,1 0 0 0,-2-12 9 16,-2 1 1-16,0 0-11 0,0-2-1 0,-2-1-1 15,-5-3-14-15,-11 0 3 0,16-1 12 0,-16 1-9 16,14 0 2-16,-14-1 8 0,14-2-4 0,-14 3-4 15,13 1 4-15,-13 2 5 0,15 2-12 16,-15 0 2-16,13 4 10 0,-13 1-21 0,13 2 18 16,-13 1-4-16,14 4-9 0,-14 0 9 0,14 0-8 15,-14 0 0-15,13 0 3 0,-13 0-1 0,14 0 5 16,-1 6 4-16,-13-1 1 0,14 1 3 0,-2 1 2 16,0 0-4-16,-12 0 13 0,15 0-7 15,-15-1-7-15,13-1-5 0,-13 0-3 0,11-5 6 0,-11 0 3 0,0 0 19 16,0 0-12-16,0 0 17 0,0 0 7 15,0 0-14-15,0 0 6 0,0 0-10 0,0-7-18 0,0 0 2 16,0-2 6-16,0 2-15 16,0-2 14-16,0 1-9 0,0 0-11 0,-12 1 5 0,12 0-5 15,-19 1 6-15,4 0-14 0,0 3 12 16,0 3-12-16,0 0 17 0,-3 0 5 0,1 0-2 0,1 0 7 16,-1 0-15-16,2 10 12 0,0 0-4 0,3 1 12 15,12 1-4-15,-14 0-10 0,14 2 5 0,-12 1-9 16,12 1 13-16,0 0 18 0,0 0-28 0,0 2 11 15,0-3 7-15,0 1-22 0,0-2 33 0,0-1-19 16,0-1-10-16,0 1 14 0,0-3-12 0,17 0 4 0,-3-3 6 16,3 2-2-16,-1-4 14 0,2-5 0 0,1 0-5 15,1 0 3-15,1 0 2 0,0 0 8 0,-4 0 32 16,0-8 0-16,1-1-2 0,-1 0-2 0,-4-3-26 16,-4-2-11-16,4-3-9 0,-13 0 5 0,12-1-20 15,-12-5-2 1,12-2-8-16,-12-1 14 0,0-2 9 0,0 0 4 15,0-1 4-15,0 0-30 0,0 0 13 0,0 0 0 16,0 1 1-16,-15 2 17 0,2 1-36 0,13 4 21 0,-17 3-10 16,17 2-3-16,-13 5 34 0,13 4-37 0,0 2 11 0,-14 5-18 0,14 0-14 0,0 0 29 31,0 0-14-31,0 11 30 0,0 1-2 0,-11 5-10 16,11 1 17-16,0 6-10 0,0 2 15 0,0 3 4 0,0 3-6 15,0 1-3-15,0 1-9 0,0 3 7 16,0-2-4-16,15 0-1 0,-2-3-1 15,-1 1 1-15,-1-3-16 0,1-1 24 0,1-3 0 0,0-3-19 16,-1-3 34-16,0-3-34 0,0-2-2 0,-12-3 21 16,16-2-29-16,-16-3 12 0,16-7-24 0,-16 6-54 0,9-6-60 15,-9 0-102-15,0 0-138 0,13 0-161 0,-13-6-172 0,0-1-160 0,0-4-116 16</inkml:trace>
  <inkml:trace contextRef="#ctx0" brushRef="#br0" timeOffset="36780.6">25164 3066 1090 0,'0'6'29'0,"0"2"5"0,0-2 36 0,0 2 44 0,0-2-6 15,0 3 35-15,0-2 12 0,0 1-9 0,0-1 15 16,0 0 46-16,0 1-22 0,0-1 7 0,0 0 9 15,0 0-23-15,0-2 5 0,8 1 25 0,-8-2 3 16,11-4-3-16,-11 7 5 0,11-7-20 0,-11 0-7 0,12 0-40 16,-12 0-11-16,12 0-15 0,-1 0-47 0,-11 0-4 15,14 0-14-15,-4 0-7 0,-10-8 7 0,14-2-9 16,-3 0 2-16,-11 1-25 0,11-2 1 0,-11-3-11 16,14 0-11-16,-14-2-2 0,12-1-12 0,-12-4 13 15,0 1-2-15,0-2-14 0,0 2 18 0,0-1-7 0,0 1-7 16,0 3 17-16,0 1-14 0,0 2-11 0,-13 1 11 15,-1 4-5-15,14 2-3 0,-12 2 14 0,12 0-13 32,-12 5 1-32,12 0-17 0,0 0-1 0,0 0 1 0,0 0-4 15,0 0 28-15,0 9-3 0,0-3 5 0,0 4 16 16,0 0-2-16,0 1-10 0,0 3 16 16,12 1-4-16,1 0-13 0,8 2 7 0,1 3 1 0,0-1-7 15,3 2 19-15,2-2 0 0,2 2-8 0,-3-2 0 16,0 0-14-16,-5 0 14 0,-1-4-9 0,-6 0-7 0,0-4 11 15,-14-1-8-15,12-2-1 0,-12-8-1 0,0 7 10 16,0-7-5-16,0 0 12 0,0 0 2 0,0 0-9 0,0 0 6 16,-20 0-9-16,5 7 1 15,-6-7 11-15,4 0-18 0,-5 0 0 0,0 0 22 16,-1 0-28-16,0 0-25 0,-1 0-18 16,0 0-70-16,7 0-32 0,-4-8-8 0,7 1-50 15,0-1-48-15,4 2-103 0,10-1-154 0,0 2-98 0,0-1-55 0,0-1-57 16,0-3 155-1</inkml:trace>
  <inkml:trace contextRef="#ctx0" brushRef="#br0" timeOffset="37040.28">25702 2830 3256 0,'0'-3'22'0,"0"0"4"0,0 0-9 0,0 2-4 0,0-1-14 0,0 2-6 0,0 0 8 15,0 0 0-15,0 5-4 0,0 1 3 0,0 2 7 0,0 2-1 16,0 1 7-16,0 3-2 0,0 4 7 0,0 1 7 16,0 2-7-16,11 1 8 0,-11 0 4 0,14 3-13 15,2-1 8-15,-3 1-6 0,1-1-14 0,-1-1 13 16,-1 0-6-16,-1-3 5 0,2-2-4 0,-2-2-4 16,-2-3-15-16,-9-2-58 0,12-2-48 15,-12-2-57 1,0-7-148-16,10 0-71 0,-10 0-108 15,0 0-54-15,0 0-8 0,0-7 103 0</inkml:trace>
  <inkml:trace contextRef="#ctx0" brushRef="#br0" timeOffset="38156.08">25642 2954 2121 0,'0'-9'41'0,"0"3"61"0,0-2 9 0,0 4 8 0,0 0-37 15,0 0-48-15,0 3 5 0,0-1-7 0,0 0 17 16,16 2 1-16,1 0 6 0,2 0 20 0,6 5-20 15,2-1 9-15,3 0 4 0,3 2 0 0,2 0 6 16,2 0-16-16,0 0-8 0,0-1-4 0,-2-1 4 16,-2 1 12-16,-2-2 5 0,-2-1 9 0,-6-2 9 0,-2 0 8 15,-2 0 7-15,-4 0-9 0,-5 0-17 16,-10-4-8-16,12 0-15 0,-12 1-10 0,0-1-5 0,0 1-13 16,0-1-20-16,0 1-17 0,0 0 7 0,0 0-8 15,0 0 8-15,0 0 12 0,0 3-20 0,-12 0 11 16,2 0-5-16,-3 0-4 0,-2 0 12 0,0 5-8 15,-1 2 9-15,-1 1-11 0,1 1 14 0,1 0-1 0,3 3-3 32,-1 0-1-32,4 1-7 0,9 0 3 0,-13 0 1 15,13-1 17-15,0 4-7 0,0-3 6 16,0 0 1-16,0 0-6 0,0 0 2 0,0-1-13 16,0 0 6-16,14-3 8 0,-1-1 1 0,3 0 4 0,-2-4-9 15,3-4-1-15,-2 0 0 0,4 0 5 0,-5 0 5 16,2 0 4-16,-4 0 7 0,2-11-12 15,-2 1 12-15,-3-1-11 0,-9-1-7 0,13-2 4 0,-13 1-5 16,0-1-1-16,8 0-7 0,-8 0 11 0,0 1-8 0,0 0-4 16,0 1 16-16,0 2-20 0,0 2-4 0,0 1 12 15,0 1-16-15,0 3 3 0,0 3 3 16,0 0-15-16,0 0-6 0,0 0 6 0,0 0 7 0,0 0 3 0,0 6 12 16,0 0 12-16,0 2-11 0,0 1 15 15,0 1-2-15,0 1-10 0,0 0 1 16,0 1 14-16,0 0-15 0,15 1-4 15,-2-2 19-15,-2-1-22 0,3 1 24 16,-1-3-7-16,3 0-9 0,-3-1 2 0,2-7-7 0,0 0 11 0,0 0 9 0,-2 0-8 0,3 0 17 31,-5 0-8-31,2-8-2 0,-1-1 13 0,-1 0 0 0,2-3 19 16,-13-1-5-16,12-1-3 0,-12-1-9 0,13 0-13 16,-13-1-2-16,14-1-12 0,-14-2-7 0,0-1-1 15,0 0-2-15,0-3 0 0,0 0 12 0,0 0-10 16,0-3 7-16,0 2 3 0,0-2-18 0,-14 0 14 0,14 1 9 15,-14 1 1-15,3 2 23 0,11 1 15 16,-14 3-17-16,14 3-3 0,-12 2-9 0,12 4-31 16,0 2 9-16,0 3-20 0,0 4-18 0,0 0 19 0,0 0-17 15,-13 0 13-15,13 6 15 0,0 2-4 0,0 1 3 16,0 5 11-16,0 1 2 0,0 3-12 0,0 3 20 16,0 3-17-16,0 1-2 0,0-1 10 15,0 2-6-15,0 0 15 16,0 0-5-16,17-2 8 0,-4 1-8 0,0-2 5 0,0-2 15 0,3-1-10 0,-2-1 8 15,3-1-5 1,1-2-11-16,1-1 14 0,0-2-12 0,2-1 10 0,1-2-11 16,3-1-10-16,-3 0 19 0,5-3-20 15,0-6 25-15,-2 0 3 0,0 0 0 0,1 0 30 16,-7 0-2-16,1 0 0 0,1 0-10 0,-5-10-11 16,-2 0-3-16,-1 0-24 0,-2-1-4 0,-11-1 2 0,14-1-19 15,-14 0 19-15,9 0 7 0,-9-1-26 0,0 0 5 16,0-1 3-16,0 0-9 0,0 0 10 15,0 1 9-15,0 1 8 0,0 2-5 0,-13 0 4 0,13 3-20 16,-13 1-19-16,0 2 15 0,0 5-18 0,2 0 13 16,-2 0 9-16,-1 0 4 0,1 6 1 0,-2 2-1 15,2 3 0-15,-3-1 4 0,4 2 7 0,0 2-6 16,12 0 1-16,-15 1-7 0,15 1 16 0,-11-1-6 16,11 0-2-16,0-1 6 0,0 1-12 0,0 1 15 15,0-1-1-15,0 2-11 0,0-2 6 0,14 0 7 0,5 0-2 16,-2-1 4-16,5 0 18 0,2-3-2 0,0 0-26 15,1-1-9-15,4-10-13 0,-1 10 5 0,1-10 12 16,1 0 20-16,-4 7-1 0,1-7-9 0,-5 0 10 16,-1 0-13-16,0 0-9 0,-7 0-2 0,0 0-20 15,-14 0-19-15,13-10-54 16,-13-1-76-16,12 0-57 0,-12 1-84 0,0-1-66 16,0-1-66-16,0-2-28 15,-15-2-77-15,0 0-29 0,-5-2-52 0,-4-1-54 0</inkml:trace>
  <inkml:trace contextRef="#ctx0" brushRef="#br0" timeOffset="38354.11">26198 2794 2147 0,'0'1'93'16,"0"-1"50"-1,0 0 24-15,0 0 33 0,0 0-78 0,11 5-28 0,8-2 12 0,2 0-14 16,6 1 1-16,6 0 8 0,2 2-15 0,6-2-16 15,-2 1-20-15,4 1-23 0,1 0-19 0,-4 0-1 16,-2-3 6 0,-2 2-12-16,-4-4 7 0,-7 1-16 0,-3-2-46 15,-4 0-95-15,-7 0-245 0,-11 0-300 0,0-5-160 0</inkml:trace>
  <inkml:trace contextRef="#ctx0" brushRef="#br0" timeOffset="39686.78">1889 5561 2211 0,'-13'0'98'0,"13"0"58"0,0 0 43 0,0 0 48 0,0 0-61 15,0 0-36-15,0 0-4 0,0 0-23 0,0 0 3 16,0 0 11-16,0 0-5 0,0 0-28 0,0 0-27 15,0 0-23-15,0 0-20 0,0-6 10 0,0 1-2 16,0-1 9-16,0 0 5 0,16 0-10 0,1-2-6 16,2 2-21-16,-1 0-11 0,2 1 4 0,1 5-1 15,-2-6-6-15,0 6-10 0,0 0 7 0,-2 0-10 16,-1 0 8-16,0 0-3 0,-3 0-3 0,-1 11 15 16,-1-2-4-16,-11 0 8 0,14 2-15 0,-14 0-3 15,0 0 3-15,0 1 1 16,0 0-2-16,0 0 8 0,0 0 4 0,0 0-20 15,0 0 20-15,0-1-11 0,-15 0-3 0,2-2 20 0,1 0-18 16,12-2-6-16,-15-7 11 0,1 7-13 16,14-7 15-16,-13 0 17 0,13 0-26 0,0 0 11 15,-11 0 6-15,11 0-15 0,0 0 21 0,0 0-12 0,0 0 4 0,0 0 1 16,0 0-8-16,0 0 11 0,0 0-22 0,0 0 16 16,0 0-9-16,0 0 3 0,13 0 5 0,4 0-9 15,-1 0 18-15,3 0-6 0,0 11-10 0,5-2-1 16,-1-1-4-1,-3 1 6-15,2 0 17 0,-4 1-14 0,0 0-11 0,-4 1-5 16,-1 0-1-16,-1 0 13 0,-12-2 6 0,0 1-6 16,10 1-9-16,-10-2 3 0,0 0-1 0,0 1 10 15,0-2 15-15,0 2-9 0,0-2 9 0,0 1 2 0,0-3-10 16,-17 1 7-16,1-2 2 16,0-5-6-16,-2 6-1 0,0-6 0 0,-4 0-10 15,-1 0 4-15,-2 0 1 0,-2 0-7 0,0 0 6 16,2 0-10-16,-3 0-1 0,2-8 0 0,2 1-49 15,2 1-101-15,2 1-129 0,6 1-174 0,2-1-236 16,12 5-204-16,0-7-10 0</inkml:trace>
  <inkml:trace contextRef="#ctx0" brushRef="#br0" timeOffset="39861.37">2841 5830 4068 0,'0'0'5'16,"0"0"-13"-16,0 0 8 0,0 0-42 0,0 0-73 0,0 0-112 15,0 0-143-15,0 0-196 0,0 0-199 0,0 0-16 16</inkml:trace>
  <inkml:trace contextRef="#ctx0" brushRef="#br0" timeOffset="40637.17">4853 6207 2079 0,'-14'0'42'0,"14"0"86"16,-14 0 24-16,14 0 7 0,-11 0-20 0,11 0-67 0,0 0-16 15,0 0 18-15,0 0-13 0,0 0 25 0,0 0 16 0,0 0 28 16,0 0 33-16,0 6-10 0,19-6 10 0,3 9-17 16,2-3-15-16,4-6-4 0,7 8 7 0,4-1-22 15,6-7-6-15,4 11-10 0,3-4-14 16,5-7-17-16,6 10 2 0,5-1-14 0,2-9-12 0,3 9 9 16,4 1-1-16,2-10 4 15,0 10-15-15,-1-2 17 0,-4-8 0 16,-8 11-6-16,-4-11 20 0,-7 10-32 0,-9-10-17 0,-9 8-4 0,-7-8-11 0,-7 0 17 15,-6 0-4-15,-4 0 0 0,-13 0-11 0,0 0 2 0,0 0 6 32,0 0-9-32,0 0-1 0,0 0-4 0,0 0-35 0,0 0-20 0,0 0-39 0,0 0-68 15,-20 0-46-15,2-8-31 0,1 2-68 0,-2 0-83 32,0 6-63-32,-3-8-159 0,6 8-65 0,-3-7-65 0,3-1 47 15</inkml:trace>
  <inkml:trace contextRef="#ctx0" brushRef="#br0" timeOffset="41015.57">5768 6154 3187 0,'0'-5'38'16,"-12"-2"36"-16,12 7 30 0,0-4 18 0,0 4-32 0,0 0-7 15,0 0-38-15,0 0-19 0,0 0 20 0,0 0-4 16,0 0 43-16,0 0 23 0,0 0 15 0,0 6 21 15,0-6-37-15,21 10 4 0,-2-1-5 0,3 0-35 16,3 1 26-16,0 0-24 0,4 0-11 0,1-1-2 16,3 2-13-16,-4 1 13 0,1 1-16 0,-2-1-9 15,1 1-9-15,-4 1-12 0,-1-1-14 0,-4 1 4 16,-4-2 7-16,1-2-16 0,-5 1 14 0,-12 1-8 16,12-3 5-16,-12 2 10 0,0-11-17 15,0 12 19-15,0 0-24 0,0-1-3 16,-19 1 10-16,-3-1-12 0,2 2 7 0,-3 0 13 15,-4 2 1-15,-1 0-5 0,-2-1-4 0,-2 0-2 16,1-2 7-16,-1-1-9 0,0-1 6 0,6-1-4 16,0-9-3-16,3 12 2 0,7-12 6 0,0 10-7 0,16-10-1 15,-13 8 13-15,13-8-22 16,0 0-21-16,-11 8-68 0,11-8-76 0,0 0-77 0,0 9-94 16,0-3-90-16,0-6-133 0,0 8-130 0,0-8-95 0,0 8 17 15</inkml:trace>
  <inkml:trace contextRef="#ctx0" brushRef="#br0" timeOffset="41530.74">6270 6704 2121 0,'0'0'6'0,"0"0"8"0,0 0 15 0,11 6 10 0,-11-6 67 0,0 0 26 0,0 0-6 16,0 0-7-16,0 0-55 0,0 0-1 0,0 0 1 16,0 0 18-16,0 0 16 0,0 0 2 0,0 0 61 15,0 0 18-15,0 0 29 0,0 0 24 0,0 0-16 16,0 0 11-16,0 0-26 0,0 0-52 0,0 0-41 16,0 0-28-16,0 0-22 0,0 0 1 0,13-12 7 15,-13 0-15-15,16-1-16 0,-5-1 23 0,-11-2-16 16,17-4 5-16,-2 0 11 0,-3-4-12 15,-12-1 14-15,16-2 0 0,-1-4-18 16,-3-1-18-16,-12-2-30 0,17-1 6 0,-3 0 21 0,-2 1 32 16,0 2 23-1,-12 3 5-15,14 5-10 0,-1 4-21 0,-13 3-11 16,0 5-22-16,13 2-7 0,-13 10-15 0,0-7 0 16,0 7-4-16,0 0 6 0,0 0-7 0,0 0 3 15,0 0 0-15,0 0-4 0,12 0 18 0,-12 10-3 16,11 1-1-16,-11 0-6 0,13 4 6 0,-13 1 11 0,14 3-9 15,-3 1 5-15,-11 3-10 0,17 0-16 0,-4 1 24 16,0 2-6-16,-13 0 5 0,17-1-5 16,-5 0-12-16,0-1 7 0,-12-1-2 0,16-1 10 15,-4-2-4-15,-12-1 6 0,16-2-14 0,-3-2-58 16,-13-1-18-16,11-2-103 0,-11-1-55 16,14-3-31-16,-14-8-75 0,0 9-15 0,0-9-64 0,0 0-82 0,0 0-155 15,0 0-123-15,0 0-44 16</inkml:trace>
  <inkml:trace contextRef="#ctx0" brushRef="#br0" timeOffset="41737.67">6414 6473 2910 0,'0'0'36'0,"0"0"59"15,0 0 40-15,0 0 46 0,0 0-9 0,0 0-6 16,17 0-14-16,-4 0-24 0,4 0-19 0,-1 11-27 15,3-11-23-15,3 0-22 0,-1 0-9 0,1 7-16 16,3-7-14-16,-1 0 10 0,-2 0-4 0,0 0-11 16,-3 0 7-16,-1 0-54 0,-3 0-82 0,-5 0-105 15,-10 0-132-15,0 0-177 0,0 0-110 0,0 0-108 0,0 0 71 16</inkml:trace>
  <inkml:trace contextRef="#ctx0" brushRef="#br0" timeOffset="42589.32">6243 6430 2673 0,'-12'0'49'0,"12"0"52"0,0 0 56 0,0 0 35 0,0 0 1 15,0 0-16-15,0 0-22 0,0 0-10 0,0 0-17 16,0 0-27-16,0-9-15 0,-15 1 14 0,15-1-8 15,-15 0 11-15,15-2-3 0,-15-1-21 0,15-2 0 16,-14-1-6-16,14 0-6 0,-14-1-21 0,14 0 14 16,0-1-2-16,0-1-7 0,0-1 11 0,0 1-39 15,0-2-3-15,0 0-11 0,0 0 6 0,0 0-6 16,0 0-8-16,16-2 14 0,1 0-5 16,-1 0 6-16,-2-1 3 0,3 3 14 0,4-1-9 0,0-1 9 15,-1 3 8-15,3 0-14 0,-2 1 4 0,3 1-4 0,1 3-13 16,-2 2-4-16,2 2-4 0,0 1 1 0,0 9 3 15,2-7-6-15,0 7 2 0,-1 0 3 0,1 0-9 16,-1 0 15-16,3 0-5 0,-1 10-11 0,-1 1 20 16,3 2-17-16,0 0 5 0,0 1-2 0,0 1-11 0,-3 2 14 31,0 0-8-31,0 0-7 0,-3 3 3 0,-2 0-10 16,-3 0 13-16,1 1 26 0,-1 1-7 0,-1 0 9 15,2 3-12-15,-1-2-4 0,-3 2-10 0,3 2 11 16,-5-1 9-16,3 3-11 0,-4-1 17 0,1-1-14 15,-2 2-12-15,-12 0 11 0,14 0-15 0,-14 0 3 16,17 0 4-16,-17-1-17 0,11 0 19 0,-11 1-12 0,0-1 3 16,0-2 3-16,0 1 0 0,0-2 5 0,0-1-4 15,0 0 12-15,0 0-17 0,0-2 0 0,-14 0 16 16,0-1-5-16,14 0 11 0,-16 0-4 0,2-2-3 16,14 2 1-16,-16-1-1 0,5-1 0 0,11 0-2 15,-19-1 13-15,3-1 2 0,3-2 13 0,2 1 6 16,11-3-4-16,-19-2 13 0,3 1 7 15,2-3 11-15,14-9-4 0,-16 11-10 0,2-2-14 0,14-9-14 16,-17 10-13-16,1-10-2 0,3 0 11 0,-1 0-8 16,-2 0-1-16,-1 0-1 0,-2 0-10 0,-2 0-13 0,-1 0 13 31,-1 0 3-31,-1 0-8 0,-2 0 11 0,0-9-4 16,-1 2-11-16,0-1 5 0,-3-1-1 0,3 0-3 0,-3-1 3 15,3 0 2-15,0-1 7 0,0-1-2 0,0 0-10 0,2-2 11 16,-2 0-9-16,2-2 1 0,0 0 12 0,2-1-7 15,0-2-2-15,-1-2-4 0,2 0 5 0,0-2-2 16,1-1 1-16,-1-1 5 0,3-1-5 16,0-2-1-16,2-1-5 0,-1 0 2 0,6-2 7 15,12-2 0-15,-16 2 7 0,16 0-6 0,0 0-13 0,0 1 4 16,0 1-4-16,0 1 3 0,0 1-4 0,0 3 3 16,0 0 3-16,0 2-2 0,0 3 0 0,0 0 2 15,0 2-22-15,0 2-17 0,0 1-16 0,0 2-46 16,0 1-19-16,0 1-19 0,0 0-38 0,0 2-15 15,0 1-36-15,16 0-52 0,-16 2-65 0,14-1-115 16,-1 6-99-16,-13 0-165 0,16 0-107 0,-4-5-42 16</inkml:trace>
  <inkml:trace contextRef="#ctx0" brushRef="#br0" timeOffset="43272.8">7103 6404 1924 0,'-3'-2'23'0,"0"0"7"0,3 1 16 16,0 1-1-16,0 0-5 0,0 0-7 0,0 0 16 15,0 0 16-15,6 4 21 0,-1-1 18 0,3-2-10 16,3 2 15-16,3-1 13 0,2 1 21 0,6 0 6 16,0 0 9-16,5 1-18 0,2 2-29 0,2-1 5 15,6 1-10-15,2 1-24 0,1 0 22 0,7 0-20 16,2 0-4-16,2 0-8 0,6 1-19 0,1-3 6 15,2 2-12-15,4 0 8 0,2 0-9 0,2-1 0 0,1 1-7 0,1 0 10 16,-2 0 16-16,2-2-8 16,-1 0 0-16,-1 0-10 0,-1 1-18 0,-1-2-2 0,-1 0 4 0,-2 0-6 15,-3 0 21 1,0 0-2-16,-3-1-4 0,-3 0-2 0,-5-2-8 0,0 1-11 0,-6 0 4 0,-2-1-7 16,-7 0-4-1,-4 0 7-15,-1 0 2 0,-7 1 18 0,-3-2-5 16,-2 0 1-16,-4 1-14 0,-3-1-8 0,-4 0-7 15,3 0 0-15,-4 0 3 0,-2 0-17 0,-1 0 14 16,-2 0 5-16,0 0-9 0,0 0 5 0,0 0-2 0,0 0-4 16,0 0-1-16,0 0-3 0,0 0 0 0,0 0 3 15,0 0-6-15,0 0 13 0,0 0-36 0,-2-1-48 16,-1-2-38-16,0 0-68 0,0 1-35 0,-2 0-58 16,-3-2-50-16,0-1-74 0,-1 2-91 0,-5-3-57 15,-1 1-93-15,0 1-44 0,-1-2 89 0</inkml:trace>
  <inkml:trace contextRef="#ctx0" brushRef="#br0" timeOffset="43756.06">8765 6421 1578 0,'0'0'34'16,"2"0"34"-16,-1 0 35 0,-1 0 31 0,2 0-9 0,-2 0-15 0,0 0-12 15,0 0-9-15,0 0 4 0,1 0 13 0,-1 4 38 16,2 0 12-16,1 0 2 0,2 1-9 15,3 1-9-15,3 0-1 0,-2 4 3 0,4 0 8 16,4-1-30-16,1 3 1 0,1 0-8 0,1 0-20 16,4 1 4-16,-2-2-13 0,2 0-25 0,1 0-15 15,0 0-10-15,-1-1-9 0,-3 0 2 0,1 0 12 16,-2-3-12-16,-4 1-12 0,-2-2 11 16,-4 0-13-16,-2-3 4 0,-2 0 2 0,0-1-12 0,-4 1 0 0,-2-3-4 15,0 2-7-15,0-1-6 16,-4 0 22-16,-1 1-5 0,-2 1-2 0,1 0 11 15,-4 3-14-15,-2-1 0 0,-1 3 8 0,-1-1-7 16,-2 2-1-16,-1-1 2 0,1-1-6 0,0 1 1 0,0-2 8 16,-3 0-2-16,3 2-4 0,-1-2 11 15,0 2-18-15,-1-2-16 0,1 0-28 0,-1-1-61 0,0-1-78 16,0 1-79-16,1-1-48 0,-2-4-87 0,3 0-130 16,-4 0-92-16,2 0-143 0,-1 0 83 0</inkml:trace>
  <inkml:trace contextRef="#ctx0" brushRef="#br0" timeOffset="44259.51">8291 5887 3049 0,'0'0'22'16,"0"0"48"-16,0 0 41 0,0 0 35 0,0 0 7 0,0 0-19 0,0 0-15 15,0 0-33-15,0 0-17 0,0 0-17 0,0 0-34 16,0 0 8-16,0 0-31 0,0 0-1 0,0 0 10 16,0 0-9-16,0 7 11 0,0-2-12 0,0 4-2 15,-10-1 3-15,10 4 5 0,-14 0 8 0,14 2-2 16,0 0 4-16,0 2 7 0,0 0-14 0,0 0 14 15,0 0 3-15,0 1 15 0,0-2 39 0,0 1 18 16,19-3-2-16,-3 1 1 0,1-1-2 0,0-3-10 16,3-2 9-1,0-1 0-15,5-7-2 0,-1 0-5 0,0 0 9 16,1 0-1-16,-1 0-2 0,-2 0 16 0,0 0-11 16,-1 0 8-16,-4-11-3 0,-3 1-30 0,-14-2 4 0,18 0-29 15,-18-1-15-15,0-1 6 0,0-1-17 16,0-2-1-16,0 0-13 0,0-1-8 0,0-2 4 15,-16 2-3-15,0-2 16 0,-4 0-7 0,-1 3-10 0,0 2 6 16,-4 1-10-16,0 2 4 0,1 1-4 0,2 5-36 16,1 6-22-16,-1 0-70 0,2 0-36 0,2 0-45 15,1 0-58-15,1 11-45 0,-1 1-101 0,2 2-65 16,-2 1-133-16,6 3-95 0,11 0-108 16,-14 0 97-16</inkml:trace>
  <inkml:trace contextRef="#ctx0" brushRef="#br0" timeOffset="45886.16">9243 6760 1185 0,'0'0'29'0,"0"0"46"0,11 0 47 0,-11 0 54 0,0 0 19 15,0 0-2-15,0 0 58 0,0 0-30 0,0 0-7 32,0 0-12-32,0 0-80 0,0 0 18 0,0 0-13 15,0 0 15-15,0 0-3 0,0-7-14 0,0 3 2 16,0-1-34-16,0 0 5 0,14-2-12 0,-14 0-15 16,0 1 11-16,13-3-15 0,-13 1-1 0,0-2 3 15,12-1-20-15,-12-1-3 0,11-2-1 0,-11-1 3 16,14-3 4-16,-14 0 8 0,13 0-2 0,-13-4-18 15,17 0 14-15,-5-2-22 0,-1 1 8 0,4-1 6 16,-15 0-6-16,17-2 13 0,0 1-17 0,-4 0 17 0,0 0-20 0,2 2-4 16,-15-1 6-16,19 0-35 0,-3 3 14 15,-1 0-2-15,-2 2-9 0,4 1 26 0,-1 1-9 16,3 1 13-16,0 2-6 0,2-1-18 0,2 2 8 0,1 1-16 16,4 1 3-16,1 1-6 0,1 1-1 0,2 2-8 15,1 7 2-15,2-8 18 0,0 8-9 0,1 0-3 16,0 0 12-16,2 0-8 0,0 0-6 0,-1 0 16 15,-1 0-22-15,0 0 6 0,-2 0 18 0,0 11-6 16,-5 0 11-16,1-1-6 0,-5 0-16 0,0 1 10 16,-4 1-5-16,-2 0 9 0,1 2 1 0,-2 1-7 15,-1-1 10 1,2 2-11-16,-3 1 18 0,3 2 2 0,1-1-2 16,-2 3 9-16,2 1-8 0,-2-2-7 0,4 3-7 15,-2 0-20-15,0 2 8 0,0 0 6 0,2 0-3 0,-3 0 14 16,3 1-6-16,-3 0-10 15,0-1 13-15,-1 0 2 0,-1-1-11 0,-3 1 4 0,1-2 3 16,-3 1-9-16,-1-1 7 0,-11-1 2 0,17-1 2 16,-5 2-1-16,-12-2-11 0,11 0 14 0,-11 1-5 0,0-2 0 15,14 0 14-15,-14 3-4 0,0-3-3 16,0 1 9-16,0 0 2 0,0 1 4 0,0-1 17 0,0 1 1 16,0 1-2-16,0-1-17 0,0 0-6 0,0 2 6 15,0 0 11-15,0-3 25 0,0 1-8 0,0-2-3 16,-11 1-11-16,11 0-20 15,-16 0 3-15,5-2-9 0,-3-2 6 0,1 2 6 16,1 1-5-16,-1-2 3 0,0-2 7 16,-1 0-3-16,-2-1 15 0,2-1 3 0,-2 1-12 15,0-2 15-15,2-1-6 0,-3 0 2 0,1-1 1 16,-3-1-27-16,3 1-7 0,-3-2 2 0,0 1-6 0,0-1 8 0,0-2-6 0,-3 1 1 0,3-2-5 31,-3-6 4-31,0 10 12 0,3-3-23 0,-3-7 17 16,1 8 10-16,-1-8-18 0,0 7 12 0,-2-7-14 15,1 0 6-15,-1 0 8 0,1 0 4 0,-2 0 1 16,0 0-36-16,0 0 22 0,1 0-7 0,0 0-6 0,1 0 30 0,-3 0-38 16,3 0 6-16,-1-7 13 0,0 0-12 15,0 7 13-15,-1-8-10 0,4-1 1 0,-1 3-6 16,0-1 10-16,0-1 14 0,3-1-34 16,0 2 28-16,2 0-5 0,-1-2-23 0,0 1 31 0,2-1-33 0,-2 0 17 15,4 0 7-15,-5-2-2 0,3 2 14 0,-1-2-39 16,-1 2 31-16,-1-2-3 0,-1-1-12 0,1 0 27 15,-2-1-48-15,1 0 19 0,2 1 18 16,-2-3-17-16,2 1 30 0,0 0-29 0,0 0-6 0,-1 0 6 16,0 0-3-16,2-2 12 0,-1 0-26 0,1 1 30 15,3-2-9 1,1 1-10-16,-1-1 25 0,3 0-29 16,0 0 9-16,11 0 14 0,-16 0-12 0,6 2 3 0,10-2-16 15,-14 3 6-15,3-1 11 0,11 0 3 0,-12-1 13 16,12 1-26-16,-12 1-1 0,12-1 3 0,0 0 1 15,-11-1 14-15,11 0-12 0,0 1 9 0,0-3 2 16,0 2-3-16,0 0 19 0,0-1-34 0,0 0 17 16,0 2 1-16,0-3-10 0,0 3 15 0,0-1-22 15,0 1 8-15,13 1-10 0,-13-1 18 0,11 2 5 0,0 1-30 16,-11 0 21-16,13 0-3 0,-1 1-7 16,-12-1 14-16,13 3-16 0,-2-2 0 0,-11 1 5 0,16 0 10 15,-3 1 7-15,-1 1-21 0,-1 1 6 0,-11-2 7 16,13 1-16-16,0 1 20 0,-13 7-9 0,13-8-5 15,-13 8 10-15,0-8-7 0,13 8 0 0,-13-6-18 16,0 6 12-16,0 0-17 0,0 0-61 0,0 0-10 0,0 0-99 16,0 0-62-16,0 0-33 0,0 0-82 0,0 0-29 15,0 0-21-15,0 0-65 0,0 0-77 0,0 0-120 32,0 0-130-32,0 0-50 0,0 11 55 0</inkml:trace>
  <inkml:trace contextRef="#ctx0" brushRef="#br0" timeOffset="46239.06">9889 6733 2261 0,'0'0'90'0,"14"0"38"0,-14 0 48 0,10 0 14 0,-10 0-54 16,8 0-4-16,-8 0-29 0,0 0 24 0,0 0-18 0,0 0-18 16,0 0 8-16,0 0-32 0,0 0-12 0,0 0-17 15,0 0-27-15,0 0-12 0,0 0 15 0,0 6 6 16,0-6 17-16,0 6 31 0,0-1-7 0,0 1 5 16,0 2 3-16,14 1-13 0,-14 0-12 0,0 3-2 15,13 1-3-15,-13 0-2 0,11 1 0 0,-11 0 7 16,14 0-14-1,-14 1-15-15,11-3 8 0,-11 2-17 0,13-3 1 0,-13 0 3 0,12-1-10 0,-12 0 3 16,0-3-2 0,0 1 3-16,10-8-1 0,-10 8 9 0,0-8-11 0,0 0 9 15,0 0 1-15,0 0-30 0,0 0-59 0,0 0-95 16,0 0-129-16,0 0-115 0,0 0-124 0,0 0-102 16,0 0 2-16,0-8-70 0</inkml:trace>
  <inkml:trace contextRef="#ctx0" brushRef="#br0" timeOffset="46804.56">9903 6707 3011 0,'0'-5'41'16,"0"-1"44"0,0 0 59-16,0 6 43 0,0-6 0 0,0 6-5 0,0-6-21 0,0 6-3 0,0-7-14 15,0 7-17-15,13-8-16 0,0 8-8 0,3-6-12 16,-2 6-8-16,3 0-15 0,-1 0-21 15,3-8 7-15,0 8-9 0,-1 0-6 0,0 0-2 0,0 0-34 16,-1 0 0-16,-4 0-6 16,3 0-1-16,-5 0 11 0,-11 0-1 0,15 0 2 15,-15 0-14-15,13 10 1 0,-13-2 1 0,0 0 3 16,0 1 5-16,0 0-5 0,0 2 8 0,0-2-12 16,0 2 1-16,0-1 4 0,0 0-7 15,0-1 3-15,-19 2-7 0,3-2 5 0,2 0-5 0,-2-1-1 16,5-8 18-16,11 9-15 0,-17-9 1 0,17 0 0 0,-13 8 6 15,13-8 2-15,0 0 0 0,0 0 14 0,0 0-27 16,0 0 4-16,0 0 13 0,0 0-12 0,0 0 10 16,0 0 14-16,0 0-31 0,0 0 17 0,0 0-2 0,0 7-9 31,13-7 23-31,2 8-13 0,-2-8-2 0,5 7-2 0,-2 1-7 16,2 0 14-16,0 0 2 0,2 0 0 15,-4 1 9-15,0 0-7 0,-3 2 3 0,1 1-5 16,-14-1 2-16,16-1-2 0,-16 1-8 0,14-2 17 15,-14 1-15-15,0 0 4 0,0-2 9 0,0 0-12 16,0 1 13-16,0-2 12 0,0-7 23 0,0 12 23 16,0-12 8-16,-22 10 7 0,3-10-1 0,-2 8-40 15,1-8 1-15,-1 0-7 0,2 0-14 0,-3 0 29 16,3 0-2-16,0 0-26 0,2 0-4 0,1 0-19 0,2 0-7 16,1 0 5-16,0-10 7 0,13 2 1 0,-14 8-6 15,14-9 1-15,-13 9-58 0,13 0-52 0,0-8-99 16,0 8-95-16,0 0-85 0,0-6-118 0,0 6-81 15,0 0-157-15,0 0-112 0,0-7-10 0</inkml:trace>
  <inkml:trace contextRef="#ctx0" brushRef="#br0" timeOffset="48120.3">9698 6646 1716 0,'0'0'19'0,"0"0"32"0,0 0 32 0,0 0 40 0,0 0 61 15,0 0-1-15,0-9-8 0,0 3-20 16,0 0-41-16,0 6-16 0,0-8 6 0,0 2 21 16,0 1-31-16,0-1 16 0,0-1 6 0,11 2-25 15,-11-1 7-15,12-1 0 0,-12 2 2 0,10-3 11 0,-10 0-15 16,11 1-2-16,-11 0-16 0,14-1-20 0,-4 0 40 16,0-1-21-16,2 0-2 0,-1-1-1 15,2 1-26-15,1-1 12 0,-1 0-16 0,1 0 15 0,0 1-19 0,2 9-9 31,-3-12 1-31,2 12-12 0,-2-9 6 0,1 9-8 16,-1 0 3-16,1-9-1 0,0 9-2 0,-2 0 15 0,0 0 4 0,1-9-23 0,1 9-2 16,-3 0 9-16,2 0-12 15,1 0 12-15,-3 0 5 0,3 0-12 0,-1 0 6 16,1 0-6-16,0 0-4 0,2 0-6 0,0 0 5 16,0 0 2-16,0 0 17 0,-1 0-7 0,1 0 7 15,1 0-2-15,-2 0-6 0,0 0 3 0,0 0-10 0,2 11 3 16,-4-11 5-16,3 12 6 0,0-3-12 0,-1-9 9 15,1 12-13-15,0-2 5 0,-2-10-5 0,2 12 2 16,-2-2-4-16,2-10-11 0,-2 12 11 0,-1-2-14 16,0 0 5-1,-13 0 4-15,18-2 1 0,-5 2 3 0,-13-1-12 16,16 1 2-16,-3 0-4 0,-13-2 1 0,14 1 5 16,-14 2-1-16,14-2 0 0,-14 0 0 0,13 2 3 15,-13-2 4-15,12 1-2 0,-12 1-4 0,0-1 1 16,13 0-12-16,-13 1 10 0,13 1 7 0,-13-1-13 15,0 1 11-15,0 0-12 0,12-1-4 0,-12 2 11 16,0-2 5-16,0 0 1 0,0 0 1 0,12 1 3 0,-12-1-16 16,0-1 7-16,0 1 4 0,0 2 0 0,0-1-16 15,0 0 4-15,0 0-8 0,0-2 28 0,0 2 0 16,0-1-9-16,0 1-1 0,0-1-18 0,0-2 27 16,0 1 2-16,0 1 5 0,-13-3 2 0,13 2 0 15,0-2-1-15,-16 1 18 0,16 1-10 0,0-1-5 16,-13 0 7-16,13-9-7 0,0 12-2 0,-15-1-2 15,15-11 5-15,-13 12-6 0,13-12-6 0,-13 12 19 16,13-3-5-16,-12-9-7 0,12 11 14 0,-15-11-11 16,15 12-4-16,-14-12 5 0,14 11 3 0,-13-11-5 0,13 12 8 15,-17-12 9-15,4 12-4 0,13-12 0 0,-17 11-6 16,3-11-13-16,14 9 4 16,-19-9-5-16,4 11 0 15,15-11 13-15,-18 11-24 0,18-11 6 0,-16 0 13 0,16 10-7 16,-16-10 5-16,16 0 7 0,-19 0-17 0,6 0-13 0,-1 0 15 15,0 0-1-15,1 0-6 0,-4 0 18 16,2 0-7-16,-2 0-2 0,3 0 5 0,-3 0 1 16,2 0-4-16,-2 0 7 0,3 0 8 0,-2 0 3 15,2 0-5-15,-2 0 3 0,2 0-8 0,-2 0-10 16,3 0 12-16,-4 0-16 0,4 0 8 0,-1-11 7 0,0 3-7 16,0 8-8-16,-1-10 2 0,1 2-1 0,1 0 0 15,-1 0 14-15,0 0-3 0,3 2-7 0,-3-3-3 16,1 2-4-16,-1-3-2 0,1 1-14 0,2-1 17 15,-3-1 1-15,1 0 2 0,2 0 12 0,-2 1-27 16,2-1 10-16,-1 0-3 0,1-1-4 0,-2 1 2 0,13-1-5 31,-16 1 8-31,-1-1-1 0,6 2 7 0,-1-2 4 16,0 1-34-16,12 0 12 0,-16 1 9 0,2 1-2 16,14-3 30-16,-16 2-29 0,5-2 20 0,11 0-1 15,-13 1 3-15,13 0 30 0,-11-2-31 0,11 2 9 16,0 0-8-16,0-1 0 0,0 0 0 0,-14 0-32 15,14-2 20-15,0 0-11 0,0 0 5 0,0 1 17 16,0-1-27-16,0 0 4 0,0 1 0 0,0 0 5 16,14 0 10-16,-14 0-26 0,15-1 21 0,-4 2-11 15,0 0-3-15,0 0 26 0,1 2-33 0,-2 0 17 16,1 1-1-16,3-1-7 0,-3 2 7 0,3 1-24 0,-1 0 19 16,0 7-8-16,1-8 15 0,-1 8 8 0,2-7-24 15,-2 7 20-15,-3 0-13 0,2 0 5 0,-2 0 3 0,-10 0-20 16,14 0 15-16,-14 0-9 0,8 0 3 0,-8 0 20 15,0 0-24-15,0 0 17 0,0 0-5 0,0 0-16 16,0 0-9-16,0 0-44 0,0 0-14 0,0 0-63 16,0 0-41-16,0 0-59 0,0 0-92 0,0 0-45 15,0 0-80-15,0 0-108 0,0 0-98 0,0 0-179 16,0 0-184-16,0 0 89 0</inkml:trace>
  <inkml:trace contextRef="#ctx0" brushRef="#br0" timeOffset="49185.64">6629 7092 1562 0,'0'0'42'0,"0"0"51"0,-11 0 40 0,11 0 53 0,0 0 53 16,0 0-19-16,0 0 0 0,0 0-39 0,0 0-47 16,0 0 19-16,0 0-9 0,0 0 38 0,0 0-26 15,0 0-27-15,0 0 9 0,0 0-33 0,0 0-6 16,0 0-31-16,0 0-29 0,0 0-28 0,0 0-22 15,0 0 1-15,0 0 7 0,0 0-5 0,0 8 7 16,0-8 15-16,0 0-15 0,0 11 25 0,0-3 27 16,0 1 20-16,0 1-1 0,0 1 20 0,0 2-11 15,0 0-10-15,0 3 28 0,0 2-32 16,0 1 8 0,0 0-14-16,0 2-8 0,0 1 17 0,0 1-5 15,0 3 0-15,0-1-1 0,0-2-10 0,0 3-1 16,0-1 2-16,0 0 2 0,0 1 4 0,-14-1-26 15,14 0-7-15,0 0 3 0,0 1-3 0,0 0 20 16,0 1 9-16,0 0-8 0,0 0-6 0,0 2-1 16,0 0-5-16,0 1 3 0,0 0-5 0,0 2 8 0,0-1 0 15,0-2-4-15,0 0 21 0,0 3-13 0,0-5-3 16,0 0 4-16,0-1-20 0,0 0 5 0,0-3-4 16,0 0-9-16,0 0-2 0,0-3-3 15,0-2 6-15,0 1-6 0,0-2 5 0,0-1 1 0,0-2-3 16,0-1-12-16,0-2 6 0,0 0-5 0,0-2-3 15,0-9 12-15,0 9 0 16,0-9-5-16,0 0 0 0,0 0 4 0,0 0-2 0,0 0 7 0,0 0 12 16,0 0 6-16,0 0 3 0,0 0-12 0,0 0-5 0,0 0-9 15,0 0-10-15,0 0 11 0,0 0 0 16,0 0-10 0,0 0 2-16,0 0 2 0,0 0-5 0,0 0 0 0,0 0-2 0,0 0-4 0,0 0-63 0,0 0-34 15,0 0-82-15,0 0-85 0,0 0-5 0,0 0-54 16,0 0-53-16,0 0-45 0,0 0-104 15,0 0-75-15,0 0-123 16,0-8-95-16,-11-1-28 0</inkml:trace>
  <inkml:trace contextRef="#ctx0" brushRef="#br0" timeOffset="51593.04">6268 7794 1582 0,'0'0'37'0,"12"0"41"15,-12 0 25-15,0 0 22 0,12 0-18 0,-12 0-24 0,13 0-20 16,-13 0-7-16,0 0 62 0,13 8-7 0,-13-8 10 16,9 7-11-16,-9-1-63 0,0-6-2 0,13 8 14 15,-13-1 7-15,11-2 3 0,-11 3 3 0,12-2-14 16,-12 1 17-16,10 0-5 0,-10 1-4 0,10-1 17 0,-10 2-16 16,13 0 13-16,-3 1 1 15,-10 0-13 1,13 1-3 15,1 1-4-31,-1 0 14 0,-1 0 4 0,-1-1-1 16,2-2-1-16,-2 3-9 0,2-4-22 0,-2-8 15 0,-11 10-19 0,12-10 14 0,-12 0 3 0,13 0-6 0,-13 8 24 0,0-8 13 15,13 0 20-15,-13 0 15 0,0 0 12 0,0 0 0 0,0 0 2 0,0 0-6 16,0 0-24-16,0 0-58 0,0 0-21 0,0 0-18 16,0 0 9-16,0 0 21 0,0-14-3 0,11 2 3 0,-11-3-15 0,0 0-15 0,15-1 10 15,-15-1-16 1,13-1-8-16,-13-1 9 0,17 0-25 0,-5-1 11 0,-12 1 7 15,13 0 2-15,-13 2 13 0,15 1-1 16,-15 1-6-16,13 2 3 0,-13 1-4 0,0 3 2 16,14 1-5-16,-14 8 0 0,0-7 0 0,0 7-10 15,0 0 5-15,0 0-1 0,0 0-4 0,0 0 8 16,0 0-5-16,0 0-2 0,0 0 7 0,0 0-1 0,0 0-9 16,0 0 4-16,0 0 1 0,0 0-6 0,0 0 22 15,0 0-5-15,0 0-5 0,0 0-2 0,0 0-12 16,0 0 14-16,13 0-1 0,-13 0-5 0,0 0-1 15,0 0-39-15,0 0-37 0,12 0-11 0,-12 0-65 16,0 0-35-16,0 0-31 0,0 0-74 0,0 0-52 16,0 0-96-16,0 0-62 15,0 0-122-15,0 0-80 0,0 0-102 0</inkml:trace>
  <inkml:trace contextRef="#ctx0" brushRef="#br0" timeOffset="53124.52">6346 8343 1863 0,'0'0'30'0,"0"0"32"0,0 0 44 0,0 0 108 0,0 0-9 16,0 0 19-16,0 0-25 0,0 0-69 0,0 0 20 15,11-6-28-15,-11 6 18 0,14-6-12 0,-6 6-19 16,-8 0 22-16,14-7-2 0,-4 7-7 0,1-7 4 16,1 7-30-16,-2-7-10 0,1 7-3 0,3 0-17 15,-1-10 2-15,3 10-3 0,-2-7-3 0,3 7 1 16,-2 0-7-16,0-8-11 0,0 8-10 0,2 0 9 15,-1 0 7-15,1-8-14 0,-1 8 10 0,3 0-12 16,-3 0-19-16,3 0 14 16,0 0-4-16,-1 0-7 0,0 0 3 0,4 0 3 15,-2 0 1-15,2 0-13 0,0 0 10 0,0 0-4 0,0 0-1 0,-2 8 23 16,1-8-7-16,0 12 2 0,-1-3 6 0,-1-9-11 16,2 12 4-16,-1-2-5 0,1-10-35 0,-1 12 5 31,1 0 7-31,-2-3-7 0,1 0 33 0,1 0-6 0,-3 1-13 0,0 0-1 15,-2 0 1-15,2 1-4 0,-4-1-2 0,2 0 3 0,-2 2-20 16,0 0 13 0,1 0 4-16,-2 1-11 0,0-1 22 0,1 2-7 0,-4 0-2 15,-10 1 4-15,16 0-8 0,-2 1-7 0,-14 1 3 16,13 2 14-16,-13-2-10 0,14 4 10 0,-14-1 0 16,13 0 5-16,-13 1-1 0,0-1 10 0,12 0-3 15,-12-2-5-15,0 0 3 0,0 2 6 0,0-2-5 16,0 0 5-16,0 1 13 0,0-1-12 0,0 0 16 15,0 2-9-15,0 0 4 0,0-1-14 0,0-1 2 0,0 2 3 16,0-1-20-16,0-1 8 0,0 0 1 0,-14 0-7 16,14 0 10-16,-15-1 2 0,15-1-1 0,-15 0-6 15,4 1 0-15,11-3 5 16,-16 2-8-16,5-3 8 0,1 0 23 0,10-1-13 0,-17 0-6 0,7 0 9 16,10-2-20-1,-15-2 12-15,5 2 3 0,10-2-21 0,-14-8 2 16,3 11-4-16,11-1 2 0,-16-2 11 0,4-8-27 15,0 11 16-15,12-1-11 0,-17-10-11 0,4 12 31 16,-2-4-32-16,0-8 23 0,0 12 9 0,0-3-16 16,-2-9 17-16,-1 11-30 0,-2-11 7 0,2 11 11 15,-2-11-5-15,0 10 9 0,-1-10-19 0,0 8 12 16,-1-8-6-16,3 0-8 0,-1 0 24 0,-1 9-22 0,2-9 13 16,0 0 11-16,-1 0-11 0,5 0 8 15,-3 0-19-15,1 0 9 0,-1 10 5 0,0-10-7 0,1 0 19 0,-2 0-27 16,1 0 6-16,1 0-2 0,0 0-3 0,-1 0 23 15,1 0-27 1,-2 0 11-16,0 0-2 0,3 0-2 0,-1 0 12 0,1 0-27 0,0 0 16 0,-1-10 9 16,1 10-4-1,0-9 12-15,2 9-19 0,1-8-8 0,-1-1 8 0,1 9 2 0,1-8 9 0,-1 8-16 16,0-10 5-16,-1 2 9 0,3 8-3 0,-1-10 14 16,-1 0-23-16,3 3 21 0,-2-1-2 0,1-1-3 15,11 1 11-15,-18-3-31 16,6 1 2-16,0 1 3 0,12-2 9 0,-17 2 12 15,4-1-19-15,-1-2 8 0,14 1-5 16,-16 0 6-16,2 0 8 0,14 0-30 0,-16-3 14 16,2 0 1-16,14-1-2 0,-14-1 26 0,0 0-33 0,14-1-6 15,-15 0 7-15,15 0 1 0,-15 0 23 16,15-1-21-16,-13 1 10 0,13-1-4 0,-14 0-13 16,14 0 18-16,0-1-14 0,0-1 3 0,-11 1 12 15,11 0-8-15,0-1 6 0,0 1-16 0,0 0 9 16,0 0-5-16,0 0-2 0,0 1 14 15,0-2-23-15,0 0 16 0,0-1-3 0,0 3 0 0,0-1 3 16,0-1-12-16,0 2 9 0,0 2-7 0,0-1 3 0,0 1 8 16,11 0-10-16,-11 0 14 0,14 3-1 0,-14 0 2 15,14 0 2-15,-14 0-29 0,18 1 23 0,-7 1 2 16,1 2 0-16,1-2 21 16,-2 0-28-16,2 1 7 0,1-1 1 0,0 1-2 15,2 1 13-15,1-1-18 0,-2 1 13 16,4 0-5-16,-3 1 4 0,1 1 5 0,0-2-27 15,1 3 19-15,-3-2-6 0,1 1 1 0,0 2 19 16,-2 5-25-16,0-9 4 0,-1 9 3 0,-3-7-12 16,4 7 22-16,-3-8-15 0,1 8-3 0,0-5 9 15,-1 5-9-15,1 0 8 0,1-6-14 0,1 6 9 16,-3 0 4-16,1 0-3 0,0 0 14 0,-1 0-22 0,-1 0 9 16,-10 0-10-16,14 0 8 0,-5 0 9 0,-9 0-24 15,0 0 20-15,10 0-4 0,-10 0-1 0,0 0 11 16,0 0-16-16,11 0 7 0,-11 0 0 0,0 0 5 15,0 0 2-15,0 0-20 0,0 0 10 0,0 0 3 16,0 0 9-16,0 0-13 0,0 0-22 0,0 0-25 16,0 0-52-16,0 0-6 0,0 0-65 0,0 0-45 15,0 0-52-15,0 0-66 0,0 0-71 0,0 0-71 16,0 0-99-16,0 0-93 0,0 0-104 0,0 0-116 16,0 0-27-16</inkml:trace>
  <inkml:trace contextRef="#ctx0" brushRef="#br0" timeOffset="53771.92">6770 8737 2803 0,'0'0'63'15,"0"0"43"-15,0 0 35 0,0 0 66 0,0 0-26 0,0 0 16 16,0 0 9-16,0 0-30 0,0 0-7 0,0-9-24 0,0 9-15 16,0-10-15-16,0 10-6 0,0-9-19 0,0 9-6 15,0-8-5-15,0 8-4 0,0-10-23 0,0 10 6 16,0 0-26-1,0-11-3-15,0 11-5 0,-17-10-17 0,5 10 9 0,-2 0-19 16,1-12 25-16,2 12-16 0,-4 0 18 0,0-9-6 16,0 9-8-16,0 0 11 0,-2 0-29 0,4 0 19 15,-4 0-16-15,4 0-4 0,-1 0 16 0,3 0-7 16,11 0 6-16,-16 11 13 0,3-11-10 16,13 15-17-16,-14-2 12 0,3 0-20 0,11 1 20 0,-14 2 3 15,14 0 15-15,-14 0-11 0,14-1-4 0,0 1 7 16,-11 0-12-16,11-1 0 15,0 1 2-15,0-1 16 0,0 0-1 0,0 0 26 0,0-1 8 0,0 1-34 0,0-1 5 16,0 0 6-16,0 0-10 0,0-2 37 0,14 1-3 16,3-1 3-16,-2 0 6 0,0 0-14 15,4-1-1-15,0 0-6 16,3-1-2-16,2 1 18 0,0-2 14 0,1-9 4 0,4 12-14 0,-3-12-7 0,3 10-3 16,-4-10-15-16,0 0 37 0,-1 9 18 0,0-9-16 31,-4 0 17-31,-2 0-30 0,-1 0-9 0,-2 0 12 15,-3 0 18-15,-12 0 5 0,13 0-25 0,-13 0 1 16,0 0-16-16,0 0-17 0,0 0 14 0,0 0-32 0,0 0-6 0,0-8-4 0,14 8-2 16,-14 0 11-16,0 0-17 0,0 0 15 0,0 0-9 15,0-6-5-15,0 6 20 0,0 0-29 16,0 0 9-16,0 0-14 0,0 0-89 0,0 0-38 16,0 0-124-16,0 0-144 0,0 0-80 0,0 0-179 0,0-8-169 15,0 8-232-15,0 0-222 0</inkml:trace>
  <inkml:trace contextRef="#ctx0" brushRef="#br0" timeOffset="56889.74">8155 9226 2025 0,'0'0'29'16,"0"0"39"-16,0 0 87 0,0 0 33 0,0 0-14 15,0 0 3-15,0 0-65 0,0 0 0 0,0 0 8 16,0 0-26-16,0 0-1 0,0 0-22 0,0 0-9 16,0 0 4-16,0 0-5 0,0 0-8 0,0 0-8 15,0 7-4-15,0-7 7 0,0 0 11 0,0 0 9 16,0 0 0-16,0 0 7 0,0 0-6 0,0 0 0 16,0 0-12-16,0 0-9 0,-16 0 1 0,0 0-4 15,1 0 21-15,0 0-34 0,-5 0-1 0,-1 0 7 16,0 0-31-16,-2 0 26 0,-2 0-6 15,-1-7 1-15,1 7 8 0,1-9 4 0,-1 9-9 0,1-8-4 0,5 8 1 16,0-9-25-16,2 9 12 0,3-8-13 0,14 8-2 16,-16 0 17-16,16-7-12 0,-13 7 2 0,13 0 6 15,0 0-20-15,0 0 17 0,0 0-10 0,0 0-32 16,0 0-32-16,0 0-67 0,0-7-58 0,0 7-51 16,0 0-54-1,0 0-26-15,0 0-12 0,0 0-91 0,0 0-22 16,0 0-86-16,0 0-121 0,0-9 120 0</inkml:trace>
  <inkml:trace contextRef="#ctx0" brushRef="#br0" timeOffset="57280.87">7711 9057 2742 0,'0'0'37'16,"0"-7"40"-16,12 7 46 0,-12-6 30 0,0 6-32 0,0 0 0 0,0 0-29 15,0 0-16-15,0 0 2 0,0 0-36 16,0 0-18-16,0 0-9 0,0 0 13 0,0 0 8 16,-14 0 11-16,14 0-13 0,-16 10-14 0,1-3 4 15,0 0-16-15,1 1 23 0,0 0-5 0,-2 0-10 0,2 1 11 16,1 1-9-16,0 0-6 0,-1 0 3 16,3 0-7-16,11 0-2 0,-13 0 12 0,13 0 1 0,-12 0 2 15,12 1 33-15,0-2 23 0,0 1 13 16,0 0 10-1,0 0-1-15,0 1-13 0,0-2-2 0,22 0 5 16,-3 2-18-16,0-3-12 0,5 2-1 0,-1-1-4 16,4-9-13-16,1 10-3 0,1-10-11 0,-2 11-10 15,-2-11 2-15,1 10 3 0,-4-10-9 0,-2 0-9 0,-6 0-2 0,2 0-4 16,-16 9 1-16,13-9 6 0,-13 0-3 0,0 0-25 16,0 0-40-16,0 0-87 0,0 0-102 0,0 0-80 0,11 0-137 15,-11 0-135 1,0 0-143-16,0 0-180 0,0 0 152 0</inkml:trace>
  <inkml:trace contextRef="#ctx0" brushRef="#br0" timeOffset="57711.89">8791 9117 2646 0,'-2'-1'69'16,"2"-1"49"-16,0 0 39 0,0 1 26 0,0 0-60 0,0 1-34 16,0 0-49-16,0 0-24 0,0 0-18 0,0 0-7 15,0 4 15-15,0 0 9 0,0 0 12 0,0 1 4 16,0 2-1-16,3 1 6 0,3 1-1 0,-3 3 4 0,2 0 5 0,-2 1-20 16,2 0 6-16,0 0-10 0,1 1-10 0,0-2 5 15,-2 1-9-15,0-1-13 0,0-2 16 0,-1 1 0 16,0-1 0-16,3-2 6 0,-3 1-3 0,0-4-12 15,-1 2-17-15,1-2-31 0,-1-2-68 16,1 1-64-16,-3-3-111 0,0-1-90 0,0 0-110 16,-5 0-112-1,-1-3-42-15,-2-1 115 0</inkml:trace>
  <inkml:trace contextRef="#ctx0" brushRef="#br0" timeOffset="59855.14">8604 9050 2652 0,'0'-13'44'0,"0"-1"54"0,3 1 35 0,5 1 43 0,-2 0 6 0,4 1-43 0,4 3 11 0,2 1-2 31,4 1-15-31,2 0 19 0,2 2-13 0,3 2-18 16,2 0-25-16,2 2-16 0,1 0-19 0,1 0 1 16,0 3-2-16,-3 2 6 0,-1 0-29 0,-1 2-12 15,-3 0-13-15,-3 0-18 0,-4 2 14 0,-1 0-16 16,-4 0 10-16,-1 1-1 0,-5 0 3 0,-4 0 9 15,-3 1-7-15,0 0 4 0,-3 0-6 0,-5 3-5 16,-4-2 13-16,-5 3-15 0,-1-3-2 16,-4 0 10-16,-1-1-16 0,-2 0 22 0,0-4-8 15,1 0-4-15,2-2 8 0,1-1-7 0,3-2 14 16,3-2-10-16,3 0 3 0,2 0-9 0,5 0 1 0,0-4 9 16,2 0 7-16,0 0-2 0,3-1-2 0,0 0-11 15,3 0 3-15,2-2 6 0,0 1-10 0,0 1 24 16,1 0-23-16,3 1 10 0,-1 0 4 15,0 2-20-15,2 1 3 0,-1 1-1 0,2 0-7 0,-1 4 7 0,2 1 6 16,1 1-11-16,0 2 12 0,-1 1 0 0,2 2-7 16,-1 1 13-16,0 1-11 0,3 1 0 0,-2 0 5 15,2 1-7-15,-2 1 8 0,3-2 8 0,1-1-2 0,2 2-2 16,-1-2 8-16,2-2-9 0,1 0 2 16,2 0 4-16,-1-3-10 0,1 0 13 0,2-2-2 15,0-1 3 1,1-2 9-16,-2-3 0 0,2 0-2 0,-4 0-1 0,0-4 2 0,-1-2-11 0,-4 0 6 0,-1-3 1 31,-1 0-4-31,-5-2-3 0,-1-3-9 0,0 1 0 16,-5-3-9-16,2 1 11 0,-3-2-7 0,-2 1 4 15,-2-1 1-15,0 0-14 0,0 2 3 0,-3 0 2 16,-2 2-6-16,0 1-1 0,-2 3 19 0,-1 1-20 16,1 2 1-16,-1 2 10 0,-3 2-23 0,0 2 9 15,1 0 13-15,-2 4-8 0,-1 1 12 0,2 2-4 0,0 1-12 16,2 1 7-16,-1 1-7 0,3-1 1 0,2 2 17 15,1 1-1-15,1 0 4 0,3 2-2 0,0-3-6 16,3 2-10-16,2 0 17 0,2 0-2 0,3-1 3 0,3 1 2 16,1-3-10-16,-1 1-2 0,4-2 4 0,-1-2-3 15,5 1 3-15,0-3-1 0,-1 0 1 0,4-1 9 16,-2-4-7-16,2 0 17 0,-1 0-3 0,1 0 1 16,-2-6-1-16,-3 1-9 0,0-2 3 0,-1-2-19 15,0-2 17-15,-2 0 19 0,-2-1-8 0,-4-1 13 16,2-3-12-16,-4 1-12 15,-1-3 2-15,-1 0-5 0,0-1 1 16,-4 1-3-16,-1-2 4 0,-1 1 5 0,0 1 1 16,0 1-16-16,0 2-3 0,-4 1 6 15,-1 3 0-15,4 2-3 0,-1 1 12 0,1 3-9 0,-1 2-5 16,2 0 6-16,-2 3-5 0,2 0-12 0,0 0 0 16,0 4 7-16,-1 1-17 0,-1 0 18 0,2 4-1 15,-2 1 2-15,2 3 13 0,-3 2 5 0,3 2-13 16,0 2 0-16,0 1 0 0,7 2-4 0,-1 3 0 0,2-1 15 15,1 1-12-15,1 1-3 0,4 2 33 0,0-1-30 16,2 2 17-16,0 2-10 0,4-1-19 0,-2 1 31 16,4 0 0-16,-2-1 5 0,0 2-12 0,0-1-9 15,0-1-15-15,-2-1 9 0,-1-1 7 0,-1-3-12 16,-2-3 16-16,-4-1-7 0,-2-3 9 0,0-2-10 0,-4-3-15 31,-2-4 7-31,-2-1 9 0,0-2 16 0,0-2 15 0,-5-1-9 0,-1-2-5 0,-2-1-1 0,-1 0-14 31,-5-4 8-31,-1-2-1 0,-5 0 0 0,-1-3 4 0,-3-3-6 0,-1 0-6 0,0-3-4 0,-2-2 13 32,5 1-2-32,-2-1 0 0,2 2 1 0,4-2-5 15,1 2 2-15,4 0 7 0,1-1-2 0,2 1-13 0,5 0 8 16,4 0-9-16,1-1-7 0,0 0 16 0,9 1-14 16,1-2 13-16,4 1 4 0,2-1-18 0,3 1 10 15,3-2-4-15,2 1-4 0,4-1 14 0,3 1 0 16,0-1-11-16,4 0 12 0,-1-1-5 0,1 2-3 15,-2-2 12-15,-1 0-9 0,1 1 10 0,-3 1 6 0,-3-1-11 16,-6 0 4-16,-1 0-5 0,-4 2-6 0,-5 0-5 0,-3 1 17 31,-3 1-12-31,-2 0-7 0,-3 1 7 0,0 0-17 0,-6 1 6 16,-1 1 9-16,-4 0-8 0,0 2-8 0,-1 0 0 0,-4 3 4 0,0 2 2 16,0 2 8-1,0 2 6-15,1 0-9 0,-1 5-2 0,0 2-1 16,3 2 2-16,-1 2-6 0,3 1 11 0,0-1-1 15,2 4-12-15,2-1 13 0,2 1-4 0,2 1 11 16,3 0 5-16,0 0 1 0,5 0-9 0,1 1-2 16,2-1-3-16,3 0 3 0,-1-1 14 0,5-1-9 0,0-1-5 15,2 0 11-15,2-1-15 0,0-2 14 16,1-2 4-16,1-1-18 0,1-2 17 0,0 0-7 16,-1-3 2-16,1-2-2 0,0 0 0 0,0 0 3 15,-4-7 8-15,4 1 3 0,-6-3-10 0,3 0-3 0,-4 0 0 16,-2-2 0-16,0-2-3 0,-1 0-4 0,-2 1-9 15,-2-3-2-15,1 3 20 0,-1-1-8 0,-1 0 3 16,-1 2 13-16,-1 0-25 0,2 1 13 0,-3 4-5 16,-1 0-10-16,2 1 8 0,-2 1-4 0,3 2 7 15,0 0-6-15,-1 2 7 0,0 0-15 0,3 0 7 0,-2 0 6 16,5 0-3-16,-3 3 18 0,3 0-23 0,-1 0-10 16,-1 0 21-16,-1 0-9 0,0-1 3 0,-2 0 19 31,-1 0-15-31,0 0-1 0,-2 0 17 0,-1-2-6 15,-1 0 5-15,-1 0 0 0,0 0 1 0,0 0 1 0,0 0-7 16,0 0 7-16,0-2-7 0,-3-2-6 0,0 1-17 16,-2-1 0-16,3 0-6 0,-2 0 2 0,-2-1 13 0,-1-1 1 15,1 3 0-15,-4-1-6 0,1 0-3 16,1 4-4-16,-2-1 5 0,-2 1 11 0,2 0-8 16,-1 5 1-16,0 1-5 0,-1 0-2 0,0 2 8 15,2 0-6-15,0 1 15 0,2 1 0 0,0 1-7 16,4 0 7-16,0 0-1 0,1 1-10 15,3 0 18-15,0 0-1 0,7 2-17 0,0-1 13 0,1 0-5 16,5-2-6-16,1 2 6 0,0-1 4 0,5-1 5 16,-1 0-6-16,4-2 11 0,1 0-13 0,1-3-3 15,2 0 15-15,1-2-1 0,-1-1 0 0,1-3 1 0,0 0 13 16,-2 0 8 0,-1-6 6-16,0-2 11 0,-2 1-29 0,-2-3 8 15,-2-2-6-15,1 0-19 0,-5-4 16 0,2-1-18 0,-5-1-3 0,1-3 1 16,-4-2-1-16,-1-2-7 15,-4 0 10-15,0-4 1 0,-3 0-12 0,0-3 7 16,0 0 5-16,0-1-7 0,-5-1 8 0,-1 2-8 16,0-1-4-16,-2 0 7 0,0 3 5 0,0 3-4 15,-2 2-4-15,1 5-3 0,1 3 2 16,2 3 4-16,-1 3-5 0,1 4-14 0,2 2-9 0,0 3 4 16,3 2-10-16,-1 0 21 0,0 0-6 0,2 7 11 15,-3 0 15-15,2 4-9 0,-1 1 9 0,-1 2-11 16,1 3-7-16,-1 3 17 0,0 0-16 0,3 3 16 15,0 0-5-15,0 2-11 0,5-1 17 0,-1-1-17 0,1 2 8 16,3-2 14-16,0 0 1 0,3-1-1 0,0 0 21 16,5-2-12-16,-2 0-8 0,5-1 5 0,0 1 0 15,3-4-6-15,2 1 14 0,1-1-4 0,1-2-20 16,-1-1 26-16,4-1-23 0,-1-2 13 0,0-3 11 0,-2 0-16 16,0-2 21-16,-3-3 18 0,-3-1 2 0,-1-1 4 15,-3 0-5-15,-4-3-16 0,0-2-18 0,-3-1 3 31,-1 0-12-31,-2-4-9 0,-1 0 3 0,0-1-8 0,-2-3 1 0,-3 1-1 0,0-2 6 0,0 1-10 32,0-2 8-32,-5 0 3 0,-3 3-20 0,2 0 13 15,-2 1-4-15,0 2-16 0,0 0 21 0,0 4-7 16,-1 1-14-16,1 2 10 0,-2 2-10 0,0 1 0 0,0 0 9 16,2 6-7-16,-3 1 17 0,0 1 2 0,3 1 0 15,-3 2 9-15,3 1-15 0,0 0 8 0,3 1-1 16,2 1-8-16,0-1-5 0,3 3 10 0,0-2 6 15,3-1 4-15,2 0 17 0,1 1-15 0,4-2-15 0,2 0 11 16,1 0-5-16,4-2-34 0,-2-2-20 0,4 1-56 16,-2-3-50-16,1 0-28 0,-2-2-18 15,1-3-45-15,-4 1-54 0,-1-2-128 16,-1 0-191-16,-3-5-162 0,-2-2-228 16,-3-1 146-16</inkml:trace>
  <inkml:trace contextRef="#ctx0" brushRef="#br0" timeOffset="60682.8">5734 7582 2326 0,'11'0'110'0,"-11"0"47"16,0 0 49-16,0 0 50 0,0 0-67 0,0 0-2 0,0 0-20 15,0 0-34-15,0 0-32 0,0 0-39 0,0 0-33 16,0 0-24-16,0 0-2 0,0 6-8 0,0-6 0 16,0 5 12-16,0-5-9 0,0 9 19 0,0-3 15 15,0 3 20-15,0 1 4 0,11 1-8 0,-11 0 18 0,0 1-19 0,10 1-11 16,-10-1 13-16,0 1-13 0,0-1 2 0,12-1 7 31,-12 0-9-31,0 1-12 0,0-2-14 0,11 0-6 0,-11-1-2 16,0-1-8-16,0-1 9 0,0-7 3 0,12 10 2 0,-12-3-13 15,0-7-73-15,0 9-180 0,0-1-308 0,0-8-371 16,0 9-115-16</inkml:trace>
  <inkml:trace contextRef="#ctx0" brushRef="#br0" timeOffset="61963.48">9769 8810 1504 0,'2'0'14'16,"-1"0"10"-16,1 0 1 0,-2 0 5 0,2 0-21 15,-2 0-1-15,0 0 0 0,0 0 0 0,0 3 11 0,0-1-8 16,0 0 3-16,0 0 3 0,0 1 14 0,-4-1 10 15,3 0 19-15,-1 1-1 0,-1 0 0 0,0 0-5 16,1 1 8-16,-1-2 20 0,0 0 8 0,1 1 36 16,-1-3-5-16,1 1 43 0,0-1 30 15,0 0 5-15,0 0 16 0,2 0-22 0,0 0-27 16,-1 0-35-16,1 0-43 0,0-1-42 0,-2-2-22 0,2 3-15 16,0-2 1-16,0 1-2 0,0 0-19 0,0 1 8 15,0 0 1-15,0 0-11 0,0 0 11 0,0 0-12 0,0 0-44 16,0 0-46-16,5 0-41 15,-1 0-53-15,3 0-71 0,-1 0-23 0,1 0-50 16,1 2-94-16,2 1-35 0,2 0-105 0</inkml:trace>
  <inkml:trace contextRef="#ctx0" brushRef="#br0" timeOffset="62708.05">10811 8870 1373 0,'0'0'40'0,"3"0"40"0,-3 0 33 15,2 0 37-15,0 0-12 0,-2 0-2 0,1 0-9 0,1 0-8 16,-2 0-2-16,0 0-25 0,0 0-5 0,0 0-12 15,1 0-6-15,-1 0 19 0,0 0-13 0,2 0 17 16,2 0-3-16,-1 0-15 0,4 0 29 0,1 3-16 16,4 0 2-16,1 0-5 0,4-1-28 0,3 0 1 15,2 1-12-15,1 1-1 0,4-1 11 0,-1 1 3 16,1-1-7-16,-1 1 2 0,1-3-7 0,-2 2-13 16,1-2 0-16,-7-1 8 0,0 0 4 15,-5 0-5-15,-2 0 3 0,-3 0 3 0,-5 0-2 0,0-2-9 0,-3-1 12 16,1 3-11-16,-2-3-23 0,0 1-8 0,0 0-21 15,0 2-5-15,0-1-6 0,0-1-37 16,0 1-65-16,0-2-104 0,0 3-109 0,0-2-82 16,0 2-71-16,0 0-79 0,0 0-42 0,0 0 12 15</inkml:trace>
  <inkml:trace contextRef="#ctx0" brushRef="#br0" timeOffset="63894.34">11426 9250 1710 0,'0'0'26'0,"0"0"21"0,0 0 13 16,0 0 14-16,0 0-30 0,0 0-26 0,0 0-4 0,0 0-18 0,0 0 10 15,0 0 8 1,0 0 2-16,0 0 6 0,0 0 10 0,0 7 20 0,11-7 9 0,-11 8 67 0,16-8 11 15,-6 7-22-15,-10-7 1 0,14 7-40 16,-2 0-1-16,-2-7 4 0,-10 0 10 0,14 5 10 16,1-5-5-16,-5 0 14 0,1 0 2 0,1 0-15 15,-2 0 8-15,0 0 15 0,-10 0-1 0,13 0-8 16,1 0 2-16,-14 0-11 0,11 0-16 0,-11-7 4 16,16-2-5-16,-16 3-15 0,13-3-13 0,-13 2-3 15,15-2 0-15,-4 1 1 0,-11-2-4 0,16 0 2 16,-3-1-25-16,-13-1-11 15,17 0 27-15,-3-1-10 0,-14-1 7 0,19 0 6 0,-6 0-29 16,0 1-9-16,1 0 11 0,-14 1-17 16,16 0 4-16,-2 0-7 0,-14 4-18 15,19 8 13-15,-5-9 1 0,-14 9 3 0,19-8 12 0,-5 8-4 0,2 0-10 16,-2 0 7-16,2 0-19 0,-2 0 14 0,-1 0 9 16,5 0-8-16,-6 0 4 15,4 0-9-15,-16 0-6 0,19 0 8 0,-19 8 2 0,16-8-14 0,-16 0 10 0,0 0-10 16,0 0 23-1,0 0 8-15,0 0-1 0,0 0 11 0,0 0-19 16,0 0 18-16,0 0 12 0,0 0 2 0,0 0 30 16,0 0-9-16,0 0-17 0,0 0-4 0,0 0-29 0,0 0-17 15,0 0 2-15,0 0 12 0,0 0-17 16,0 0 11-16,0 0 8 0,-24 0-15 0,6 0 6 16,1 0 0-16,3 0-12 0,-3 0-7 0,4 0 11 15,-3 0-6-15,3 0-7 0,-1 0 13 0,0 13-1 16,14-1-1-16,-17 0 5 0,2 0 10 0,15 0-16 15,-14 2 8-15,14-1 15 0,0 1-33 0,-12-2 19 0,12 1 10 16,0 0-19-16,0-1 23 0,0-1-5 0,0 0-17 16,0-1 14-16,0 1-4 0,0-2-1 0,20 0 12 15,-4 0-7-15,1-9 7 0,-1 10 9 0,1-10-14 16,3 0 9-16,0 0-3 0,2 0 10 0,-3 0-1 16,3 0 15-16,-3 0 13 0,2 0-3 0,-1 0-5 15,-2-14-11-15,-4 2-6 16,2-2 3-16,-2 0 24 0,-14-2-4 0,17-1-9 0,-17-3-16 0,13-1 3 0,-13 0-11 31,0-3 14-31,0-3-7 0,0 0-13 0,0-2 20 16,0-2-17-16,0-1-8 0,0 0-2 0,0 1-9 15,-20-1 4-15,5 2 12 0,0 3 8 0,15 3-16 16,-18 4-3-16,18 3 7 0,-14 5-23 0,14 12-4 16,0-9-5-16,0 9-14 0,0 0 19 0,0 0 19 15,0 0 8-15,0 14 11 0,0 0-6 0,0 4-16 16,0 3-1-16,0 4 6 0,0 3-8 0,0 1 19 0,0 3-10 15,0-1-11-15,0 2 16 0,0-1-5 0,16-2 3 16,-2 0 7-16,0-3-4 0,-1-2-14 0,4-2 12 16,-1-2-2-16,1 0 4 0,-1-5 18 0,3 1-20 15,-2-4-5-15,1-1 5 0,-1-3-6 0,-2-9 14 16,-1 10 9-16,-2-10-7 0,-12 0-16 0,13 0-13 0,-13 10-71 16,0-10-52-16,14 0-82 0,-14 0-114 15,0 0-131-15,12 0-160 0,-12 0-193 0,0 0-157 16,0-13 35-16</inkml:trace>
  <inkml:trace contextRef="#ctx0" brushRef="#br0" timeOffset="70760.81">12833 8875 1445 0,'3'-5'53'15,"-1"0"52"-15,0-2 40 0,-1 2 45 0,-1-2-5 16,2 2-4-16,-2 0 5 16,0 1 28-16,0 1 12 0,0 0 1 15,0 1-21-15,0 0-14 0,0-1-18 0,0 1-12 16,0 0 1-16,0 1-35 0,0 0-25 15,0 0-38-15,0 0-19 0,0 0-9 0,0 1-17 0,0 0-14 16,0 0-5-16,0 0-22 0,0 0 3 0,0 4 21 16,-7 1-10-16,3 3 12 0,-4 4-9 0,-2 5 1 15,-1 2 8-15,-1 5-18 0,-3 5 13 0,-2 5-9 16,1 0 13-16,-3 2 26 0,0 0 0 0,0 1 3 16,2-1-15-16,-1-1-8 0,1-1-4 0,-1-1 15 0,1-2 10 0,1-1 0 15,2-2 2-15,-2 0-2 0,2-2-9 16,3-4-7-1,-1 0 2-15,2-3-14 0,2-3 6 0,0 0-1 16,2-3-7-16,0-2-4 0,2-3 1 0,1-2 5 0,0-1 3 0,1-1 11 16,2-1 4-16,0-3-4 15,0 0-4-15,0 0-8 0,0 0-24 0,0-3-68 0,0 1-92 0,0-4-126 16,0 0-136-16,0-1-119 0,0 0-107 0,2-2-84 16,0-2 2-16</inkml:trace>
  <inkml:trace contextRef="#ctx0" brushRef="#br0" timeOffset="71059.89">12956 9142 3782 0,'2'-4'47'0,"1"-2"39"0,-3 1 35 16,0 0 19-16,0 4-35 0,0-1-40 0,0 2-34 0,0 0-25 0,5 0-8 15,-3 0-1-15,-2 0 1 0,1 3 5 0,1 0-5 16,0 1 7-16,-1 2-3 0,2 1 12 0,-1 2 3 0,4 0-5 16,-1 3 13-16,0 1-6 0,1 1-3 0,0 1 5 15,0-1-15-15,1 1-4 0,-1-1 10 0,1 0-10 16,1 0 14-16,-1-1-6 0,0-2-15 0,-1 1 7 16,0-1-19-16,2 1-13 15,-2-4-64-15,-1 1-108 0,0-3-88 0,-2 0-122 0,-1-3-33 16,0 2-44-16,-2-3-102 0,0-1-47 15,0-1 44-15</inkml:trace>
  <inkml:trace contextRef="#ctx0" brushRef="#br0" timeOffset="72896.98">12881 9113 3028 0,'0'-10'57'0,"0"-1"31"0,5 0 42 16,1 1 40-16,-2 0-21 0,1 3 9 0,3 0-16 0,0 1-21 15,3 0-27-15,0 1-6 0,5 1-18 16,0 1 10-16,4 1-1 0,6 1-28 0,-2 1 25 0,2 0-18 16,1 0-2-16,3 6-3 0,0 0-34 0,-1 2-9 15,-1 1 0-15,2 2-2 0,-3 0 11 0,-2 2-10 16,-4 0-6-16,1 1 5 0,-5 1-15 0,-2-1 11 16,-4 2 7-1,-2-2-20-15,-2 1 20 0,-4 0-13 16,-3 0 2-16,0 1 15 0,-7-2-16 0,-5 1 15 0,-1 0-7 0,-4 0 0 15,-2-1-2-15,-5 0-5 0,-1 0-5 16,-4-3 9-16,1-2 6 0,-2 0-6 0,0-3 3 16,0 1-7-16,4-5-7 0,1 0 15 15,1-2-1-15,4 0-1 0,2 0 10 0,3-3 6 16,0-1-4-16,6-1 12 0,0 0 16 0,2 0-25 16,2-2 9-16,2 2-11 0,1-1-17 0,2 1 6 0,0 1 3 0,0-2-18 15,5 2 3-15,3 2-3 0,-3-1-9 0,4 1 17 16,1 1-11-16,1 1 4 0,3 0 5 0,2 0 2 0,1 4 5 15,1 0-4-15,4 2-5 0,0-1 4 0,2 0 2 16,0 3 0-16,1-1 12 16,3 2-17-16,1-1 7 0,2 0-1 15,1-2-12-15,1 2 16 0,2-1-14 16,2-1 10-16,0-1 3 0,1-2-7 0,0 1 9 0,0-2 8 0,2-1-12 0,-6-1 7 0,1 0 10 31,-2 0-20-31,-2-7 24 0,-1 2 4 0,-5-4-17 0,-3 1 19 16,-1-4-9-16,-3 0-9 0,-1-2 3 0,-4 1 9 0,0-3-6 15,-3 1-13-15,-1-2-5 0,-4 0-16 16,-2 2 9-16,-3-3 11 0,0 3 3 0,-5 0-3 16,0-1-10-16,-4 3 2 0,1 0 1 0,-5 2 6 15,1 2-4-15,-1 1 2 0,-1 3-2 0,1 0-15 16,-1 3-1-16,-2 2-7 0,2 0 12 0,-3 4-1 16,2 1 9-16,1 1 7 0,1 3-25 0,1-1 13 0,1 2 2 0,1 2-19 31,1-1 18-31,4 1-4 0,2 1 3 0,3-1 12 0,0 2 2 0,0-1-9 0,3-1-6 15,4 0 20-15,2 0-8 0,2 0 4 0,0-1 4 16,3 1-25-16,2-1 7 0,3-2 18 0,3 0 3 16,-1-1 0-1,4-1 0-15,0-2-11 0,-1-2-11 0,4 1 12 0,-1-4-15 0,-3 0 9 0,0 0 11 16,1-5-15-16,-1 1 15 0,-5-3-10 0,3-1 0 16,-3-2 11-1,-3-1-1-15,1 1-6 0,-4-3-7 0,4-1 5 16,-4 1-5-16,1-1 8 0,-3 0-4 0,0 0-5 15,0 1 1-15,0 1-7 0,-1 1 12 0,-1 0-13 0,2 1 4 16,-1 2 10-16,-1 1-11 0,2 1 16 0,1 1-8 16,0 2-18-16,-1 1 5 0,3 0 7 0,1 2-5 15,0 0 16-15,1 0 5 0,2 0-9 0,-2 3 7 16,1-1 1-16,-1 0-12 0,-2 0-1 16,-3 0-2-16,0 0 6 0,-2-1 8 0,-4 0 5 0,0-1 3 15,-3 1-12-15,-2-1 0 16,0 0-2-16,0 0-4 0,0 0 19 0,0 0-12 15,-3 0-10-15,1-3 27 0,0 1-36 0,-1-2 14 0,-2-1 11 0,-1 1-31 16,-2 1 11-16,-3-3 1 0,0 2-10 16,-2 1 2-16,-1-1 12 0,-3 2 3 15,-2 2-16-15,3 0 26 0,-3 0-16 16,1 4-15-16,-2 1 29 0,1 3-20 0,2-1-1 16,0 1 15-16,0 1 3 0,4 0-8 0,0 1 14 15,0 0-13-15,5 1-13 0,2-2 18 0,1 1 3 0,3 1-12 16,2 0 18-16,0-2-21 0,4 2 2 0,2 0 28 15,2 0-26-15,4-1 15 0,0-1-5 0,3 2-9 16,1-2 20-16,1-1-10 0,3-2-3 0,0 1 3 16,2-2-1-16,-1-2 4 0,1-1 1 0,-2-2-4 15,0 0-6-15,-2 0 11 0,0-5-7 0,-4-2 3 16,-1 0 6-16,-1-2-5 0,-2-2-1 0,-2-1-1 0,-1 0-12 16,-5-2-4-16,1-1 15 0,-3 1-4 0,0 0 9 15,0 1-9-15,0 1-11 0,-3 1 6 0,1 2 5 16,1 1-4-16,-1 2 11 0,2 2-9 0,0 2-15 15,0 1-1-15,0 1-19 0,0 0 4 0,0 0 18 16,0 3 9-16,0 2 14 0,0 0-11 0,3 2 7 16,1 2-3-16,-1-1-6 0,0 1 12 0,2 1-18 15,0 0 17-15,2 1-5 0,1-1 1 0,0-2 0 16,0 2-5-16,0-3 1 0,0 1-3 16,2-2 13-16,-1 0-6 0,0-3 6 0,3 0 12 15,0-1-11-15,-1-2-3 0,2 0 3 0,-1-2-5 16,1-2-6-16,0-2 11 0,-2-1 3 0,-1-2-15 15,0 0 10-15,0-2-2 16,-2 0-8-16,0 0-3 0,0-3 9 0,0 2-8 16,-2-2 3-16,0 1 10 0,4 1-8 15,-4 0-12-15,2 0 9 0,-1 2 8 0,0-1-10 0,1 2 14 0,2 0-12 16,-1 2-4-16,0 0-4 0,1 4-1 0,1-2 18 16,2 3-15-16,-2 1 19 0,4 0-5 0,-3 1-20 15,-1 0 15-15,3 4-10 0,-3 1 5 0,2-2 3 16,-2 1 7-16,-1 0-8 0,-3-1-6 0,-1 0 7 0,-1-1 7 15,0 0-5-15,-2-1 12 0,1 0 0 16,-4-1-11-16,1 0 15 0,-1 0-5 0,0 0 6 16,0 0-1-16,0 0 3 0,0 0-4 15,-3-3-10-15,-2 0-1 0,0 0-3 16,0-1-5-16,1 0-3 0,-5-1 2 0,-3 1-11 0,1 0 9 0,-3-1 2 16,1 2-8-16,-4 3 8 0,2 0-3 0,-2 0-6 0,1 5 17 31,-1 1-8-31,3 1 9 0,-2 1 2 0,3 1-13 15,-1 1-4-15,5 1 3 0,-1 0 2 0,2 1 9 0,4 0 7 16,0 1-12-16,4 0 1 0,0-1-4 0,5 0-3 16,0 0 11-16,3 1 10 0,1-1-11 0,3-1 4 15,0-1-11-15,2-1-12 0,0-1 25 0,1-1-4 16,2-2 8-16,-1 0 9 0,1-2-19 0,-1-1 16 0,1-2-14 16,-2 0 10-16,0 0 7 0,-2-5-9 0,1-1 4 15,-3-2 11 1,-1 0-9-16,2-4 6 0,-4 0 12 0,1 0-26 0,-3-3 12 15,1-3-12-15,-2 0-4 0,-1-4-11 0,-3 0 2 0,-1-2 4 0,0-3-2 16,0 0 20-16,-5-2-13 0,0-2 5 0,-2-1 3 16,1 0 18-16,-3 1 26 0,3 2 2 0,-2 2 0 15,2 2-21-15,0 4-25 0,-1 3-17 0,4 7-10 16,1 2-4 0,-1 4-10-16,3 5-8 0,0 0 12 0,0 0 5 15,0 4 7-15,0 6 21 0,0 1-12 0,3 6-5 16,2 2 1-16,2 3 2 0,-1 4 5 0,2 4-1 15,0-1 5-15,1 2 0 0,1-1-1 0,2-1 2 16,-2-1-7-16,2-1-3 0,-2-4 11 0,0 0-6 16,0-2 14-16,2-1-6 0,-3-3-18 0,-1-1-24 15,5-2-32-15,-4 0-20 0,-1-2-29 0,1-3-10 0,1 1-17 16,-3-4-9-16,0 1-17 16,-2-3-5-16,-2-2-46 0,2-1-91 0,-2-1-95 0,0 0-136 0,-3 0-113 15,2-5-99-15,-2-3 7 0</inkml:trace>
  <inkml:trace contextRef="#ctx0" brushRef="#br0" timeOffset="73284.73">15683 8797 2594 0,'4'-7'53'0,"2"-1"82"0,-1 2 49 0,-2-1 68 0,1 3-11 0,-3 2-58 15,1 2-33-15,-2 0-56 0,0 0-47 0,0 0-16 16,0 0-20-16,0 0-26 0,0 3 10 0,-3 2-2 16,-1 0-6-16,1 5 23 0,-2 2 8 0,-2 4 4 15,0 5 25-15,-2 2 27 0,-2 5 7 0,-2 3 7 16,0 4-14-16,-4 1-10 0,4 0-12 0,-2 1 11 15,-1 0 10-15,0-1-10 0,3 0-1 0,-1-2-20 32,3 0-6-32,0-3-1 0,0-2 7 0,5-2 2 15,-1-2 14-15,2-1-9 0,1-2-19 0,1-3 0 0,0-2-13 0,1-2 2 0,0-3-7 16,1-3 1-16,-1 0-9 0,2-3-9 0,0-2 24 16,0-1-13-1,0-3 6-15,0 0 15 0,0 0-38 0,0 0-95 0,0-2-159 16,2-1-365-16,-2 0-388 0,0 2-176 0</inkml:trace>
  <inkml:trace contextRef="#ctx0" brushRef="#br0" timeOffset="75463.95">16251 9057 2149 0,'0'-2'45'16,"2"-1"45"-16,-2-2 48 0,0 2 70 0,0-1 11 0,0 1-13 0,0-1 8 15,-5 2-42-15,5-1-4 0,-4 1-4 0,2 0-29 16,1-1-21-16,-1 2-63 0,2-1-18 0,-1 2-36 16,1 0-3-16,0 0 4 0,0 0 4 0,0 0 10 15,0 0-10-15,0 5 0 0,4 1-9 16,-2 0-4-16,2 3 10 0,1 3 8 0,0 0-13 31,0 2 20-31,0 2-18 0,1 1 9 0,1 0 2 0,0 0-18 16,-1-1 11-16,-1 0 1 0,0 0 11 0,1 0-3 15,-3-3-1-15,0 0-14 0,-1-1-5 0,0-2 8 0,-2 0 2 0,0-2-32 16,0-1-76-16,1-3-82 0,-1 0-94 0,0-2-126 16,0-1-81-16,0-1-140 0,-5 0-114 0</inkml:trace>
  <inkml:trace contextRef="#ctx0" brushRef="#br0" timeOffset="75739.92">15881 8985 2949 0,'-7'-5'47'0,"5"-1"26"0,-1 3 29 0,2 0 25 0,1 2-19 0,0 1-3 15,4 0 10-15,2 0 12 0,4 0-8 0,1 4 0 16,5-1-6-16,3 0-16 0,5 0 12 0,2 0-4 16,4 0 10-16,2 2-11 0,1-1-4 0,2-1-2 15,0 0-24-15,3-1 7 0,-5-1-7 0,-2 1-33 16,-1-2-6-16,1 0-17 0,-6 0-6 0,1 0 20 15,-8 0-1-15,1 0 2 0,-6-3-9 0,-3 1-3 16,-4 2-8-16,1-2-5 0,-5 1-15 0,-2 0-22 16,0 0-56-16,0-1-60 0,0 0-102 0,-5-1-112 0,1 2-69 15,-2-1-110-15,-1 1-31 0,-1 0-45 16,-3 1-72-16,2 0 36 0</inkml:trace>
  <inkml:trace contextRef="#ctx0" brushRef="#br0" timeOffset="76988.07">16513 9089 3417 0,'1'-5'49'0,"1"-3"29"0,-1 3 34 0,1 0 25 0,0 0-46 16,2 3-21-16,-1-1-25 0,4 1-15 0,-1 1 3 15,5 1-16-15,2 0-2 0,0 4-3 0,5 0-1 16,0 2 9-16,4 3-1 0,2-1-4 0,-2 3-2 15,2 1 0-15,1 0-7 0,-2 3 4 0,1 0-1 0,-5-1-9 16,3-2 8-16,-5 1-14 0,-2-1 3 0,-3 1 1 0,-2-4-6 16,-2 0 12-1,-3-1 0-15,-4-1 9 0,-1 0 8 0,0-3-1 0,0-1-4 0,-4 0-6 16,-1-1-1-16,-2 0 8 0,1-1 5 0,-2-1 12 0,4 0 32 16,-3 0 14-16,-1-6 6 0,3 1-3 0,-1-2-19 15,2 0-11-15,2-2-18 0,0 0 9 0,2-2-18 16,0-3-9-16,4 1 3 0,2-1-7 0,3-2-8 15,4 0 2 1,1 0-6-16,2 1 2 0,6 0-14 16,3 1 8-16,2 1 4 0,-1 1-7 0,5 0 15 0,-1 3-10 15,0 3 3-15,2 1 8 0,-3 1 8 16,1 1 4-16,-2 1-4 0,-1 1 0 0,-4 1-10 0,-1 0 2 16,-1 0-7-16,-5 0 0 0,-5 0 13 0,0 0-20 0,-3 0 24 15,-5 0-18-15,0 0-8 0,-3 0 9 16,0 0-4-16,0 0 4 0,0 0 13 0,0 0-8 15,-3 0-16-15,1 0 18 0,-1 0-19 0,0-2 11 16,-5 0 6-16,0 1-17 0,-3 0 6 0,0-1 5 16,-1 2-3-16,-4 0-9 0,0 0 3 0,0 0-3 0,0 5 8 15,-1-1 17-15,4 2-14 0,-4 1-6 0,4 0-14 16,2 1 5 0,-3 1 14-16,4 0-4 0,1 3 11 0,1-1-15 15,2 0 6-15,3 0-1 0,3 1 0 0,0 0 0 16,0-1-2-16,6 1 2 0,2-1 2 0,1 0 15 0,2 0-7 0,2-1 4 15,3 1-6-15,3-3 4 16,2 1-9-16,1-2-2 0,1-2 3 0,2-2-6 16,1 1 7-16,-1-4 5 0,0 0 13 0,-3 0-20 15,-1-4 12-15,-2-3 1 0,-2 1-20 0,-2-3 18 0,-4 1-11 16,-2-4-3-16,-1 0 13 0,-3-3-17 16,-2 1 11-16,-3-3-10 0,0 0-1 0,-5 2 15 0,1-2-8 15,-3 3 11-15,-2-1-16 0,1 4 5 0,-2 1-3 16,2 2-7-16,1 2 7 0,0 1-7 0,3 2-5 0,-3 3 0 15,5 0 6-15,-1 0 7 0,2 7 0 0,1-1 6 16,0 2 0-16,0 2-20 0,0 1 8 0,3 2 7 16,0 0-1-16,5 2 7 0,-1 0 0 0,3 0-2 15,2-1-13-15,0 0 17 0,2-1-6 0,2 0-8 16,2-2 22 0,-1 0-15-16,2-3 6 0,1 1 15 0,0-4-17 15,0-1 11-15,0-1-5 0,-2-3-5 0,1 0-4 16,-3 0 10-16,1-5 20 0,-2-1 10 0,-1-3 13 15,-3 0-8-15,1-2-30 0,-4-2-12 0,0-1 1 16,-1-1 10-16,-1-1-1 0,-3-3 7 0,-2 0-3 0,-1 0-8 16,0-1 21-16,0 1 1 0,-3 0 3 0,-1 0-3 15,-1 4 7-15,2 0-13 0,0 4-8 0,-1 3-17 16,1 1-27-16,2 3-3 0,-1 3 4 16,2 1 10-16,-2 0 6 0,2 8 6 0,-1 1-10 0,-1 5 2 0,2 1 8 15,0 6 10-15,0 1 0 0,0 5-2 0,5 2 0 16,1 1-20-16,1 1 8 15,1 1 9-15,3 1-4 0,-2 0 15 16,1-1-5-16,2 1-13 0,0-2 13 0,1-1-9 0,-3-1-4 0,3-2 17 16,-2-2-11-16,-2-2 1 0,-1-4 5 0,2-2-2 15,-4-4 4-15,-1-3 1 16,-2-2 19-16,-1-4 3 0,-1-2-3 0,1-2 6 16,-2 0-18-16,0-6-2 0,0-2-14 0,0-2-7 0,-5-3 2 0,3-6-6 15,-1 0 11-15,0-5-4 0,0 0 5 0,0-3-4 16,1-2-5-16,-2-1 8 15,2-2-1-15,0 2-6 0,2-2 16 16,0 1-10-16,5 1-4 0,1 1 6 0,2 2-5 0,-1 2 9 16,1 2-5-16,4 2-7 0,-2 6 1 0,-1 1-1 15,5 5-2-15,-2 3-3 0,0 2-5 0,1 4 9 0,1 0-11 16,-1 4 24-16,1 2-2 0,3 2-11 0,-2 2 15 0,0 2-15 16,-2 1-3-16,3 0 4 15,-3 3 0-15,-3-1-5 0,-2 0 18 0,-3 0-5 16,-3-1-4-16,-2 0 11 0,0-1-14 0,-5-1 10 0,-3-1 6 15,-3-1-6-15,1 0 6 0,-2-3-2 0,-4 0-3 0,2-2 0 16,-7-3-16-16,2 0-36 0,-2-2-73 16,-2 0-81-1,1-3-79-15,-2-1-110 0,3 0-108 0,-1-1-140 16,2 0-138-16,4 0-132 0,2-2 102 0</inkml:trace>
  <inkml:trace contextRef="#ctx0" brushRef="#br0" timeOffset="77545.48">18723 9008 2400 0,'6'-5'44'0,"-2"1"61"0,-1-3 61 0,-3 3 45 0,0-1-22 16,0 1-34-16,0-1-41 0,0 2-39 0,-3-1-14 15,-2 0-24-15,-2-1-16 0,-1 2-6 0,-1-1 0 0,1-1 6 0,-5 2 3 32,1-1-15-32,1 1 2 0,-5 0-9 0,3 1-3 15,0-1 17-15,-1 3-21 0,3 0 11 0,2 0-17 16,-1 0 8-16,4 0 4 0,1 3-15 0,0 2 3 0,4-1-12 16,-2-1 25-16,1 2 0 0,2 2 25 0,0 1 29 15,6 1 2-15,1 1 17 0,-1 2 14 0,5 0-17 16,0 0-8-16,4 2 10 0,0 1-36 15,3-1 5-15,1 1 2 0,-2 1-31 0,2-2 20 16,0-1-15-16,-3 2-4 0,-1-3 11 0,-5 0-23 0,1-2 4 16,-2 0-22-16,-2-3 14 0,-4 0 4 0,-1 0-1 0,-2-3 13 15,0 0-6-15,0-1 12 0,-7 1 7 0,1-2 3 16,-5 0-14-16,2-1 0 0,-4-1-10 0,-1 0-8 16,-2 0 9-16,-2 0-15 0,1-4 11 0,0-1 4 15,-1 2-12-15,2-3 3 0,-1 1-76 0,3-2-95 16,1 1-126-16,1 1-210 0,3-2-149 15,2 1-174-15,7-2-3 16</inkml:trace>
  <inkml:trace contextRef="#ctx0" brushRef="#br0" timeOffset="77789.33">19056 8868 3579 0,'0'-3'22'0,"0"-1"20"0,0-1 20 0,0 2 20 0,0 3-26 16,0 0-15-16,0 0-22 0,0 4 0 0,-4 2 7 16,4 0 19-16,-2 4 16 0,2 1-2 0,0 1 16 15,0 5-4-15,0 1-19 0,0 1-9 0,3 2-13 16,4 1-27-16,-1 0 10 0,2 1-7 0,1 1-10 16,2-2 19-16,-1 1-13 0,1-2-6 15,0-1-55-15,0-1-109 0,-2-2-125 0,0-2-157 0,-1-2-78 0,-4-2-97 16,2-2-66-16,-3-4 41 0</inkml:trace>
  <inkml:trace contextRef="#ctx0" brushRef="#br0" timeOffset="78898.95">18876 8948 2505 0,'0'-5'17'0,"0"1"28"15,5-2 55-15,2 1 25 0,3 3 31 0,6 2-11 16,3 0-45-16,5 0 10 0,3 5-24 0,3-2-6 0,3 3 17 16,6 0-12-16,0 1-5 0,0 0 6 0,4 0-11 15,-4 0-14-15,-1-1-10 0,0-1 0 16,-2-1-2-16,-4-1 4 0,-5 0 8 0,-2-1 2 16,-3-1-4-16,-4-1-3 0,-6 0-12 0,-2 0-7 15,-2 0 6-15,-5-3-5 0,-3 3-17 0,0-3-6 0,0 0-9 0,0 0-8 0,-6 1 8 31,0 0-2-31,-3 0-15 0,1-1-5 0,-4 3 13 0,-1 0-14 0,-2 0 19 16,0 0-7-16,-4 6-21 0,3 0 26 0,-1 0-15 16,4 2 18-16,-1 0 16 0,2 1-29 0,0 0 6 15,2 0 1-15,1 0-2 16,5 0 10-16,0-1-1 0,4 2-3 0,0-1-6 0,0 0 5 16,5 0 0-16,0-2 2 0,3 2 1 0,4-1 2 15,-2-1-7-15,6-1 1 0,-2 0-4 0,5-1 4 16,-3-3 0-16,1 0-6 0,2-1 15 0,-1-1-4 0,-2 0 9 15,-1-3-3-15,-2-2 2 0,-1-1-7 0,-2 0-1 16,1-3-2-16,-5 0 1 0,-1-1 4 0,-3-1 5 16,-1 0 6-1,-1 0 0-15,0 1-13 0,0 0 2 0,-5 1-2 0,1 0-13 0,-1 4 15 0,1 0-15 16,0 1-6-16,1 1-4 16,2 3-2-16,1-1-5 0,-2 1 6 0,0 0 6 0,1 4 8 0,-1 2 6 0,2-1 1 31,0 4 7-31,0 0-15 0,0 1 6 0,3 1-3 15,2 1-1-15,2 0 3 0,2 0 13 0,-3 0 7 16,5 0-19-16,-1-1 15 0,6-2-14 0,-4 1-8 0,7-3 16 16,-3 0 11-16,1-1-9 0,1-2 13 15,-4-1 9-15,3-2-16 0,-2-1 13 0,0 0 1 0,-2-4-6 16,-2-3 12-16,3 0 26 0,-2-1-14 0,-2-4 20 16,2 1-13-16,-3-2-29 0,-2-2 24 0,0-2-12 15,-2-2 5-15,0 0 13 0,-2-5-13 0,0 0 4 16,1-3-5-16,-4-1-4 0,0-2-11 0,0-2 8 15,0-3 5-15,-4 0-5 0,-1-2 10 0,-3 1 6 16,4 1-1-16,-4 1 10 0,2 3 0 0,-1 4-6 0,-1 2 0 16,3 7-16-1,-1 3-7-15,2 4-26 0,0 5-17 0,1 0-6 0,2 6-14 0,1 0 11 0,-2 0-14 16,0 5 19-16,2 0 9 0,-1 5-2 0,-1 2 19 16,0 3-11-1,1 4-5-15,-1 2 6 0,2 6 2 0,0 2 5 0,5 1-3 0,0 1-3 16,3 0 4-16,0 3-10 0,4-3 21 0,1 0-12 0,1-1-7 15,2 1 9 1,1-2-6-16,4-2 8 0,0-1-5 0,2-2 8 16,2-3-7-16,0-2 2 0,1-1 15 0,3-3-13 15,-1-2 3-15,1-2 8 0,1-2-14 16,1-1 3-16,-1-2 8 0,4-2-2 0,-3-2-9 0,-1-2 14 16,-1 0 14-16,-1-4-21 0,-3-1 22 0,-1-2-5 15,-5-1-13-15,0-2 15 0,-4-2-5 0,-2 1-19 16,-3-2-6-16,-2-3 2 0,0 1-11 0,-7 0 9 0,-1-2-2 15,0 3-7-15,-4-1 4 0,-4 0-3 0,0 1 1 16,-2 2-1-16,-4 1-13 0,0 2 0 0,-2 0 10 16,-1 4-13-16,-1 3 5 0,-2 2 9 0,2 0-18 15,0 5 19-15,1 1 8 0,0 1-10 0,3 4 8 0,2 1-9 32,0 0 2-32,4 1-1 0,1 1 6 0,3 1 6 0,1-1-1 0,3 1 6 0,0 2-2 0,7-2-8 31,0 1 13-31,3-1 5 0,3 0-1 0,2-1 14 15,1 0-8-15,5-3 5 0,2 0 5 0,1-2 0 16,2 0-5-16,2-3 0 0,2 1-12 0,-1-2-3 16,1-2 2-16,0 1-6 0,0-3 7 0,0 1-8 0,-4-2 8 15,1 0-15-15,-2 0 3 0,-5-3 2 0,0-1-9 16,-4 1-27-16,-3-1-54 0,-5-1-96 0,-2 1-119 16,-2-1-81-16,-4-1-84 0,-6-1-91 0,0-1-110 15,-7 0-110-15,-6-3-146 0,-1-1 51 0</inkml:trace>
  <inkml:trace contextRef="#ctx0" brushRef="#br0" timeOffset="79172.8">19542 8738 3018 0,'0'-3'56'0,"4"-1"67"16,3 1 61-16,4 1 58 0,6 0-25 0,3 1-35 16,6 0-21-16,5 1-38 0,3 0-12 0,7 0-13 0,2 6-14 15,4-1-13-15,3 3-4 0,2-2-14 0,0 3-21 16,-3-1 5-16,0-1 2 0,-6-2-10 0,-5 1 3 16,-6-2 0-16,-6-1-19 0,-6-2 0 0,-4 1-6 15,-6-2-33-15,-4 0-28 0,-1 0-79 0,-5 0-135 16,0-4-161-16,-5 0-228 0,-5 2-233 0,-2-2-95 15</inkml:trace>
  <inkml:trace contextRef="#ctx0" brushRef="#br0" timeOffset="87259.29">6673 9526 611 0,'0'0'15'0,"0"0"5"0,0 0 7 0,0 0 7 15,0 0-9-15,0 0-2 0,0 0 2 0,0 0-3 16,0 0 0-16,0 0 18 0,0 0-11 0,0-2 4 16,0 2 11-1,0 0 1-15,0 0 27 0,0 0 1 0,0 0 4 16,2 0 12-16,-1-3 3 0,-1 3 10 0,0 0 5 0,0-1-1 15,2 1-15-15,-2 0 2 16,0 0-10-16,0-1-22 0,2 0 13 0,-1 1-2 16,-1-1 5-16,0 1 5 0,0-1-2 0,2 1-5 0,-2-1 0 15,0 0 18-15,1 0 7 0,-1 1 15 16,2-2 10-16,-2 2-31 0,0-1-17 0,0 1-9 16,0 0-13-16,0 0 10 0,0 0 18 0,2 0-14 0,-2 0-2 15,1 0-20-15,-1 0-17 0,0 0 4 0,2 0-10 16,-2 0 4-16,0 0 1 0,1 0-20 0,1 0-7 0,-2 0 7 15,0 0-21-15,2 0 18 0,-2 0 3 0,1 3-18 16,-1-3 8-16,3 3-15 0,-3-1 8 0,3 0 6 16,-1 2-5-16,-1-2 0 0,1 1 7 0,1 1 2 15,0 1 4-15,2-1 18 0,0 2-30 0,-2 1 11 16,3-1 2 0,-3 4-7-16,2-2 22 0,0 2-7 0,2-2 5 15,-1 1 9-15,1 2-9 0,0-2-3 0,1 2 4 16,-2 1 2-16,3 0 9 0,-2 2 19 0,-1 0-14 0,1 1-17 0,0-1-4 15,-2 0-1-15,2 1-6 16,-1-1 17-16,-1 0-12 0,0 0-5 0,1 0 16 16,-2 1 2-16,0 0 3 0,0 0-4 0,1 0 5 0,-3 0-6 0,1-1-4 0,0 0 4 15,0 0-9-15,-1 1-12 16,1-1 18-16,-2-2-1 0,1 2-6 16,0-1 4-16,-1-1-4 0,1-1 14 0,-1 2-10 0,1-1 19 0,-2-1 4 15,2 0-19-15,-2-1 7 0,1 0-14 0,-1 0 1 16,0 1-3-16,0-1 1 0,0 0 1 0,-5-1-9 15,2 2 4 1,0-1-2-16,1-1 3 0,-1 1 7 0,0 0 1 16,-1-1 13-16,0 2-9 0,1-1-7 0,0 0 20 15,0 0-23-15,-2 0 23 0,2-1-9 0,-2 1-13 0,-1 0 15 0,3-2-21 0,-2 1 15 16,0 0-11 0,-1 1-1-16,-1-2 11 0,0 2 11 0,2 1-3 15,-1-3-1-15,-1 2 6 0,-2-1-21 0,1 1 1 0,0 0 7 0,1-1-11 16,-2 0 3-16,1-1-4 15,0-1 8-15,2 0-6 0,-3-1-7 0,-1-1 11 16,4 2-15-16,-1-1 12 0,-2-1 0 0,1 2-2 16,0 0 9-16,0 0-1 0,0-2 12 0,2 1 14 0,-2-1-11 15,-2 2-8-15,1-3 1 0,1 1-9 0,0-2 10 16,-1 2 4-16,-1 0-18 0,2-1 7 0,-1-1 2 16,-4 2 2-16,5-1 3 0,-3-1-1 0,0 1 0 15,2-1-8-15,-1 0 19 0,-1-2-2 16,2 2-3-16,-1 0 8 0,1-3-5 0,-1 2-9 0,1-1 6 15,-2-1-4-15,3 1-1 0,-2-1-10 16,-1 0 8-16,3 0-8 0,-3 0-4 0,-1-4 10 16,-1 4-20-16,-1-4 5 15,1 1 3-15,-1-1-3 0,-2 0 1 0,0-1-1 0,0 2-12 16,0-1 6-16,1-1 10 0,-1 2-11 0,0-2 10 16,2-1 1-16,-2 2-5 0,2-2 8 0,0-1 0 15,1 2-5-15,2-2-3 0,0 1 12 0,1-1-10 16,-2 0 16-16,4 2-6 0,-3-1-21 0,0 2 18 15,1-3-10-15,-1 2 10 0,0-1 8 0,2-1-27 16,-1 1 1-16,-1-3 3 0,2-1 1 0,-1-1 12 0,-1 0-7 16,1 0 0-16,1 0-8 0,-2 0 1 0,3-2 5 15,-3 1-18-15,0 1 17 0,3 0 5 0,-2-2-10 16,0 0 12-16,2 2-11 0,0-1 4 16,1 0-4-16,-2 0 14 0,1 0-6 0,0-2-20 0,1 2 21 15,-2 0-8-15,3 0 5 0,0-1 10 0,-1 1-20 16,2 1 4-16,1-1 3 0,-1 0 5 0,0 0 6 0,2-1-16 31,0 1 7-31,1 0-6 0,-1 1 8 0,1-1 8 16,1-2-31-16,-1 1 20 0,2 0-11 0,-1 0 2 15,1 0 19-15,0 0-24 0,0-1 10 0,0-1-2 16,0 1 3-16,0 0 9 0,3 0-28 0,-2 0 14 16,1 0-2-16,1 0 7 0,0 2 13 0,1-2-16 0,-1 1 11 15,3 0-7-15,-1 0 7 0,-2 0 15 0,3 1-30 16,-1 0 19-16,0-2-3 0,0 2-17 15,4 0 32-15,-3-1-29 0,2 1 9 0,-1-1 12 0,2 2-7 16,-1-1-1-16,2 1-12 0,-1 0 10 0,0-1-18 16,3 0 9-16,-3 1 16 0,2 0-30 0,2 1 13 15,-1 2 9-15,-2-2-12 0,3 2 11 0,-1 0-11 0,1 1 0 16,1-1-7-16,-3 1 9 0,2 1 9 0,1 0-21 16,-3 1 12-16,0-1-3 0,0 0-14 0,0 2 20 15,2 0-15-15,-2 0 9 0,0 0 10 16,3 0-5-16,-1 1 6 0,3 0-25 0,-2 0 15 0,2 1-1 15,-3 0 3-15,2 0 18 0,-4 1-33 0,-1 0 13 32,1-2 6-32,-3 3-10 0,0-1 19 0,-2 1-13 15,0-2-7-15,-3 2 7 0,1 0 4 0,-3 0-4 0,1 0-1 16,-2 0 11-16,3 0-8 0,-3 0-1 0,0 0 2 16,0 0-18-16,0 0 16 0,0 0 1 0,0 0-2 15,0 0 15-15,0 0-30 0,0 0 19 0,0 0 5 16,0 0-17-16,0 0 21 0,0 0-21 0,0 0-2 0,0 0 11 15,0 0-3-15,0 0 4 0,0 0-7 0,0 0 3 16,0 0-6-16,0 0-12 0,0 0-3 0,0 0-41 16,0 0-14-16,0 0-12 0,0 0-28 0,0 0-25 0,0 0-27 15,0 0-50-15,0 0-20 0,0 0-12 0,0 0-39 16,0-3-2-16,0 3-55 0,0-1-42 0,0 1-67 16,0-1-47-16,0 1-34 0,0 0-74 0,0 0-34 15,0 0 51-15</inkml:trace>
  <inkml:trace contextRef="#ctx0" brushRef="#br0" timeOffset="88099.11">5868 9364 1672 0,'0'0'30'16,"0"0"32"-16,0 0 38 0,0 0 21 0,0 8-6 0,0-8-3 15,0 0 48-15,0 0-9 0,0 0 5 0,0 0-5 16,0 0-61-16,0 0 1 0,0 0-19 0,-12 0 1 0,12 0-6 16,0 0-12-16,0 0 4 0,0 0-11 15,0 0-7-15,0 0 23 0,0 0-16 0,0 0 16 16,0 7 27-16,0-7 6 0,0 0 28 0,0 0-19 15,0 9-21-15,0-9-13 0,10 7-13 0,-10-7 3 16,15 8-6-16,-2-8 7 0,-1 7-13 0,0-7-11 0,0 9 2 16,-1-9-11-16,2 10 9 0,1-10-3 0,-3 7-6 15,5-7 10-15,-5 0 5 0,2 10 5 16,1-10 5-16,-14 0-25 0,14 0-5 16,-14 8 1-16,19-8-2 15,-19 0 30-15,15 0-8 0,-15 0-5 0,0 10 0 0,15-10-19 0,-15 0 11 0,0 0 9 16,0 0-8-16,0 0 6 0,0 0 0 0,0 0-12 15,0 0 9-15,11 0-10 0,-11 0-23 0,0 0 8 16,0 0 0-16,0 0-7 0,0 0 12 0,0 0-15 16,0 0-10-16,0 0 15 0,0 0-9 0,0 0 12 15,0 0 3 1,0 0-19-16,0 0 18 0,0 0-7 0,0 0-10 16,0 0 6-16,0 0-4 0,0 0-6 0,0 0 6 15,0 0 1-15,0 0-9 0,0 0 1 0,0 0 17 16,0 10 3-16,0-10-12 0,0 13 24 0,0-1-28 15,0 2 5-15,0-1 19 0,0 3-26 0,0 2 22 0,0-1-9 16,0 2-17-16,0-1 22 0,0 3-14 0,0-2-2 16,0 1 8-16,0-1 5 0,-12-2-13 0,12 2 6 15,0-1 3-15,-16-2-25 0,16 0 25 0,0-3-10 16,0-1 0-16,0-2 13 0,-13 0-6 0,13-10 5 16,0 10-6-16,0-10 10 0,0 0-1 0,0 9 0 0,0-9 9 15,0 0-12-15,0 0 7 16,0 0-1-16,0 0 12 0,0 0 16 15,0 0 12-15,0 0 7 0,0 0-20 0,0 0-10 0,0 0-13 16,0 0-6-16,0 0-7 0,0 0 7 0,0 0-10 16,0 0 17-16,0 0 2 0,0 0-67 0,0 0-104 0,0 0-135 15,0 0-156-15,0 0-189 0,0 0-201 0,0 0-228 16,0 0 28-16</inkml:trace>
  <inkml:trace contextRef="#ctx0" brushRef="#br0" timeOffset="91004.1">7225 10322 1616 0,'0'0'26'0,"2"0"47"0,-1-3 35 0,-1 3 34 0,0 0 0 0,0 0-17 16,0-2-9-16,0 2-6 0,0 0 5 0,0 0 28 16,0 0 3-16,0 0 9 0,0 0-16 15,0 0-29-15,0 0-12 0,-3-3-38 0,1 3 2 16,-2-2-14-16,1 0-16 0,1 2 8 0,-3-2-15 16,1 1-3-16,-3 0 7 0,1 1-1 15,-2 0 1-15,0 0-3 0,0 0 1 0,-3 6-2 16,0-1 0-16,0 2 9 0,-1-2-6 0,0 2-1 15,-2 1-7-15,1 1-13 0,2 1-5 0,-1-2 19 16,1 3 1-16,1-3-11 0,1 1 3 16,2-1-24-16,1-1-5 0,1 1 6 0,0 0 15 0,4 1 5 15,-2 0 13-15,1 0 0 16,1 0-16-16,1 0 3 0,0 0 7 0,0-1 6 0,3 1 20 16,1 1 15-16,-1 0-8 0,4-3 16 15,-1 0-14-15,1 2-1 0,2-1 8 0,2-1 10 0,0 1-8 0,3-3-1 16,-1-1-3-16,1 1-23 0,2-2 17 0,1-1 4 15,0-1 2-15,1-1-2 0,-2 0 6 0,3 0 1 16,-2-4 12-16,-1 0 17 0,0 0-13 0,-2-1 4 0,2-1 1 16,-3 0-7-16,-2-2 7 0,1 2-2 15,-4-3-15 1,1 0-6-16,-3-2-12 0,1 0-25 0,-2-1 4 16,-3 1-16-16,1-1 0 0,-3 0 10 0,0 1-20 15,0-2 4-15,-3 2 2 0,-2-1-17 16,-1-1 3-16,-2 1 3 0,2-2 4 0,-2 1-1 0,-2 1-1 15,-1 1-8-15,2 1-10 0,-1 0 16 16,-4 2-8-16,4 2-1 0,-2 1-11 0,2 1-25 0,-1 2-28 16,0 1-23-16,3 1-30 0,-1 0-37 0,-2 0 3 0,3 3-33 0,0 1-4 0,1 0-7 15,-2 0-28-15,3 0-47 16,1 1-80-16,0 0-99 0,-1 1-86 0,3-2-54 16,-2 3-42-16,5-3 11 0</inkml:trace>
  <inkml:trace contextRef="#ctx0" brushRef="#br0" timeOffset="91286.82">7611 10538 3197 0,'3'2'26'0,"-3"-1"26"0,0-1 36 0,0 0 10 0,0 0-17 16,0 0-18-16,0 0-31 0,0 5 5 0,0-1 6 0,-3 0-5 16,-2 0 8-16,0 0-15 0,-1 3-26 0,-2-1 10 15,0 1-6-15,0 0-12 0,0 1 19 0,-1 0-8 16,1 0-18-16,2-2 21 0,-2 3-13 16,0-2-7-16,3 0-33 0,-1 0-124 0,3-2-132 15,-1 0-123-15,1 0-75 0,2-1-60 0,-1-1 9 16,2-1 2-16</inkml:trace>
  <inkml:trace contextRef="#ctx0" brushRef="#br0" timeOffset="91622.38">7842 10274 4091 0,'3'-7'79'16,"-2"0"45"-16,1 0 53 0,-2 1 29 0,0 3-56 0,0 2-40 0,0 1-46 16,0 0-28-16,0 0-27 0,0 0-7 0,3 3-1 0,-3-2-6 15,0 3 4 1,0-1 2-16,0 0-5 0,0 2-6 0,0 2 20 16,0 2 16-16,-1 3 0 0,-1 2 16 0,2 4-1 15,0 2 12-15,0-1-5 0,0 2 2 0,0 1 2 16,0 0-34-16,0 0 17 0,0-1 0 0,0-1-17 15,3-1 7-15,-1-1-8 0,1-1-8 0,-1-2 3 16,-1-1-3-16,1-2-10 16,0 0 7-16,-1-4 6 0,-1-1 2 0,3-1-1 0,-3-1-9 0,0-2-4 0,0 0-1 15,0-2 14 1,0 0-8-16,0-1-61 0,0 0-109 0,0 0-173 16,0 0-265-16,0-4-329 0,-6 0-308 0</inkml:trace>
  <inkml:trace contextRef="#ctx0" brushRef="#br0" timeOffset="98869.31">8556 10809 2059 0,'13'0'8'0,"-13"0"4"0,0 0 0 0,0 0-3 0,0 0-5 0,0 0-4 15,0 0-3-15,0 0 9 0,0 0-10 0,0 0 5 16,0 9 16-16,0-9-3 0,0 10 22 0,0-3 2 16,0 0-1-16,0-7 70 0,0 8 8 0,0 0 13 15,0-2-3-15,0-6-45 0,13 9 6 0,-13-3-13 16,0-6 22-16,12 6 17 0,-12-6-13 15,16 0 20-15,-5 5-1 0,-11-5-15 0,13 0 35 0,-13 0 7 16,17 0-14-16,-7 0 8 0,-10 0-32 0,15 0 1 16,-15 0-10-16,15-11-21 0,0 1-5 0,-15 1-37 15,15-1 24-15,-15 0 0 0,17 0-4 0,-17-2 6 16,13-1-27 0,-13 0-1-16,0 0-2 0,14-1 11 0,-14-1 8 0,0 1-21 0,0 2 7 0,0-1-13 15,0 2-3 1,0 3 11-16,0-1-25 0,0 9-6 0,0-8-6 15,0 8 1-15,0 0-5 0,0 0 13 0,0 0-21 16,0 0-4-16,0 0 24 0,0 0-18 0,0 0 21 16,0 0-5-16,0 0-7 0,0 0 8 0,0 13-7 15,0-1 4-15,0-1 2 0,0 2-13 0,0-1 12 16,0-1 6-16,0 2-8 0,0-1 9 0,0-1 8 0,0 0-23 16,0-1 5-16,13 0 15 0,0-1-16 0,-13-9 15 15,18 10 5-15,-2 0-15 0,0-10-8 0,1 9 10 16,-1-9 1-16,3 0-8 0,0 0 29 0,0 0-17 15,2 0-5-15,-2 0 22 0,1 0-18 0,1 0 12 16,-4 0 7-16,0 0 8 0,-2 0 21 0,2-15 21 16,-2 3 1-16,-2-1-14 0,0-2-12 0,-13 0-17 0,16-2-7 15,-5-4 4-15,-11-1-5 0,13-3-11 0,-13-1 14 32,0-3-14-32,0-2 10 0,0-1 14 0,0 0-14 0,0 2 20 15,0 0-3-15,0 3-6 0,0 3 3 16,0 2-23-16,0 1 5 0,0 4 5 0,0 4-8 15,0 1 4-15,0 12-21 0,0-9-15 0,0 9-3 16,0 0-7-16,0 0 14 0,0 0-1 0,0 0 3 16,-13 0 16-16,13 13-1 0,0 3-7 0,0 3-1 15,-11 3-10-15,11 5 6 0,0 2 8 16,-14 2 0-16,14 2 5 0,0 2-18 0,0 0-4 0,0 0 18 0,0 1-18 16,0-2 10-16,0 1 14 0,0-2-18 0,0-3 24 15,0 0-9-15,20 2-7 0,-5-3 14 0,2-3-10 16,-3 0 15-16,5 0-7 0,-3-3-16 15,3 1 12-15,1-2-3 0,0-2-2 0,0-1 9 0,2-4-4 0,-1-1-6 16,-1-2 16-16,2-12 7 0,-4 13-16 0,1-13 16 16,-5 0-2-16,2 0-10 0,-2 0 10 0,-14 0-4 15,18 0-8-15,-4 0 4 0,-14-11 9 0,14 0-13 16,-14-3-1-16,13-3-9 0,-13 1 3 0,0-3-3 31,0 0 2-31,0-1 3 0,0-1-17 0,0-2 9 0,0 3-9 0,0 0 12 16,0-2-5-16,-18 2-1 15,-1 1 4-15,2 2-13 0,-5 0 11 0,-2 2-1 0,-3 1-4 16,0 2 10-16,1 2-7 0,0 0-2 0,1 10 1 16,1-9-3-16,4 9-4 0,4 0 3 0,0-7-2 15,16 7-8-15,-11 0 0 0,11 0 8 0,0 0 0 16,0 0 8-16,0 0 9 0,0 0-14 0,0 0 1 16,0 0 10-16,0 8 5 0,17-8-4 0,2 11 7 15,2-1-12-15,4-10-7 0,2 10 19 0,2-1-7 0,1-9 8 16,1 11 0-16,-1-11-19 0,2 9 16 0,-2-9-10 15,-3 0 2-15,0 0 7 0,-2 0-10 0,-2 0 10 16,-3 0-16-16,-2 0-30 0,-3 0-55 0,-15 0-45 16,16 0-86-16,-16 0-79 0,0 0-94 0,0 0-178 15,0-8-141-15,0-1-97 16,0 1-50-16,0-3 47 0</inkml:trace>
  <inkml:trace contextRef="#ctx0" brushRef="#br0" timeOffset="99025.43">8678 10393 3196 0,'-3'-3'17'16,"3"-4"2"-16,0 0-11 0,6 2-4 0,2 1-4 0,0 1-34 16,3 2-105-16,2 1-125 0,1 0-201 0,0 0-184 15,0 0-19-15</inkml:trace>
  <inkml:trace contextRef="#ctx0" brushRef="#br0" timeOffset="100818.56">10942 10870 2187 0,'2'-3'43'16,"0"-3"37"-16,-1 0 33 0,-1 0 85 0,0 0-1 0,0 0 9 15,0-1 23-15,0 2-48 0,0-2-7 0,0 2-13 16,-3-3-31-16,0 3-3 0,-2-1-3 0,2-1-27 15,-2 2-11-15,0-2-24 0,-2 3-16 0,0-2-12 0,1 2-18 16,-4 1 5-16,1-1-31 0,-1 4 11 16,-1-1 10-1,-3 1-17-15,3 0 11 0,-3 0-12 16,-1 5-1-16,4 2 7 0,-3 0 0 0,1 3 10 0,1-2-6 16,2 3-10-16,-1 2 11 0,2 0-8 0,1 0 5 0,3 1 11 15,2-1-19-15,1 3 8 16,2-3-7-16,0 3-3 0,2-3 24 0,4 1-4 0,1 1 4 0,2-4 5 15,1 2-11-15,3-1 14 0,2-2 3 0,1 0 8 16,1-2-7-16,4-1 0 0,-2-1 19 0,3-2 4 0,-2-1 35 16,1-3 7-16,0 0-12 0,-1 0 0 0,-4-5-11 15,0-2 0-15,-4 1-1 0,0-2-10 0,-2-1-13 16,-3-2-8-16,-1-1-7 0,-2-1-1 0,-1 0 2 16,-2-4-15-1,-1 2-7-15,0 0 3 0,-3 0-12 0,-2 1 3 16,-1 0 9-16,1 2-4 0,0 3-2 0,-1 1-4 15,0 2-9-15,1 2 0 0,3 0-7 0,-1 2 8 16,0 1-5-16,1 1-5 0,2 0 4 0,-1 0-7 0,-1 7 18 0,2-2 4 16,-1 2-9-16,-1 0 20 0,2 3-18 15,0 0-8-15,0 1 18 0,3 1-10 16,2 0 9-16,0-1-3 0,1 1-5 0,4 1-2 0,2-1 3 16,0 0 13-16,3 0 1 0,1-3-7 0,5-1 2 15,-1 0-4-15,-1-2 4 0,3-2 8 0,-1-2-10 16,-2-2 7-16,1 0-4 0,-2-3 5 0,1-2 9 15,-4-1-9-15,1-2 1 0,-2-1-6 0,-4-1 5 16,1-1 0-16,-3-2 2 0,-2-1 2 0,-1 0-10 16,-2 0 0-16,-3 0 7 0,0 0-11 0,0 2-1 15,-3 1 10 1,0 1-12-16,0 2-7 0,-2 1-2 0,2 3-4 16,1 1-3-16,1 0 14 0,-1 3-5 0,2 0-15 15,-1 0 13-15,-1 6-2 0,0-1 3 0,2 2 14 16,-3 1-17-16,0 1 0 0,1 2 12 0,1 1-1 15,-1 1-1-15,2 1 4 0,0 0-9 0,0 0 7 16,0 0-2-16,0-2 3 0,0-2 8 0,0 0-10 0,0-1 8 16,0-1 7-16,0-2-14 0,0-2 3 0,2 0 11 15,-2-2-9-15,1-1 24 0,-1-1-2 0,2 0-7 0,-2-4-5 16,2 0-17-16,1-4 4 16,0-1-3-16,0-1-6 0,2-2 9 0,1-2-6 0,-1-1 10 15,1-1 1-15,1 0 0 0,-1 0 6 0,0-1-1 16,0 2 21-16,-1 0-13 0,0 1-4 0,0 3 2 15,1 0-17-15,0 4 3 0,-1 0-2 0,-2 3-12 0,0 1-14 16,-1 3 10-16,1 0-8 0,-1 0 2 0,0 5 12 16,-1-1 0-16,2 3 7 0,3 0 4 15,-3 2 2-15,2 0-10 0,0 3 4 0,2 2-3 16,-1-1 7-16,5 0-4 16,-3 1 7-16,1 0-1 0,2 0-7 0,0 0 12 0,1-1-11 0,2-1-7 0,0 1 11 31,0-2-8-31,2-2 18 0,1-2 6 0,-1 1-8 15,2-3 6-15,-1-2-8 0,0-1 5 0,-1-2 3 0,0 0 2 0,-2-4 12 0,0-1 11 0,-1-1 24 32,-2-2-4-32,0-2-11 0,-3-1-14 0,1-1-27 0,-1-2 3 15,-3-1 0-15,-1-2-1 0,-1 3 14 0,-2-3-10 16,-1 0-13-16,0 2 4 0,0 1-8 0,-3 0 6 16,0 3 5-16,1 3-15 0,-1 0-5 0,0 2 5 0,1 3-17 15,-1 2 12-15,3 1-12 0,-2 0-1 0,2 0 19 16,-1 4-14-16,-1 0 26 0,-1 2-9 0,0 1-3 15,3 2 6-15,-3 0-2 0,2 3-5 0,1 1 3 16,0 1 10-16,4 0-18 0,2 1 11 0,-1 0 6 16,3 0-11-16,3 0 8 0,2-1-5 0,0-1-5 15,4 0 10-15,0-1-8 0,2-2 18 0,3-2 1 0,-1-2-12 32,1-2 8-32,2-1-7 0,-1-3-4 0,-3 0 11 0,-2-5 5 0,-2-2-18 0,0-1 5 15,-2-2 3 1,-3-2-12-16,-1-1 25 0,-2-2-8 0,-3-1-9 15,-1-1 16-15,-1-1-10 0,-3 0-1 0,0 0 11 16,0 0-11-16,-3 1-8 0,-3 0 6 0,1 1-8 16,-1 3 2-16,-1 2-3 0,1 3-2 0,-2 2-8 15,2 0-4-15,1 4-1 0,-3 2 1 0,3 0 0 0,-2 5 11 16,2 2 9-16,-1 0-10 0,-1 4 6 16,1 2 6-16,0 3-4 0,3 2-2 0,-1 3 16 0,4 2-27 15,0 3 11-15,4 0 12 0,2 4-22 0,3 1 17 16,2 4-6-16,-1 1-10 0,2 0 11 0,4 2 4 15,0-1-6-15,0 2 7 0,4 2 2 0,-1-3-13 16,1 0 3-16,1-1 5 0,1 0-5 16,-2-3 4-16,0 0 4 0,-3-2-6 0,-1-4-12 0,0-2 13 0,-5-4-6 15,1-3 6-15,-5-4 13 16,-1-3-11-16,-2-3 1 0,-3-3 9 0,1-1-2 0,-2-3 0 16,0-2 7-16,-8 0-13 0,-3-3-3 0,-5-2 3 15,-3-1-5-15,-8-4 3 0,-3 0 0 0,-6-4 12 16,-4-1-6-1,-1-3-8-15,-1 0 10 0,0-4-16 0,-2 1 10 16,6-1 3-16,3 0 3 0,5 0-1 0,5 1-9 16,4 1 12-16,7-1-13 0,3 2 5 0,6 1-1 15,5 1-23-15,5 1 7 0,5 2 4 0,4 0-1 16,5 5 16-16,6 0-16 0,2 1-1 0,6 3-1 0,2 2-3 16,2 1 16-16,-1 1-7 0,3 1 7 0,-4 0 5 0,0 0-9 0,-4 0 5 15,-4 0 0-15,-3 0 0 0,-5 0-4 0,-3 0-21 16,-5 0-29-16,-3 0-48 0,-2-1-68 15,-3-2-83-15,-3 1-102 0,0-1-84 0,0-1-106 16,-6-4-130-16,1-1-59 0,-4 0-113 0,-1-4-82 16</inkml:trace>
  <inkml:trace contextRef="#ctx0" brushRef="#br0" timeOffset="101284.65">13464 10993 3528 0,'0'-5'59'0,"0"0"74"0,0-1 54 0,0 2 34 0,0 2-47 0,0-1-73 0,0 2-58 16,0-1-22-16,0 2-27 0,0 0 7 0,0 0-2 15,0 0-20-15,0 0 29 0,0 3-12 0,0 1 0 16,4 0 17-16,-4 0-14 0,1 3-1 0,2 0 20 16,0 2-20-16,-1 0 1 0,2 3 8 0,-2-2-3 15,3 2 9-15,-2-3-7 0,2 3 11 0,0-2-17 16,-2 0 6-16,3-1 5 0,-3-1-17 0,2-1-28 16,-2-3-75-16,0 0-73 0,-1-1-115 0,-2 0-133 15,0-3-74-15,0 0-127 0,0 0-125 0,-5-6 92 16</inkml:trace>
  <inkml:trace contextRef="#ctx0" brushRef="#br0" timeOffset="101417.18">13314 10805 3274 0,'-6'-8'35'0,"1"-3"11"0,0 4-4 15,3 0 1-15,-1 3-42 0,2 3-4 0,1-1-4 16,0 2-55-16,0 0-148 0,0 6-166 0,4-2-230 0,1 3-194 0</inkml:trace>
  <inkml:trace contextRef="#ctx0" brushRef="#br0" timeOffset="101717.77">13747 10818 4010 0,'-3'-3'-2'16,"3"-1"14"-16,0 1-12 0,0 1 5 0,0 2 19 16,0 0-3-16,0 6 34 0,0 0 33 15,0 4 12-15,0 0-6 0,0 4-7 0,0 4-16 0,0 2-26 16,0 3 3-16,-5 1-6 0,5 4-12 16,-3 1 0-16,3 1-5 0,0 1-5 0,-1 3-12 15,-3-4 3-15,3 2-4 0,-1 0-2 0,2-3-6 16,0 1-6-16,-2-4 11 0,2 0-11 15,-1-1 12-15,1-2 5 0,0-2-13 0,0-2-19 16,0-3-70-16,0 0-97 0,0-4-111 0,3-2-82 16,0-1-76-16,1-4-34 0,0-3-58 0,0-2-62 15,0 0-48-15</inkml:trace>
  <inkml:trace contextRef="#ctx0" brushRef="#br0" timeOffset="102275.61">13966 11047 3283 0,'0'-9'47'0,"0"0"23"0,0 0 12 0,0 3 12 0,0 2-56 0,0 4-8 16,0 0-20-16,0 0 21 0,0 4 40 0,0 2 10 15,0 3 31-15,-4 0-18 0,4 3-25 0,-1 3-9 16,1 3-3-16,0 3-4 0,0 0 8 0,0 1-13 16,0 0-14-16,3 2-6 0,1 1-3 0,1-1-6 15,-2-2-1-15,1-1-12 0,0 2-18 0,0-2 9 16,0 0-9-16,2-2 20 15,-2-1-3-15,0-4 1 0,0 1-7 16,-1-3-7-16,-2-4 13 0,1-1-8 16,1-2 24-16,-3-1-6 0,2-1 5 0,-1-1 19 0,-1-1 32 15,0-1 48-15,0 0 21 0,0 0-15 0,0-3-45 0,0 0-44 16,0-2-18-16,0 0-7 0,0-4-3 0,-3-1-7 0,0-1 5 16,1-3 2-16,2 1-8 15,-3-3 16-15,3 0-25 0,-1-3 16 0,-1-1-2 0,2 3-3 16,0-2 3-16,0-1-7 0,0-1-6 0,0 3-2 15,0-1 13-15,0 0-18 0,3 2 26 0,-1-1-14 16,-1 1 5-16,1 1 5 0,1 1 1 0,0 2 16 16,1 3-13-16,2-1 7 0,-2 2-5 15,1 2-35-15,0 1 24 0,3-1-8 0,1 1-14 0,2 1 27 0,1 2-12 16,2 0 5 0,0 2 9-16,2 1 1 0,0 0-16 0,-1 0-2 15,1 5 5-15,2 2-3 0,-4-2 9 0,0 3-4 16,-3-1 1-16,0 2-3 0,0 0 8 0,-4 1-12 15,-1 0 11-15,-3 1-4 0,0 0-11 0,-3 1 24 16,0 0-21-16,0 1 16 0,-6-1 13 0,-2 1-17 16,0-1 15-16,-3-2-11 0,0 1 1 15,0-3 11-15,-3-1-17 0,1-1 4 0,-1 0-1 16,1-2-17-16,2-2 9 0,-3 0-3 0,4-2 10 0,2 0 15 16,-1 0-32-16,1 0-40 0,0-2-80 0,3 2-72 15,-1-3-67-15,3 0-91 0,0-1-103 0,0 0-116 16,1 2-78-16,-1-2-92 0,0-1-1 0</inkml:trace>
  <inkml:trace contextRef="#ctx0" brushRef="#br0" timeOffset="104628.59">15311 10775 2033 0,'3'-3'37'15,"-1"2"43"-15,-1-2 54 0,-1 0 38 0,2 0 23 0,-2 1 6 0,2 0-33 0,0 1 10 0,-2-1-47 32,0 1-23-32,2 1-14 0,-2 0-48 0,0 0-20 15,0 0-13-15,0 0-6 0,0 0-7 0,0 0 1 16,0 4 9-16,0-1-20 0,0 3-1 0,0-1 25 16,3 3-21-16,2 4 17 0,-2 0 29 0,0 2-7 15,2 1 5-15,0 2 4 0,3 0-2 0,-2 1-17 16,2-1 1-16,-2 0-8 0,4-1-4 15,-6 0 1-15,3-2-14 0,-1 1 10 0,-1-2-3 0,1-1-8 16,-3 0 9-16,0-3-1 0,1 0-2 0,-3-2 5 0,2-1 2 16,-3-1-8-16,2 0-18 0,-2-3-26 0,2-1-80 15,-1 0-83-15,-1 0-113 0,0-1-77 0,0 0-65 16,-5 0-85-16,2 0-61 0,0-3 57 0</inkml:trace>
  <inkml:trace contextRef="#ctx0" brushRef="#br0" timeOffset="105836.15">15081 10846 2352 0,'-12'-8'43'0,"1"0"27"0,4 1 21 0,1 1 22 16,3 1-31-16,0 1-30 0,3 0 10 0,0 1-13 16,9 3-11-16,2-1 35 0,2 1-3 0,6 0 0 15,3 0 35-15,3 0-14 0,4 4-7 0,6 0 7 16,1 2-2-16,2-2-15 0,3 1 12 0,0 0-6 15,2 0-21-15,0-1-9 0,-1-1-18 0,-4 0-11 16,0-2 3-16,-3-1 18 0,-3 0 6 0,-4 0 29 16,-2 0-10-16,-6-3 8 0,-6-3-22 15,0 1-25-15,-4 0 2 0,-4-2-23 0,-4-2 3 16,-2 1-11-16,0-1-3 0,-3-1 4 0,-4 0 3 0,-1-1-7 16,0 3 4-16,-4-2-2 15,1 3-3-15,-3 1 13 0,3 1-12 0,-1 2-13 16,2 2-5-16,0 1 15 0,0 0-6 0,1 4 14 15,1 1 6-15,3 4-19 0,0 0 17 0,1 3-13 0,-2 3 5 0,3 2 0 0,3 3-12 16,0 1 11 0,0 0 6-16,1 1-5 0,5 2 6 0,-1-2 1 15,1 0-16-15,-1-1 20 0,3 1 4 0,-3-2-7 16,2-1 13-16,0-2-15 0,-1 0-13 0,-1-3 18 16,4-3-17-16,-4 0 6 0,0-3 15 0,-2-1-3 0,2-3 36 0,-2-1 39 15,0 0 11-15,-1-3 2 0,2 0-12 0,1-4-38 16,-2-2 8-16,2-1-16 0,2-1 7 0,-1-1-17 15,3-3-20-15,-1-1 16 0,0 0-21 16,0-1 16-16,1 0-1 0,-2 1-12 0,-1-1 1 16,1 3-10-16,0 1 2 0,-2 2-1 0,-2 1-5 15,0 3 9-15,1-1-12 0,-3 3 4 0,3 2 4 0,-3 0-11 16,2 0 11-16,3 4-1 16,-1 4 3-16,1 0 16 0,3 1-16 15,1 2 3-15,2-1 5 0,-1 5-15 0,4-2 12 0,-2 1-1 0,1 0-14 0,2-2 10 31,1 0-1-31,-1 0 1 0,0-1 2 0,0-3 7 16,1-1-3-16,1-1-16 0,1-2 14 0,-1 0 2 0,0-4-4 16,1 0 15-16,-3 0 18 0,1-7 0 0,-2 2 16 15,0-3 18-15,-2 0-43 0,-2-1-12 0,-2-1-5 16,0-1-20-16,-3 0 19 0,-2-2 8 0,-1 0-13 16,-3-1 2-16,0 0-9 0,-4 0-11 0,-5 0 9 15,0 0 4-15,-2 1-3 0,-3 1 10 0,0 3-20 16,-3 1 2-16,-1 1 3 0,-1 2 0 0,0 3 15 0,3 2-5 15,-2 0 1-15,3 4-10 0,0 2 7 0,0 1-8 16,4 2-4-16,0 1 6 16,3 0-7-16,2 4 6 0,-2-2 19 0,6 2 1 0,2 1-5 0,0 0-4 15,0-1-10-15,5 1 5 0,3-1-5 0,0 1 10 16,3-1-2-16,1-2-9 0,1 1 15 0,3-4 4 16,0 1-10-1,3-2 11-15,-2-2-10 0,4-2 4 0,-1-4-1 16,-1 0-5-16,0 0 7 0,2-7-9 0,-7 0 19 15,3-2-1-15,-4-1-14 0,-2-1 0 0,0 0-12 16,-3-2-1-16,0 0 11 0,-3-1 0 0,-1 0-2 16,-2 0-3-16,-1 0 3 0,-1 1 7 0,0 1-11 15,0 1 6-15,-4 2 4 0,4 1-13 0,-5 4-2 16,2 0-4-16,2 2 3 0,-1 2 5 0,2 0 12 16,-2 0 0-16,2 5-10 0,-1 0-13 0,1 1 9 0,0 3 9 15,0-1-1-15,0 2 22 0,5 1-20 0,-4 1-9 16,4-1 8-16,2 1-9 15,-2 1 9-15,3-1 8 0,0 1-1 0,3-2-4 0,0-2 7 0,2 0-5 16,3-2 4-16,1 0-3 0,-1-3-6 0,3-4 1 16,-1 0-15-16,0 0 17 0,-2-3 7 0,3-4 3 0,-2 0 12 15,-1-2-18-15,-3-1 1 0,1-3-4 16,-1-2 6-16,-1 0 6 16,-2-3 11-16,-3 0 5 0,2-3-14 0,-6 0 13 0,0 0 3 0,-3-2-8 0,0 0 18 15,0 0-9-15,0-1-11 0,-5 1 9 0,-1 2-5 31,0 1-3-31,-1 2-10 0,1 2 0 0,1 3-14 16,-1 3-2-16,3 3-4 0,-2 3-21 0,2 1 8 16,0 3 5-16,1 0-9 0,-1 5 17 0,0 2 2 0,0 1-11 15,-2 4 18-15,2 2-4 0,-2 1-10 0,2 4 12 16,1 2 0-16,-1 1 0 0,3 1 2 0,0 1 0 16,0-1-4-16,7 1 7 0,-1-2-4 0,3 2-3 15,-1-1 10-15,2-3-10 0,2 1-4 0,-1-3-14 16,1 0-47-16,3-2-38 0,-2-2-48 0,4-3-29 15,-2-1-5-15,2-3-27 0,-3-4-3 0,0-3-43 0,1 0-40 16,-3 0-80-16,-2-6-94 0,-2-1-37 0,-3-1-53 16,-5-3 3-16,0-1 67 0,0-2 15 0</inkml:trace>
  <inkml:trace contextRef="#ctx0" brushRef="#br0" timeOffset="106047.93">16346 10817 2119 0,'0'0'6'15,"-15"0"10"-15,15-6 27 0,0 6 101 0,0 0 35 0,0 0 43 16,0 0-23-16,0 0-86 0,19 8-10 0,3 1-36 0,0-2 12 16,5 2 16-16,3-1 9 0,0-1-13 0,3-2 11 15,-3-5-19-15,0 10-41 0,0-10 1 16,0 7-22-16,-3-7-21 0,-2 0 13 0,-1 0-8 16,-5 0-12-16,-2 0 5 0,-4 0-22 0,-13 0-48 15,16 0-90-15,-16 0-110 0,0 0-218 0,0 0-181 16,0 0-133-16</inkml:trace>
  <inkml:trace contextRef="#ctx0" brushRef="#br0" timeOffset="106681.8">17999 10949 2128 0,'0'-7'49'0,"0"1"97"15,0 0 29-15,14 6 51 0,-14-5-32 0,0 5-75 0,0-6 0 16,0 6-28-16,0 0 13 0,0-6-1 0,0 6 9 16,0 0-14-16,0-6-3 0,0 6-4 0,0 0-31 15,0-7 8-15,0 7-20 0,0 0-21 0,0-7 3 16,0 7-20-16,0 0 2 0,0-7 6 0,-16 7-10 15,2 0 4-15,-2-7-3 0,3 7-10 0,-4 0 15 0,1 0 3 0,-1-6-16 16,1 6 4-16,-1 0-7 0,2 0-8 0,0 0 7 0,2 0-1 31,2 0 9-31,11 0 3 0,-14 0-14 0,14 0 10 16,0 10-10-16,-12-3 3 0,12 1 26 0,0-1-16 16,0 2 25-16,0 2 18 0,0-1 15 0,0 2 28 15,21 1-19-15,0 1-12 0,-1 1 1 0,3 1-20 0,0 0 7 16,1 1 6-16,-1 0-17 0,0 0-2 0,1 1-6 15,-2 0-11-15,0-1-4 0,-5 1 3 0,-1-3-14 16,-16-1-12-16,16-3 0 0,-16-1 2 0,15-10 12 16,-15 0 13-16,0 12-21 0,0-12 4 15,0 0 1-15,0 0-5 0,0 0 26 0,0 11-13 16,0-11 9-16,-17 0-9 0,1 0-8 0,-3 0 10 0,-1 0-23 16,-1 0 9-16,-1 0-2 0,-1 0-22 15,-3 0-30-15,4-11-38 0,-2 0-82 0,2 3-60 0,6 0-82 0,-1 1-83 31,4 7-102-31,13-10-89 0,0 10-76 0,0-14-103 16</inkml:trace>
  <inkml:trace contextRef="#ctx0" brushRef="#br0" timeOffset="106936.79">18313 10847 3497 0,'0'0'47'0,"0"-7"7"0,0-1 23 16,0 2 6-16,0 6-40 0,0 0 11 0,0 0-38 0,0 0 3 0,-12 0 7 0,12 0 7 31,0 0 30-31,0 12 14 0,0 0 12 0,0 0-19 16,0 2 21-16,0 2-19 0,0 0-10 0,0 1-9 16,0 2-45-16,0 0 5 0,0 1-12 0,0-2 2 0,12 2 11 0,-12-1-11 0,15 1 8 0,-15-3-1 31,14 2-5-31,-14-1-11 0,14-2-92 0,-14 1-97 0,16-2-118 0,-7-1-112 15,-9-2-87-15,0-2-56 16,0-10-74-16,13 10-67 0</inkml:trace>
  <inkml:trace contextRef="#ctx0" brushRef="#br0" timeOffset="108499.43">18127 10919 2739 0,'0'-6'8'0,"-16"6"-10"0,16-8 3 0,0 8 27 0,0 0 23 0,0 0 28 0,0 0 18 16,20 0 6 0,1 0-10-16,5 0 21 0,-3 0 20 0,7 9-6 15,0-2 1-15,3 0-7 0,2-7-20 0,0 9 0 16,4 0-22-16,1-9-22 0,-2 8-5 0,3-8-16 0,-2 9 11 16,0-9 7-16,-5 0 3 0,0 0 0 0,-6 0 0 15,-3 0 2-15,-3 0-3 0,-7 0 2 0,-15 0 1 0,15 0-30 0,-15 0-5 16,0-9-11-1,0 1-14-15,0 8 19 0,0-10-16 0,0 3-8 0,0 7 19 0,0-10-19 0,-17 10-6 32,4-9 16-32,-1 9-26 0,-2 0 14 0,2 0 12 0,-2 0-13 0,2 0 0 15,0 0-10-15,-2 0 3 0,2 0 1 0,0 15 11 0,14-4 9 16,-15 0 4-16,1 0 0 0,14 2-9 16,0-1-1-16,-12-1-1 15,12 4 3-15,0 0 7 0,0-1-6 0,0-1-5 16,0 1 7-16,0-1-8 0,0 1 16 15,0-3-3-15,18 0-6 0,-5-3 17 0,2-8-24 16,-1 13 5-16,-2-13 10 0,6 12-24 0,-5-12 30 0,4 0-1 0,-4 0-19 16,2 0 14-16,0 0-17 0,-2 0 0 0,-13 0 6 15,17 0 15-15,-17-14-13 16,15 2-7-16,-15-2 2 0,0 1-7 0,0 1 20 0,0-2-2 0,0 0 3 0,0 2-3 16,0-1-18-1,0 1 19-15,0 2-18 0,0 0-3 0,0 10 13 0,0-8-16 0,0 8 11 0,0 0 6 16,0-9-20-1,0 9 12-15,0 0-4 0,0 0-8 0,0 0 26 16,0 0-14-16,0 0 9 0,0 14-3 0,0 0-5 0,0-1 15 0,0 0-9 16,0 0 7-16,0 0-15 0,0 1 19 0,0-1 3 15,15 0-14-15,0 0 11 16,-15-3-26-16,21 0 7 0,-2-10 11 0,-2 14 8 16,-1-4-2-16,1-10 3 0,-1 0 26 0,1 10 11 15,3-10 1-15,-1 0 14 0,-2 0-6 0,-1 0-10 0,-1 0 3 16,0-13-5-16,-15 1-24 0,17-1 8 0,-17-2-11 15,16 1-20-15,-16-1 12 0,16-3-6 0,-16-1 12 16,0 0 5-16,0-3-22 0,0 0-6 0,0-1-4 16,0 0 13-16,0 0-3 0,0 0 3 0,0 2-4 15,0 1-20-15,0 1 20 0,-18 4-7 0,4 1 0 0,14 2 3 32,-19 5-3-32,19 7-11 0,-19 0 12 0,7 0-6 0,12 0 1 15,-19 0 8-15,19 0-16 0,-16 0-1 0,16 12 7 0,-17-1 6 0,17 0 10 0,-15 2 10 31,15-1-18-31,0 2-1 0,0-1-1 0,0 0 5 16,0 1-4-16,0-2 8 0,0 3 15 0,0-4-18 16,16 0 14-16,0 0 0 0,-2-1-17 0,3-10 6 15,-1 10 12-15,3-10-6 0,-3 0-3 0,3 0 11 0,-2 0-2 16,1 0 5-16,-3 0 16 0,2 0-4 0,-4 0-14 16,-1 0 11-16,2-10-8 0,-14 1 14 0,14 9 14 15,-14-12-6-15,11 2-1 0,-11 3-15 0,0 7-9 16,0-9-4-16,0 9-11 0,0 0-7 0,0-8 1 15,0 8-13-15,0 0-6 0,0 0 7 0,0 0-6 0,0 0 9 16,0 0 10-16,0 0-8 0,0 0 13 16,0 12-9-16,0-1-5 0,0 2 20 15,0-1-5-15,0 1 3 0,0 1 19 0,0 0-16 16,0 1-21-16,19 0 25 0,-19 0-22 0,15-1 7 0,0 1 14 0,-3-2-16 16,1 1 5-16,0-3 12 0,1 0-3 0,-1-11-10 15,4 12 21 1,-4-12-17-16,4 10-4 0,-2-10 13 0,2 0-13 15,-3 0 3-15,4 0 20 0,-4 0 2 0,0 0 6 16,0-14 4-16,-1 0-10 0,-13 1-4 0,17-1 3 16,-17-1-14-16,18-1 5 0,-18-2 5 0,11-1-17 15,-11-2 20-15,0-2-8 0,0-1-14 0,0-1 11 16,0-1-13-16,0 0 17 0,0-3 26 0,0 0 10 16,0 0 12-16,0-2-12 0,0 1-10 0,-17 1-9 15,4 1 3-15,13 3 11 0,-11 4-14 0,11 3-7 0,0 4-19 16,-14 4-12-16,14 10-1 0,0 0-15 0,0 0-3 15,0 0-8-15,0 0 6 0,0 0 14 0,0 0-2 16,0 0 4-16,0 15 3 0,0 2-3 16,0 2 16-16,0 3 1 0,0 4 4 15,0 0-14-15,0 2 0 0,0 1 9 0,0 0-16 0,0-1 9 0,0-1 12 16,0 2-18-16,0-2 9 0,14-1 1 0,-2 0-10 16,-12-1 11-16,19-1 12 0,-3 0 0 0,1-2-19 15,0-1 7-15,-2-1-9 0,3-1 5 16,1-2 27-16,-2-2-21 0,4-1 2 0,-3-3 5 15,3-2-20-15,1-9 17 16,2 9-4-16,-1-9-4 0,-2 0 2 0,5 0 1 16,-4 0 7-16,0 0-5 0,-1 0 2 0,-1-12-10 15,-1-2 9-15,-5 1-1 0,2-1-13 0,-3-1 14 16,-13-1-24-16,12-1 7 0,-12 0 18 0,0 0-20 0,0 0 9 16,0-2-6-16,0 2-15 0,0 1 20 0,0 1-11 15,0 1 2-15,0 1 11 0,-14 2-19 0,-2 0 14 16,5 4 1-16,11 0-8 0,-14 7 6 0,14 0-16 15,-18-7-4-15,18 7 3 0,0 0-1 0,-12 0 11 16,12 0 5-16,0 0 10 0,0 0-13 0,0 9 12 0,0-1-6 16,0-1-1-16,0 3 15 0,0 0-16 0,0 1 19 0,0 0-10 15,12 1 9-15,1 1 2 0,3 1-23 16,0 0 16-16,1 0-21 0,2 0 9 0,-1 0 15 16,-3 1-14-1,5 0 10-15,-3-3 0 0,-3 2-15 0,0-3 14 0,-3 0-9 0,-11-1-2 0,16-10 15 16,-16 11-8-1,0-11 10-15,11 10-13 0,-11-10-3 0,0 0-5 16,0 9 9-16,0-9-1 0,0 0 1 0,0 0 12 16,0 0-17-16,0 12 22 0,0-12-6 0,0 0-67 15,-13 0-46-15,-2 0-87 0,0 0-66 0,-2 0-43 16,-2 0-64-16,-2 0-74 0,-1 0-131 16,-3-9-125-16,-2 9-101 0,2-11-93 0,-5-3 97 0</inkml:trace>
  <inkml:trace contextRef="#ctx0" brushRef="#br0" timeOffset="108716.55">19311 10743 3281 0,'0'0'24'0,"0"-5"42"0,0 5 51 0,0 0 58 0,0 0 17 15,0 0-2-15,22 0-28 0,2 0-36 0,-2 0-27 16,7 0-21-16,1 9-24 0,5 1-8 0,-1-2-13 15,5-1-26-15,-2 0 6 0,-1-7-12 0,-2 8-8 16,-3-8 18-16,-4 9-13 0,-2-9-54 0,-1 0-88 0,-8 5-138 16,0-5-123-1,-16 0-209-15,12 0-179 0,-12 0-97 0</inkml:trace>
  <inkml:trace contextRef="#ctx0" brushRef="#br0" timeOffset="110619.5">21086 10721 2364 0,'4'-4'42'16,"-1"-1"56"-16,0 0 70 0,-1 0 48 0,-1 2 30 15,3 0-19-15,-4-1-30 0,1 1-21 0,-1 1-38 16,2 0-26-16,-2 2-42 0,0-2-16 16,1 2-31-16,-1 0-26 0,0 0 11 0,0 0-15 15,0 0 7-15,0 0 1 0,0 3-1 0,0 0 4 16,0 1-21-16,0 0 25 0,-3 2-20 0,3 2 13 0,-3 2 6 15,1 0-6-15,1 2 9 0,1 2-5 0,0 0-7 16,0 0-2-16,5 0 10 0,1 1 4 16,1-1 11-16,3 0 15 0,1 0 15 15,2-1-4-15,1-1 16 0,3 0-4 0,3-2-25 0,0 0 14 0,4-2 11 0,-1-2-7 16,1-1 13-16,2-2 4 0,-4-2-25 16,0-1 24-16,-6 0 11 0,1-4-12 0,-4-1-7 0,-1-3-23 15,-2 1-15-15,-4-3-7 0,1-2 10 0,-3-2 12 16,1 0-18-16,-5-1-2 0,0-2-3 0,0 0-17 15,-5 0 4 1,-1 0 7-16,-1 3-2 0,-1 0-15 0,-1 3 21 16,1 2-11-16,0 3-13 0,0 0-3 0,-1 2-8 15,-1 3-2-15,4 1 5 0,0 0 12 16,-4 3 4-16,6 2 3 0,-3 2 9 0,2 0 0 0,1 0-3 16,0 3-12-16,2-1-3 0,2 3 6 0,0 0 2 15,4-1 6-15,-1 1 9 0,4 0 3 0,2 0-22 0,2 1 2 16,0-2 4-16,2-1-8 0,3 1 20 0,-3-2-4 15,5 0-5-15,0-1 9 0,2-2-9 0,-1 0 7 16,4-1 4-16,-1-1-1 0,-2-4 9 0,-1 0 7 16,0 0-2-16,-2 0 3 0,-1-4-6 0,-2-2 6 15,-1-2 0-15,-3 0-2 0,0-2 16 0,-1-3-18 16,-3 1 7-16,0-3 2 0,-2-1-13 0,2-2 1 0,-5-1-14 16,-1-1-5-16,0 2 13 0,0-1-1 15,0 1 8 1,-3 1-2-16,-1 3-26 0,-3 3 0 0,4 3 0 0,-2 0 4 0,2 2 5 0,1 3-6 0,-1 0-8 31,1 2-17-31,2 1 6 0,-1 0 2 0,1 0-9 16,-2 0 18-16,2 4-4 0,0-3-3 0,0 2 9 15,0-1 2-15,0 1 10 0,0 1 7 0,5 0-1 0,-2-1-8 16,2 2-4-16,2 1-3 0,1-3 4 16,2 2 6-16,3-1-7 0,1 0 6 0,2-1-4 0,1 0-2 15,0-3 9-15,1 0-1 0,-2 0-7 0,2-4 5 16,-6 1 9-16,1-1-14 0,-2 0 25 0,-3-2-13 15,-1 0-3-15,-2 2 20 0,-1 0-13 0,-3 0 20 16,-1 0-7-16,0 1-23 0,0 0-2 0,0 1-19 16,0 0 0-16,-3 2 8 0,1 0-1 0,-1 0-7 15,3 0-1-15,-2 0 1 0,-1 4-12 0,2 1 21 16,-4 1-1-16,2 1-3 16,2 2 8-16,-4-1-9 0,2 3 4 0,-1 2 6 0,4-1 7 0,-1-1 2 0,1 3-9 15,0-1 7-15,6-1-2 0,-1 1-8 0,1-1 14 16,3-1-6-1,0 1-10-15,3-2 22 0,1 0-17 0,0-1 11 16,4-1 15-16,-3-1-21 0,5-2 3 0,-3 0-5 0,3 0-6 16,0-3 13-16,-3-1 9 0,1-1-5 0,-1 0-2 15,0-4-2-15,-2-2 9 0,2 1-7 16,-5-2 3-16,0-3 0 0,3-3-13 0,-4 1 23 16,-4-3 4-16,3-3-15 0,-2-2 4 0,-3-1-12 15,-2-4-11-15,-2-1 14 0,0-2-6 0,-5-2 1 16,-1-2 12-16,-2-1-2 0,0-1 8 15,0-1 9-15,-1 2 10 0,-2 1 10 0,3 1 6 0,1 5 2 0,1 2-29 16,-2 6-9-16,4 4-22 0,0 3-12 16,3 6-5-16,-1 1-9 0,1 4-5 0,1 0-5 0,0 4 23 15,0 2 8-15,0 3 7 0,0 2 7 16,0 3-13-16,0 4-1 0,0 3 12 0,0 4-8 0,1 2 1 16,2 1-2-16,2 1-4 0,2 0 5 0,-1 1 10 15,0-1 1-15,2 0 0 0,0-1 5 0,6-2-16 0,-1-2-1 16,2 0 12-16,2-2-10 0,-2-3 5 15,3-1 12 1,2-1-21-16,1-3 5 0,-1-2 8 0,2-2-3 0,0-1 12 0,-1-3 0 0,5-2 3 0,-4-2-9 16,-2-2 0-16,-1 0 12 0,0-5-18 15,-1-1 3 1,-3-2 5-16,-2-2-12 0,3-3 8 0,-7 0-3 16,4-1 1-16,-5-3-4 0,-2-3 4 0,-1 1 8 15,-2-3-14-15,-3-2-5 0,0 1 6 0,0-2-14 0,-6-2 9 16,-1 1 2-16,-1 1-4 0,1 1 7 0,0 2-1 15,-1 4-1-15,3 3-11 0,1 2-4 0,-4 6-16 16,5 2-5-16,0 2 13 0,1 3 0 0,0 0 5 16,-1 9 19-16,2 0-12 0,-3 3 9 0,1 2 8 0,2 3-12 15,-3 4 4 1,2 0 3-16,2 2-7 0,-2-1 1 0,2 2 5 0,0-2 3 0,4 1 0 16,0-1 5-16,-3-4-8 15,4 0-9-15,-2 0 15 0,0-3-4 0,2-3 7 0,-2 0 1 0,2-4-11 0,1-1 0 16,-3 0 7-1,2-3 3-15,-2-1 9 0,1-3 0 0,-1 0-18 16,0 0 13-16,3-3 1 0,0-3-6 0,-1 1 9 16,3-2-10-16,-1-3-12 0,2 0 8 0,1 0 10 15,-2-3-18-15,1 2 7 0,0-2-2 0,3 1-7 16,-2 1 11-16,-2 0 2 0,4 0-8 0,-2 2 2 16,-2 2 0-16,2 2-9 0,0 1 6 0,-1 4-4 15,0 0-2-15,0 0 11 0,1 3-15 0,1 2 9 16,1 3 9-16,2 1-11 0,-1 2 18 0,2 2-6 15,0 0-11-15,-2 1 0 0,0 1 7 0,1 2-2 0,-1-2 5 16,-3-1 1-16,1 0-2 16,-3-2-3-16,0 2-2 0,-2-2-8 0,2-1-53 0,-4-2-74 15,1 0-83-15,-2-2-91 0,1-2-39 0,-3 1-19 0,-1-2-26 16,2-1-76-16,-2-1-100 0,0-2-121 0,-8 0-128 0,-3 0 69 16</inkml:trace>
  <inkml:trace contextRef="#ctx0" brushRef="#br0" timeOffset="110848.67">21977 10537 3298 0,'0'-7'19'16,"-13"7"51"-16,13-7 72 15,0 7 50-15,0 0 6 0,0 0-23 0,0 0-51 16,0 0-28-16,21 0-26 0,1 0-20 0,2 0-23 15,6 9-15-15,5-9-3 0,1 9 0 0,3-9-42 0,1 0-81 16,1 9-120-16,-5-9-157 0,1 0-177 0,-6 0-170 16,1 0-148-16</inkml:trace>
  <inkml:trace contextRef="#ctx0" brushRef="#br0" timeOffset="110979.27">21444 10227 3768 0,'-14'0'8'0,"14"0"-8"0,0 0-60 16,0 0-96-1,0 0-99-15,0 0-181 0,0 0-136 0,14 0-180 0,8 0 57 0</inkml:trace>
  <inkml:trace contextRef="#ctx0" brushRef="#br0" timeOffset="111618.08">24133 10543 2574 0,'0'-6'67'16,"-1"-1"82"-16,1-2 60 0,0 3 51 0,-3 0 5 0,1 0-26 16,2 1-33-16,-1 1-14 0,-1-1-42 0,2 2-40 15,0 1-2-15,0 0-33 0,0 1-33 0,0 1-3 16,0 0-24-16,0 0-1 0,0 0-6 0,0 0-22 15,0 0 10-15,0 4-9 0,0 0-2 0,0 2 24 16,-3 2-19-16,1 2 18 0,1 2 17 0,-4 3-14 0,3 3 13 31,1 3-4-31,-1 0 2 0,2 1 9 0,0 3 3 0,0-1 11 0,3 1-12 16,4 0 1-16,-2-2 14 0,1 0-20 16,1-3 12-16,-2 1-3 0,2-3-22 0,-1-2 14 15,-1-2-4-15,-1-3 1 0,1 0 6 0,-2-3 4 16,-1-2 1-16,0-2 2 0,-1-1 34 0,-1-1-2 15,2-1 25-15,-2-1 18 0,0 0-23 0,1 0 2 16,-1 0-17-16,0 0-6 0,0 0-13 0,0 0-17 0,0-2-12 16,0 2-19-16,0-2 2 0,0 0-12 0,0-1-50 0,0 2-98 15,0-1-140 1,0 0-138-16,0-1-175 0,0-1-210 0,0 2-208 0,0-1-95 16</inkml:trace>
  <inkml:trace contextRef="#ctx0" brushRef="#br0" timeOffset="113808.89">23787 10162 2158 0,'0'-2'26'0,"0"-1"8"0,2 3-2 0,-2 0 1 0,0 0-27 0,0 0-1 31,0 0 3-31,0 0-8 0,0 3-1 0,0 1-2 16,4 1-1-16,-1 1 11 0,1 2 0 0,1 1-7 15,1 0-38-15,0 3-101 0,7 0-157 0,-4 0-140 16,3 1-102-16</inkml:trace>
  <inkml:trace contextRef="#ctx0" brushRef="#br0" timeOffset="113995.81">24298 10164 2405 0,'1'-1'0'0,"3"-2"2"0,-4 3 2 0,0 0-9 0,0 0 6 16,0 0 4-16,0 4-7 0,0 1 5 15,0 1 1-15,0 2-11 0,-4 2-14 0,1 1-97 16,2 2-154-16,1 1-186 0,-2-1-125 0</inkml:trace>
  <inkml:trace contextRef="#ctx0" brushRef="#br0" timeOffset="117317.43">25144 10731 1653 0,'0'0'47'0,"0"0"43"0,0 0 23 0,0 0 33 0,0 0-24 31,0 0 19-31,0 0 11 0,0 0-23 0,0 0-9 16,0 0-40-16,0 0-16 0,0 0 6 0,0 0 12 15,0 0 3-15,0 0 1 0,0 8 0 0,0-8-1 0,0 0 9 16,0 7 5-16,0-7 11 0,0 0 8 0,0 0-16 15,0 0 8-15,12 0-13 0,-12 0-8 16,13 0 2-16,0 0-10 0,-1 0-3 0,-12 0-14 16,16 0-1-16,-3 0-15 0,0-14 2 0,-1 3 4 0,-12-3-8 15,16 0-5-15,-16-1 11 0,16-2-19 0,-16-2-2 16,13-2 11-16,-13-2-19 16,0-2 17-16,0-1 6 0,0 0-2 0,0 1 6 0,0 0 7 0,0 0-7 15,0 4-7-15,0 0 7 0,0 4-25 0,0 3-5 16,0 2-2-16,-13 12-42 0,13-10 8 0,0 10-1 0,0 0-12 15,0 0 17-15,-13 0 16 0,13 0 0 16,0 20 2-16,-16-1 7 16,16 5-37-16,-14 2 7 0,14 6 11 0,0 2-9 0,0 3 19 0,0 3 0 0,0 2-20 15,0-3 9 1,0 0 12-16,0 1-17 0,0-4 15 0,16 0 2 0,-3-1-7 16,1-4 15-16,-1 0-1 0,0-4 1 15,0 1 2-15,4-4-9 0,-4-3 4 0,3 0-4 16,0-5 8-16,0-1 3 0,-4-4 33 0,1-11 19 15,-13 12-15-15,17-12 26 0,-4 0-28 0,-13 0-15 16,14 0 12-16,-14 0-25 0,15 0-1 0,-15-12-8 16,14-2-6-16,-14-3 0 0,0-1-15 15,0-3-1-15,0-1-7 0,0-3 0 0,0-1 13 0,0-1 2 0,0-2-3 16,0 2 8-16,-26-1-5 0,5-1-7 0,-2 0 12 16,-2 2-7-16,0 1-10 0,-2 1 12 0,2 3 4 15,-1 1-13-15,4 4 11 0,1 3-11 0,4 4-18 16,3 10 15-16,14-11-7 0,0 11 0 0,0 0-1 15,0 0-2-15,0 0 0 16,0 0 9-16,0 0 12 0,0 0-3 0,0 0-5 16,0 14 6-16,20-3-5 0,3 0 1 0,0 0 5 15,6 1-2-15,-1-2-3 0,2 0 4 16,2 0 10-16,-1-1-9 0,3-9 0 0,-4 11-3 16,1-11 0-16,-4 0 9 0,-2 0 0 0,-4 0 6 15,0 0-4-15,-6 0-7 0,-15 0 18 0,15 0-9 16,-15 0 6-16,0 0-2 0,0 0-11 0,0 0 5 15,0-10-5-15,0 10 3 0,0 0-5 0,0-9-1 0,0 9-4 0,0 0-15 16,0 0 11-16,0 0-12 0,0 0 14 16,0 0 3-16,0 0-11 0,-15 0 14 0,15 0-11 15,-19 12 1-15,19 0 4 0,-17 1-2 0,17-1 31 16,-13 2-19-16,13-2 2 0,0 1 3 0,0 2-39 16,0-2 35-16,0-1-8 0,0 1 2 0,0-2 13 15,0 0-8-15,0-2 10 0,19 0-5 0,-4 1-13 0,0-10 9 0,0 10-6 16,0-10-2-16,0 11 26 0,-1-11-10 15,2 0 1 1,-2 0-1-16,0 0 1 0,1 0-9 0,-1 0 7 0,-2 0 6 16,-12 0-18-16,16-14 11 0,-16 0-6 15,14 2 0-15,-14 0 6 0,0-3-16 0,0-1 3 16,0-1-2-16,0 0 10 0,0-3 2 0,0 1-10 16,0 0 7-16,-20-1-15 0,-1 1 2 15,2 1 19-15,-2 2-20 0,0 2 0 0,-1 2 4 0,2 2-16 16,0 10 6-16,3-9 2 0,2 9-4 0,15 0 4 15,-19 0 13-15,19 0-3 0,-14 0 2 0,14 0 5 0,0 11 8 16,0-2-10-16,0 3 3 0,0 0-19 16,0 0-10-16,0 1 13 0,0-1 10 0,0 2 12 0,19-1-11 15,-2 1 5-15,2-2-6 0,-1 1 2 16,4-2-2-16,1-3 10 0,-2 1-9 0,1-9-5 0,2 9 12 16,1-9-12-16,-2 0 8 0,-1 0 4 0,0 0 4 15,-5 0 4-15,4 0 0 0,-6 0-2 0,1-11-5 16,-2-1 3-16,-14-2-11 0,16-1 9 0,-16-2 0 0,14-1 4 31,-14-5-1-31,0-1 11 0,0-3-11 0,0 1 1 16,0-6 13-16,0 3-27 0,0-2 3 0,0 2-15 0,0 0 7 0,-18 2 3 15,18 5 2-15,-18 1 8 16,18 6-25-16,-12 0 2 0,12 5-3 0,0 10-7 16,0 0 32-16,-16 0-13 0,16 0 13 0,0 0 18 15,0 0-18-15,0 15 20 0,0 2-13 0,0 3-40 16,-13 3 19-16,13 2-26 0,0 1 27 0,0 4-4 15,0-4-21-15,0 3 56 0,0 0-28 0,0 0 3 0,16 0 29 16,-16-3-52-16,19-1 5 0,-2-1 26 0,-1-3-27 16,1-1 23-16,-1-1 5 0,2-2-5 0,-1-2 4 15,0-2-3-15,2-4 2 0,-1 1 6 0,1-10 2 16,-3 8 5-16,3-8-9 0,-3 0 6 0,1 0-3 0,0 0-1 16,-1 0 10-1,1 0 7-15,-2-11-8 0,0-1 4 0,0-1-8 16,-15-2-13-16,17-1 12 0,-4-4-4 0,-13-2 0 15,0-3-3-15,0-2 3 0,0-3-6 0,0-1 3 0,0-2 1 0,0 0-5 0,0 1-5 16,0 0 1-16,0 3-1 0,-19 0 4 0,5 6-1 16,14 2-4-16,-16 5 2 0,16 3-16 0,0 5 5 15,-13 8-8-15,13 0-11 0,0 0 23 0,0 0-10 32,0 0 16-32,0 0 6 0,0 14-8 0,0 1 10 15,0 5-9-15,0 0-7 0,0 4 7 0,0 2-2 0,0 1-6 16,0 1 14-16,0 1-16 0,0-1 5 0,0-1 9 0,0 0-10 0,19-1 11 15,-5-2-10-15,2 0 7 16,-2-4-2-16,2 1 3 0,-2-3 7 0,2 0-3 16,-2-3-4-16,5-2 7 0,-3-2-3 15,5-3-17-15,-5 1 22 0,2-9-7 0,0 0 4 0,-4 8 14 16,2-8-5-16,-3 0-6 0,1 0-4 0,-14 0 1 0,17 0-2 16,-2 0-2-16,-1-9 8 15,-2 0-9-15,-12 0-9 0,18-1 5 0,-5-2 2 0,-13-3-2 0,18 1 10 16,-18-1-3-16,15-2-1 0,-15 2 4 0,15 1-2 15,-15 0-2-15,0 2-12 0,13 2 12 0,-13 2 0 16,0 8 2-16,0-10-4 0,12 10-2 0,-12-8-14 16,0 8 0-16,0 0 17 0,13 0-19 0,-13 0 14 15,0 0-1-15,18 0-12 0,-7 0 11 0,-11 0 4 0,19 0-7 32,-5 0 8-32,3 10-10 0,-2-1-6 0,2 1 12 15,-3-1-11-15,3 3 17 0,-2-1 4 0,-1 1-12 16,-1 0 4-16,-13 0-7 0,14 0-9 0,-14-2 14 0,0 1-4 15,13-3 4-15,-13 1 9 0,0-9-9 0,0 9 2 0,0 0 1 16,0-9 6-16,0 9 6 0,0-9-2 16,-22 0-2-16,1 7-8 0,-3-7 2 0,2 0 3 15,-3 0-2-15,1 0 6 0,2 0-12 0,-3 0 7 16,3 0-8-16,2-11 9 0,2 3 4 0,-1-2 4 16,4 1-1-16,15-1-10 0,-18 0 11 0,18-2-8 15,-13 2-1-15,13-1 4 16,0 0-11-16,0-2-1 0,0 2 10 0,0-1-9 15,0 0 2-15,0 3 5 0,0-3-6 0,20 0 7 0,-1 1-9 0,3 0 0 16,0 2 3-16,1 0-9 0,2 1 18 0,0 8-6 0,2-10-4 16,-2 10 3-16,-1 0-13 0,0 0 9 0,-2 0 2 15,-2 0-11-15,-4 0 10 0,0 0-3 0,-5 0-20 32,-11 0 24-32,15 0-15 0,-15 0-3 0,0 10 26 0,0-1-17 15,12 0-4-15,-12 1 16 0,0 2-18 16,0 0 10-16,0 1 17 0,13 1-16 0,-13 0 9 0,0 1 2 15,14-1-11-15,-14 1 3 0,13-1 13 0,-13-1-14 16,14 0 4-16,-14 0 8 0,17-1-18 0,-3-2 8 16,1-2 13-16,-4 2-13 0,1-4 4 0,3-6 7 0,-1 9-18 15,-14-9 15-15,16 0 4 0,-1 6-11 16,-15-6 12-16,15 0-7 0,-1 0 1 16,-14 0 1-16,14 0 0 0,-14 0 0 0,16-8 1 0,-16-1 3 0,16 1-13 15,-16-2 11-15,14-1-6 0,-14-1-2 0,0-4-8 16,0 0 0-16,0-1 3 0,0-1 10 0,0-3 11 0,0 2-14 31,0-2-5-31,0 2 8 0,0 1-12 0,0 2 13 16,0 1-3-16,0 1-23 0,-14 3 19 0,14 2-11 0,0 9 6 15,0 0-5-15,0 0-15 0,0 0-8 0,0 0 6 16,0 0 9-16,0 0 0 0,0 0 15 0,0 0-8 16,0 0 4-16,0 14 7 0,0-1 5 15,0 2 4-15,0 2-14 0,0 1 0 0,0 0-4 16,19 0 4-16,-5 0 7 0,2-1-2 0,-2-1 5 15,2 0-10-15,-2-4 10 0,2 1 7 0,-2-3-14 0,2-1 1 0,-3-1 9 0,-13-8-12 16,18 7 13-16,-3-7 5 16,-15 0-14-16,15 0 16 0,-15 0-4 0,17 0-7 15,-17 0 2-15,17 0-1 0,-17-12-13 0,11-2-1 16,-11 1 14-16,0-1-4 0,0-1 6 0,0-1 9 16,14-1-7-16,-14-1-12 0,0-1 6 0,0-2 2 0,0 0-12 15,0 0 9-15,0 2 4 0,0 0-10 0,0 4 11 16,0 0-7-16,0 4-22 15,0 11 12-15,0 0-3 0,0-8-4 0,0 8 1 0,0 0-4 0,0 0-16 16,0 0 9-16,0 0 18 0,0 0-5 0,0 0 12 16,0 11-1-16,0 0 1 15,0 1 2-15,0 2 2 16,13 1-5-16,-13 1-1 0,19 0-1 0,-7-2 2 16,4 1 4-16,-2-1 4 0,2-1-7 0,0-2-7 0,1-1 8 0,1-1-2 15,1-9 4-15,0 9 15 0,0-9-5 0,0 0 9 16,-2 0-7-16,0 0-5 0,-2 0 9 0,0 0-16 0,-2 0 20 15,0 0-6 1,-13-11-14-16,16-1 9 0,-16 1-12 0,11-1 1 16,-11-1 17-16,0-1-21 0,0-1 8 0,0 0 0 0,0-1-23 15,0 0 16-15,0-2-8 0,0 3 4 0,0 1 7 16,-18 2 4-16,4 1-13 0,14 0-12 0,-16 11 0 16,2-8-9-16,14 8 11 0,-16 0 9 0,2 0-6 15,14 0 19-15,-16 0-17 0,3 15 0 0,13-1 27 16,-15 2-20-16,15 1 15 0,0 1 7 0,0 2-37 0,0-1 22 15,0 2 4-15,0 0-7 0,0 0 25 0,0-2-29 16,0 1 16-16,0-2-15 16,0-2-4-16,13 0 20 0,1-3-23 0,-2 0 26 15,4-2-29-15,-1-1-5 0,2-10 18 0,-1 9-23 16,2-9 38-16,1 0-6 0,-3 0-4 0,5 0 16 0,-2 0-21 0,0 0 18 16,-2 0-14-1,1 0-4-15,-1-12 14 0,-3 0-19 0,0-1 13 16,1 2-3-16,-4-3-2 0,-11 1 7 0,17-1-5 0,-4 0 5 15,-13 1-11-15,17 1 2 0,-2-2 4 0,-15 1-5 16,17 1 9-16,-4 1-12 16,-13 1-4-16,18 2 2 0,-2 8-7 0,-2-9 15 0,-14 9-8 0,19 0 23 15,-4 0 5-15,-15 0-13 0,18 0 13 0,-3 0-24 16,-15 0-8-16,19 0 8 0,-6 0-3 0,-13 7 6 16,17-7 0-16,-17 10-1 0,13-10-12 0,-13 8 5 15,0-8 12-15,0 0-7 0,0 0 14 0,0 0-4 0,0 0-8 16,0 0 19-16,0 0-9 0,0 0-9 15,0 0 4-15,0 0-18 16,0 0 11-16,0 0 1 0,0 0 7 0,0 0-5 16,0 0 2-16,0 0-9 0,0 0 4 0,-17-8 4 15,0 8-8-15,3 0 7 0,-5 0-9 0,-1 0-4 0,0 0 10 16,0 0 5-16,0 0-12 0,0 0 13 16,2 0-15-16,2 11 5 0,2 0-5 0,14-1 4 15,-13 1-10-15,13 0 3 0,0 2 8 16,0-2-3-16,0 0 17 0,0 0 5 0,0 0-7 15,0 0-7-15,0 0 5 0,0 0-12 0,16-1 17 0,3 0 1 16,-5-3-7-16,3-7 6 0,-1 8-3 0,1-8 2 16,1 0-2-16,-2 0-8 0,-1 0 15 0,1 0-1 15,0 0-2-15,-3 0 12 0,-13 0-16 0,18-11 3 0,-3-3 7 16,1 0 1-16,-16-1-8 16,12-2 4-16,-12-2 7 0,0-2-13 0,13-2-1 0,-13-4-9 0,0-2 9 15,0-2 5 1,0-1-4-16,0 0-1 0,0-3-16 0,0 1-10 0,0 3 27 0,-14 2 0 0,14 4-13 15,-15 4 16-15,15 2-28 0,0 5-7 0,0 6 3 16,-15 8-6-16,15 0 19 0,0 0-4 0,0 0 6 16,0 0 10-16,0 12-8 0,-13 5 14 0,13 2 1 15,0 5-13-15,0 4 13 0,0 2-21 0,0 1 8 0,0 1 10 32,0 0-31-32,0 0 29 0,14-2 12 0,-14-2-22 15,21-2 17-15,-7 0 1 0,2-4-24 0,-3 0 24 16,-1-4-18-16,-1-1-47 0,-11-4-44 0,21 0-58 0,-8-2-61 15,-1-4-76-15,1-1-110 0,-2-1-116 0,-11-5-191 16,17 0-108-16,-4 0-54 0</inkml:trace>
  <inkml:trace contextRef="#ctx0" brushRef="#br0" timeOffset="118720.4">28968 10747 1748 0,'-14'7'22'16,"14"-7"25"-16,0 0 25 0,0 0 13 0,0 0-7 15,0 0-13-15,0 0-12 0,0 0-3 0,0 0 65 0,0 0 15 16,0 0-2-16,0 0 35 0,0 0-64 0,0 0 34 15,0 0 10-15,0 0 11 0,0 0 21 0,0 0-17 16,0 0-2-16,0 0-32 0,0 0-27 0,0 0-22 16,14 0-10-16,-14 0-9 0,16 0-5 0,1-8-13 0,-2 1 7 15,0-2-3-15,-3 0 1 0,-12-2-6 16,17-2-7-16,-17-2-13 0,14-3 12 0,-14-2-10 16,0-3-11-1,0-2 10-15,0-4-19 0,0-3 6 0,0-2 1 0,0-2-9 0,0-3-6 16,0 3 6-16,-18-1-10 0,3 1 2 0,1 4 22 0,1 3-2 15,13 4 24-15,-13 5 3 0,13 4-24 0,0 4-10 16,0 4-23 0,-13 8-5-16,13 0 6 0,0 0 7 0,0 0 12 0,0 0 1 0,0 10 6 15,0 2-4-15,0 4 1 16,0 3-6-16,0 5 3 0,0 3 6 0,0 2-7 16,0 1 11-16,0 3-9 0,0-1-14 0,0 0 12 15,0 0-2-15,13-2 7 0,-13-2-6 0,17 0 5 16,-2-2-5-16,-15-2 3 0,16-1 9 0,-2-2-19 15,-1-1 17-15,-2-4-13 0,-11-1 1 0,19-2 23 16,-3-2-16-16,0-1 9 0,-1 0 17 0,0-3-25 0,0-7 13 16,-2 7 7-16,0-7-11 0,3 0 22 0,-5 0-5 15,1 0-5-15,1 0 0 0,-2 0-2 16,2-7-16-16,0-2 0 0,-1 1 8 0,-1-3-12 0,0-2 21 16,2 1-14-16,-13-3 0 0,13 1 6 0,0-3-27 15,-13 0 20-15,12-1-7 0,-12 2-11 0,0-1 25 0,0 1-15 16,0 1 1-16,0 1 10 0,0 1-15 0,0 2 2 15,0 0 1-15,0 11-18 0,0-8 0 0,0 8 9 16,0 0-8-16,0 0 14 0,0 0 5 0,0 0-10 16,0 0-1-16,0 0 3 0,0 0 2 0,0 0-1 31,0 8 14-31,0 3-1 0,0-1-11 0,0 1 10 16,0 1-16-16,0-1-7 0,0 1 16 0,0 0-11 15,0 0 24-15,0-1-1 0,14 0-2 0,-1 1 0 16,-1-1-8-16,1-4 3 0,0 0-8 0,-1 0 13 0,1-7-4 15,-4 0 7-15,4 0 14 0,-4 0-5 0,3 0 14 16,-12 0 8-16,15 0-4 0,-15 0-1 0,13-12-11 16,-1 1-18-16,-12 0-5 0,10 0 2 0,-10-2-9 15,0 1 0-15,11-2 8 0,-11-1-14 0,0 1-1 16,0 1 17-16,0 0-12 0,0 1 8 0,0 1 3 0,0 4-31 16,0 7-3-1,0 0 12-15,0 0-1 0,0 0 14 0,0 0 7 16,0 0-13-16,0 0-12 0,0 12 20 0,0 3 2 0,0-1-11 15,-12 3 16-15,12 1-14 0,0 1-13 0,0 0 18 0,0 0 8 0,0 0-1 16,0-1 1-16,0-2-3 0,0 1-13 0,0-3 7 16,0 0 14-1,12-3 2-15,1-1-2 0,0-1-9 0,-3-1 5 0,5 0-11 16,-4-8 10-16,5 6 2 0,-4-6-1 16,4 0 3-16,-1 0-2 0,-2 0 1 0,2 0-14 15,0 0 15-15,0 0-2 0,0-9 4 0,-2 1-1 16,0-2-2-16,0-1-7 0,-13-2 7 0,16 1-3 15,-4-2-9-15,-12 0 9 0,0-1-7 0,14-2 9 16,-14-2 0-16,0 1-4 0,0 0 0 0,13 0-6 16,-13 1 6-16,0 3-2 0,0 1-8 0,0 4-7 0,0 9 10 0,0-10-6 15,0 10-11-15,0 0 10 0,0 0-21 16,0 0 22-16,0 0 4 0,0 0 4 0,0 0 10 16,0 10-26-16,0 0 13 0,0 2-8 0,0 2 1 15,0 1 10-15,-14 4-6 0,14 1 7 0,-13 1 6 16,13 3-8-16,0-1 3 0,0 3 1 15,0 1-10-15,0 2 8 0,0 0 12 0,0 4-12 16,0-1 13-16,0 5-7 0,0 0-6 0,18 3 9 16,-4 2-6-16,-1 1 4 0,-1 0-11 15,-12 1 9-15,14 1-16 0,0-2 13 0,-14-1-14 16,11-2 9-16,-11-4-4 0,12-3-12 0,-12-3 21 16,0-4-9-16,0-5 16 0,0-4 3 0,0-2-8 15,0-6 4-15,0-1-13 0,0-8 15 0,0 0 0 16,0 0-11-16,0 0 17 0,-13 0-4 0,-3 0 0 0,0 0-1 0,-4-13 11 0,-4-1-13 15,-3-3 6 1,-5-2 7-16,2-5-17 0,-4-1 0 0,2-1 9 16,2 0-5-16,3-1-11 0,2-1 17 0,3 2 11 15,3 3 38-15,6 0 24 0,13 2-20 0,-11 1-14 0,11 3-29 0,0-1-10 16,0 1-2-16,0 3-9 0,21 0-4 16,2 0-1-16,7 2-10 0,4 1 4 0,5 2 6 15,4 1-15-15,0 8 24 0,2-7-5 0,1 7-9 16,-2 0 11-16,-6 0-11 0,-4 0 3 0,-8 0 2 15,-2 0-6-15,-8 0 14 0,-5 0-14 0,-11 0-3 16,0 0-79 0,0 0-89-16,0 0-84 0,0-8-113 0,0 2-74 15,-17 0-83-15,-4 0-176 0,-2 6-151 0,-2-10 2 16</inkml:trace>
  <inkml:trace contextRef="#ctx0" brushRef="#br0" timeOffset="121054.37">8009 12180 2358 0,'0'0'32'15,"0"-2"34"-15,0-3 35 0,0 3 57 0,0-3 23 0,0 3-13 0,-3-1-8 0,0 0-23 16,1 0-38-16,-1-1 4 0,0 1-1 0,1-1-22 15,-2 1 10-15,1-1-8 0,-2 0-1 0,-1 0-4 16,-1 0-10-16,2-1-10 0,-4 0-5 0,1-2-9 16,-3 3-15-16,-1-2 8 0,0 1-25 0,-5 2 7 15,3 0 2-15,-5 1-11 0,3 2 8 0,-5 0-6 16,3 0-5-16,-2 6 1 0,0 3-6 0,-2-1 7 16,4 3-6-16,-2 1-2 0,2 2-5 15,1 2-10-15,4 1 4 16,-1 1 2-16,3 1 12 0,3 0 2 0,2 1 12 0,3 1-13 15,3-2 0-15,0 2-2 0,3-1-2 16,3-1 9-16,2-1-5 0,3 0 10 0,3-1-12 0,2-2-4 16,3-1 10-16,0-2-17 0,3-2 17 0,0-2-4 15,-1 0-3-15,-2-3 12 0,0-1-5 0,-3-4 37 16,-2 0 4-16,-3 0 3 0,3-6-1 0,-6 0-27 16,0-3 1-16,0-2-2 0,1-1-7 0,-2-2-2 15,-3-4-14-15,0-1 3 0,-3-2-2 0,-1 0-4 16,0-2 12-16,0 0-6 0,0 0 20 15,-5 3 20-15,1-1 6 0,-1 3 5 16,-3 2-3-16,4 3-15 0,0 3-18 0,-1 2 3 16,2 3-21-16,0 0-19 0,3 3 10 0,-2 1-21 15,1 1 22-15,-1 0 9 0,2 5-12 0,-1 1 4 16,1 3-20-16,0-1 22 0,0 4 3 0,0 2 9 16,3 0 0-16,0 3-12 0,0-2 4 15,2 2-3-15,3-1 10 0,1 1-8 0,1-2 13 16,1-1-10-16,3-1 12 0,1-1 2 0,0-1-11 0,4-1-5 0,0-2-2 15,2-3 7-15,-2 0 7 0,3-3 16 16,1-2-19-16,-2 0-3 0,1-3-2 0,-3-1-7 0,0-3 3 16,-3-1 7-16,0 0 1 0,-4-3 2 15,-2-1 13-15,0-1 3 0,-3-1 0 0,-2-1 9 16,-2-1-5-16,-1 1 2 0,-2 0 0 0,0 0 5 0,0 2 2 16,0 3-3-16,-3 0-15 0,-1 3-13 0,1 2-16 15,2 3-15 1,-1-1 11-16,-1 3 0 0,3 0 0 0,-1 4 6 0,-1 2-4 0,0-1 11 0,1 4 4 15,1 0 1 1,0 4-8-16,-2 1 10 0,2 1-10 0,0 2-8 0,0-1 6 0,0 0-12 0,0 0 25 16,0-1-1-16,2-1 3 0,3-1-5 0,-1-2-20 15,-2-2 13 1,-1-3 12-16,2-1-3 0,-3 0 9 0,2-3 5 16,-2 0-9-16,2-2 16 0,-1 0 1 0,-1-3-14 0,2-1 1 0,1-3-27 0,0-2 6 15,1 0 4-15,0-4 6 16,5-2 7-16,-4-1-11 0,2-2 5 15,-1-2-7-15,2 1 13 0,0-2 12 0,-2 2-11 16,1 1 15-16,-1 0-8 0,0 1-1 16,0 4-6-16,-1 2-24 0,0 2 3 0,-2 3-3 0,-1 2 2 15,-1 2-7-15,1 2-9 0,-2 0 5 0,3 0 6 0,-2 6 5 16,1 0 12-16,1 3-6 0,0 1 6 0,2 2-1 16,3 2-6-16,-1 2-9 0,2 0 10 0,0 1-2 15,1 1 6-15,2-1 10 0,0-1-17 0,0 0 9 16,2 0-4-16,-1-3 8 0,5 1 2 0,-4-3-2 15,6-2 8-15,-1 0-11 0,0-2 4 0,0-2 4 0,3-2-1 16,-4-1-3-16,2-2 5 0,-4 0 8 0,3-5-3 16,-2-2 13-16,-2-1-5 0,-1-1-2 0,-1-2 7 15,-1-1 3-15,-1-1 8 0,0-2 1 0,-4 1 0 32,2-2-4-32,-4 1-5 0,-2 0-5 0,-1 0-1 15,-1 3 1-15,-1 0-15 0,0 3 3 0,0 2-5 16,-5 2-17-16,2 2 9 0,2 0-22 0,-1 3-16 15,-1 0 11-15,0 0-7 0,1 0 13 0,1 4 14 0,-1 2-4 0,1-1 3 16,-1 2 2-16,2 3-9 0,-2 0 9 16,2 2 13-16,0 2-18 0,0 0 2 0,5 0 0 15,-2 0-12-15,5 0 23 0,0-1 8 0,0 0-11 16,2-3 4-16,4 1-1 0,-1-2-6 0,4-2 11 16,-1 0 1-16,1-2-5 0,2-3 13 0,-2-2-9 15,2 0 2-15,-3-2 6 0,1-3-16 0,-4-2 6 16,3-3 4-16,-5 0-6 0,0-2 3 15,2-2-3-15,-4-1-14 0,-1-1 6 0,-2-1 4 0,-1 0 0 0,0 0 7 16,-2 2-11-16,-3 0 0 0,2 3 5 0,-2 1-2 16,0 2-3-16,0 3-1 0,0 1-17 0,0 2-15 15,0 3 8-15,-5 0-3 0,3 0 4 0,1 6 19 0,-1 2-1 16,0 3 4-16,-1 2 2 0,2 3 1 16,-2 1-1-16,3 4-5 15,0 3 6-15,0 1-8 0,4 2 13 16,-1 1-4-16,2-1-2 0,3 2 8 0,-1 3-19 15,2-2 16-15,-1 1 1 0,3 1-10 0,1 1 11 16,0 2-4-16,-1-2-2 0,1 2 14 0,0-1 0 0,0 0-13 16,-1-2 8-16,-3 0-14 0,-1-4 1 0,0-1 12 15,-2-5-15-15,-2-2 13 0,-3-3 5 0,0-4 1 16,0-1 15-16,-3-4-1 0,-2-3-3 0,-4-2 1 16,-1-3-7-16,-4 0-3 0,-5-4-6 0,-3-1-7 15,-3-5 5-15,-5-1 1 16,-2-1-5-16,-1-4 14 0,-2 0-2 0,4-1-14 15,1-1 19-15,1-2-21 0,7 2 2 0,1-1 15 0,4 0-15 0,7 0 5 16,2-1-8-16,2-1-1 16,6 1-2-16,6 2-2 0,2-2 9 15,2 3-11-15,7 1-1 0,4 2 1 0,3 2-5 0,3 3 20 0,1 0-6 0,2 2 5 16,2 3 11 0,-1-1-22-16,-1 3 23 0,-3 0-1 0,-2 2-12 15,-3-2 14-15,-6 2-17 0,0 0 1 0,-5 0 9 16,-3 0-11-16,-3 0-13 0,-2 0-43 0,0 0-74 0,-3 0-101 15,0-3-113-15,0-1-89 0,0 1-114 0,-3 0-116 0,-3-1-54 0,1-1-148 16,-1 0-30-16</inkml:trace>
  <inkml:trace contextRef="#ctx0" brushRef="#br0" timeOffset="123624.46">10461 12664 1935 0,'-4'2'8'16,"-1"-2"2"-16,2 0 18 0,0 0 24 0,1 4 5 0,-1 0 22 16,3-2-14-16,-1 1-4 0,-1 1 11 0,2-1-9 15,0-2 16-15,-2 2 7 0,2-2 30 0,0 1 36 16,0-2 9-16,0 1 30 0,0-1 7 0,0 0 8 15,0 0 32-15,0 0-1 0,0 0-29 16,0 0-26-16,0-3-59 0,0-1-54 0,0 0-28 16,0-3-25-16,0 0 6 0,0-4 2 0,0 0 8 0,2-2-4 15,1 0-1-15,0-2-1 0,2 0-9 16,0-1 5-16,2 1 6 16,0-1-6-16,1 1 2 0,0 0 1 0,4 1-15 0,-2 1 11 15,0 1-4-15,2 1-8 0,-2 1 2 0,-1 4-19 16,0 0 10-16,1 1-7 0,-2 3-5 15,0 1 19-15,-2 1-18 0,0 0 7 0,3 3-1 0,-3 3-18 16,3 1 10-16,-2 1-4 0,-1 2 5 0,5 1 10 16,-3 2 4-16,0 1 5 0,0 0-3 0,2 1 3 15,-3 1-15-15,1-1 16 0,2 1-8 0,0-2-5 16,0 1 13-16,0-1-9 0,0-1 5 0,3-1 0 16,-2 0 7-16,2-2-6 0,-2-3-2 0,3 1 7 0,-3-4 1 0,3-1 22 15,-4-1 21-15,1 0 12 0,3-2-7 16,-3 0-25-16,-1-5-5 0,2-2-23 0,-2-1 3 15,0-1 1-15,0-2-3 0,0-2 10 0,-4-2-13 16,2 1 5-16,-3-2-11 0,-2-2 12 0,0 1 3 16,0-1-2-16,-3 1 3 0,0 1-12 0,0-1 7 15,-4 3 13 1,-1 3-10-16,0 0 1 0,1 1-3 0,0 5-11 16,0 0-8-16,0 1 4 0,3 3-15 0,-2 0-1 15,1 1 10-15,0 0-9 0,-1 0 8 0,2 6 7 16,-4 1 1-16,2-1 6 0,1 4-3 0,-1 0-7 15,0 1 3-15,0 1 2 0,1 1 0 0,2 0 6 16,0 0-8-16,0 0-2 0,5 0 16 0,1 0-7 0,-1-1-2 16,4 1 20-16,1-2-20 0,1 0 4 0,2 0 9 15,1-1-10-15,3-3-3 0,1 1 7 0,1-1 1 16,3-2-2-16,-3 0 11 16,5-4-12-16,-2 1 4 0,-2-2-2 0,-1 0 4 0,0-4 9 0,-4-3-23 15,0 1 11-15,-2-3-2 0,-1 0-7 0,-2-1 24 16,-2-1-14-16,0 0-1 0,-1-1 8 0,0-2-15 15,-2 1 2-15,-2-1-3 0,-1 2-9 0,-1-2 12 0,-1 2 0 16,0 1 2-16,0 2 3 0,-5 1-9 0,1 1 8 31,0 2-8-31,1 2-11 0,0 1 2 0,0 1-18 0,0 1 13 0,1 0 2 0,-1 0 0 16,0 5 4-16,1 1-10 0,-1 1 20 0,0 1-8 0,1 1 15 31,-1 0-8-31,1 2-7 0,1 1 19 0,1 0-20 16,0-1 23-16,5 0-18 0,0 1 0 31,1 0 17-15,0-2-18-16,5 2 14 15,0-4-11-15,3 1-9 32,1 0 16-32,2-1-12 0,2-1 6 0,0-3 12 0,5-1-13 15,-2 0 22-15,2-3-10 0,1 0-10 0,-3-5 7 0,0 2-15 0,0-3 4 0,0-2 11 0,-5-2-4 0,1 0 2 0,-5 1 1 0,1-3-2 0,-3-1-7 0,-3 0 3 0,0 1 4 0,-2-1-11 0,-4-1 4 0,1 2 4 0,-3 0-15 0,0 2 11 16,0 1-2-16,-3 2-3 0,0 1 0 0,-1 1-19 0,0 5 5 0,-1 0-1 15,2 0 1-15,-2 0 21 0,1 4-9 0,-1 1 2 16,1 3 0-16,-3-1-2 0,2 3 5 0,2 2-8 16,0 0 17-1,-1 0-5-15,3 1-2 0,-1 1 15 0,2-1-18 16,0 0 7-16,0 0-10 0,0-2-4 0,0-1 15 16,0-3-10-16,3 0 18 0,-1-2-5 0,0-2 2 15,-1-1 14-15,1-2-15 0,1 0 7 0,0 0-4 16,-1-5-13-16,5 0 1 0,-2-2 9 0,0-2-14 0,0 0 6 15,3-2 11-15,1-1-16 0,-1 0 5 16,0 0-4-16,1-2-7 0,-2 1 4 0,1 1-3 16,-2 1 4-16,3 1 11 0,-4 0-10 0,2 4 4 0,-3 0-12 15,4 1-6-15,-3 1 6 0,1 2-5 16,-1 2 15-16,0 0-11 0,0 0 10 0,0 4-1 0,2 3-1 16,-1-2 4-16,2 2-16 0,-1 3 6 0,-1 0 2 15,3 1 0-15,-2 1 13 0,-1 0-7 0,-1 0 6 16,3-1 7-16,-4 0-4 15,3-1 12-15,-2 0-12 0,-2-2-5 0,3 0 3 0,-1-2-9 0,-1-1 17 0,0-1 8 16,-1-1-10 0,3 0 8-16,-2-3-8 0,0 0-2 0,4-4 4 15,-2-2-8-15,1 1-15 0,2-4 9 0,-1 0-2 0,2 0 5 0,-1-3 8 0,2 0-19 16,-3 0 2-16,0-1 11 0,0 1-9 0,1 0 18 16,-1 1-12-16,-3 1-10 0,0 2 11 0,1 1-10 31,-1 1 8-31,-1 2-7 0,0 1-8 0,-3 2 0 15,1 0 0-15,0 1-4 0,-1 0 12 0,2 4 1 0,-1 1-3 16,1 1 16-16,2 1-3 0,1 1-9 0,0 1 7 16,1 1-1-16,-1 2 4 0,3 0 0 0,-1 0 5 15,0 0-12-15,2 0 3 0,-1-1 16 0,2-1-11 16,2 0 10-16,1-2-5 0,-1-1-1 0,3 0-7 16,-2-3 2-16,2 0 8 0,-2-4-9 0,0 0 16 15,2 0-6-15,-2-5-8 0,-3-2 3 16,2-2-9-16,0 0 0 0,-4-2 5 0,2-2-8 0,-3 1 3 0,0-4 11 15,-1 0-13 1,-4-1 10-16,3-1 4 0,-3-3-13 0,-2 0 8 0,1-1-4 0,-2-1 0 0,0 0 4 16,0 0 2-1,-5-2 4-15,-4 1 8 0,4 0 6 0,0 4-7 0,-1 0 9 0,0 2-8 0,1 4-10 16,1 4-4-16,-1 0-18 0,1 4-13 16,3 3-11-16,-1 3 7 15,2 0 1-15,-3 0 19 0,3 7 10 0,-2 1-11 16,-1 3 12-16,3 3-11 0,-1 3-3 0,1 1 22 15,0 3-17-15,0 2 13 0,4 0 11 0,1 2-22 16,2-1 11-16,-1 0-7 0,3 1-2 0,-1-2 4 16,0-1-1-16,3 0 9 0,0-2-6 0,-1-1 7 0,2-2-6 15,0-1-5-15,0-1-1 0,1-2 7 0,0-4-5 16,1 0 15-16,-3-2-1 0,2-3-9 0,-1 0 11 0,1-4-13 16,-1 0 11-16,-1-4 0 0,-1-2-5 15,2-1-3-15,-2-3 0 0,0 0 0 0,0-4-4 16,-1 0-3-16,-1-1-10 0,-2-2 5 0,1 0 12 15,-2-1 0-15,0 0-2 0,-2 0 0 0,-1 1-5 16,0 1-7-16,-1 1 9 0,-1 3-3 0,0 3 1 0,0 0 2 16,0 3-18-16,0 1-11 0,0 3 1 15,0 2-6-15,0 0 12 0,0 0 12 0,0 5-8 16,0 2 13-16,0 0 5 0,0 3-2 0,0 1 9 0,0 2 1 16,0 2-13-16,3 1 14 0,3 0-6 0,-1 1-10 15,0-1 3-15,3 1-5 0,0-2 5 0,1-1 17 31,1 0 0-31,-1-3 6 0,4 0-10 0,-2-4-5 0,5 1 8 16,-2-4-11-16,3 0 5 0,1-2 11 16,2-2-7-16,4 0-3 0,-3-3 6 0,-1-4-7 0,2 2-1 15,-2-5 7-15,-2 0-2 0,-3-2-11 0,0-1 2 16,-3 0 3-16,-2-3-7 0,-2-1 7 0,0 0 1 16,-4 0-10-16,-1 0 4 0,-3-1 0 0,0 1-7 0,-5 1 5 15,0 1 1-15,-3 2-9 0,2 2 11 0,-2-1-8 16,0 4-8-16,-2 2-1 0,-2 2-6 0,2 2 6 15,-1 2 3-15,-1 0 0 0,-1 6 2 0,-1 0-1 16,0 4-4-16,0 0 11 0,1 4 3 0,3 1-4 16,-1-1 17-16,3 4-3 0,4 0-8 0,4 0 15 15,0 1-20-15,0 0 4 0,6 0 8 0,2-1-18 16,4 1 11-16,1-2 3 0,1 0 5 0,2-3 7 16,1-1 6-1,1 0-16-15,4-4 1 0,0 0-2 0,-1-4-4 16,4 0 15-16,-1-3-7 0,3-2-4 0,1 0 16 15,0-5-11-15,-1-2 5 0,2 0 15 16,-4-3-26-16,1-2 7 0,-3-1 2 0,-1-2-8 0,-4-1 5 16,1-1-3-16,-5 0-12 0,0-2 4 0,-3 0 5 0,-3-1-6 15,0 0 9-15,-5 0-12 0,-3 0 5 0,0 1 2 16,0 0-2-16,-5 2 5 0,-1 2-16 0,-2 2-6 16,0 2 3-16,0 1-13 0,-2 5 2 0,0 1-5 15,0 4 6-15,-2 0 16 0,2 0-5 0,1 5 12 16,-4 1-7-16,2 4 0 0,3 0 4 0,-1 1 2 15,1 2 2-15,3-2 2 0,2 1-1 0,3 1-6 16,0-1 10-16,0 0-12 0,5-2 9 0,1 1 2 16,0-2 6-16,5-1 8 0,-1-2 2 0,3-1-2 15,2-1-5-15,0-4 11 16,3 0-6-16,0 0 17 0,-1 0 2 0,2-4 7 0,0-1 7 16,-1 1-20-16,-1 0 5 0,-3 0-29 0,-1-1 3 0,-1 2 1 0,-4 2-21 15,0-1 10 1,-3 2-13-16,1 0-1 0,-3 0 16 15,-1 0-12-15,1 3 6 0,2 3 4 0,-2 0-4 16,2 2 10-16,-2 0-9 0,3 2 11 0,1 1-9 0,-1 1 2 16,-1 1 11-16,0 1-28 0,2 0-32 0,-2 0-48 15,1 1-69-15,-1-1-47 0,0-2-60 0,0 1-55 16,2-1-81-16,-2-2-149 0,-1-1-133 0,0 0-192 16,0-1-93-16</inkml:trace>
  <inkml:trace contextRef="#ctx0" brushRef="#br0" timeOffset="124925.75">14631 12466 3312 0,'0'0'55'0,"0"0"37"0,0 0 35 0,0 0 53 0,0 0-19 16,0 0-20-16,0 0-26 0,0 0-45 0,0 0-34 16,0 0-7-16,0 0 13 0,-19-6-7 0,6 6 6 15,-1 0-1-15,-2 0-30 0,2 0-4 0,-5 0-3 16,2 0-20-16,1 0 16 0,0 8 8 0,3 2-3 0,2 0 9 15,11 2-13-15,-14 0 0 0,14 0-1 0,0 3 4 16,0 1 10-16,0 0 3 0,0 2 12 0,0-1 3 16,0 2 18-16,19-1 2 0,0 0-5 0,3 0 10 15,0-1-29-15,2-1 2 0,-2-1 1 0,2-1-13 16,1-2 10-16,0-12-7 0,-4 11 25 0,1-11 14 16,0 0 6-16,-1 0 9 0,-4 0-29 0,1 0-17 15,-6-13-6 1,-12-1-21-16,18-2-2 0,-18-4 0 0,0-2 3 0,0-2 1 0,0-1 7 15,0-1-7-15,0-3-9 16,0 1 8-16,-18 2-18 0,2 1 15 0,-2 2 0 16,0 1 0-16,2 5 3 0,-1 1-3 0,1 3-13 15,16 4 9-15,-19 2-10 0,19 7 3 0,-16 0 16 16,16 0-26-16,0 0 24 0,-14 0-7 0,14 0-4 0,0 13 5 16,0 0 14-16,0 1-12 15,0 1 4-15,0 1 8 0,0 1-24 0,0 0 16 0,14 1 1 0,2-1 1 16,-2-2 0-16,1 1 3 0,2-1-3 0,-1-3 11 15,1-3-3-15,2-1-4 0,0-8 0 0,2 0-15 16,0 0 11-16,-3 0-11 0,4 0 7 0,-4 0-1 16,1-13 9-16,-3-1 2 0,-1-2-7 0,0-2 3 15,-1-1-12-15,-3-1 2 0,-11-1 12 0,16-3 13 0,-16 0-4 32,12-1 20-32,-12-1 17 0,0 0 5 0,0 1 27 0,0 0-25 0,0 0-14 0,0 3-2 0,0 4-27 31,0 3-4-31,0 2-2 0,0 3-29 0,0 10-2 15,0 0-1-15,0 0-16 0,0 0 14 0,0 0 3 0,0 0 14 16,-12 17 7-16,12 4 6 0,0 1-13 16,-14 3 3-16,14 4-2 0,0 4-8 0,0 4 22 0,0 1-14 15,0 3-5-15,0 1 22 0,0 3-8 0,0 1 10 16,0 1 12-16,0 1-25 0,14-2-3 0,-2 2-3 16,-2-3-7-16,2 0 8 0,1-4 4 0,-2-3-2 15,3-3-1-15,-1-2 2 0,3-4 6 16,-2-2-1-16,4-5 10 0,-4-4 3 0,3-4 7 0,-1-2 30 0,1-4 15 15,1-8 25 1,-4 0 18-16,3 0-5 0,-2 0-8 0,2 0-34 0,-3 0-10 0,3-16-28 0,-4 1-5 16,-1 0 1-1,-12-3-17-15,15-4 16 0,-15 0-21 0,0-5 4 0,0-2-8 0,0-2-14 0,0-2 22 16,0-2-16-16,0-1 7 0,-17-2 1 0,-1 1-22 16,-5 3 19-1,-1 1 0-15,-4 3-14 0,-4 1 21 0,0 2-8 0,1 5-2 16,-1 3 13-16,2 5-22 0,3 0-8 15,3 4 2-15,2 3-28 0,5 7 5 0,4 0 3 16,13 0-12-16,0 0 32 0,0 0 5 0,0 0 4 16,0 0 21-16,0 0-12 0,0 10-2 0,0 0 10 15,19-1-13-15,2 0 12 0,6 0 9 0,3 0-7 16,5-1 4-16,3-8 5 0,2 11-14 0,0-11 4 16,-2 10 12-16,-3-10-11 0,-3 9 10 0,-4-9-2 0,-6 0-12 15,-5 0 0-15,-17 0-17 0,15 0-50 16,-15 0-59-16,0 0-118 0,0 0-116 0,0 0-106 0,0 0-176 0,0 0-118 15,0 0-152-15,-22 0-92 16</inkml:trace>
  <inkml:trace contextRef="#ctx0" brushRef="#br0" timeOffset="125760.87">16511 12367 2783 0,'0'-7'40'16,"0"-3"38"-16,0 1 55 0,0 0 53 0,0 0 14 16,0 2 16-16,0 7-10 0,0-7-28 0,0 7-28 15,0-5-38-15,0 5-32 0,0 0-20 16,0 0-12-16,0 0-25 0,0 0-5 0,0 0-8 15,0 0-9-15,0 0 15 0,0 0-3 0,-16 0 2 16,16 11 7-16,-19 0-2 0,2 0-5 0,4 2 2 16,-1 3 4-16,0-1 0 0,14 2 6 0,-16 1 5 15,0 1-4-15,16 0-2 0,-13 2 1 0,13 0 8 16,0 1-9-16,0 1 2 0,0-2 21 0,0 2-6 0,0 0 3 16,0 1 25-16,0-2-31 0,0 0-2 0,16-2 13 0,3 2-22 0,-3-3 27 15,5-2 9 1,-3 0-13-16,3-1 25 0,0-3-23 0,2-4-1 15,-2-9 20-15,1 11-1 0,0-11 2 16,-3 0 12-16,2 0 4 0,-3 0-5 0,0 0 23 16,-1 0-25-16,-2 0-16 0,-1-13-17 0,-3-1-34 15,3-2 12-15,-14-2-17 0,11-2 2 0,-11-1 4 0,12-1-26 16,-12-2 10-16,0-1-4 0,0-1-1 0,0 1 16 16,0-1-12-16,0-1 2 0,0 1-3 0,0 1-1 15,-17-1 7-15,2 4-11 0,0 0 7 0,1 3-10 16,0 2-4-16,-2 2 12 0,4 3-16 0,-4 3 15 0,3 9-3 15,2-7-24-15,-3 7-11 0,1 0-49 0,-1 0-30 16,3 0-12-16,-2 0-17 0,13 9 21 0,-19 1-28 16,4 0-8-16,15-1-29 0,-16 3-21 0,16-1 11 15,-16 0-16-15,16-1-26 0,0 0-71 0,0-1-39 16,0 1-16 0,0-3-41-16,0 0 24 0,0 1-40 0,0-8-64 15,0 7-63-15,0-3 68 0</inkml:trace>
  <inkml:trace contextRef="#ctx0" brushRef="#br0" timeOffset="126106.9">17031 12263 3941 0,'0'-5'23'0,"0"-2"15"0,0 7 11 0,0 0 2 0,0 0-31 16,0 0-14-16,0 0-9 0,0 0-11 0,0 0 10 15,0 0-2-15,0 0-5 0,0 0 26 0,0 9-18 16,0-1 6-16,0 0-1 0,0 3-70 0,0 2-62 0,0-1-94 16,0 1-101-16,0 0-107 0,0 1-51 0,0 0-80 15,0 1-134-15</inkml:trace>
  <inkml:trace contextRef="#ctx0" brushRef="#br0" timeOffset="126609.09">17090 12693 2034 0,'0'8'23'16,"0"-8"39"-16,0 0 90 16,0 9 28-16,0-1 12 0,0-1 5 0,0-7-60 15,0 9-11-15,0-2-14 0,0 1 8 0,0-8 17 16,0 9 20-16,0-9 17 0,0 8-14 0,0-8-3 15,14 0-5-15,-14 0 4 0,0 10-31 0,16-10-12 16,-16 0-28-16,14 0-24 0,-14 0 3 0,14 0-33 16,-14 0-1-16,13-14-14 0,-13 1-14 0,15 0 11 15,-15-1-13-15,15 0-5 0,-15 0 16 0,15-1-17 16,-15 0 18-16,0-2-3 0,0 2 1 16,13-3 5-16,-13 1-8 0,0 0-5 0,0 1-17 0,0 0 19 15,0 2-10-15,0 0 8 0,-16 2 4 0,16 1-24 16,-17 4 5-16,17 7 1 0,-14-7-5 0,14 7-1 15,0 0 8-15,-14 0 1 0,14 0 6 0,0 0 1 16,0 0 2-16,0 0 0 0,0 13 3 0,0-1 17 0,0 1-18 16,0 0-2-16,0 1-6 0,0 1-8 15,0 1 14-15,17 1 1 0,-3-2-3 0,0 2 8 16,2-2 5-16,3 1-7 0,-1 0 5 0,1-1-4 0,-2 0-7 31,0-1 12-31,1 0 3 0,-4 0-19 0,2-2 4 0,-16 0 5 0,12 0-3 0,-12-1 9 0,0-2 15 31,13-9-19-31,-13 11-10 0,0-11 9 0,0 9-8 16,0-9 10-16,0 0 19 0,0 9-2 0,0-9-14 16,-17 0 0-16,-2 9-7 0,1-9-3 0,-1 0-35 15,1 0-39-15,-3 0-64 0,0 0-106 0,1 0-99 0,-1 0-87 16,2 0-160-16,2 0-109 0,-1 0-97 16,4 0 38-16</inkml:trace>
  <inkml:trace contextRef="#ctx0" brushRef="#br0" timeOffset="127672.68">18282 12634 2724 0,'0'-9'34'16,"0"-2"55"-16,0 2 27 0,0 0 45 0,-16 2-24 0,16 0-24 0,-13 2 12 16,13 5-29-16,-14 0 4 0,14-5-27 0,-14 5-32 15,14 0-8-15,-16 0-1 0,5 0-4 0,11 0 4 16,-16 0-9-16,2 10-8 0,3-2 10 0,11 2-10 16,-18 1 21-16,1-1 1 0,17 3-13 0,-14 1 5 15,14 0-8-15,-16 3 4 0,16-2 18 0,0 1-1 16,0 1 4-16,0 1 7 0,0-1-5 15,0-1 21-15,0-1-3 16,0 0-6-16,0-1 8 0,17-1-14 0,-1-1 2 16,0-1 0-16,4-1-16 0,-2-1 2 0,4-9 4 15,0 10 0-15,-3-10 19 0,3 0 5 0,0 0-16 0,-2 0-7 16,-2 0-5-16,0 0-6 0,-2 0-6 0,-1-12 0 16,-2-2-8-16,0-1-12 0,-13-2-6 0,16-1 11 15,-16-2-16-15,9 0-2 16,-9-2 14-16,0-2-24 0,0 2 18 0,0-2-7 15,0 3-3-15,0-1 9 0,-13 4-13 0,-4 0 7 0,1 3-8 0,1 1 3 16,-2 3-3-16,0 4-6 0,1 7-3 0,-1 0-8 16,-2 0 17-16,5 0-1 0,-1 0 14 0,1 0 5 15,14 10-12-15,-16 2 0 0,2 2 3 0,14-2-7 0,0 1 7 16,0 2 7-16,0-1-5 0,0 1 1 0,0-1-6 16,0 0 6-16,0 0-4 0,0-1 16 0,0-1-4 15,22 0 1-15,-4-2 12 0,2-1-14 0,2-9-12 16,2 0 2-16,0 9-1 0,3-9 5 0,-2 0 11 15,4 0 3 1,-1 0-6-16,-1 0-1 0,-2-11 2 0,-2 1-2 16,0-2 9-16,-3-1 2 0,-3-2 6 0,-2-2-16 15,-4 0-4-15,-11-1-6 0,18-1-3 0,-18 0 12 16,0-1-8-16,0 1 0 0,0-1 2 0,0 1-8 16,0 2 2-16,0 1 12 0,0 2-11 0,0 2-14 15,-21 1 3-15,8 5-15 0,-2 6 1 16,15 0 25-16,-19 0-9 0,4 0-3 0,3 0 13 15,12 0-16-15,-16 0 6 0,16 13 14 0,-16 0-6 0,16-2 5 0,0 2-10 16,-14 0-5-16,14 0 11 0,0 0-5 0,0 0 13 16,0 0 7-16,0-1-8 0,0 0 0 0,17-3 8 0,-2 1-8 15,-1-10-12-15,0 10 12 0,3-10-6 0,-1 0 1 16,3 0 22-16,-3 0-15 0,3 0 14 0,-3 0-5 16,1 0-18-16,-1 0 27 0,0 0-10 0,-5-12-3 31,-11 3 26-31,17 9-22 0,-17-8-10 0,13 8 18 0,-13-8-21 15,0 8-8-15,0 0-2 0,0 0-20 16,0 0 1-16,0 0 29 0,0 0-22 0,0 0 15 0,0 0-1 16,0 0 1-16,0 0 16 0,0 14-18 0,0 0 10 15,0 0-17-15,16 1 11 0,-16 1 16 0,0 1-14 16,14 0 11-16,-14 1-7 0,0-1-2 0,16 1 18 16,-16-1-32-16,14-2-1 0,-14-1-62 0,21 1-79 15,-9-2-63-15,4-1-88 0,-5-1-46 0,3-4-71 16,-1 1-63-16,-2-8-105 0,-11 0-76 0,19 0-89 15,-3 0 50-15</inkml:trace>
  <inkml:trace contextRef="#ctx0" brushRef="#br0" timeOffset="127978.4">19295 12451 4270 0,'0'-6'30'15,"0"0"13"-15,0 6 14 0,0 0 8 0,0 0-31 0,0 0-22 16,0 0-5-16,0 0 5 0,0 0 20 0,11 0 60 16,-11 8 0-16,0 1-1 0,0 1 13 0,13 4-40 15,-13 2 9-15,12 0-11 0,-12 4-21 0,0 1 0 0,13-1-10 16,-13 3-3-16,0-1-1 0,13 3-5 0,-13-2 8 16,0 2 8-16,13-1-5 0,-13-2 8 0,0 0-21 15,12 1-8-15,-12-3-7 16,0-1-11-16,14-1-3 15,-14-2 5-15,0-2 5 0,0-1-13 0,13-2 10 0,-13-3-5 0,0-8-3 0,0 11 5 16,0-11-6-16,14 0-42 0,-14 0-40 16,0 0-81-16,0 0-95 0,0 0-106 0,0 0-125 0,0 0-122 15,0-11-95-15,0 1-51 0,0-3-4 0</inkml:trace>
  <inkml:trace contextRef="#ctx0" brushRef="#br0" timeOffset="128225.14">19550 12180 3592 0,'0'-5'38'0,"0"-2"41"0,13 1 7 0,-13 6 13 0,0 0-40 16,0 0-50-1,0 0-8-15,0 0 0 0,0 0-11 0,0 0 6 16,0 0 5-16,0 0-16 0,0 9 18 0,0 0 4 15,0 3-2-15,0 1-4 0,0 3 5 0,0-1-4 0,0 2 4 16,0 0-1-16,0 0-14 16,0 1-51-16,0 0-105 0,0 0-114 0,0 0-170 0,0-1-132 15,0 0-94-15,0-2-34 0</inkml:trace>
  <inkml:trace contextRef="#ctx0" brushRef="#br0" timeOffset="128626.61">19868 12603 3074 0,'0'0'26'0,"14"0"50"0,-14 0 62 0,0 0 64 0,0 0 16 16,0 0-19-16,0 0-24 0,0 0-50 0,0 0-20 16,0 0-19-16,0 0-38 0,0 0-13 0,0 0-25 15,0 0-8-15,0 0-2 0,0 0-5 0,0-7 6 16,0 7 5-16,0-7-11 0,0 7 5 0,-19 0 1 15,6 0-24-15,13 0 14 0,-19 0-3 0,5 0-10 16,14 0 16-16,-14 0-6 0,14 0-7 0,0 0 15 16,-15 7-5-16,15-7 8 0,0 8 11 0,0 0-11 15,0-1 10-15,0 2-6 0,0-2 9 0,0 3 3 16,0-1-7-16,16 1 16 0,-3 0-15 0,1 0-4 16,1 2 5-16,0 0-3 0,1 1 5 0,-2-1 2 15,2 0 0-15,0 2-6 0,-2 1 17 16,0-2-1-16,-1 0-16 0,-13-2-1 15,14 2-18-15,-14 0-6 0,15-2 14 16,-15-1 10-16,0 1-6 0,0 0 9 0,0-1 6 16,0-1-8-16,0-1-3 0,0 1 6 0,-16-2 1 15,0-7 0-15,-2 10 7 0,-4-10-10 0,-1 9-8 16,-2-9 1-16,-4 0-39 0,-1 0-79 0,0 0-111 0,-2 0-117 16,-1 0-99-16,2 0-142 0,1-12-100 0,1 0-147 15</inkml:trace>
  <inkml:trace contextRef="#ctx0" brushRef="#br0" timeOffset="130384.06">21151 12401 3222 0,'0'-5'63'0,"0"0"66"0,0 5 51 0,0-7 46 0,0 7-28 0,0 0-43 0,0 0-48 16,0 0-58-16,0 0-41 0,0 0-21 0,0 0-2 16,0 0 13-16,0 0 11 0,0 0-10 0,0 0 11 15,0 0-5-15,0 0-10 0,0 0 17 0,0 12-20 16,0-3 9-16,0 3-1 0,0 0-4 0,0 0 8 16,0 1-2-16,0 1 12 0,0 1-11 0,0-2-5 15,0 1 7-15,0-1-5 0,0 0 24 0,13 0 24 16,-13-1-13-1,17 0 10-15,0 0-7 0,0-1-11 0,0-1 14 16,4 0 12-16,1-3 1 0,0-7 0 0,0 10-12 0,-1-10 0 16,1 0 11-16,-6 0 9 0,-1 0 28 15,-15 0 1-15,20 0-12 0,-7 0-9 0,-13 0-22 16,13-12 1-16,-13 2-9 0,0-2-6 0,14-2 18 16,-14 0-21-16,0-2 6 0,0 2-29 15,0 2-21-15,0-3 4 0,0 2 4 0,0 2 22 0,0 1-8 16,0 3-10-16,0 7-6 0,0-7-1 0,0 7 26 15,0 0-5-15,-14 0 1 0,14 0-5 16,0 0-21-16,0 0-3 0,0 0-1 0,-13 0 4 0,13 13 13 16,0-1-6-16,0 0 4 15,0 0 9-15,0-1-14 0,0 2 17 0,0-1 5 0,0 0-13 0,0 0-1 0,0 0-3 16,0 0-9-16,17-2 18 0,0 0 11 0,-1 0-10 0,3-2 4 16,-1-8-5-1,3 10-34-15,0-10 19 0,1 0 3 16,-3 0-6-16,1 0 23 0,-4 0-1 0,3 0-14 0,-3 0 10 0,-16 0 2 0,16-14-10 0,-3 2 14 31,-13 0-20-31,12 0 12 0,-12 0 9 0,0-2-17 16,0-2 10-16,0 0-6 0,0 0-7 0,0 0 9 15,0 1-4-15,0 2-8 0,0 0 11 0,0 3-4 16,0 1 0-16,-16 1 4 0,16 8-6 0,0-8-12 16,-12 8 10-16,12 0-6 0,0 0 5 0,0 0 4 15,0 0-18-15,0 0 5 0,0 0 0 0,0 0 1 16,0 0 24-16,0 0 0 0,0 0-9 0,0 0 14 15,0 0-11-15,14 0-5 0,2 8 6 16,0-8-2-16,-1 10-14 0,6-10 13 0,-5 0 2 0,2 8-10 0,0-8 13 0,-1 0-1 16,-4 0-4-1,3 0 7-15,-3 0-3 0,-13 0 3 0,12 0-2 0,-12 0 14 0,0 0 9 16,11-8 0-16,-11 8 11 16,0-7-8-16,0 7-1 0,0 0-13 0,0 0-4 0,0-7-17 0,0 7-7 0,0 0-2 15,0 0-8 1,0 0 10-16,0 0-5 0,0 0 1 0,0 0 7 15,0 0-6-15,0 0 9 0,0 12 0 0,0-1 3 16,0-1 0-16,0 2-1 0,0 0 11 0,0 1-19 16,0 1 8-16,0 0 13 0,0 0-9 0,0 0 1 15,0 0 6-15,0 0-13 0,0-3-6 0,15 0 24 16,-3-1-5-16,-1-1-10 0,5-1 22 0,-2-8-17 16,3 10-3-16,-2-10 18 0,4 0-16 0,-5 9 2 15,3-9 11-15,-1 0-10 0,-2 0 4 0,2 0 2 0,-3 0-13 16,-13 0 6-16,17-14-3 15,-3 0-2-15,-14 1 5 0,17-3-8 0,-17-1 15 16,15-2-3-16,-15 1-7 0,0-4 7 16,0 0-17-16,13-2 0 0,-13-3 16 0,0 1-10 0,0-1 11 15,0-2 4-15,0 1-8 0,0-1 15 0,0 3 5 0,0 0 5 0,-13 3 5 16,13 3-10 0,-15 4-11-16,15 4-7 0,0 2-21 0,-13 10-5 15,13 0-11-15,0 0-12 0,0 0 20 0,0 0 1 0,0 0 2 0,0 0 18 16,-14 16-13-16,14-1-1 0,0 4 13 0,0 2 0 15,-15 1-3-15,15 3 12 16,0 1-8-16,0 1-10 0,0-1 19 0,0 0-14 16,0 0 8-16,0 0 4 0,0-3-10 0,19 1 17 15,-3-2-7-15,1-1-2 0,1-2 9 0,2 0-6 16,1-4 6-16,1-1 0 0,0-2-2 0,2-2-4 0,-2-10 1 16,0 7 4-16,0-7-2 0,0 0-1 0,-1 0 1 15,0 0-2-15,-3 0-5 0,2-11 8 0,-5-2 3 16,1-2-4-16,1-1-2 0,-4-1 1 0,3-2-7 15,-3-1-2-15,-4-1 10 0,-9-1-10 16,17-1-1-16,-17-1 12 0,13-1-13 0,-13 0 13 16,0-2 2-16,0 2 1 0,0 2 7 0,0-1 4 0,0 5 11 0,0 2-23 15,0 4-1-15,0 2-23 0,0 11-25 16,0-8 15-16,0 8-10 0,0 0 6 16,-14 0 9-16,14 0-5 0,0 12-1 0,-16 0 10 0,16 2 5 0,-16 3 0 15,16 3 10-15,0-1-8 0,-14 3-6 0,14 2 9 16,0-2-4-1,0 2 8-15,0 1 7 0,0-1-13 0,0-1 21 0,0-1-10 0,14 0-4 0,-14-2 8 32,16-1-18-32,0-2 16 0,-3-1-9 0,1-3-5 15,0-1-21-15,0-1-45 0,1-3-24 0,-2-8-51 0,0 10-1 16,1-10-24-16,-14 0-9 0,16 0-25 16,-4 0-80-16,-12 0-83 0,12 0-128 0,-12 0-157 0,0-10-132 0,0 0-122 15,0-2 122-15</inkml:trace>
  <inkml:trace contextRef="#ctx0" brushRef="#br0" timeOffset="130569.1">21626 12166 3602 0,'0'0'-9'0,"0"0"10"16,0 0 1-16,0 0-8 0,0 0 5 0,0 0-1 0,0 0-12 15,0 0-30-15,0 0-71 0,0 0-89 0,0 0-183 0,0 0-214 16,0 0-175-16</inkml:trace>
  <inkml:trace contextRef="#ctx0" brushRef="#br0" timeOffset="133632.41">23817 12579 1711 0,'0'-7'50'0,"0"1"36"0,0 6 20 16,0-6 27-16,0 6-25 0,0-5 44 0,0 5 2 16,0 0-26-16,0 0-5 0,0 0-74 0,0 0-6 15,0 0 34-15,0 0-24 0,0 0-4 0,0 0-21 16,0 0-34-16,0 0 15 0,0 0-11 0,0 0 5 16,0 0 1-16,0 0-6 0,0 0 6 0,0 0 11 15,0 7 4-15,0-1 16 0,0 1 0 0,0 0 8 16,0 0-6-16,0 0-10 0,0-2 5 0,0 1-17 0,0 1 8 0,0-2-10 15,0 1 7-15,0-6 24 0,0 7 28 0,0-2 14 32,0-5 33-32,0 6 1 0,0-6 9 0,0 0 25 15,0 0 6-15,14 0-8 0,-14 0-16 0,0 0 2 16,15 0-56-16,-15 0 8 0,15 0-31 0,-15 0-28 0,0-9 27 16,13 0-8-16,-13 0-1 0,0-1-6 0,17-2-15 15,-17 0-19-15,0-3 0 0,0-1 2 0,0-1-18 16,13-2 13-16,-13-1-14 15,0-1 2-15,0-2 25 0,0 1-3 0,0-2 26 16,0-2-7-16,0 2-5 0,0-2 29 0,0 1 2 0,0 0 12 0,0 1 0 16,0 3-47-16,0 2-3 0,0 4-24 0,0 2-3 15,-14 4 6-15,14 9 11 16,0-7-1-16,0 7-16 0,0 0-9 0,0 0-13 16,0 0-1-16,0 0 8 0,0 0 5 0,0 14 16 15,0 1-9-15,0 3 9 0,0 3-4 0,0 2-8 16,0 2 11-16,0 2-6 0,0 0 11 0,0-1-13 0,0 3 14 0,14-4-6 0,-14 1 3 15,21-2-6-15,-7 0 7 0,2-2 3 0,-3-1 0 32,0-1 4-32,0-2-3 0,3-1-3 0,-2-2-6 0,2-1 8 15,2-2-11-15,-1-1 3 0,1-2 5 0,-3-9 10 16,1 8 3-16,1-8-22 0,-1 0 8 0,-2 0-13 16,1 0-9-16,-1 0 29 0,-1 0-18 0,1 0 5 15,-2-12 7-15,-12-2-6 0,18 0 8 0,-6 0-1 16,-12-1 0-16,13-2 2 0,-13-1 11 0,0 1-7 15,0-2 10-15,0 2-7 0,0 0 2 16,0 1 3-16,0 1-5 0,0 3-2 0,0 1-12 0,0 2 9 0,0 2-8 16,0 7-4-16,0-8 10 0,0 8-16 0,0 0-2 15,0 0 6-15,-13 0-9 0,13 0-6 0,0 0-5 16,0 0 10-16,0 0 7 0,0 0-1 0,0 0 11 16,0 0-14-16,0 0-5 0,0 7 18 0,0 1-2 15,0 0 4-15,0 2 4 0,0 1-4 0,0-1-14 16,0 2 19-1,0 0-8-15,13 0-1 0,-13 0 16 0,17-1-24 16,1 0 6-16,-6-1 10 0,6-1-5 0,-4 0 13 16,3 0-8-16,-1-9 3 0,5 8-8 0,-4-8 1 15,5 8 5-15,0-8-8 0,-1 0 11 0,1 0-2 16,0 0-3-16,0 0 1 0,-1 0-6 0,0 0 8 0,-3 0-1 16,-2-11 2-16,-3 1 6 0,1-1-17 15,-14 0 18-15,16-2-6 0,-16-1-5 0,14-1 3 0,-14-1-4 16,0 1-11-16,0-2 0 0,0 0 9 15,0 2-12-15,0-2 10 0,0 3 2 0,0-1-7 0,-15 3 7 16,0 0-7-16,1 1 4 0,1 0-4 0,-3 4 0 16,1 7-1-16,-1-7-9 0,-3 7-3 0,0 0 0 15,1 0-3-15,-2 0-4 0,1 0 18 0,2 12-1 0,-2 1-3 16,3-2 11-16,0 3-10 0,5-1-7 16,11 1 12-16,-17 0 6 0,17 0-10 15,0 0 15-15,0 1-1 0,0 0-7 0,0 0 14 16,0 0-10-16,0 0-9 0,0 0 3 0,0-1 1 0,0 0-11 0,19-2 21 15,-3 0-5-15,2 0-3 0,1-1 25 0,2-2-21 32,3 0 0-32,-1-9 4 0,4 10 0 0,-2-10-1 15,3 8 7-15,-2-8-7 0,3 0-2 0,-2 0 16 16,0 0-2-16,-6 0 19 0,0 0 1 0,-2 0 5 0,-4 0 5 16,-15 0-2-16,17 0 5 0,-17 0-8 0,0 0 3 15,0 0-12-15,13 0-4 0,-13 0-6 0,0 0-19 16,0 0 3-16,0 0-8 0,0-7-4 0,0 7 15 15,0 0-21-15,0 0 8 0,0 0-4 0,0 0 0 16,0 0 8-16,0 0-13 0,0 0 9 0,0 0-4 16,0 0 0-16,0 0 7 0,0 0-10 0,0 0 8 15,0 0-2-15,0 0 0 0,0 0 6 0,0 0-19 0,0 0 6 16,0 0 6-16,0 0-10 0,0 0 14 0,0 0-7 16,0 0 2-16,0 0-8 0,0 0-15 0,0 0-17 15,0 0-19-15,0 0-4 0,0 0-13 16,0 0 3-16,0 0 3 0,0 0 1 0,0 0-5 15,0 0 16-15,0 0-12 0,0 0 10 0,0 0 3 16,0 0-14-16,0 0 5 0,0 0-24 0,0 0-18 16,0 0-2-16,0 0-33 0,0 0-1 0,0 0-1 15,0 0-51-15,0 0-32 16,0 0-32-16,0 0-38 0,0 0-29 0,0 0-77 16,0 0-54-16,0-7-52 0,0 7-60 0,0-8 48 15</inkml:trace>
  <inkml:trace contextRef="#ctx0" brushRef="#br0" timeOffset="134406.4">23866 12488 2610 0,'-19'0'46'16,"2"-8"42"-16,1 8 30 0,2-4 47 15,1 4-26-15,13 0-29 0,-12 0-12 0,12 0-14 0,0 0 8 0,0 0 37 16,0 0-6-16,0 0 6 0,0 0-12 0,26 0-35 16,3 0-9-16,4 0-22 0,7 0 0 0,5 0 18 15,5 7 2-15,6-7-5 0,1 0 7 0,3 8-16 0,5-8 4 31,-2 6 12-31,1-6-21 0,-3 0-1 0,-2 8-10 16,-6-8-17-16,-6 0-1 0,-9 7 4 0,-7-7 6 0,-5 0-3 16,-9 0 3-16,-17 0-9 0,0 0-11 15,0 0 9-15,0 0-8 0,0 0-15 0,0 0 4 16,0 0-8-16,0 0-6 0,0 0 13 0,0 0-5 0,0 0-45 16,-17 0-45-16,4 0-89 15,13 0-102-15,-16 8-97 0,16-2-77 0,-14-6-127 0,14 0-95 0,0 8-83 0,0-3 29 16</inkml:trace>
  <inkml:trace contextRef="#ctx0" brushRef="#br0" timeOffset="136009.46">25615 12494 3095 0,'-13'-6'70'16,"13"1"15"-16,0-2 27 0,0 2 32 0,0 0-64 16,0 5-8-16,0 0-25 0,0 0-41 0,0 0 9 15,0 0-19-15,0 0-2 0,0 0 12 0,0 0-21 16,0 0 25-16,0 0-6 0,0 0-11 0,0 0 14 16,0 6-7-16,0-6 23 0,0 6 31 0,0-1 23 15,0 1 15-15,0-1 7 0,19-5-9 0,-6 6-17 16,-13-6-1-16,17 0-10 0,-2 6 8 0,-15-6 0 15,18 0-5-15,-5 0-6 0,-13 0 2 0,18 0-9 16,-7 0-13-16,-11-10 6 0,14 1-36 0,-14 1 17 16,13 0-9-16,-13-3-14 0,0 1 1 0,0-1-6 15,0 0 2-15,0-1 3 0,0 0 10 0,0-1-18 16,0 1 7-16,-17 2-6 0,-1-1 1 16,-3 0-3-16,0 2 3 0,-1 1 1 15,1 8-18-15,0-7 16 0,-1 7-13 0,3 0-3 0,1 0 15 16,1 0-12-16,2 0 12 0,2 12 0 0,13-2 2 15,-17 0 13-15,17 2-8 0,0 2-13 0,-13 1 8 16,13-1-5-16,0 3-1 0,0-1 23 0,0 1-10 16,0 0-7-16,0-1 17 0,22 0-12 0,-1-1 6 0,-3 0 12 0,4-1-17 15,0-1 5-15,1-1-8 0,0-1-1 16,2-3 6-16,2-1 18 0,2-7-5 0,-1 8-11 16,1-8 9-16,1 0-12 0,0 0 10 0,-5 0 12 15,2 0 9-15,-2 0-1 0,-3-9 5 0,-2-2-2 16,-5 1-14-16,2-2-7 0,-5-3-6 0,-12 1-10 15,14-1 7 1,-14-1-7-16,0-1-4 0,0 0 14 0,0-1-12 0,0-1 10 0,0 2-2 0,0 2-9 16,0 1 6-1,0 0 0-15,0 5-2 0,-14 1-3 0,14 1-3 16,0 7-6-16,0 0 1 0,0 0-1 0,-14 0 5 16,14 0-6-16,0 0 7 0,0 0-1 15,0 11-2-15,-15-1 13 0,15 2-12 0,0 0 8 0,0 2 5 16,0 0-18-16,0 1 15 0,0 0 0 0,0 0-15 15,0 0 27-15,0-1-12 0,0-2 0 0,0 0 3 0,0-2-10 16,0-2-5-16,0-1 17 0,0-7-2 0,0 7 6 16,0-7 7-16,0 0-22 0,0 0 15 0,15 0-10 15,-15 0 16-15,0 0-6 0,14 0-19 0,-14-10 15 16,0 0-9-16,12-2 4 0,-12 1 17 0,0-1-13 0,14-1-3 16,-14-1 14-16,0 0-6 15,13 1 14-15,-13-1-4 0,0 1 4 0,16 1-9 16,-16 1 3-16,0 1 3 0,13 0-15 15,-13 4 12-15,0 6-23 0,0-7-3 16,0 7 1-16,11 0-2 0,-11 0-11 0,0 0 2 0,0 0 2 0,0 0-5 0,0 0 19 0,16 0-1 16,-16 10-9-16,11 0 8 0,-11 0 1 0,15 4 0 31,-15 1 3-31,16-1 3 0,-3 1 2 0,-13-1-10 16,16 1 5-16,-2-1-2 0,-14 1-9 0,14-3 6 15,0 0 9-15,-14-2-3 0,13-1 10 0,-13-1 3 0,0-8-3 16,16 8 2-16,-16-8-1 0,0 0 3 0,0 0-2 15,0 0 1-15,0 0-3 0,12 0-10 0,-12 0 4 16,0 0-1-16,13-11-1 0,-13-2-6 0,16 1-4 0,-16-1-4 16,14-1 1-16,-14 0 12 0,16 0-5 0,-16-1 8 15,14-1-3-15,-14 1-1 0,14 0 3 0,-14 1-7 16,15 0-2 0,-15 2-3-16,15-1 24 0,-15 4-29 0,15-1 7 0,-15 4 15 0,15 6-26 0,-15-8 16 15,15 8 3 1,-15 0-15-16,15 0 6 0,-15 0 5 0,17 0 3 0,-17 0-6 0,20 0 4 0,-4 0-5 0,0 12-4 31,-2-3 5-31,2-1-5 0,-4 2 5 0,-12-3-5 16,19 2 2-16,-4-1 6 0,-15-2 2 0,0-6-8 0,14 6 16 0,-14-6-17 0,0 0 19 0,0 0 15 31,0 0-11-31,0 0 18 0,0 0-9 0,0 0-3 0,0 0 0 0,0 0-9 0,0 0-19 16,0 0 0-1,0-9-5-15,0 1 7 0,0 0 18 0,0-1-6 16,-16 1 2-16,0 1-20 0,0 0-8 0,-1 7 11 0,1-7-11 15,-2 7 15-15,-2 0-1 0,-2 0-11 0,1 0 3 16,-1 0 3-16,3 0 3 0,0 10 6 0,2-1-1 16,1 3-12-16,16 0-3 0,-16 1 6 0,16 1 21 15,-14 1-10-15,14 0 4 0,0 0-8 0,0 0-3 16,0 0 23-16,0 0-3 16,0-1-15-16,0 0 1 0,21-1-14 0,-4-1 11 0,1 1 21 0,-3-4-13 0,4 0 16 31,-1-1-22-31,0-8 10 0,0 0 2 0,2 8-10 0,-2-8 24 0,-1 0-21 0,2 0 5 0,-1 0 11 31,1-11-9-31,-3-1-3 0,-1 0-20 0,0-4 24 0,-15 0-8 0,17-2 12 0,-17-2 18 0,13-3-67 16,-13-3 12-1,0 0 28-15,0-3-30 0,0-1 34 0,0-1-7 16,0 0-4-16,0 0 6 0,0 2-6 0,0 2 7 0,-16 5-2 16,16 2 16-16,0 5-8 0,-18 5-21 15,18 10-23-15,0 0-9 0,0 0 17 16,0 0 15-16,0 0-4 0,0 16 2 0,-17 3-2 15,17 1-4-15,0 4 18 0,-17 1 0 0,17 4-14 0,0 0 19 16,0 0-7-16,0 2 8 0,0-1 6 0,0-1-14 0,0-1-3 16,0-1 2-16,0-1 15 0,20-2 7 0,-6-2-18 15,5-1 14-15,-3-1-13 16,0-3-22-16,-3-3 9 0,1-1-64 0,-1-2-75 0,-13-3-70 0,15-1-109 16,-4-7-97-16,-11 6-103 0,14-6-194 0,-14 0-179 15,15 0 5-15</inkml:trace>
  <inkml:trace contextRef="#ctx0" brushRef="#br0" timeOffset="137108.09">27848 12448 2301 0,'-13'0'3'0,"13"0"0"0,0 0 1 0,0 0-1 0,0 0 59 0,0 0 14 0,0 0 3 31,0 0 28-31,0 0-55 0,0 0 11 0,0 0 37 16,0 0-28-16,0 0 32 0,0 6 0 0,0-3-26 16,0-3 26-16,0 5-18 0,0-1 4 0,0-4 12 15,0 5-1-15,0-5 1 0,0 0 6 0,0 5-10 16,0-5 21-16,0 0-10 0,0 0-14 0,0 0 0 16,0 0-33-16,14 0-5 0,-2 0-21 0,1 0-13 15,1 0 12-15,1 0-1 0,-2 0 27 0,4-8 9 16,-3 0-24-16,0-1 4 0,-2 0-26 0,-12-1-8 0,17-1 1 0,-17-2 14 15,13 1 9-15,-13-1-2 0,0-1 6 0,0 0-22 16,0 0-6 0,0 1 3-16,0 0-3 0,0 2-13 0,0 1-7 15,0 3-1-15,0 7-11 0,0-8 8 0,0 8-7 16,0 0 8-16,0 0 2 0,0 0 3 0,0 0 5 0,0 0-22 0,0 12 5 16,-13 0 2-16,13 0 5 15,0-1 10-15,0 3 3 0,0-2-11 0,0 2 3 16,0-1 9-16,0 1-7 0,0-2 11 0,0 2 4 0,0-2-12 15,0-1 4-15,17-2-2 0,-3 1-6 0,2-3 9 16,0-7-9-16,0 9 4 0,0-9 5 0,0 0-9 16,-1 0 15-16,1 0-1 15,1 0 6-15,-1 0-11 0,-16 0 13 0,18-11-9 0,-4 2-9 16,-14-2 15-16,14-1-28 0,-14 0 13 0,0 0 14 16,0 0-8-16,0-2 25 0,0 3 0 0,0-1-16 0,0 1 14 0,0 1-14 15,0 2-10-15,0 1-3 0,0 7-17 0,0-7 0 16,0 7-13-1,0 0 8-15,0 0-10 0,0 0 3 0,0 0 18 16,0 0-11-16,0 0 19 0,0 12-10 16,0-2-2-16,0 0 11 0,0 1-7 0,0 0 12 15,0 0-8-15,0-1-4 0,0 2 17 0,0-2-12 0,0 0 13 16,-13-2-11-16,13-2-3 0,0 1-1 0,0-7 6 16,0 0 11-16,0 0-7 0,0 0 15 0,0 0 3 0,0 0 9 15,0 0-9-15,0 0-6 0,0 0 0 0,0 0-15 16,0-11 21-16,0 1 12 15,0-2 1-15,0 0-4 0,0 0 1 0,0-1-15 16,0-1 2-16,0 2 15 0,15-1-8 0,-15 1 2 16,15-1-8-16,-15 1-16 0,15 1 4 0,-15 1-12 0,15 3 0 15,-15 0 4-15,13 7-18 16,-13 0 3-16,15 0-11 0,-15 0 13 0,15 0 1 16,-4 0 11-16,3 0 2 0,-1 10-14 0,1 1 6 0,1 2-2 0,-1 0 2 0,-1 4 8 15,4 0-4-15,-3-1 0 0,2 1 4 0,-3 0-2 16,-2 0 0-1,-11-1 0-15,15-1-8 0,-15-2-7 0,13-2-29 16,-13-1-60-16,0-1-35 0,0-1-42 0,0-8-32 16,0 8 26-16,0-8-29 0,0 6-52 0,0-6-70 15,0 0-115-15,0 0-109 0,0 0-85 0,0 0-34 16,-21-9-14-16</inkml:trace>
  <inkml:trace contextRef="#ctx0" brushRef="#br0" timeOffset="137239">27775 12016 3069 0,'0'-6'10'0,"0"0"-5"15,0 6-29-15,0-7-53 0,0 7-128 0,0 0-81 0,0 0-96 16,17 0-109-16,2 0-81 0</inkml:trace>
  <inkml:trace contextRef="#ctx0" brushRef="#br0" timeOffset="137771.78">29534 12308 2557 0,'13'0'41'16,"-13"0"61"-16,11-4 21 0,-11 0 34 15,0 4-10-15,0-6-34 0,0 2-12 0,0 1-17 16,0-2 0-16,0-1-21 0,0 1 1 0,-15-3 7 16,-2 2-35-16,0-3 10 0,-2 2 10 0,-3-1-9 0,-2 1 4 15,1 0-18-15,-1 0-18 0,0 2-5 0,0-1-10 16,6 6 4-16,-2 0 0 0,5-5-18 0,2 5 12 15,13 0 0-15,-14 0-15 0,14 0 23 0,0 0-7 0,0 8 2 16,0 0 3-16,0-2-1 0,0 2 19 0,0 2 2 16,0 1 21-16,0 2-14 0,0-1 4 0,20 3 9 15,-1 2 1 1,1-2 10-16,1 1-2 0,1 1 0 0,1 1-4 0,2-2-17 16,-1 0-17-1,-2 0 0-15,0-1-25 0,-1-2 12 0,-4 0 13 0,-3-1-14 16,0-4 1-16,-14-1 6 0,12-2-21 0,-12-5 1 0,0 5 23 15,0-5-11-15,0 0 5 0,0 5 10 0,0-5-3 0,0 0-5 0,-18 0 17 32,1 0-21-32,0 0 4 0,-4 0 8 0,-5 0-19 15,3 0 9-15,-2 0-5 0,-1 0-5 0,2 0-1 0,-1-6 3 0,1 6-26 16,3-6-39-16,3 0-28 0,2 6-65 0,7-4-30 16,9 1-48-16,-14 0-40 15,14 3-58-15,0 0-142 0,0-5-66 0,0 5-49 16,0-7-52-16</inkml:trace>
  <inkml:trace contextRef="#ctx0" brushRef="#br0" timeOffset="138032.13">29701 12132 3954 0,'0'-10'45'0,"0"2"15"16,0-1 4-16,10 9 1 0,-10 0-47 0,0 0-25 0,0 0-5 15,0 0-12-15,0 0 15 0,0 0 5 0,0 0-13 16,0 12 18-16,0 0-10 0,0 3 7 0,0 3 10 16,0 5-8-16,17 0 2 0,-4 2 3 0,-13 2 0 15,15 2 10-15,0-2-20 0,-2 1-6 0,1-2 11 16,-1 0 1-16,-2-4 0 0,-11-1-39 0,14 0-73 16,-1-3-95-16,-13-2-76 0,13-2-15 15,-13-3-100-15,0-1-8 0,0-3-35 0,12-7-42 0,-12 5-5 16,0-5 52-16</inkml:trace>
  <inkml:trace contextRef="#ctx0" brushRef="#br0" timeOffset="139148.23">29691 12321 2768 0,'0'-9'17'0,"0"0"10"0,0 0 5 0,0 4 24 15,0 1-14-15,0 4-18 0,0 0 12 0,19 0-10 16,-3 0 17-16,8 0 31 0,1 0-7 0,1 6-17 15,3 0 7-15,3 1 5 0,1-2 5 0,0 2 19 16,0-2-34-16,2 2-20 0,-3-2 1 0,-1-1-5 16,-1-1 27-16,-3-3 29 0,-2 0 7 0,-5 0 6 15,-1 0-10-15,-7 0-22 0,-1 0-9 0,-11-10-15 16,0 3 1-16,0-1-8 0,11-1-21 0,-11 3-2 16,0-3-13-16,0 1-11 0,0 0 5 0,0 1-4 15,0 1-7-15,-14 1 15 0,2-1 1 0,-1 6-7 16,-1-4 4-16,3 4-8 0,-5 0 4 0,3 0 8 15,0 0 2-15,-1 8 0 0,1 2-9 0,3 0 7 16,10 2-4-16,-16 2-9 0,16 1 21 0,-14-1-4 16,14 2-8-16,0-1 12 0,0 0-16 0,0 0 8 15,0 1 21-15,0-2-9 0,0 0 7 16,0-1-19-16,18-2-1 0,-5-2 7 16,1 1 4-16,1-2-3 0,-3-2 6 0,-1-2 4 0,3-4-21 15,-2 0 13-15,-3 0-1 0,3 0-11 0,-12 0 13 16,15 0 11-16,-5-7-8 0,-10 1 7 0,14-4 2 15,-14 1-11-15,12-1-5 0,-12-1 6 0,0-1-9 16,0 0 4-16,11-2 5 0,-11 2 0 0,0 0 15 16,0 2-10-16,0 0-8 0,0 1 3 0,0 3-25 15,0 1-3-15,0 5-1 0,0 0-15 0,0 0 10 16,0 0 8-16,0 0 3 0,0 0 6 0,0 0 11 16,0 9 1-16,0 2-4 0,0-1 4 15,0 0-8-15,0 2 0 0,0 2 9 0,0-1 3 16,15 1 1-16,-1-1 2 0,-3-1-3 0,2 0 1 0,-1 0 1 0,-1-3-4 15,5 0 0-15,-3-2 0 0,2-1-1 0,0-1 8 16,0-5 15-16,0 0 10 0,0 0 20 0,-2 0 17 0,2 0-13 31,-1 0-6-31,-3 0-15 0,3-10-8 0,-5 1 7 16,3-3-18-16,-12-1 7 0,15-1-13 0,-2-2-1 16,-13-2 10-16,16-1-11 0,-16-2 0 0,9-2-3 15,-9-3 4-15,0-1-15 0,0-2 9 0,0-3-8 16,0-3 2-16,0 0 1 0,0-1-7 0,0-3 8 15,0 2 3-15,-14-1 27 0,-2 4-6 0,7 1 8 0,9 6-6 16,-17 2-12-16,17 4 0 0,-13 6-16 0,13 6-20 16,0 1 0-16,0 8-6 0,0 0 9 0,-13 0 14 15,13 0-9-15,0 15 14 16,0 2-7-16,0 4-2 0,-13 1 1 0,13 5-12 0,0 4 9 0,0 2 3 16,0 1-2-16,0 1 2 0,0-1 0 0,0 1-13 15,0-1 14-15,21-1 3 0,-8-2-4 0,4-2 22 16,-4-2-19-16,1-2 1 0,-1 0-3 0,-1-2 3 15,4-2 8 1,0-1 12-16,0-2-13 0,1-1-1 0,4-2-1 16,1 0-1-16,0-2 2 0,-3-1 8 0,5-2 18 0,-1-1-7 0,4-2 34 0,-1-7-14 0,-3 7 10 15,2-7-21 1,1 0-21-16,-1 0 5 0,-3 0-15 16,-1 0 15-16,-2-12 3 0,-2 3-14 0,-1-1-11 15,-3 0 7-15,1-5-8 0,-3 3 10 0,-11-2 0 0,13-3-15 16,-13 2 17-16,0-2-12 0,12 0-7 0,-12-1 14 15,0 0-13-15,0 1 7 0,0 2 3 0,0 1-8 16,0 0-7-16,-19 5-4 0,6-1 3 0,1 3 15 16,-1 7 8-16,0 0-5 0,-2 0 3 0,-2 0-12 15,-1 0-16-15,1 0 18 16,1 11-3-16,-3-1-3 0,4 2 15 0,-2 0-17 0,17 1 7 0,-14 1 8 16,14 0-9-16,-17 0 16 15,17 1-15-15,0 0-4 0,0-1 9 0,0 0-2 0,0-1 8 0,0 1 3 0,0 1 6 16,0-2-4-16,18 0 3 0,-1 0-16 0,3-1-1 15,0 0-5 1,3-3 2-16,0 2 13 0,3-2-7 0,0-2 6 16,3-2 0-16,-2-5 0 0,-2 6 4 0,2-6-5 15,-2 0-1-15,-3 0 0 0,0 0-20 0,-2 0-19 16,-3 0-57-16,-3 0-50 0,0-8-45 0,-4 1-69 16,-10 0-55-16,10-3-93 0,-10 0-49 0,0-2-26 15,0-1-80-15,0 1-6 0,-15-2-57 0,-4-3-9 16</inkml:trace>
  <inkml:trace contextRef="#ctx0" brushRef="#br0" timeOffset="139376.9">30347 12096 2717 0,'0'0'31'16,"0"-6"34"-16,0 0 43 0,0 6 43 0,0-5-1 0,0 5-6 15,0 0-22-15,18 0-33 0,-1 0-9 0,4 0-12 16,4 9 1-16,5-1-12 0,3-1-16 0,4 1-6 16,2 0-27-16,-1 0 3 0,0 0-5 0,-5-1-10 15,-5-1 4-15,-2 0 1 16,-9-3-20-16,-3-3-64 0,-14 0-124 0,0 0-144 16,0 0-293-16,0 0-259 0</inkml:trace>
  <inkml:trace contextRef="#ctx0" brushRef="#br0" timeOffset="140503.04">6336 12858 2086 0,'0'0'39'0,"2"0"31"16,-2 0 22-16,0 0 18 0,0 0-4 0,0 0-17 15,0 0-16-15,0 0-11 0,0 0-42 0,0 0-10 16,0 4 24-16,0 0 12 0,0 0 28 16,0 2 29-16,3 2-22 0,-1 2-7 15,1 1 4-15,0 2-16 0,2-1 12 0,0 4 1 0,1 0-20 16,0-2-11-16,2 1-19 0,0 1 7 0,1-1 9 15,1-1 4-15,-2 0-8 0,3-2-17 0,-3-1-14 0,0-1 3 16,0 0 1-16,0-3-11 0,-4-2 11 16,1-1-4-16,-2-1 5 15,1-1 22-15,-3 0-6 0,-1-2-12 0,2 0 3 0,-2 0-41 0,0 0-90 16,0 0-81-16,0 0-146 0,0 0-209 0,0 0-106 0,0-7-123 16</inkml:trace>
  <inkml:trace contextRef="#ctx0" brushRef="#br0" timeOffset="141038.31">6934 13247 2244 0,'0'-5'83'0,"0"-1"22"0,0 0 27 0,0 2 21 0,0-1-37 16,0 0-11-16,0 2 25 0,0 3-4 0,-14-5-37 15,0 5 30-15,3-4-27 0,-2 4 9 0,2 0 3 16,-2 0-7-16,1 0-9 0,1 0-17 0,-3 0 4 16,2 0-31-16,-1 0-8 0,0 0-9 0,0 0-5 15,-1 0-3-15,1 9 5 0,0 0 0 0,-1-1-9 16,1 3 13-16,-1-1-11 0,3 1 2 0,-1 1 10 15,0 1-10-15,12 1 11 0,-14 0 0 0,14 0 4 16,-14 1 7 0,14 2-20-16,0-2 19 0,0 2-8 15,0 1 15-15,0 0 28 0,0-1-22 0,0 3 13 16,0-2-4-16,0 0-12 0,0 3 29 0,16-2 1 16,0 0-5-16,-1-1 4 0,3-4-6 0,1 1-3 15,1-1 4-15,3-3 8 0,0-11-26 16,4 0 8-16,-3 12-3 0,2-12-12 0,-3 0 24 15,-1 0-22-15,-2 0-3 0,-4 0 12 0,1 0-16 0,-4 0 11 0,-13 0-9 16,16 0-20-16,-16 0-7 0,14 0-1 0,-14 0-5 0,0-11 8 0,14 11-10 31,-14-9-18-31,0 9 5 0,0-11-4 0,0 11 1 0,0-9-7 0,0 9-29 16,0 0-56-16,13-9-43 0,-13 9-33 0,0 0-49 16,0 0-22-16,0-10-57 0,0 10-73 0,0 0-87 15,0-7-58-15,0 7-123 0,0 0-74 0,0 0-80 16,0-9 89-16</inkml:trace>
  <inkml:trace contextRef="#ctx0" brushRef="#br0" timeOffset="141318.84">7481 12847 3805 0,'2'0'18'16,"1"0"8"-16,-3 0-3 0,0 0 21 0,0 0-16 0,0 0-20 0,0 0 6 16,0 0-25-16,0 0-4 0,0 0 15 0,0 5-3 0,0 1-1 15,-3 2 2-15,0 2 0 0,-1 1 7 0,1 1 7 16,0 2-10-16,-3 1-60 0,3 0-119 0,-2 1-81 15,5 0-195-15,0 0-151 0,0 1-109 0,0-4-21 16</inkml:trace>
  <inkml:trace contextRef="#ctx0" brushRef="#br0" timeOffset="141531.37">7614 13555 4896 0,'5'6'58'15,"-1"-3"22"-15,0-3 57 0,-3 0 20 0,1 0-30 16,-2 0-10-16,0 0-60 0,1 0-12 0,-1-2-40 16,0 2-2-16,0-3 1 0,0 3-86 0,0 0-157 15,2-2-272-15,-2 1-422 0,0 0-412 0</inkml:trace>
  <inkml:trace contextRef="#ctx0" brushRef="#br0" timeOffset="144667.03">2654 14278 1711 0,'14'0'72'0,"-14"-7"40"0,0 2 98 0,0 5 34 16,10-2-32-16,-10-1 2 0,0 3-81 0,0 0 4 0,0-3-16 31,0 3-25-31,0 0 7 0,0 0-37 0,0 0-9 16,0 0-14-16,0 0-16 0,0 0 5 0,0 0-15 15,0 0 6-15,0 0-21 0,0 0-11 0,0 0 1 16,0 0-4-16,0 5 8 0,0 0 9 0,0 3-1 16,0 2 2-16,0-1 11 0,0 3-4 0,0 3-4 0,0 2 6 15,-13 2-16-15,-1-2-7 0,3 1 1 16,-3 0-11-16,1 1 16 0,1 1 5 0,0-3 2 0,1-1 4 16,2-1-12-16,-1 0 4 0,2 0 9 0,8-2-12 15,-15-2 12-15,15-1-5 0,-10-3-12 0,10 0 21 0,-10-1 23 16,10-6 48-16,0 0 35 0,0 0 15 15,0 0 15-15,0 0-24 16,0 0-24-16,0 0-3 0,0 0-29 0,0 0 7 16,0 0-6-16,0 0-7 0,0 0-24 0,0 0-13 0,0 0-1 0,0 0-20 15,0 0 19-15,0 0-22 0,0 0 1 0,0 0-3 16,0 0-15-16,0 0 11 0,0 0-3 0,0-6 2 0,0 6 12 16,15 0-4-16,-1 0-10 0,2 0 16 0,4 0-14 31,0 0 3-31,0 0 10 0,2 0-7 0,2 0 1 15,-2 0 2-15,3 0 7 0,-1 0-7 0,-2 0 6 16,2 6-6-16,-2-6 11 0,-2 0-8 0,-2 0 15 0,-1 0 11 16,-5 0-5-16,-12 0 27 0,15 0-19 0,-15 0 4 15,0 0-6-15,0-9-29 0,11 2 21 0,-11 7-14 16,0-9 13-16,0 2 7 0,0-1-11 0,0 8 1 16,0-9-23-16,0 2 14 0,0 7-5 0,0-8-8 0,0 8 9 15,0-7-13-15,0 7 4 16,0 0 2-16,0 0-23 0,0 0-1 0,0 0-6 0,0 0-10 15,0 0 17-15,0 0 2 0,0 0 14 0,0 11 4 0,0 0 4 16,0 0-6-16,0 3-8 0,0 1 9 0,-11 2-3 16,11-2-2-16,0 3 10 15,0-1-15-15,0-2-4 0,0 2 14 16,0-2-8-16,-14-1 10 0,14-1 10 0,0 0-10 16,0-2 16-16,0-1-15 0,0-1-1 0,0-1 13 15,0-3-42-15,0 0-13 0,0-5-47 0,0 7-73 16,0-7-59-16,0 3-74 0,0-3-91 0,0 0-98 0,0 0-192 15,0 0-175-15,0 0 3 0</inkml:trace>
  <inkml:trace contextRef="#ctx0" brushRef="#br0" timeOffset="144851.66">3081 14640 4273 0,'0'0'44'15,"0"0"19"-15,0 0 2 0,0 0 17 0,10 0-45 0,-10 0-23 0,0 0 5 16,0 0-17-16,0 0-7 0,0 0-8 0,0 0-119 16,9 0-134-16,-9 0-160 0,0 0-195 0,0 0-128 15,0 0-136-15</inkml:trace>
  <inkml:trace contextRef="#ctx0" brushRef="#br0" timeOffset="145766.81">5157 15050 2754 0,'0'0'17'0,"0"0"23"0,0 0 26 15,-11 0 8-15,11 0-9 0,0 0-5 16,0 0-14-16,0 0 0 0,0 0 25 0,0 0 7 15,0 0 10-15,0 0 24 0,0 8-13 0,14-8 1 16,-1 9 3-16,4 1 0 0,2 0 0 0,3-1 3 16,5 3-16-16,5 0-1 0,3 0 8 0,3 1-11 15,3 1 21-15,6 0-20 0,7 1-15 0,1-1 4 0,4 1-28 0,3 0-6 16,7-1 4-16,1 1-12 0,2 0 14 0,4 1 2 16,-3-1-9-1,-2 1 12-15,0-3-13 0,-6 1 16 0,-7-2 14 16,-7-2-23-16,-5-10 7 0,-10 10-25 0,-6-10-16 15,-6 0-3-15,-6 9 0 0,-6-9 6 0,-12 0-9 16,11 0 9-16,-11 0-4 0,0 0-2 0,0 0 14 16,0 0-4-16,0 0-13 0,0 0 2 0,0 0-11 0,0 0-14 15,0 0 0-15,0 0-69 0,0 0-42 16,0 0-53-16,0 0-58 0,-11 0-51 0,0 0-98 16,2-7-72-16,-3 7-143 0,2 0-57 0,10 0-40 0,-15-9-66 15</inkml:trace>
  <inkml:trace contextRef="#ctx0" brushRef="#br0" timeOffset="146153.67">6258 15133 3834 0,'0'-6'42'0,"0"-1"44"0,0 7 7 0,0-7 27 0,0 7-37 16,0 0-43-16,0 0-10 0,0 0-18 0,0 0-6 0,0 0 8 0,0 0 21 15,0 0 22-15,0 0 16 0,0 0 3 0,0 0 7 0,15 12-21 16,1 0 3-16,3 3 8 0,3-1 2 0,2-1 5 31,3 3-13-31,1 1-26 0,2 0-11 0,0-1-21 16,0 2 3-16,-1 1 13 0,1-1-19 0,-2 0 9 0,-1 0-2 16,-2-2-5-16,-5 1-1 0,-2-2-1 0,-3-3-2 15,-3 0-15-15,-12-2 14 0,10-1-7 0,-10 0-2 0,0-1 13 16,0 0-4-16,0 0-5 0,0 1 6 0,0 0 3 15,-19 1-5-15,0 0 21 0,-3 1-15 0,-5 0 0 16,0-1 4-16,-3-1-19 0,0 0 20 0,-3-1-3 0,1-8 13 16,2 10 1-16,0-1-9 0,0-9-10 0,5 7-2 15,1-7 0-15,0 0-8 0,5 9 15 0,3-9-20 32,4 0-16-32,12 0-38 0,-13 0-69 0,13 8-62 15,0-8-63-15,0 0-61 0,-10 0-67 0,10 0-62 16,0 0-158-16,0 0-83 0,0 0-151 0</inkml:trace>
  <inkml:trace contextRef="#ctx0" brushRef="#br0" timeOffset="148042.26">6686 15548 1238 0,'0'8'42'16,"0"-8"43"-16,0 0 27 0,0 0 38 0,0 5-7 0,0-5-10 16,0 0 20-16,0 0 56 0,0 0-6 0,0 0 23 15,0 0-25-15,0 0-40 0,0 0 10 0,0 0 8 16,0 0 20-16,0 0 1 0,0 0 10 0,0 0-24 0,0 0-24 15,0 0-41-15,0 0-32 0,0 0-4 0,0 0-12 16,0-8 19-16,0 1-2 0,0 0-2 0,0 0-8 16,0-2-7-16,11-2 4 0,-11 1-26 0,0-3 29 15,14-1-19-15,-14-1-9 0,16-3 11 16,-2 1-27-16,-4-5 10 0,4 1-5 16,0-4-27-16,3 1 11 0,-2 0-21 15,2 1 2-15,-1-2 30 0,3 2-2 0,-1 0 11 16,-1 1 5-16,0 2-34 0,-1 1-3 0,3-2 0 15,-3 2-21-15,4 1 17 0,-2 1 3 0,4 0-6 16,-2 3 12-16,4-1-2 0,-3 1-12 0,4 2-1 16,0-1-8-16,2 2 6 0,-2 1 0 0,-1 0 1 15,2 2 14-15,-3 1-4 0,2 7-7 0,-1-7 3 16,-3 7-6-16,1-5-6 0,0 5 9 0,-1 0 4 0,-1 0-9 16,-1 0 8-16,0 0 2 0,0 0-19 0,0 0 8 15,0 0 5-15,0 0-7 0,0 10 16 0,3-1-14 16,-2 1-2-16,1-2 3 0,1 3-3 0,0 0 13 15,2 1 2-15,-5 1-2 0,3 3-4 0,-4-2 1 0,2 2-5 16,-4 0 0-16,0 1 4 0,0 1-2 0,-4-1-6 16,4 3 8-16,-5-2-3 0,1 0-7 15,1 1 6-15,-13 1-10 0,15-1-3 0,-3 3 8 0,-12-2 5 32,11-1-6-32,-11 3 7 0,0-1-3 0,13 2-8 15,-13-3 6-15,0 2-3 0,0-2-3 0,0 0 8 0,11 1 0 16,-11-1 3-16,0-1 11 0,0 1-22 0,0 1 17 15,0-2-5-15,0 0-6 0,0 1 0 0,0-2-7 16,0 1 14-16,0 0-5 0,0 0 5 16,0 1-1-16,0-1-5 0,-15 2-2 0,3-2 21 0,12 2 1 15,-15 0-2-15,3-1 6 0,12 2-2 16,-17-1-4-16,4-1 21 0,13 1 21 0,-14 1-20 0,0 0 15 16,3-3-15-16,-3 1-14 0,3-1 19 0,-1 0-12 0,-2-2 1 15,0-2-3-15,-2-1-1 16,3 1 6-16,-4-1-14 0,3 0 10 0,-3-1 8 0,2 0-12 0,-2-2 15 15,1 1-4-15,-1 0-25 0,-2-1 7 16,3 0 1-16,-1-1-8 0,1-1 12 0,-3-1 4 0,4 1-16 16,-3 0 2-16,2-1-3 0,-2-1-10 0,1-7 7 0,0 8 5 15,-2-2-12-15,3-6 2 0,-3 0 3 0,3 8 1 16,-1-8 15-16,1 0-5 0,-3 0 2 16,3 0-5-16,-3 0 2 15,2 0 11-15,-1 0 1 0,-1 0-2 0,2 0-16 0,-2 0 13 0,0 0-11 16,3-9-3-16,-3 2 15 15,3 1-25-15,-3-1 2 0,2 1 5 16,1 0-13-16,-1-3 14 0,1 1 7 0,-1-1-15 16,2-1 11-16,-2 0-4 0,1-2-12 0,-1 0 19 0,1-1-8 15,-3 0-2-15,0-1 17 0,3-1-10 16,-1 1 5-16,1-2 0 0,-1 2-25 0,2-2 1 16,-2-2 1-16,4 0-9 0,-2 0 31 15,2 0-13-15,0-3 2 0,1 0-1 0,0 1-12 16,2-2 4-16,0 3 5 0,10-1 4 0,-10 1-17 0,10 0 23 15,-12-1-9-15,12 3-1 0,-8-1 18 0,8 0-20 0,0 0 4 0,0 2 10 16,0-1-8-16,0 0 7 0,0 1-14 0,0-1 1 16,0 2 14-16,0 1-6 0,0 1 13 0,0-1-7 15,0-1-8-15,0 3-1 0,0-2 3 16,0 1 8-16,10 1-19 16,-10 0 16-16,10 0-11 0,-10 0-5 0,13 2 25 15,-5 0-25-15,-8 1 11 0,11-1-2 0,-11 1-9 16,11-1 8-16,0 3-5 0,-11-1 1 0,11 0 4 15,-11 0 2-15,8 1-9 0,-8 1 2 0,13-1 7 16,-13 0-4-16,9 2 8 0,-9 5-9 0,10-9-16 16,-10 1 7-16,11 1 7 0,-11 0-6 15,0 2-2-15,11 5-7 0,-11-9-17 0,11 9 2 0,-11-6-6 16,0 6-20-16,0 0-12 0,0 0-13 0,0 0-21 0,0 0-29 16,0 0-25-16,0 0-29 0,0 0-53 0,0 0-26 15,0 0-31-15,0 0-43 0,0 0-11 0,0 0-45 0,0 0-88 16,0 0-53-1,0 0-143-15,0 0-82 0,0 0-85 16</inkml:trace>
  <inkml:trace contextRef="#ctx0" brushRef="#br0" timeOffset="148551.46">7080 15698 1541 0,'0'10'20'0,"0"-2"26"0,0-1 28 0,-13 0 33 0,13 0 20 16,0 1-15 0,0-2 9-16,0-6 65 0,0 6-11 0,0-6 53 0,0 6 9 15,0-6-34-15,0 0 42 0,0 0 28 0,0 0 43 16,0 0-28-16,0 0-6 0,0 0-57 0,0 0-67 15,0 0-22-15,0 0-43 0,0-11-8 0,0 3 0 16,0-2 16-16,0-2-34 0,0-2-3 0,13-1-4 16,-13-2-20-16,16-2 23 0,-4-2-7 0,1-1-12 15,1-1-5 1,-3-1-5-16,0-2-5 0,2 1 6 0,-2-1 7 0,1-1 2 0,0 4-2 0,-3-2 0 0,-9 3-3 16,16 1 6-16,-16 1-8 0,14 4-5 0,-14 3-9 15,11 3-23-15,-11 10 0 0,0-9-9 0,0 9-13 31,0 0 8-31,0 0-11 0,0 0-6 0,0 0 16 16,0 0-2-16,0 0 11 0,11 0 8 0,-11 14-7 16,0 0 4-16,0 2-6 0,12 2 7 0,-12 2-6 15,0 1-2-15,12 0 13 0,-12 3-7 0,9-1 7 0,-9 0 4 16,10-1-18-16,-10-1 11 0,14 0 2 0,-14-2-10 16,11 0 11-16,-11 0-6 0,14-2-8 0,-14-3-33 0,13 1-58 15,-13-3-48-15,11 0-65 0,-11-3-34 16,0-1-28-16,11-1-37 0,-11-1-63 0,8-6-71 15,-8 4-51-15,0-4-161 0,0 0-94 0,0 0-56 0</inkml:trace>
  <inkml:trace contextRef="#ctx0" brushRef="#br0" timeOffset="148770.47">7173 15583 3073 0,'0'0'33'0,"0"0"40"0,0 0 32 0,0 0 64 0,0 0-5 0,0 0-3 16,11 0 1 0,0 0-35-16,3 0-9 0,2 0-28 0,3 0-27 15,2 0-36-15,2 7-8 0,0-7-21 0,2 0 7 16,0 7 8-16,-1-7-27 0,-1 7 21 0,-2-7-45 16,-2 0-63-16,-1 5-87 0,-4-5-134 0,-3 5-81 0,0-5-160 15,-11 0-98-15,9 0-115 0</inkml:trace>
  <inkml:trace contextRef="#ctx0" brushRef="#br0" timeOffset="149634.63">8126 15545 1253 0,'0'0'5'15,"0"7"32"-15,-12-7 36 0,12 0 18 0,0 0 16 0,0 0-9 0,0 0-15 16,0 0 1-16,0 0-16 0,0 0-6 0,0 0-13 16,0 0-9-16,0 0 16 0,0 0 9 0,0 0 102 15,0 0 9-15,0 7 13 16,0-7 1-16,0 6-85 0,0-1 22 0,17 0-11 0,-1-1 2 0,0 2-2 0,1-1-19 15,4 0 13-15,1 0-18 0,3 2-1 0,2-2 4 16,1 2-19-16,5-1 1 16,2 1-21-16,3-1-18 15,4 3 2-15,3-2-9 0,0 1 2 0,4 2 15 0,1-2-3 16,1 1-7-16,4 0 9 0,0-1-11 0,-1 1-11 0,3-1 24 0,-1 1-16 16,0-1 5-16,-2 0 10 0,0-2-21 0,-2 3 11 15,0-2-10-15,0 0-9 0,-2-1 3 0,0-6-3 16,-2 10-6-16,1-10-2 0,-1 9 12 15,-2-9-14 1,0 9 0-16,-3-9-2 0,1 9-8 0,0-9 8 0,-2 9-1 16,-1-2-10-16,-2-7 2 0,-1 8 2 0,0-8 0 15,-1 8 14-15,-1-8-17 0,-3 6 5 0,-2-6 5 16,0 0 6-16,-6 9 10 0,2-9 7 0,-2 8-1 16,-4-8-1-16,-2 0 12 0,-2 0-24 0,-1 0 16 15,-5 0-9-15,-11 0 5 0,14 0 8 0,-14 0-17 0,0 0 5 16,0 0-16-16,13 0-7 0,-13 0 8 0,0 0-16 15,0 0-2-15,0 0 16 0,0 0-17 16,0 0 6-16,0 0-4 0,0 0-31 0,0 0 9 0,0 0-52 16,0 0-17-16,0 0-36 0,0 0-71 0,0 0-11 15,0 0-53-15,-13 0-38 0,13-5-13 0,-11 1-49 16,1-1-65-16,10 5-24 0,-17-7-12 16,4-1 3-16,13 3-18 0,-15-2 91 0</inkml:trace>
  <inkml:trace contextRef="#ctx0" brushRef="#br0" timeOffset="150234.24">9336 15532 2292 0,'0'0'90'16,"0"0"43"-16,0 0 25 0,0 0 30 0,0 0-43 16,0 0-18-16,0 0-14 0,0 0 7 0,0 0-37 15,0 0-24-15,0 0 15 0,0 0-34 0,0 7-10 16,0-7 23-16,0 6-28 0,0-1 17 0,0 1 19 16,0 0-5-16,0 2 17 0,14 0-1 0,-1 4-10 15,-2 0-13-15,3 0-4 0,1 3 1 0,2-1-2 16,-3 1 4-16,3-1-7 0,-1 3 0 0,0-2 2 15,3 0-1-15,-5 0-2 0,3-1-6 16,-2 0-13-16,-1 0 6 0,3-2 11 0,1 2-15 16,-1-1 9-16,-3-4-17 0,1 1 9 0,-4 0 0 0,1-4-16 0,-12-6 20 15,13 8-33 1,-13-8 12-16,11 0 2 0,-11 9-26 0,0-9 24 16,0 0-20-16,0 0 5 0,0 0 12 0,0 8 4 0,0-8-3 15,0 0 1-15,0 8 7 0,0-8-8 16,0 10 3-16,-12 1 10 0,0-2-1 0,0 1-19 15,-1 0 26-15,0 0-14 0,-2 1-9 0,0 0 8 16,0 1 6-16,2-3-18 0,-1 1 3 0,3-10 6 16,-1 13-20-16,12-2 21 0,-14-11-3 0,14 8 0 15,-13-8-44-15,13 0-35 0,0 0-77 0,0 0-45 0,0 0-43 16,0 8-102-16,0-8-131 0,0 0-136 16,0 0-107-16,0 0-102 0</inkml:trace>
  <inkml:trace contextRef="#ctx0" brushRef="#br0" timeOffset="150707.74">9818 15119 3314 0,'0'-11'15'16,"0"-1"13"-16,0 1 15 0,0 1 17 0,0 2-23 0,0 3-7 15,0 5-21-15,0 0-27 0,0 0 12 0,0 0-14 16,0 0 23-16,0 0-7 0,0 0 7 0,0 8 12 16,0 1-21-16,-14 2 21 15,3 2-5-15,-2 2 2 0,-1 4 10 0,3-2-10 0,-3 2-2 16,3 1 14-16,-1 2-2 0,0-2 16 16,12 3-2-16,0-3-11 0,-10 3 19 0,10-3 6 0,0 3 21 15,0-2 32-15,0-2-11 0,0 2 1 16,13-3 15-16,1-1-21 0,-1-3 17 0,6 1 10 0,-3-3-13 15,3-2 7-15,1-1-12 0,-1-9 0 0,2 0-4 0,-2 0-17 16,1 0 2-16,1 0-15 0,-4 0 0 16,2 0 7-16,-4-14-15 0,0 2 9 0,-2-3-22 0,-1-2-6 15,-12 0-29-15,13-3 7 0,-13-3 4 0,0 0-29 0,0-3 23 32,0 0-32-32,0-1-7 0,0 0 9 0,0-1 13 0,0-2 13 0,-22 4-2 0,3 0 13 15,-5 2-7-15,-1 3-13 0,0 2 1 16,2 5-13-16,-3 2-39 15,0 4-37-15,1 8-42 0,-2 0-20 0,5 0-46 16,0 0-39-16,0 13-60 0,3 2-95 0,0 2-48 16,3 4-119-16,2 1-77 0,14 2-66 0,0 0-16 15</inkml:trace>
  <inkml:trace contextRef="#ctx0" brushRef="#br0" timeOffset="151369.13">10890 15884 2762 0,'0'-5'49'16,"0"-1"52"-16,0 0 52 0,0 0 62 15,0 6-9-15,0-3-7 0,0 3-31 0,0 0-56 0,0 0-26 16,0 0-57 0,0 0-12-16,0 0-14 0,0 0-15 0,0 0 18 15,0 0 8-15,10 0 7 0,-10 6 14 0,0 3-7 0,0 1-15 16,9 2 18-16,-9 1-13 0,8 2 12 0,-8 2-10 15,11 1-6-15,-11 1 2 0,11-2-17 0,-11 1 15 16,11 0-5-16,-11-1-12 0,10 0 2 0,-10-2-4 16,0-1-4-16,11-2 10 15,-11 2 7-15,0-2-5 0,0-2-10 0,9 1-36 16,-9-2-75-16,0-3-85 0,0 0-99 0,0-1-46 0,0-5-92 0,0 0-72 0,0 0-46 16,0 0-138-16</inkml:trace>
  <inkml:trace contextRef="#ctx0" brushRef="#br0" timeOffset="151900.29">10928 15853 3084 0,'0'-12'34'0,"0"3"42"0,0-1 55 0,0 0 48 16,0 1 16-16,0 3 0 0,0 0-24 0,11 1-19 15,0 5-15-15,0-6-29 0,2 6-10 0,1 0-13 16,-1 0-17-16,4 0-8 0,1 0-24 0,1 0-6 15,-1 0-22-15,0 0 5 0,-1 0-7 0,1 0-12 16,-1 0 17-16,-1 8-10 0,-2 1 9 0,-14-1 4 16,13-1-17-16,-13 2-3 0,15-1 2 0,-15 0-3 15,0 1 11-15,0 0-11 0,0 1 4 0,0 0-2 0,0 2-7 16,0 0 19-16,0 0-12 16,-17 0-10-16,4 1-4 0,0-4-14 15,-2 3-1-15,1-2 24 0,-2-2-16 0,2-8 11 0,3 0 16 0,0 8-13 0,11-8 22 16,-16 0-2-16,16 0-5 15,-10 0 10-15,10 0-3 0,0 0-6 0,0 0 10 16,0 0-9-16,0 0-1 0,0 0 2 0,0 0-3 0,0 0-9 0,0 0 16 16,18 0-2-1,-1 0-11-15,-2 0 2 0,3 0 8 0,0 12-8 0,-1-1 11 0,0-11 15 16,1 12-23-16,1 0 15 0,-3 0-8 16,1 1-3-16,-4 1-7 0,1-2 2 0,-1 2 6 15,-13 2-15-15,14-2 20 0,-14 0-4 16,0 0-7-16,0-2 14 0,0-2-3 0,0 1-19 0,0-2 13 15,0 0-1-15,0-1 0 0,0-1 37 0,-13 0 8 16,-1-7 0-16,-2 7 4 16,0-7-14-16,-4 0-21 0,1 0 16 0,-5 0-23 0,2 0-2 0,-2 0 6 15,0 0-10-15,2 0 11 16,-1-9-5-16,2 9-10 0,2-12-10 0,0 2 4 0,5 0-30 0,0 4-60 0,3-2-69 16,11 2-120-16,-13 0-131 0,13 1-108 0,-9 5-162 31,9-8-101-31,0 0-87 0</inkml:trace>
  <inkml:trace contextRef="#ctx0" brushRef="#br0" timeOffset="153599.31">10379 15870 1925 0,'0'0'33'0,"0"0"33"0,0 0 33 0,0 0 97 0,0 0-12 16,0 0-7-16,0-5 9 0,0 1-87 0,0 4 11 31,0-6 2-31,0 0-20 0,0 1 34 16,0 0-14-16,0-2-13 0,0 4 20 0,0-4-11 0,0 0 10 0,0 2 14 0,0-2-22 15,0-1-18-15,0-1-3 0,0 0-24 0,0-2-10 0,0-1-7 16,0 0-15-16,0 0-11 0,13-2 7 0,1-1 7 31,1 0-6-31,-1-2 17 0,0 1 4 0,2-1-28 16,0 0 17-16,3 0-7 0,-1 2-15 0,0-2 27 0,1 0-16 16,0 1 9-16,1 1 11 0,1 0-11 0,-2 1 2 15,2 1-12-15,0-1-8 0,0 2 6 0,3 0-13 0,-2 0 0 16,0 1-4-16,1 0-3 0,-2-1 7 0,3 3-7 15,0-1-10-15,-2 2-4 0,2 0 6 0,-2 8 6 16,0-11 8-16,2 4-6 0,-1 7-2 0,-1 0-2 16,-1-9-6-16,1 9 12 0,-1 0-8 0,-2 0 1 15,1 0 0-15,-1 0-6 16,1 0 0-16,-2 0 12 0,0 0 3 0,1 0 1 16,-1 0-7-16,0 9 1 0,1-9-14 0,-1 9 8 0,2-1 8 0,-3-2-12 15,3 3 29 1,0 0-4-16,2 0-8 0,-1 0 12 0,1 0-5 15,1 3-14-15,-1-1 8 0,1 1-6 0,0-1-5 16,1 2 15-16,-2 0-3 0,-1-1-4 0,1 2-3 16,-3 0-4-16,0 0 16 0,-2 0 0 0,-1 0-11 15,0 0 0-15,-2 0 0 0,-1 1-5 0,-1 0 17 0,0 0-6 16,0 0-9-16,-12 1 5 0,13 1-3 16,2 0-18-16,-5 0 6 0,-10 0-9 0,11 2 4 0,-11-1 20 15,16 2-12-15,-16 1 17 0,11-1-7 0,-11 3 2 16,12-1 11-16,-12 2-5 0,0-1 4 0,12 0-1 15,-12 1-12-15,0-3 7 0,0 2-4 16,0-4 4-16,0 1 12 0,0 1-9 0,0-4 8 0,0 3 1 16,0-1-2-16,0 0 3 0,0 0 0 0,0-1 1 15,0 1-6-15,0 0 3 0,0-2-8 0,0 3-1 16,0-3-7-16,-12 1 5 16,12 0 6-16,0-1-1 0,-12 0 12 0,12 0-6 0,-11 0 7 0,1-2 8 0,10 1 10 15,-14 0 0-15,5-1-20 0,-4 0 0 0,5-1-12 16,-1 0 0-16,-1 1 20 0,-1-2-5 0,0-1-6 31,0 2 5-31,2-1-5 0,-3-1-5 0,0 0 14 0,2 0-6 16,-2-2-6-16,-1 1 11 0,0-1-3 15,-1 2 3-15,3-2 7 0,-2 0-19 0,-1-1-3 16,1 1-11-16,-2-3 7 0,0 3 5 0,2-2-6 0,-4 1 2 16,3-2-10-16,-2 0 10 0,-1 2 3 0,4-1-2 15,-5 0-3-15,3-8-5 0,-2 10-7 0,2-1 14 16,-3-9-16-16,0 9-1 0,-1 0 12 0,0-9-13 0,0 8 15 15,0 0-5-15,-1-8 0 0,2 7 3 16,-2-7 5-16,2 10-4 0,-2-10-7 0,1 0-10 0,-2 9-1 16,2-9 7-16,-3 0 5 0,3 0 12 0,-1 0-13 15,-1 0-9-15,2 0 16 0,-3 0-17 0,3 0 16 16,-2 0 3-16,1 0-19 0,-2 0 8 0,1 0-2 0,1 0 0 16,-1-9 7-16,0 1-4 0,-1 1 0 0,2 7 7 31,-1-11-12-31,1 4 7 0,-1-2-1 0,1 2-2 15,1-1 0-15,-2 0 0 0,5 0 1 0,-2 1-1 16,3-2 0-16,0 1 6 0,0 1-1 0,1-2-9 16,3 1 16-16,-2 0-9 0,1-1-5 0,0-1 11 15,0 1-10-15,2 1 4 0,-1-3 10 0,0 0-18 16,0-1 21-16,3 3-15 0,-1-3-5 0,9 1 25 0,-14 0-26 16,2-1 15-16,3 0 6 0,9-1-15 0,-13 0-1 15,4 0 0-15,9-2-9 0,-11 1 6 0,11-1 1 16,0 1 8-16,-10-1-7 0,10 0 3 15,0-1-2-15,0-1 0 0,0-1-2 0,0 1-5 0,0 0 15 16,0 1-22-16,0-1 17 16,0-2-6-16,0 1-5 0,0 0 15 0,0 1-8 0,0 0 16 0,0-2 3 0,0 2-8 15,0-1-1-15,0-1-5 0,0 2 7 0,0 0-7 16,0-1 5-16,0 0-7 0,0 0-9 0,0 1 17 16,0 1-11-16,10-1-1 0,1 2 0 0,-11-3-9 31,12 3 10-31,0-2 0 0,-2 2-12 0,0 0 13 0,1 1-17 15,0 0 13-15,-3 2 8 0,2 0-19 16,0-1 20-16,0 2-17 0,-2 1-6 0,-8 0 14 0,11 3-24 16,0 0 16-16,-11 1 11 0,10 1-12 0,-10 5 9 15,9-6-6-15,-9 6-9 0,0 0 9 0,0-5 7 16,0 5-11-16,8 0 2 0,-8 0 5 0,0 0-5 16,0 0 13-16,0 0-5 0,0 0-14 0,0 0 8 15,0 0-6-15,0 0 4 0,0 0 10 0,0 0-21 16,0 0 10-16,0 0-17 0,0 0-5 0,0 0 2 0,0 0-37 0,0 0 0 15,0 0-26-15,0 0-44 16,0 0-32-16,0 0-44 0,0 0-58 0,0 0-32 16,0 0-17-16,0 0-53 0,0 0-57 0,0 0-98 15,0 0-106-15,0 0-155 0,0 0-112 0,0 0 40 0</inkml:trace>
  <inkml:trace contextRef="#ctx0" brushRef="#br0" timeOffset="155049.67">10701 15971 1396 0,'0'0'38'16,"0"0"25"-16,0 0 22 0,0-8 18 15,0 2-7-15,0 6 1 0,0-7-9 0,0 7-3 16,0-8-5-16,0 2-11 0,0 6 55 16,0 0 23-16,0-5-19 0,0-1 1 0,0 6-53 0,0-5-11 15,10 1-4-15,-10 4-2 0,8-8-21 0,-8 2-11 16,0 0 9-16,8 0-2 0,-8 0 34 0,10 0-3 16,-10-2-12-16,9 3 4 0,-1-2-14 0,-8 0 2 0,11 0 5 0,-3 0 4 15,0-1 0-15,2 2 12 0,-10-2 8 0,12 3 9 0,-2-2-10 16,-1 2-7-16,0-1-2 0,-9 0-13 0,13 0-7 31,-3 0 8-31,1 0-5 0,-11 0-7 0,11 0 14 0,1 0-19 16,-2 1 6-16,-10-2 10 0,14 2-10 0,-3-1-11 15,0 2-7-15,-1-1-17 0,-10-1 12 0,16 6 2 0,-5-6-1 16,1 1-2-16,-2 5-10 0,0-7-6 0,2 2 13 0,-2 5 14 31,-10-7-3-31,14 7 10 0,0-5-17 0,-1 5-13 16,-13 0 10-16,17-7-3 0,-4 7-1 0,-1 0-1 15,-1-5-19-15,-11 5 12 0,16 0-1 0,-3 0-6 16,-13 0 18-16,19 0-27 0,-7 0 17 0,-12 0 1 0,15 0-16 16,-15 0 23-16,16 0-30 0,-4 0 18 0,-12 0 4 15,18 0-6-15,-4 0 18 0,0 0-30 0,0 7 9 0,0-7-4 16,1 7 2-16,-1-2 17 0,-1 2-14 0,-1-2 11 16,1 2-6-16,-2-7 2 0,1 8 10 0,0-3-18 15,-3 2 1-15,-9-2 2 0,16-5-1 0,-5 9 12 16,0-4 2-16,-11-5-12 15,11 10-4-15,-11-3-5 0,13 0 4 0,-13 0 10 0,12-1-2 16,-12 1 8-16,12 0-16 16,-12 0 3-16,9 1 11 0,-9-1-10 0,11 3 13 0,-11 0-2 15,0 0-9-15,13 1 7 0,-13 1 1 0,0 1 4 0,11 0-4 16,-11 2 1-16,0 1-4 0,0 0-4 0,9 1 4 0,-9-1 6 31,0 1-2-31,0-2-4 0,0 1 0 0,0-1-1 0,0-1-10 0,0 0 6 0,0 0-3 0,0 0-2 31,0 1 22-31,0 0-13 0,0-1 23 0,0 0-4 16,-11 0-6-16,11-1 15 0,-12-1 0 0,12 2-4 0,-12-2 2 16,12 0-2-16,-12 0-10 0,12 0 3 0,-11 1-1 15,11-1 10-15,-13-2-9 0,13 1-6 0,-14-1 15 16,14 0-5-16,-15-1 9 0,5 1 8 0,10-2-14 16,-13 1 6-16,-1-2-6 0,14 1 11 0,-11-2-2 15,11 2-7-15,-15-8-5 0,1 8-32 0,14-1 5 16,-14-7-7-16,2 10 2 0,-1-3 20 0,0-7 2 0,13 7 0 15,-13 0 6-15,-1-7-9 0,14 8-3 0,-16-8 1 16,16 7 4-16,-14-7 8 0,2 7-3 16,12-7 6-16,-12 7-6 0,12-7-4 15,-14 7 7-15,14-7-6 0,-14 7-5 0,4-7 16 0,-2 0-24 0,2 6 6 16,10-6 4-16,-15 0-25 0,3 8 21 0,12-8-7 16,-14 0 0-1,3 0 15-15,11 0-7 0,-13 0 3 0,3 0 8 16,10 0-5-16,-12 6 2 0,3-6 8 0,9 0-16 15,-14 0 5-15,4 0 2 0,10 0-5 0,-13 0 7 16,3 0-11-16,0 0-2 0,2 0 5 0,-3 0-1 16,1 0 3-16,-1 0 9 0,1-6-19 0,-2 0 9 15,1 6 8-15,-3-8-4 0,3 1 18 0,-2 0 4 0,4 0-11 0,-2 0-11 16,0 0 1-16,1 0-10 16,2 1 7-16,-1-2 9 0,9 0-8 0,-11 0 1 0,3-1 2 0,8 1-6 15,-11-2-1-15,1 1-8 0,10-1-2 16,-9-1-4-16,9 1 18 0,-13 0-10 0,5-2-2 0,8 1 3 0,-11 0-17 15,11 1 14-15,-12-2 2 0,2 0 0 16,10 0 0-16,-10-1 1 0,0 2-4 0,10-4 4 16,-10 3 0-16,10-2-1 0,-13 1 7 15,13-1 6-15,-11 0 0 0,11 1 3 0,0 0-5 16,0 0-5-16,-8-1 12 0,8 3-14 0,0-3-2 0,0 2-1 16,0 0-15-1,0 0 20-15,0-2-11 0,0 1-9 16,0 0 8-16,0 0-11 0,0 1 12 0,10-1 3 0,-10 1-3 15,12 0-2-15,-2 1 4 0,-10-1 0 16,11 1 0-16,0-1-2 0,0 1-12 0,-11 0 13 16,13-1 3-16,-4 3-3 0,-9-1 5 0,12 0-14 15,-2 1-3-15,-10 1 14 0,8 1-4 0,-8 2 6 0,10 5-3 16,-10-9-12-16,0 9 17 0,11-6-9 0,-11 6 3 16,0-6 2-16,0 6-18 0,0 0 13 0,0 0-24 15,0 0-30-15,0 0-45 0,0 0-75 0,0 0-62 16,0 0-50-16,0 0-55 0,0 0-72 0,9 0-124 15,-9 0-176-15,0 0-166 0,0 0-185 0</inkml:trace>
  <inkml:trace contextRef="#ctx0" brushRef="#br0" timeOffset="156399.93">11480 15333 1849 0,'0'0'42'0,"0"0"23"0,0 0 35 16,0 0 82-16,0 0-3 0,0 0-15 0,0-7-8 0,0 7-53 0,0 0-22 0,0-7 18 16,0 7-6-16,0 0 0 0,0 0-21 0,0 0 4 15,0 0 1-15,0 0 2 0,0 0 5 0,0 0 3 16,0 0 4-16,0-7-3 0,0 7 29 0,0 0-12 15,0 0-5-15,0 0-3 0,-13-7-10 0,13 7-1 16,0 0-9-16,0 0-7 0,0-8 6 0,-11 8-2 16,11 0 3-1,0-10-2-15,0 10-11 0,0-9-1 0,-13 9-4 16,13-10 3-16,0 10-6 0,-14-10-8 0,14 10-8 0,0-11-5 0,-13 2 1 16,13 1 1-16,0 0 12 0,0-1 1 0,0-2-12 15,0-2 0 1,0 0-1-16,0-1-32 0,0 0 3 0,0-1-10 0,0-1-9 15,0-1 25-15,0-1 1 0,15 2-4 0,-3-2-3 0,-12 0 9 16,18 0-7-16,-4-2 9 0,0 3 9 0,-2 0-19 16,2 0 19-16,0 1-9 0,2-1-9 0,-2 2 17 15,2 1-19-15,-2-1 11 0,3 1 2 0,-1-2-10 16,3 5 4-16,-2-3 0 0,1 2 15 16,1 0 5-16,0 1 1 0,1-1-5 0,1 4-12 15,-2-1-12-15,3 0 4 0,2 1-5 0,-2 1-9 16,0 2 8-16,0 5-5 0,2-6-3 0,-2 6 6 15,2 0-7-15,0 0 3 0,-6 0 3 0,2 0-9 16,-2 0 10-16,2 0-9 0,-2 0 1 0,1 0 11 16,-3 0-7-16,3 9 3 0,-1-3-5 0,2 2-2 15,2-1 10-15,-1 3-11 0,1-2 4 0,0 1 7 0,3 3-17 16,-2-2 11-16,0 2 2 0,-1 0-6 0,0 0 6 16,-2 2 0-1,0-1 0-15,0-1 10 0,-2 2-6 0,-1-1-1 16,-1 1 1-16,1 0-10 0,-4 1 6 15,3 2 7-15,-5-2-3 0,2 2 4 0,-1 0-1 0,0-1-7 0,-12 4 6 16,15-1-7-16,-2 0 4 16,-1 1 6-16,-12 1-8 0,13 1 17 0,-13 0-13 0,13 0-3 15,-13-2 10-15,0 3-17 0,11-2 4 0,-11 2 6 16,0-3-12-16,0 1-4 0,0 1 14 0,0-1-11 16,0 2 3-16,0-2 11 0,0 1-9 0,0 0 2 15,0-3 4-15,0 1-2 0,-16-1-7 0,5 0 14 16,11-1 1-16,-16-1-4 0,5-1 4 0,-2 1-9 15,1-3-4-15,1 1 15 0,-3-1-6 0,1-1-2 0,-3 0 13 16,3-1-16-16,-4 1 9 0,1-1 7 0,1-2-10 16,-3 0 6-16,2 1-5 0,-1-1 7 0,0-2 3 15,0 2 11-15,-1-3-7 0,2 2-3 0,-2-2-2 16,1 0-22-16,0-1 19 0,-1-6-13 0,2 9 2 16,-2-1 10-16,0 0-15 0,-1-8 12 0,0 6 2 0,2-6 0 31,-2 8 16-31,3-8-21 0,-3 0 1 0,5 7-4 15,-4-7-3-15,2 0 14 0,-1 0-11 0,-2 0 0 16,3 0 3-16,-4 0 2 0,2 0-1 0,-2 0 8 16,1 0-11-16,1 0 1 0,1 0 15 0,0 0-13 0,1-7 6 0,1 1 1 0,2 6-7 15,0-7 20 1,-1 1-9-16,3 0-6 0,-2 6 9 0,0-8-6 16,2 2 20-16,0 0-2 0,2 0-6 0,9 6-14 0,-12-8-8 15,12 4 11-15,-10-2-7 0,10 6 10 16,0-5-7-16,0-1-12 0,0 6 1 15,-10-5-5-15,10 5 5 0,0 0 0 0,0-5-4 0,0 5 1 0,0 0 1 0,0 0-3 16,0 0 14-16,0-5-6 0,0 5-2 0,0 0-7 16,0 0-8-16,0 0-29 0,0-5-49 0,0 5-27 15,0 0-69-15,0 0-31 0,0 0-27 0,0 0-38 16,0-6-22-16,0 6-7 0,0-8-30 0,0 3-62 16,0 0-65-16,0 0-46 0,0 0-114 0,0 5-26 15,0-9-55-15,11 2 54 0</inkml:trace>
  <inkml:trace contextRef="#ctx0" brushRef="#br0" timeOffset="156863.54">11816 15561 1875 0,'10'4'37'16,"-10"-4"29"-16,0 0 43 0,11 0 97 0,-11 0-10 0,0 0 16 15,0 0-32-15,9 0-76 0,-9 0 8 0,0 0-33 16,0 0 10-16,0 0-16 0,0 0-37 0,0 0-7 16,0 0-14-16,0 0 16 0,0 0 41 0,0 0 5 15,0 5 12-15,0-5 18 0,0 7-19 0,-10-2-3 16,10 1 10-16,-13-1-35 0,2 1-6 0,-2 0-7 16,4 1-24-16,-4 0 11 0,2 0-15 0,-2 0-1 15,-1 1-8-15,3 1-5 0,0-1-4 0,-2 1 7 16,4 1 3-16,9-1-5 0,-13 0 15 15,13 2-16-15,-11-2 23 16,11-1-1-16,0 3-2 0,-9-3 14 0,9 2-10 16,0 1 3-16,0-1 6 0,0 0 6 0,0 1 7 15,0-2 13-15,0 3-9 0,0-1 2 0,0 0 8 16,0 0 1-16,0-1 28 0,0 2-1 0,16 0-13 16,-1-1-4-16,1 0-7 0,3 1 0 0,0-1 0 15,5 0-28-15,4 1-18 0,1 0-11 0,2-2 4 16,1 2 23-16,0-1-4 0,-1 0-2 0,-2-11 6 0,-4 12-14 15,-5-12-7-15,-5 9 3 0,-4-9-22 0,-11 0 0 16,0 0 10-16,0 0-2 0,0 0-15 0,0 0 16 16,14 0-7-16,-14 0-9 0,0 0 12 0,0 0-63 15,0 0-37-15,0 0-59 0,0 0-76 0,0 0-68 16,0 0-118-16,0 0-111 0,0 0-163 0,0 0-123 16,0 0-145-16</inkml:trace>
  <inkml:trace contextRef="#ctx0" brushRef="#br0" timeOffset="157751.87">13061 14862 2290 0,'0'-4'99'0,"0"1"26"0,0 0 53 0,0 3 26 0,0 0-64 16,0-2 4-16,0 2-37 0,-10 0 6 0,10 0-8 15,0 0-17-15,0 0-11 0,0 0-18 0,0 0-26 0,0 0-12 16,0 0 4-16,0 0-2 0,0 0 13 0,0 0-6 15,-14 0 5-15,14 0-16 0,-11 5 1 16,11 1 11-16,-13 1 5 0,13-1 13 0,-17 3-6 0,4-1 10 16,13 1-21-16,-14 2 4 0,14 0 9 0,-14-1-16 31,14 2 17-31,-14-1-6 0,14-1-7 0,0 0 17 16,0-1-9-16,0 2 10 0,0-2 4 0,0 0 21 0,0-1 16 0,0 3-1 15,0-2 14-15,0 0-23 0,0 0-1 0,17-1-11 0,2 1-5 16,-1-1 8-16,2-8-14 0,-2 10 23 15,2-10-37-15,2 7 9 0,-4-7 26 0,0 0-18 0,-1 0 43 16,-4 0-8-16,0 0-13 0,1 0 11 16,-4 0-8-16,-10-7-23 0,11-3-14 15,-11 1-15-15,13-1-23 0,-13-3 7 0,0-1-13 0,9-1-4 16,-9-1 0-16,0-3-6 0,0 1 2 16,0-1 1-16,0 0 2 0,0 2-5 0,0-1 8 0,-13 1-7 15,-2 3-2-15,3 0 13 0,-3 2-18 0,2 2 4 16,-2 3-4-1,0 0-17-15,0 7-18 0,0 0-34 0,-1 0-30 0,0 0-22 0,2 0-6 0,-2 0 24 16,16 0-4 0,-18 0-7-16,3 11-6 0,15-1-35 0,-15-3-14 15,15 1-13-15,-13 0-35 0,13 0-46 0,-13-2-50 16,13 0-60-16,0 0-97 0,0-2-43 0,0-4-32 16,0 0-10-16,0 7-11 0</inkml:trace>
  <inkml:trace contextRef="#ctx0" brushRef="#br0" timeOffset="158326.73">13451 15067 3176 0,'0'0'53'15,"0"0"39"-15,0 0 41 0,0 0 21 0,0 0-36 16,0 0-11-16,0 0-45 0,0 0-17 0,0 0-26 0,0 0-27 16,0 0 20-16,0 0-22 0,0 0 14 0,0 0 6 15,0 8-20-15,0-4 18 0,0 3-5 0,0-7-6 16,0 9 21-16,-12 0-9 0,12 0 0 15,-10 1 11-15,10-2-23 0,-11 1-54 0,11-2-106 16,-14 1-137-16,14 0-180 0,0-8-123 0,0 9-46 0,-11-9-64 16</inkml:trace>
  <inkml:trace contextRef="#ctx0" brushRef="#br0" timeOffset="158582.29">13670 14895 4100 0,'0'-6'38'0,"0"0"18"0,13 2 13 16,-13 4-9-16,0 0-43 0,0 0-10 0,0 0-7 0,0 0 11 16,0 0 18-16,0 0 13 0,0 0-5 0,0 9 9 15,0 1-1-15,0 0-12 0,-13 2-9 0,13 1 0 16,-13 2-14-16,13-1-9 0,0 1 16 0,-13 0-13 15,13 2 1-15,0-2 10 0,0 2-15 0,0-1-9 16,0 0-53-16,0-1-142 0,0 0-134 0,0 0-242 16,0-2-220-16,0-2-174 0</inkml:trace>
  <inkml:trace contextRef="#ctx0" brushRef="#br0" timeOffset="160525.75">7076 16374 1470 0,'0'0'33'15,"0"-5"45"-15,0 0 43 0,0 5 38 0,0-6 10 0,0 6 57 0,0-4-13 16,0 4-2-16,0-5-15 0,0 5-59 0,0 0 2 15,0 0-25-15,0 0-5 0,0 0-28 0,0 0-19 16,0 0-8-16,0 0-16 0,0 0-13 0,0 0-3 0,0 0 5 16,0 0-17-16,0 0 5 0,0 0-2 0,0 0 6 15,0 0 29-15,0 0 23 0,0 6 26 16,0 0 5-16,0 1-1 0,0-1-17 0,0 3-15 0,0-1-2 16,0 2 0-16,-9 2-13 0,9 2-3 15,0 0 1 1,0 3-3-16,-11 0 21 0,11 3 3 0,-10 1-12 15,10 1-1-15,-10 1 1 0,10 1 10 0,-10 2-9 0,10 3 4 16,-11 0-4-16,11 1-4 0,-11 0 16 16,11 2-8-16,-11-1 4 0,11 0-19 0,-10 1-27 0,10-3 1 0,0 0-26 15,-11-2 4-15,11 2 20 0,0-4-7 0,0 0 17 16,-11 0-18-16,11-3-2 0,0-1 3 0,-8 0-10 16,8-1 5-16,0-3 4 0,-11 0-5 0,11 0-4 15,0-3 1-15,-9-1 4 0,9-1-13 0,0-3 2 16,0 1 8-16,0-10-10 15,0 8 19-15,0-8-12 0,0 9 0 0,0-9 14 16,0 0-12-16,0 0 8 0,0 0 0 0,0 0-6 0,0 0 0 0,0 0 7 16,0 0-2-16,0 0-13 0,0 0 12 0,0 0-13 15,0 0 4-15,0 0 6 0,0 0-33 0,0 0-60 16,0 0-48-16,0 0-94 16,0 0-59-16,0-6-47 0,0-1-98 0,0 2-67 0,0-3-117 15,0 0-66-15,0-3-39 0,0-1-53 16</inkml:trace>
  <inkml:trace contextRef="#ctx0" brushRef="#br0" timeOffset="161180.1">6816 16706 2738 0,'0'0'39'0,"7"-5"43"0,-7 5 30 0,0 0 41 15,0 0-35-15,0 0 5 0,0 0 4 0,0 0-36 16,0 0 8-16,0 0-40 0,0 0-33 0,0 0-11 15,0 0 1-15,0 0-11 0,0 0 10 16,0 0 21-16,8 0 38 0,-8 0 8 0,0 9 15 0,0-2-4 16,10 3-26-16,-10-3-2 0,8 3-3 0,1 2-3 15,-9 0-19-15,13-1-9 0,-5 1-9 0,-8 1-1 16,11-1-3-16,-11 2 17 0,9-1-14 0,1-1 4 16,-10-1-4-16,9 2-14 15,-9-1 5-15,10 1-1 0,-10-1-1 16,11 0 0-16,-11 0-3 0,0-3-4 0,11 2 9 15,-11-2 6-15,0 0 5 0,0-1 6 0,8-8 6 16,-8 8-9-16,0-8 41 0,0 0 6 0,0 8 13 0,0-8 45 0,0 0 2 16,0 0-4-16,0 0 7 0,0 0-29 0,10 0-28 0,-10 0-14 0,10 0-12 31,0 0-5-31,-2-12-10 0,4 0 8 0,0-1-29 16,-1-3-4-16,4 1 0 0,0-3-7 0,2-3 5 15,2 0 1-15,-2-1-10 0,2 1 4 0,-1 1 23 0,-1-1 5 16,-1 4-1-16,-2 0 6 0,-1 2-5 15,-1 1-11-15,-4 3 7 0,-8 3-15 0,10 8-16 16,-10-8 0-16,0 8 2 0,0 0-1 0,0 0 4 0,0 0-1 16,0 0-11-16,0 0 5 0,0 0 1 0,0 0-1 15,0 0 2-15,0 0-2 0,0 0 0 0,0 0 0 16,0 0-9-16,0 0-5 0,0 0-11 0,0 0-19 16,0 0-24-16,0 0-33 0,0 0-49 0,0 0-4 15,0 0-37-15,0 0-30 0,0 0-4 0,0 0-69 16,0 0-42-16,0 0-83 0,0 0-83 0,0 0-142 15,0 0-68-15,0 0-90 0,0 0 124 0</inkml:trace>
  <inkml:trace contextRef="#ctx0" brushRef="#br0" timeOffset="163567.71">6615 17358 1729 0,'0'0'30'0,"0"0"28"0,0 0 26 0,0 0 19 16,0 0-20-16,0 0 0 0,0 0 48 0,0 0-12 15,0 0 17-15,3-4-21 0,0 4-54 0,-3-3 30 0,5 0-9 0,-2-1 0 16,0 1 12-16,1 3-18 0,0-2 4 0,-1-1 24 16,2-1-14-16,1 4 13 0,-1-3-18 15,2 3 3-15,0-3 17 0,1 3-14 0,2-4 18 16,-1 4-26-16,2-5 0 0,1 0-14 0,1 2-4 15,-1-1-5-15,3 4-9 0,-2-7 6 0,3 3-22 16,-2 4 20-16,3-6-27 0,-1 6-1 0,0-5 26 16,3 5-19-1,-2 0 16-15,0-4-5 0,0 4-8 0,0 0-7 0,2 0-10 0,0 0-6 0,0 0-12 16,2 0 14-16,-1 0-9 0,4 0 16 0,-2 0-4 16,3 0-7-1,-1 0 14-15,-2 0-20 0,2 0 21 0,-2 0-3 16,0 7-11-16,-1 0 3 0,-1-2-4 0,1 2-7 15,-2-1 0-15,1 0 10 0,-4 1-25 0,3 1 24 16,0 0 4-16,-3 2-9 0,1 1 15 0,1-2 2 16,-1 4-16-16,-1 0 6 0,1 1 13 0,2 0-20 0,-3 1 15 15,1 0 3-15,-1 0-16 0,0 1-1 0,-2 0 2 16,0 1 1-16,1-2 16 0,-4 1-11 0,0 1 4 0,-2 0-8 16,1-3-16-16,-2 0 31 0,-2-1-15 15,2 0 5-15,-1-1 9 0,0 2-15 0,-7-3 5 0,8 1-2 16,-3 0-2-16,-5 0 3 0,8 0 10 0,-8-1-8 15,0 0 7 1,6 1-4-16,-6-1-9 0,0 1 18 0,0 0-9 0,0-2-3 0,6 2 11 0,-6 1-5 16,0-2 5-1,0-1 9-15,0 1-4 0,0 0-3 0,0-1-2 16,0 1 0-16,0 0 1 0,0-1 6 0,-7 1 0 16,2-2 10-16,0 2 1 0,0 1-7 0,0-1-4 0,-1 0-7 0,-1 0 0 0,0 0 10 15,2-2 0 1,-1 3-20-16,-2-2 5 0,2-1-3 0,-1 1-2 15,-1 0 18-15,2-1-16 0,-2 1 1 0,2-1-3 16,-2-1 5-16,1 3 10 0,0-2-2 0,-1 0-2 0,0 2-12 16,0-2 10-16,-1 0-9 0,2 2 0 0,-1-2 3 15,-1 0-25-15,1 0 18 0,0-1-5 0,0 2 2 0,0-1 3 16,-1 1-23-16,1-2 28 0,1 1-12 16,-2 0 20-16,1 0 0 15,0 1-28-15,-1-2 33 0,-2 0-9 0,1 1 22 0,2-1 14 0,-4 2-35 16,2-2 14-16,-1 2-6 0,0-2-5 0,2 2 13 0,-3-1-29 31,0 0-6-31,1-1 15 0,-2-1-9 0,0 1 7 0,2-8-3 0,-3 11-15 16,1-5 0-16,-2-6 12 0,2 10 1 0,-3-10-14 0,2 0 11 0,-2 0-2 31,2 7-7-31,-3-7 17 0,1 0-19 0,-3 0-2 16,3 0 15-16,-5 0-11 0,3 0 12 0,-2 0-2 0,2-8-16 15,0 1 12-15,2 2 2 0,0-2-3 16,1 0-9-16,0 1-6 0,0-3 4 0,2 2-9 15,-3-1 21-15,0-2-2 0,1 1-18 0,-1-3 17 16,0 1-2-16,0 2 0 0,2-3 3 0,-1 1-12 0,0 1-1 16,0 0 7-16,0-2-1 0,0 1-3 0,0 1-5 15,0-1-3-15,0 2 17 0,0-1 6 0,1 0-7 16,2-1-3-16,-2 2-2 0,2 0-11 0,-1-1 10 0,1 1 2 16,1-1-16-16,3 2 22 0,-3-1-2 15,1 0-7-15,2 0 16 0,-1 1-15 0,1-1-4 16,0 1 11-16,2 0-2 0,-2-1-9 0,2 1 5 0,1-1 7 15,-1 1-8-15,1-1 13 0,0-1-4 0,-1 0-28 16,3 1 23-16,-2-3 4 16,2 1-9-16,-2 0 19 0,2-1-25 0,0 1-1 0,-1-2 20 0,2 1-7 15,0 0-3-15,-1 0 3 0,3-1-15 0,-2 1 7 16,2-2 15 0,-1 2-13-16,1-2-2 0,0-1 9 0,0-2-13 15,0 2 12-15,0 1 3 0,0-3-21 0,0-1 24 16,3 2-6-16,2-1-7 0,-1 0 4 0,-1 0-8 15,2-1 0-15,0 0 15 0,-2 3-10 0,2-2-12 16,0 2 4-16,1-1-3 0,0-1 3 0,0 2 18 16,1 1-17-16,2 2-3 0,-3 0 19 0,1-1-19 15,-1 3 11-15,2 1-1 0,0 0-16 0,-2 1 15 0,1 2-1 16,-1 0-3-16,3 0 5 0,-1 1-18 0,0-1 20 0,2 1-1 31,1 0 2-31,-2 1-1 0,1 0-17 0,1 0 17 0,0 4-7 0,0-4 13 0,0 4-4 16,2-3-9-1,-1 3 15-15,-1-5-18 0,5 5 7 0,-5 0-12 0,2 0-5 16,-1 0 20-16,0 0 3 0,-3 0 2 0,2 0-7 0,-3 0-4 16,-1 0-2-16,-1 0 11 15,0 0 4-15,2 0-15 0,-5 0 1 0,2 0 7 16,-5 0-3-16,5 0 9 0,-5 0-11 0,5 0-7 16,-5 0-2-16,0 0 14 0,0 0-5 0,0 0-11 0,0 0-1 0,0 0-25 0,0 0-9 15,0 0-17 1,0 0-19-16,0 0-2 0,0 0-54 0,0 0-23 0,0 0-66 0,0 0-72 15,0 0-11-15,0 0-56 0,0 0-58 0,0 0-74 16,0 0-112-16,0 0-112 0,0 0-71 0,0 0-81 16,0 0 158-16</inkml:trace>
  <inkml:trace contextRef="#ctx0" brushRef="#br0" timeOffset="164122.19">7084 17634 2052 0,'0'0'45'0,"0"0"109"0,5 0 48 15,-5 0 50-15,0 0-7 0,0 0-77 0,0 0-4 0,0 0-22 0,0 0-22 16,0 0-10-16,0 0-21 0,0 0-4 0,-6 0 4 15,1 0-3-15,-1 0-17 0,-2 0-14 0,2 0-19 16,-2 0-1-16,0 0-4 16,-3 0 3-16,1 0 1 0,-1 0-19 0,2 0 2 15,-1 0-5-15,-3 0-17 0,1 0 16 0,2 0 8 16,-4 0-25-16,1 8 25 0,2 1-13 0,-3 1-14 16,3-2 15-16,-1 1-8 0,0 3 2 0,1 0 12 15,2 1-14-15,3 0 14 16,-1 0 8-16,1 1-25 0,1-1 25 0,5-2-18 0,0 4 5 15,0-5 18-15,0 1 1 0,0 0 7 0,0-2 1 16,0 0 34-16,11-1 2 0,-3 2 7 16,1 0 18-16,1-3-38 0,1 1 11 0,3 0-2 0,-1 0-19 15,4 0 10-15,-1-2-6 0,3-6-1 16,0 9 4-16,3-3 11 0,2-6-6 0,-4 8-23 16,1-8 2-16,1 0-12 0,-3 0-6 0,-3 0 26 15,1 0 2-15,-6 0-2 0,-1 0 11 0,-1 0-13 16,-1 0 1-16,-3 0-6 0,-2 0-13 0,-3 0 3 0,0 0-19 0,0 0 3 0,5 0-2 15,-5 0-8-15,0 0-1 0,0 0-2 0,0 0-4 16,0 0 6-16,0 0 2 16,0 0-10-16,0 0-8 0,0 0-41 0,0 0-60 15,0 0-45-15,0 0-72 0,0 0-82 0,0 0-83 16,-5 0-140-16,2 0-94 0,3 0-118 0,0-7-95 0,-5 1 12 16</inkml:trace>
  <inkml:trace contextRef="#ctx0" brushRef="#br0" timeOffset="165839.81">7778 17813 924 0,'0'0'12'0,"0"0"31"0,-7 0 29 0,7 0 7 15,0 0 25-15,0 0 12 0,0 0-6 0,0 0 27 16,0 0-1-16,0 0-16 0,0 0-5 0,0 0-1 15,0 0 30-15,0 0-8 16,0 0-1-16,0 0-17 0,0 0-52 0,0 0-4 16,0 0 6-16,0 0-1 0,0 0 0 0,0 0 3 15,0 0 3-15,0 0 13 0,0 0-12 0,0 0 15 16,0 0-15-16,0 0 15 0,0 0 21 0,0 0-15 16,0 0 22-16,0 0-20 0,0 0-8 0,0 0 22 0,0 0-21 15,0 0 16-15,0 0-9 0,0 0-19 16,0 0 0-16,0 0-19 0,0 0 8 0,0 0-7 0,0 0-14 15,9 0-5-15,-1 0-14 0,3 0-9 0,-2 0 7 32,1 0-13-32,3 0 12 0,1 0 2 0,-1 0-4 15,2 0 3-15,1 0-7 0,1 0 4 0,-2 10-13 16,0-10 3-16,0 7-4 0,-1-7-15 0,0 7 21 0,0 0-13 0,-2-7 4 0,-1 8 9 0,1-2-22 31,-1 2 3-31,-1-2 7 0,2 1-11 0,-4 0 15 0,2 0 4 16,-1 1-23-16,1 1 11 0,-2-1 8 0,3 3-14 15,-2-1 24-15,1 0 0 0,-2 1-3 0,4 2 13 16,-2-1-13-16,-2 0 0 0,1 0-6 0,1 2 0 16,-2-2 5-16,-1 0 4 0,1 0 12 0,-3 0 18 15,0-1-20-15,0 1 13 0,1-2-3 0,0 1-21 16,-3 0 33-16,2-2-17 0,-2 1-1 0,1 0 3 16,-1 1-11-16,0-3-17 0,0 2-5 0,2-1 3 0,-5 0 7 15,4 1 17-15,-2-1 4 16,1 0 4-16,-1 2-8 0,-2-2 9 0,3 1-10 0,-3 2 14 0,2-2-17 15,-2-1 6 1,0 2 5-16,0-2-14 0,0-1 12 0,0 2-17 0,0-3 2 0,0 2-6 0,0-2 4 16,0 1 9-16,-5-8-8 0,3 14 5 0,-1-4 0 31,1 0-6-31,-1-10 12 0,0 12 5 0,-1-3 0 0,1-9 4 16,-1 11-13-16,1-11-9 0,0 9 2 0,-2-9-14 15,2 11 0-15,-2-11 1 0,1 8-13 16,-1-8 16-16,0 10 4 0,0-1-5 0,0-1 21 15,1 0-13-15,-2-8 9 0,1 12-2 0,-2-3-11 0,3-1 4 0,-1-8-12 0,0 9 16 0,-1 0-7 32,1-1-1-32,0-8 12 0,1 7-19 0,0-7 11 0,-1 9-5 15,2-9-6-15,-1 8-3 0,1-8 6 0,0 0 0 0,-1 8 0 16,0-8 11-16,0 7-18 0,-2-7 22 0,0 7-16 16,1-7 3-16,-1 0 12 0,-1 7-29 0,2-7 21 15,-1 0-1-15,-1 8 1 0,0-8 8 0,1 0-14 16,-1 7 13-16,-2-7-2 0,1 0 12 0,2 7-4 15,-2-7-16-15,-2 0 12 0,2 0-10 0,0 0 21 16,0 7-7-16,-1-7-21 16,-2 0 24-16,1 0-27 0,0 0 18 15,-2 5 1-15,-2-5-40 0,3 0 28 0,-2 0-7 16,-1 0 10-16,1 0 19 0,-2 0-34 0,5 0 12 16,-1 0 0-16,2 0-9 0,1 0 20 0,1 0-31 15,-1 0 13-15,1 0 13 0,0 0-10 0,-1 0 23 16,2 0-27-16,-3 0-3 0,1 0 12 0,1 0 0 0,-1-5 3 15,-1 5-7-15,4-7 3 0,-3 0-8 0,3 1 13 16,-4-1 2-16,3 1-26 0,-1 0 20 0,1-2-15 16,0 2-3-16,-3-2 30 0,2 2-34 0,-1-2 17 15,2 1 13-15,-2-2-24 16,0 1 15-16,3 2-13 0,-1 0-2 0,-1-2 6 0,1-1 16 0,2 3 1 16,0 6-23-16,0-9 20 0,0 1-16 0,1 8 0 15,0-9 26-15,1 9-20 0,1-9 1 0,-2 3 5 16,1 6-13-16,-1-9 5 0,2 1 6 0,-1 1-8 15,2-1 4-15,-2-1 1 0,2 1-15 0,0-2 15 16,0 2 0-16,-1-2-6 0,1-1 8 0,0 3-6 16,-2-2-5-16,2 1 11 15,0 2-6-15,0 0-1 0,0 1 3 0,0 6-11 0,0-5 12 0,0 5 2 0,0-6-10 32,0 6 15-32,0-6-20 0,0 6 1 0,0 0 9 15,0 0-11-15,0 0 15 0,0 0-23 0,0 0-2 0,0 0-31 16,0 0-49-16,0 0-7 0,0 0-27 0,0 0-28 15,0 0-4-15,0 0-50 0,0 0-21 0,0 0-18 16,0 0-20-16,0 0-33 0,0-8-71 0,0 4-60 16,0-1-79-16,0 5-62 0,0 0-65 0,0 0-9 0,0-8-33 15</inkml:trace>
  <inkml:trace contextRef="#ctx0" brushRef="#br0" timeOffset="172523.84">8082 17820 811 0,'0'0'9'16,"0"0"-3"-16,0 0 5 0,5 0 7 0,-5 0-12 0,0 0-3 15,0 0 4-15,0 0-16 0,0 0 6 0,0 0 7 16,0 0-7-16,0 0 5 0,0 0 13 0,0 0-5 16,0 0-6-16,0 0 2 0,0 0-10 0,0 0 0 15,0 0 9-15,0 0-12 0,0 0-17 0,0 0-8 16,0 0-4-16,0 0-20 0,0 0 0 0,0 0-8 16,0 0-54-1,0 0-27-15,0 0 0 0</inkml:trace>
  <inkml:trace contextRef="#ctx0" brushRef="#br0" timeOffset="173507.1">8166 17740 1331 0,'0'0'39'0,"0"0"26"16,0 0 25-16,0 0 42 0,0 0-9 0,0 0-7 16,0 0-18-16,0 0-20 0,0 0-12 0,0 0-7 15,0 0 44-15,0 0-12 0,0 0-2 0,0 0 6 16,0 0-44-16,0 0-3 0,0 0-12 0,0 0-20 15,0 0-1-15,0 0 8 0,0 0 4 0,0 0 2 0,0 0 5 16,0 0-9-16,0 0 10 0,0 0-6 0,0 0 0 16,0 0-14-16,0 0-4 15,0 0 3-15,0 0-17 0,0 0 11 0,0 0-17 16,0 0 9-16,0 0-5 0,0 0 0 0,0 0-3 16,0 0 4-16,0 0-4 0,0 0 6 0,0 0 9 0,0 0-7 15,0 0 14-15,0 5-10 0,0-5-6 16,0 0 11-16,0 6 6 0,0-6-6 0,0 5 16 0,0-5-9 15,0 6-8-15,0-3 33 0,0-3-2 0,0 0-6 16,0 6 13-16,0-6-15 0,0 6-7 16,0-6 1-16,0 5-5 0,0-5-8 0,0 5 12 15,0-1 1-15,0 2-1 0,0-6-4 16,0 7-12-16,0 0 0 0,0 0 8 0,0 1 3 16,0-1-4-16,0 1-1 0,0 0 11 0,0 2-6 15,0 0 9-15,0-3-5 0,0 1-18 0,0 1 6 16,0-1 3-16,0-2-3 0,0 2 7 0,0-1-3 15,0 0 12-15,0 0 15 0,0-2-9 0,0 1 2 16,0 1-24-16,0-2 12 0,0 1 1 0,0-1 8 16,0-5 1-16,0 6-14 0,0-2-4 0,0-4 1 15,0 5-6-15,0-5 7 0,0 0 10 0,0 0-7 0,0 0 6 16,0 5 1-16,0-5 1 16,0 0 17-16,0 0 16 0,0 0-5 0,0 0 3 0,0 0-11 0,0 0 2 15,0 0-12-15,0 0-8 16,0 0 4-16,0 0-8 0,0 0 7 0,0 0-9 15,0 0-1-15,0 0 4 0,0 0 1 0,0 0-11 0,0 0-5 0,0 0 1 16,0 0-8-16,0 0 5 0,0 0 7 16,0 0-12-16,0 0-1 0,0 0 16 0,0 0-16 15,0 0 2-15,0 0 5 0,0 0-8 16,0 0-3-16,0 0 2 0,0 0 4 0,0 0-1 0,0 0 13 16,0 0-13-16,0 0 6 0,0 0-5 15,0 0-12-15,0 0 22 0,0 0-16 16,0 0 3-16,0 0 10 0,0 0-14 0,-5 0 8 15,0 0-13-15,-1 0 5 0,-2 0-5 0,-1 0 9 0,-3 0 6 16,0 0-10-16,1 0-4 0,-5 0-1 0,2 0-3 16,1 0 16-16,-1 0-10 0,1-5-1 0,2 5 7 15,0 0-16-15,3 0 20 0,1 0-10 0,0 0 8 16,7 0-7-16,-5 0 3 0,5 0 7 16,0 0-17-16,0 0 3 0,0 0 1 0,0 0 3 0,0 0 8 15,0 0-2-15,0 0-6 0,0 0 4 16,0 0-11-16,0 0 15 0,0 0-1 0,0 0-8 0,0 0 11 15,0 0-11-15,0 0-1 0,0 0 0 0,0 0 9 0,0 0-13 16,0 0 11-16,0 0 3 16,0 0-15-16,0 0 23 0,0 0-9 0,0 0-21 0,0 0-10 15,0 0-49-15,0 0-34 0,-8 0-56 16,8 0-72-16,0-7-72 0,0 7-77 0,0 0-97 16,0 0-49-16,0 0-81 0,0 0-129 15,0 0 170-15</inkml:trace>
  <inkml:trace contextRef="#ctx0" brushRef="#br0" timeOffset="175158.34">8451 17934 1592 0,'0'0'20'0,"4"0"32"0,-4 0 40 0,0 0 22 0,6 0 9 16,-6 0-7-16,0 0 33 0,2 0 7 0,-2 0-10 0,0 0-17 15,0 0-37-15,3 0-11 16,-3 0 2-16,0 0 20 0,2 0-9 0,-2 0 16 0,0 0 16 15,0 0 9-15,0 0 9 0,0 0-12 0,0 0 2 0,0 0-24 16,0 0-7-16,0 0-10 0,0 0-17 16,0 0 0-16,0 0-20 0,0 0-9 0,0 0-13 0,0 0-9 15,0 0-2-15,0 0-11 16,0 0-14-16,0 0 1 0,0 0-5 16,0 0-2-16,0 0 16 0,0 0-6 0,0 0 0 0,0 0 3 15,0 0-4-15,0 0-3 0,0 0-10 0,0 0 7 0,0 0-1 16,0 0-4-16,-5 0 15 15,0 0-5-15,-1 0-6 0,3 0 13 0,-2 8-10 0,-1-1 3 16,-1 0 8-16,3-2-9 0,-2 2-2 0,-1-1-4 0,4 2-1 16,-2-2-4-16,2 1 9 0,3 0 2 15,-3 0-9-15,3 1 23 0,0 1-4 16,0-2 6-16,0 1-7 0,0-1-21 0,0 1 15 16,0-2-14-16,0 2 16 0,6-1 12 0,-1 0-15 0,0-1 9 15,4 1 3-15,-1-7-9 16,2 7 3-16,-1-7 0 0,5 7-8 0,-2-7 16 0,1 0-6 15,2 0 6-15,0 0 3 0,0 0-12 0,-1 0 26 0,-1 0 8 0,2 0 5 16,-3 0 14-16,-1 0-6 16,1 0-2-16,-4 0 13 0,0-7-17 0,0 1-2 0,1-1-16 15,-9 0-5-15,5 0-10 16,-5-1-8-16,0-1 14 0,0 0-16 0,0-1 4 0,0-1 11 0,0-2-25 16,0 1 11-16,0 1-3 15,0-1-7-15,0 0 5 0,0 0 4 0,0 1-3 0,-6 0-5 16,-3 2 7-16,2 0-4 0,1 2 1 15,-1-1 6-15,-2 2-4 0,1 6-1 0,0-9-3 16,0 9 1-16,-1-7-6 0,-1 7-9 0,2-8 21 16,0 8-19-16,1 0 16 0,0 0-17 0,-1-7-28 15,2 7-13-15,6 0-35 0,-8 0 14 0,2 0-16 0,6 0 2 16,-6 0-1-16,1 0-32 0,5 0-24 16,-7 0-47-16,3 6-58 0,1-2-62 0,0 1-15 0,3 0-78 15,0-5-12-15,0 5-36 16,0-5-52-16,0 8-37 0</inkml:trace>
  <inkml:trace contextRef="#ctx0" brushRef="#br0" timeOffset="175414.91">8958 18033 3266 0,'3'3'16'0,"-1"-3"6"16,-1 0-1-16,-1 0 5 0,0 0-24 0,0 0 0 16,0 0 0-16,0 0-11 0,0 0 7 15,0 0-4-15,0 7 9 0,-4-2-1 0,0 0-2 16,-2 0 7-16,0 2-14 0,1-2 11 0,-3 1 1 0,3 0-15 16,-3 1 19-16,1-2-13 0,0 3-17 0,-1-2-68 15,3 0-100-15,-2-1-133 0,2-5-102 0,5 7-63 16,-5-7-48-1,5 0 22-15</inkml:trace>
  <inkml:trace contextRef="#ctx0" brushRef="#br0" timeOffset="175680.99">9036 17886 3872 0,'0'0'54'0,"0"-7"40"0,0 0 23 0,0 7 21 0,0 0-32 16,0 0-25-16,0 0-41 16,0 0-8-16,0 0-31 0,0 0-8 0,0 0 29 0,0 0-4 0,0 0 19 15,0 0 9-15,0 7 7 0,4 1-1 0,-4 2-12 16,0 0-9-16,3 3-18 0,-3 1 1 0,0 0 1 16,3 0-11-16,-3 0 9 0,5-2-9 15,-5 1-17-15,2-1 28 0,-2-1-23 0,3 0 16 0,-3-1-12 16,3 1-77-16,1-2-86 0,-4-3-137 0,1 0-149 15,2-1-161-15,-3-5-168 0,0 0-146 0</inkml:trace>
  <inkml:trace contextRef="#ctx0" brushRef="#br0" timeOffset="178572.44">6142 16473 2133 0,'0'-7'35'16,"8"0"90"-16,-8 2 23 0,0-2 25 0,0 1 18 0,0 2-55 15,0-1 20-15,0 2-8 0,0 3-11 0,0-5-15 16,0 5-24-16,0 0 0 0,0-6-41 0,0 6-7 16,0 0-20-16,0 0-10 0,0 0-3 0,0 0-19 15,0 0 11-15,0 0-19 0,0 0 8 0,0 0 14 16,0 0-27-16,0 0 21 0,0 0-11 15,0 6 2-15,0-1 15 0,0 3-5 0,0-1 23 0,0 5-20 16,0 1 9-16,0 2 4 0,0 2-15 16,0 1 4-16,-8 3-4 0,8-1-6 0,0-1 7 0,0 2 8 15,0-2-5 1,0-1-1-16,0 1-9 0,0-1-1 0,0-2 17 0,0-1-14 0,0-2 19 0,0-2-12 0,0-1-16 16,0-2 27-16,0-8-29 0,0 9 21 0,0-9-2 15,0 0-7-15,0 0 16 0,0 0-9 16,0 0 1-16,0 0-2 0,0 0 8 0,0 0 0 0,0 0 2 15,0 0-23-15,0 0-108 0,0 0-125 16,0 0-166-16,0 0-250 0,0 0-162 0,0-12-21 0</inkml:trace>
  <inkml:trace contextRef="#ctx0" brushRef="#br0" timeOffset="187072.77">13823 15848 1216 0,'0'0'16'15,"0"0"1"-15,10 0 46 0,-10 0 38 0,0 0 8 16,0 0 42-16,0 0 2 0,0 0-2 0,9 0 67 0,-9 0-1 0,0 0-13 16,0 0-3-16,0 0-48 0,0 0-4 0,0 0-7 15,0 0 8-15,0 0-15 0,0 0-8 0,0 0 13 16,0 0-4-16,0 0-22 0,0 0-4 0,0-8-18 15,0 8-24-15,0 0 13 0,0-8-12 0,0 8-18 16,0-6 0-16,0 6-7 0,0-9-15 0,0 4 23 16,0 5-9-16,0-7-9 0,0 2 4 0,-11-2-13 15,11 7-8-15,-13-7-3 0,13 1-4 0,-14 6 3 16,14-7 0-16,-13 7-11 0,13-7 7 0,-15 7-15 16,2 0-9-16,13-7 18 0,-14 7-11 0,1 0 9 15,2 0 3-15,0 0-16 0,1 0 10 0,10 0-8 16,-17 0 14-16,4 10-4 0,2-1-9 15,1-1 18 1,10 1-9-16,-13 2-4 0,3-2 9 0,10 3-14 0,-12-1 1 16,12 0 18-16,0 1-5 0,0-3 1 0,0 2-6 0,0-2-3 0,0 3 9 15,0-2-9-15,0 0 5 0,0-1 6 16,0 0-1-16,12 1-2 0,-2-10 18 0,3 10-22 16,2-10 6-16,1 7 9 0,0-7-11 0,0 0 23 0,3 0-14 15,-1 0 2-15,-2 0 2 0,2 0-1 0,-6 0 14 16,1 0-3-16,1 0 14 0,-3 0-2 15,-11-11-4-15,16 3 11 0,-16 0-26 16,11 1 2-16,-11-1-5 0,0-1-8 0,0 2 8 0,0 0-5 16,0-3-14-1,0 2 10-15,0-1 6 0,0 0 12 0,0 1 21 16,0 1-10-16,0 0-7 0,0 0-8 0,0 7-10 0,0-8-3 0,0 8-4 16,0 0-16-16,0 0 4 0,0 0-8 0,0 0-9 15,0 0 10-15,0 0-14 0,0 0 10 0,0 0 11 16,0 0 5-16,0 0 1 15,0 9-3-15,0-1 5 0,0 1-4 0,0 0 6 16,0 2 5-16,0-1-14 0,11 1 6 0,0 0-3 0,-11 1 10 0,15-2 15 16,0-1-11-16,-2 1 10 15,3-10-19-15,-2 9 0 0,3-9 11 0,-1 0-21 0,2 8 17 16,-4-8-4-16,3 0-14 0,-4 0 22 0,1 0-15 0,1 0 12 16,-3-11-4-16,-2 2-6 0,-1-3 5 0,-9 0-13 15,12-1 10 1,-12-1-3-16,10 0 2 0,-10-1 4 0,0 0-6 0,0 1-3 0,0 1 0 0,0 1 1 0,0 1 11 15,0 1-8-15,0 1 2 0,0 2-8 0,0 7-5 32,0-6 2-32,0 6-1 0,0 0-3 0,0 0-5 15,0 0-1-15,0 0-6 0,0 0 12 0,0 0 2 16,0 0 17-16,0 9 0 0,0 0 11 0,0 0-5 16,0 3-20-16,0-2 16 0,-10 2-31 0,10 0 19 15,0-1 7-15,0-2-18 0,0 3 16 0,0-4-1 0,0 1 10 0,0-9 3 0,0 8-8 16,0-8-12-16,0 0 7 0,0 8 4 0,0-8 22 15,0 0 5-15,0 0-17 0,0 0 2 0,0 0-41 16,0 0 29-16,0 0-20 0,0-11 15 0,0 0 5 31,0 0-19-31,0-4 12 0,13 1 1 0,-3-1 20 0,-10 1-30 16,14-3 9-16,-3 2-26 0,-11 0 6 0,16 1 17 0,-7 0 27 16,-9 2-18-16,13 3 4 0,-13 1-8 0,13 1-10 0,-13 7 20 15,0-6-11-15,9 6 16 0,-9 0-13 16,0 0-8-16,0 0 18 0,0 0-16 0,0 0-3 15,11 0 12-15,-11 0-21 0,11 10 15 0,-11-2 0 16,12 3-18-16,-2-1 25 0,-10 2-4 16,13-2-6-16,-2 1 16 15,0 2-11-15,-11-1 11 0,13-1-4 0,-1 0 3 0,-2 1-11 16,0-3-1-16,2-1 16 0,-2 1-13 0,-1-9 11 16,4 8-35-16,-13-8 2 0,14 0 11 15,-3 0 12-15,0 0 39 0,-11 0 11 0,16 0 6 0,-2 0-8 16,-3 0-6-16,-1 0-17 0,-10-12 4 0,17 1-13 15,-6 0 7-15,-11-3 5 0,14 2-6 0,-14 0 26 16,12-1-9-16,-12 1 11 0,0 0 0 16,0 0-14-16,0 3 4 0,0-1-16 0,0 3 4 15,0-1-7-15,0 4-13 0,0 4-1 0,0-6-19 0,0 6-5 0,0 0-12 16,0 0 1-16,0 0-2 0,0 0 7 0,0 0 16 16,0 0-5-16,0 0 5 0,0 10 2 0,0-2-10 15,-10 3 8 1,10-1 9-16,0 1-12 0,0 0 20 0,0 0-10 0,0 2-7 0,0-1 15 0,0 1-18 15,16-1 20-15,0-1-3 0,-2-1-6 0,3 1 11 0,-1-2-15 32,3 0 9-32,1-1-2 0,-2-8-7 0,3 7 19 0,0-7-11 0,0 0 12 0,1 0-6 0,-3 0-9 31,-1 0 7-31,-1-8-14 0,-1-1 15 0,-2-1-1 16,-3 1-5-16,-1-2-11 0,1-1 4 0,-11-2-5 15,9 2 7-15,-9-2 11 0,0 1-7 0,0-1 4 16,0 2-7-16,0-1 1 0,0 1 4 0,0 1-12 0,0 3 16 15,0-1-3-15,0 4-15 0,0 5 13 0,0-6-28 16,0 6 0-16,0 0 19 0,0 0-15 0,0 0 17 0,0 0 9 16,-9 8-15-16,9 2 1 15,0 0 5-15,-11 4-8 0,11 1 8 0,0 2 1 0,0 5-8 16,0 1 16-16,0 2-4 0,0 1 10 0,0 2 0 16,0 1-18-16,0 2-4 0,12 0 6 15,1 1-11-15,-1 1 7 0,0-1 8 0,3-1-19 0,-2 0 16 0,0 1 5 16,3-3-5-16,-4-1 2 0,2-3-6 0,-1-1-2 15,-2-2 1 1,-3 0 4-16,-8-3 5 0,11-2 4 0,-11-4-3 16,0-1-7-16,8-2 9 0,-8-1-8 15,0-4 3-15,0-5 25 0,0 5-18 0,0-5 3 0,0 0 5 16,-13 0-17-16,-1 0 14 0,-3 0 3 0,-4-8-19 16,-3-3 5-16,-1 0-2 0,-2 0 8 0,-1-2 4 15,-1-1-1-15,4-1-4 0,0-1-6 0,3 0 13 16,1-1-5-16,7 1-3 0,0 0 0 0,14 1-11 15,-12 0 15-15,12 2-7 0,0 1-2 0,0 0-1 16,0 1-15-16,0 1 11 0,17 0-2 0,1 3 2 16,0 0 0-16,2 0-6 0,2 7 7 0,2-8 2 0,0 8-4 15,0 0 2-15,1 0 0 0,-2 0-6 16,-5 0 10-16,1 0-3 16,-3 0-2-16,-4 0 13 0,-2 0-15 0,-10 0 9 0,10 0-3 0,-10 0-10 0,0 0 11 15,0 0-19-15,0 0-24 0,0 0-46 0,0 0-56 16,0 0-61-16,0 0-54 0,0 0-61 0,0 0-73 0,0 0-97 15,0-9-91-15,0 9-130 0,0 0-99 0,0-10-116 16</inkml:trace>
  <inkml:trace contextRef="#ctx0" brushRef="#br0" timeOffset="189619.34">15706 15866 2580 0,'0'0'43'0,"0"-5"25"0,0 0 47 0,0 5 24 0,0-4 1 16,0 4-7 0,0 0-19-16,0 0-8 0,0 0-30 0,0 0-15 15,0 0-25-15,0 0-10 0,0 0-14 0,0 0-8 16,0 0 17-16,0 0-7 0,0 0 11 0,0 0 16 16,0 6-12-16,0-6 12 0,0 5 0 0,0 1 3 15,0 0 10-15,0 0 17 0,0 0-8 0,0-6 13 16,11 7-9-16,-1-7-18 0,-1 8 29 0,1-8-14 15,1 7-15-15,0-7 9 0,0 0-15 0,3 0 3 16,-3 0 28-16,3 0 1 0,-3 0-16 16,1 0-2-16,0 0-19 0,-4 0 6 0,2-11 8 15,-10 0-13-15,14 1 8 0,-14-2-16 0,9-1-1 0,-9-1 10 0,0-1-7 0,0 1 2 32,0-1-5-32,0 0 10 0,0 0 7 0,0 0 7 15,0 1 4-15,0 2-13 0,0 0-4 0,0 2-38 0,0 2-2 0,-11 1-20 16,11 7-1-16,0-7 35 0,0 7-12 15,-12 0 14-15,12 0-11 0,0 0-27 0,0 0 11 0,0 0 7 16,0 0-4-16,0 0 13 0,-11 12-12 0,11-4-11 16,0 2 1-16,0 1 18 0,0-1 2 0,0 2 12 15,0 0 8-15,0 0-37 0,0 2 15 0,0-2-3 16,0 1-2-16,14-1 28 0,2 0-9 0,-5-1-18 16,1-1 14-16,1-2-5 0,3 1 0 0,-2-9 19 15,2 8-45-15,-4-8 2 0,6 9 4 0,-4-9-4 0,3 0 31 16,-2 0-3-16,0 0-6 0,0 0 3 15,0 0-4 1,0 0 0-16,-2-14 7 0,1 2-7 0,-3 0 6 0,1 1-5 0,-12-2 1 0,13 0 2 0,-13-1-7 31,16 0 3-31,-16-1 3 0,0 1-1 0,0-1 6 16,0 1 11-16,0 2-16 0,0 0 6 0,0 2 9 16,0 0-22-16,0 3 10 0,0 0 2 0,0 7-20 0,0-5 1 15,0 5 0-15,0 0-11 0,0 0 17 0,0 0-3 16,0 0-5-16,0 0 1 0,0 0-8 0,-16 7 10 15,16 2 1-15,-13-2 6 0,13 1-5 0,-12 2 2 16,12 0 10-16,-13 1-10 0,13 0 16 0,0-2-11 16,0 3-11-16,-14-1 5 0,14 1-2 0,0-1 9 15,0-1 5-15,0 0-1 0,0-1-10 0,0 0 5 16,0 0-4-16,0 0 8 0,0-3-1 0,0-6-10 0,0 8-4 16,0-8 2-16,0 9 0 0,0-9 7 0,0 0 16 15,0 0-7-15,0 0 11 0,0 0 1 16,0 0-4-16,0 0 1 0,0 0-9 0,0 0-5 0,0 0 2 15,0 0-6-15,0-9 6 0,0 2-2 0,0 0-11 16,14-3 6 0,-14 0-3-16,14-2 0 0,-14 0 12 0,14-2-15 0,-14 2 2 0,17-1 3 0,-5 0-10 15,-12 0 16-15,14 0 0 0,0 0-16 0,-1 2 8 16,-2-1 5 0,-11 1 0-16,18 1 10 0,-6 0-8 0,-12 3-8 15,18-1-6-15,-18 8 4 0,11-6 4 0,-11 6-4 16,0 0-1-16,0 0 2 0,0 0-1 0,0 0 2 0,12 0-1 0,-12 0-3 15,0 0-2 1,15 9 7-16,-15-2 3 0,15 1-5 0,-15 2 7 0,13 1-10 16,1 0-2-16,-14 0 13 0,11 0 2 0,-11 2 0 0,12-1 18 15,-12-1-20-15,13 0 2 0,-13 0 7 0,12 0-18 16,-3 1 19-16,-9-2-9 0,16-1-10 0,-5-1 10 16,-11 1-4-16,14-9-1 15,-1 7 22-15,-3-7-12 0,-10 8-6 0,15-8 13 16,-2 0-10-16,-1 0 5 0,-2 0 12 0,1 0-15 15,0 0-7-15,0 0 9 0,2-10-17 0,-4 0 9 0,-9 1 5 0,13-3-8 0,-1 0 7 32,-12 0-6-32,13-2 2 0,-13 0-4 0,13-1-4 15,-13-1 5-15,11 2 5 0,-11-1 21 0,0 0 0 0,0 1 12 16,0 0-8-16,0 3-8 0,0 2 14 16,0 0-25-16,0 2 3 0,0 2-9 0,0 5-17 15,0 0 10-15,0 0-8 0,0 0-10 0,0 0 17 0,0 0-10 16,0 0-2-16,0 0 13 0,0 0-11 0,0 12 12 15,0 0 6-15,-14 0 0 0,14 3-2 0,0 1-5 16,0 1 2-16,0 0 1 0,0 2 2 0,0 2 2 16,0 1 10-16,0 1-9 0,0 1 6 0,0 3-5 15,17-1-14-15,-6 2 16 0,0 0-6 0,0 0 5 0,1-1 6 16,-2 0-11 0,0-2-9-16,1-1 0 0,-2-1 2 0,-9-3 2 0,12-3 3 0,-12 0 2 0,9-2-1 15,-9-3-7-15,0-3 6 0,0-9 3 16,0 8 1-16,11-8 14 15,-11 0 13-15,0 0 1 0,0 0 1 0,0 0-8 0,0 0-14 0,0 0 6 0,0 0 0 16,0-8-10-16,0-1 19 0,0-4-20 0,0-1-6 0,-14-3 16 31,6 0-17-31,8-3-3 0,-10-4 8 0,10 1-7 16,0-4-10-16,-12 0 12 0,12-2-12 0,0-1 4 0,0 0 12 16,0 1-15-16,0 0 7 0,0 2 2 15,0 1-7-15,0 1 11 0,17 5 3 0,-4-1-8 16,1 4 4-16,1 2-1 0,-2 2-5 0,2 3 4 15,0 0-6-15,2 5-4 0,-2-1 2 0,3 6 4 16,1 0-4-16,-2 0 6 0,0 0-7 0,2 0-11 16,-3 0 17-16,1 8-11 0,-4 1 4 0,1 0 11 0,-2 2-13 15,-12-2 18-15,12 2-4 0,-12 1-9 0,0-2 14 16,0 1-10-16,0-1 9 0,0 1 2 0,0 0-2 16,0-1 0-16,0 0-2 0,-14-1 3 0,-2 0-1 15,0 0 0-15,-2-3-1 0,1-6-1 0,-3 10-2 16,1-10-5-16,0 7 5 0,0-7 1 0,1 0-1 15,5 0 12-15,-2 0-7 16,15 0 1-16,-12 0 0 0,12 0 0 16,0 0 6-16,0 0-10 0,0 0 2 0,0 0-3 15,0 0-7-15,0 0 6 0,0 0-6 0,0 0-4 0,0 0 10 0,0 0-8 16,0 0 12-16,12 0-4 0,3 0-9 0,0 0 15 16,3 0-9-16,2 9 9 0,2-9-6 15,2 8-1-15,2-8-4 0,0 8 5 16,4-8 11-16,-3 7-2 0,0-7 9 0,0 0-16 0,0 0 4 15,-3 0 1-15,-1 0-6 0,1 0 11 0,-5 0 0 16,0 0-12-16,-2-8 17 0,-4 0-8 0,3-2-9 16,-16-2 7-16,12-1-10 0,-12-2-2 0,13 0 2 15,-13-1 0-15,0-1-5 0,0 0 14 0,0-1-7 16,0 2 8-16,0 1-5 16,0 1-12-16,0 2 19 0,0 2-14 0,0 1-6 0,-13 2 9 15,13 7-23-15,0-7 3 0,0 7 4 0,0 0-4 16,-11 0 6-16,11 0 5 0,0 0 10 0,0 0-3 15,0 10-5-15,0-2 12 0,0 2-15 0,0 2 13 16,0-2 11-16,0 1-18 0,0 1 9 0,0 1-3 0,0-2-5 0,0 0 16 16,0 1-10-16,0 0-1 0,0-1 3 0,16-2-4 15,1 3 12-15,-4-3-3 0,4-1-3 0,0 0-5 16,1-8 10 0,-2 8-5-16,3-8 4 0,0 0 4 0,-3 0-15 15,1 0 14-15,-2 0-1 0,0 0-2 0,-4-10 9 16,1 1-16-16,0-3 2 0,-12 2-2 15,11-2-6-15,-11 0 6 0,13 0-4 0,-13 0-3 0,0 2 6 0,0-2 1 0,0 2-2 16,0 2 9-16,0-1-8 0,0 3-11 16,0 0 11-16,0 6-10 0,0 0-8 0,0 0 6 0,0 0-15 15,0 0-1-15,0 0 18 0,0 0 2 0,0 0 2 16,0 8 15-16,0 1-10 0,0-1-1 0,0 3 9 16,0 0-9-16,0 0 0 15,0 2 4-15,0-1-7 0,0 1-1 16,0 0 12-16,14-1-7 0,-3-2 6 0,0 2 6 0,2-3-20 15,-1-1 22-15,1 1-1 16,4-9-3-16,-4 7 14 0,2-7-20 0,0 0 14 16,-2 0 12-16,3 0 4 0,-3 0 9 0,-1-13-9 15,1 1-14-15,-2-1 9 0,-11-2-4 0,14-3-9 16,-3 0 7-16,-11-3-20 0,0-3 5 0,12-1 4 16,-12-3 1-16,0-1 8 0,0-1 5 0,0-1 2 15,0-1 18-15,0-1 10 0,0 0-2 0,-13 3 8 0,13 1-18 16,-15 0-7-16,15 6 0 0,-14 1-13 0,14 4-7 15,0 6-3-15,-10 2-22 0,10 10-3 0,0-7-5 0,0 7-16 16,0 0 13-16,0 0 5 0,-12 0 1 0,12 10 4 16,0-1 4-16,0 3 2 0,-13 3-4 15,13 1 8-15,0 5-3 0,-11 1-10 16,11 1 13-16,0 1-2 0,-11 0-7 0,11 3 8 0,0-2-1 16,0 1 4-16,0 0 4 15,0-2-2-15,0 1 2 0,0-1-1 0,0-1 4 0,16 1-2 0,-2-3 6 0,2 1-3 16,-2-3 3-16,5-1 10 0,1 0-17 0,3-3-4 15,-1-1 1-15,3-2-7 0,0-2 3 0,-1-1 7 0,-1-2-8 16,0-7-12-16,-3 0-7 0,-2 0-53 16,-1 0-38-1,-4 0-61-15,4 0-72 0,-5-10-34 0,-12-1-73 16,15 0-58-16,-4-2-86 0,-11-2-122 0,0 1-116 16,0-1-112-16,0 1-70 0,0-3 141 0</inkml:trace>
  <inkml:trace contextRef="#ctx0" brushRef="#br0" timeOffset="189888.17">17567 15447 3154 0,'0'0'47'0,"0"0"18"0,0 0 52 0,0 0 66 0,0 0 27 16,0 0 13-16,0 0 3 0,0 0-22 0,0 0-27 15,0 0-3-15,0 0-14 0,14 0-16 0,2 0-32 16,6 7 6-16,2-7-15 0,4 8-23 0,4-1-20 15,3-7-22-15,1 9-23 0,1-1 1 0,0-8 9 16,-2 6-14-16,-2-6 0 0,-6 0-6 0,-3 0-7 16,-5 8 12-16,-2-8-5 0,-17 0 2 0,16 0-12 31,-16 0-28-31,0 0-65 0,0 0-95 0,14 0-122 16,-14 0-144-16,0-7-134 0,0 0-144 0,0 2-107 15,0-2-92-15</inkml:trace>
  <inkml:trace contextRef="#ctx0" brushRef="#br0" timeOffset="190154.41">15836 15337 3961 0,'0'0'5'16,"0"0"5"-16,0 0-3 0,0 0 4 0,0 0-12 16,0 0-4-1,0 0-2-15,0 0-100 0,0 0-115 0,0 0-210 16,0 0-192-16,0 0-125 0,0 0-23 0</inkml:trace>
  <inkml:trace contextRef="#ctx0" brushRef="#br0" timeOffset="193056.16">19115 15662 2252 0,'0'0'17'0,"0"0"70"0,0 0 10 0,0 0 6 15,0 0-19-15,0 0-49 0,0 0-10 0,0 0 2 0,0 0 14 16,0 0-11-16,0 5 24 0,0-5 12 0,0 7-5 15,0-4 22-15,0 1 1 0,10 1 1 0,-10-1 5 16,9-4-4-16,-9 5 11 0,11-1 9 0,-11-4 18 16,10 7 12-16,-10-7-12 0,11 5-6 15,-1-5 4-15,-10 0 6 0,13 0-18 0,-5 0-8 0,-8 0-5 16,14 0-27-16,-2 0 5 0,-12 0 9 0,14 0 0 16,-3-10-4-16,-11 0-8 0,13 0-18 0,-13-2-22 0,14 1 0 15,-14-4 6-15,13 0 7 0,-13-5-1 0,0 0-5 16,0-2 9-1,0-3 0-15,0 1 0 0,0-3-14 0,0-1-5 0,0-1 3 0,0 0 20 0,0 0 27 16,0 2 5-16,0 2-3 0,0 3-17 16,0 3-6-16,0 1-7 0,-13 5-14 0,13 3-16 15,0 10-9-15,0 0-26 0,0-9-10 0,0 9 9 0,-13 0-21 16,13 0 19-16,0 0 11 0,0 0-6 0,0 0 11 31,0 0-4-31,0 0-10 0,0 14 5 0,0 1 8 0,0 2-11 16,0 2 11-16,0 3-10 0,0 3 5 0,0 1 4 15,0 0-7-15,0 3 14 0,0 0-4 0,0 0 4 16,0-2 4-16,17 1-11 0,-4-1-6 0,1 0 12 0,-1-1-3 16,3-3 14-16,1-1 5 0,1-1-24 0,-2-1 9 15,4-4 2-15,-1-2-9 0,0-3 22 0,3 0-7 16,-3-3-5-16,0-8 9 0,0 0-3 0,0 0 7 16,-3 0 2-16,1 0-2 0,-3 0-3 0,2-10-8 15,-2-2-1-15,-2-2 1 0,-12-1-5 0,15-3 9 16,-15-1-9-16,13-4-5 0,-13-1 9 0,0-3-1 0,0 0 2 15,0-4 9-15,0 2-15 0,0-3 4 0,0 1 11 16,0-1-4 0,0 3 11-16,-14 1-8 0,14 5-7 0,-14 1 3 15,14 3-1-15,-13 3-2 0,13 3-3 0,0 2-21 0,-11 11-11 16,11 0-1-16,0 0-12 16,0 0 2-16,0 0 12 0,0 0 0 0,0 0 16 15,0 0 0-15,0 14-1 0,0 0 10 0,0 3-16 16,0 0 13-16,0 5 6 0,0 1-17 0,0 2 9 0,0 1 4 15,0-1-11-15,0 2 12 0,0-1-5 0,0 0 0 16,0-1 7-16,0-1 1 0,0-3 7 0,0 0-13 16,0 0 5-16,12-4-5 0,-12-2 3 0,13-1 7 15,-13-2-10-15,0-4 8 0,13-1 1 0,-13-7 4 16,0 6 10-16,0-6 14 0,0 0 6 0,0 0-6 16,0 0 4-16,11 0-15 0,-11 0-18 0,0 0 5 0,12-9-12 15,-12-3 9-15,11 0 3 0,-11-2-11 0,15-1 8 16,-15-2-15-16,14 0 6 0,-14 0 10 0,0-1-14 15,14 1 3-15,-14 2-5 0,0 1 7 0,14 2 9 16,-14 1-10-16,13 4 4 0,-13 7-12 0,0-7 5 16,14 7-2-16,-14 0-7 15,0 0-4-15,0 0-5 0,11 0 14 0,-11 0-4 16,12 10 15-16,-12 0-8 0,15 1-9 16,-2 1 19-16,-2 3-13 0,-11-1 8 0,16 1 10 15,-4-1-17-15,-1 3 1 0,1-2 15 0,-2-1-11 16,0-1 5-16,1 1 7 0,-11-3-7 0,14 0 4 15,-2-2 1-15,-12-3 3 0,10-6-10 0,-10 7 17 16,12-7 1-16,-12 0-16 0,0 0 17 0,9 0-19 0,-9 0-3 16,13 0 13-16,-13-8-8 0,12-2 2 0,-2 1 1 0,-10-3-10 15,14 0 6-15,-3-3-2 0,0 1-3 16,-11-3 11-16,13 2-6 0,-2-2 7 0,1 0 1 16,-2 3-22-16,-10-1 4 0,16 3 4 0,-5 0-6 15,-1 2 21-15,-10 1-9 0,15 2-11 0,-2 7 15 16,-3-8-10-16,2 8 1 0,-2 0 9 0,0 0-8 0,2 0-7 31,-1 0 12-31,0 0-8 0,-2 0-3 0,-9 0 15 16,16 0-15-16,-3 8 0 0,-13-1 9 0,9-7-6 15,-9 8 7-15,14-8 4 0,-14 6-17 0,0-6 9 16,0 0-1-16,0 0 7 0,10 7 20 0,-10-7-17 16,0 0-1-16,0 0 9 0,0 0-10 0,0 0 12 15,0 0 0-15,0 0-20 0,0 0 9 0,0 0-4 0,0-7-2 16,0-1 8-16,0-1-11 0,0 0-1 0,-11 1 5 15,11-1-1-15,-18 0 2 0,4 0-4 0,-2 0-12 16,2 3 9-16,-2 6-5 0,0-6 2 0,-1 6 9 16,-2 0-25-16,2 0 20 0,-2 0-2 0,1 0 0 15,-1 10 19-15,5 1-22 0,-2 1-3 0,4 1 16 16,1 0-19-16,11 1 16 0,-11 0 2 0,11 1-9 16,0 0 12-16,0 0-1 0,0-1-11 0,0 0 13 0,0 1-5 15,0 0-6-15,14-1 10 0,2 0-12 0,0 0 5 16,1-1 11-16,3-2-4 15,0-2-3-15,3 1 13 0,-1-4-22 0,-1 1 13 0,3-7 10 16,-2 0-20-16,-5 0 23 0,2 0-8 16,0 0-2-16,-5 0 15 0,3 0-20 0,-5-10 9 0,2 0-6 0,-5 1-8 15,-9-3 7 1,13-2 2-16,-13 1 3 0,13-1-7 0,-13 0 0 16,0 1-8-16,0 0-3 0,0 2 10 0,0-1-6 15,0 2 2-15,0 3 3 0,0 0-18 0,0 7 15 16,0-5-12-16,0 5-3 0,0 0 13 0,0 0-10 15,0 0 1-15,0 0 7 0,0 0-13 0,-13 0 9 0,13 7 3 16,0 1-6-16,0 0 14 0,0 1-5 16,0 0 7-16,0 1-4 0,0 0-2 0,0 1 4 0,0-2-2 15,0 2 6-15,0-2-7 0,0-2-11 0,0 1 8 0,13-3-1 16,-13 2 12 0,16-7 5-16,-4 7-8 0,-1-7 2 0,1 0-2 0,0 0 4 0,-1 0 4 15,5 0-1-15,-5 0-5 0,0 0 5 0,3-10-3 16,-3 1-6-16,2-3 5 0,-13 0-12 0,14-3 7 0,-1-1 8 15,-13-2-9-15,16-3 17 0,-16-1-14 0,12-5 0 16,-12-1 21 0,0-2-18-16,0-2 19 0,0-1-2 0,0 0 2 15,0 0 29-15,0 2-12 0,0 2 9 0,0 2-11 16,0 4-22-16,0 5 6 0,0 4-20 0,0 1-10 0,0 6-7 0,0 7-20 0,0 0 14 31,0 0-7-31,0 0 2 0,0 0 26 0,0 0-16 16,-14 10 6-16,14 3 11 0,0 2-16 0,0 3 6 15,-14 4-5-15,14 0 4 0,0 4 5 0,0 1-5 16,0 2 5-16,0-1 5 0,0 1-10 0,0-1 12 0,0 0 3 16,12-1-15-16,-12-3 12 0,16 1 0 0,-5-1-7 15,0-4 16-15,2-1-10 0,1-1-10 0,-1-3 20 16,3 0-6-16,-3-1-10 0,4-4 11 0,-1 0-10 16,3-1-1-16,-3-2 7 0,2 0-32 0,1-7-44 0,1 6-40 15,-2-6-36-15,3 0-52 0,-4 0-38 16,0 0-51-16,-2 0-84 15,0-12-61-15,-2 3-122 0,-3-2-179 0,-10-2-112 0,0 0-121 0,0-1 99 0</inkml:trace>
  <inkml:trace contextRef="#ctx0" brushRef="#br0" timeOffset="193290.92">20393 15370 3035 0,'0'0'43'0,"0"0"50"0,0 0 48 16,0 0 62-16,0 0 30 0,0 0-17 0,0 0 5 0,0 0-41 16,18 12-34-16,0-12 12 0,4 6-44 0,2-6-18 15,2 8-13-15,3-8-36 0,3 8-17 0,-2-8 2 16,-2 0-20-16,-1 0-7 0,-1 0 20 0,-3 0-21 16,-3 0-5-16,-2 0-6 0,-4 0-39 0,-14 0-31 0,15 0-68 15,-15 0-113-15,0 0-128 0,0 0-103 0,0-6-130 0,0 6-81 16,0-10-17-16,0 1 8 0</inkml:trace>
  <inkml:trace contextRef="#ctx0" brushRef="#br0" timeOffset="193814.61">18892 15146 2213 0,'-11'0'2'15,"11"0"17"-15,0 0 84 0,0 0 40 0,0 0 34 16,0 0 24-16,0 9-39 0,0-9 0 0,0 8 26 0,0-8-13 0,0 9 17 0,0-9 9 31,0 11-22-31,0-4 9 0,0-7-30 0,0 8-12 0,16-8-11 0,-4 9-4 16,6-9-17-16,1 0-19 0,1 9-14 0,5-9-32 15,2 0 8-15,2 9-13 0,1-9-13 16,5 0-6-16,-2 0-29 0,-2 0-3 0,1 0 11 16,-3 0-1-16,-5 0 14 0,-1 0 0 15,-6 9-22-15,0-9 10 0,-7 0-5 0,-10 0-1 0,0 0 15 16,0 0-3-16,0 0-5 0,0 0-6 0,0 0-2 0,0 0 0 16,0 0-13-16,0 0 2 0,0 0-27 0,0 0-30 0,0 0-35 15,0 0-49-15,0 0-19 0,0 0-23 16,0 0-17-16,0 0-25 0,0 11-61 0,0-11-35 0,0 12-98 15,0-4-53 1,0 2-56-16,0-2-55 0,-10-8 4 16</inkml:trace>
  <inkml:trace contextRef="#ctx0" brushRef="#br0" timeOffset="194318.95">19341 15047 2153 0,'0'-6'39'0,"0"2"98"0,0 4 21 0,0-4 27 16,0 4-9-16,0 0-81 0,0 0-19 0,0 0-26 0,0 0-41 16,0 0-5-16,0 0-1 0,0 0-1 0,0 0 10 15,0 0 6 1,0 0 26-16,0 8 2 0,0 1 16 0,0-1-4 16,0 1-29-16,0 3 2 0,0 3-6 0,0-1 9 15,0 1 6-15,0-1 6 0,0 3-28 0,0-1-12 16,0 0-2-16,0-4-14 0,0 2 19 0,0-2 0 0,0-2 7 15,0 0-10-15,0 0-6 0,0-2-62 0,0 0-128 0,0 0-157 16,0-8-144-16,0 9-130 0,0-9-99 16</inkml:trace>
  <inkml:trace contextRef="#ctx0" brushRef="#br0" timeOffset="195436.44">21482 15607 2304 0,'0'0'71'0,"0"0"15"0,0 0 4 0,0 0 1 0,0 0-69 16,0 0-13-16,0 0-9 0,0 0 16 0,0 0 2 31,0 7 2-31,0-7 37 0,0 6 18 0,0-1 7 16,0 1 20-16,11-1 5 0,-11 2-18 0,13-2 13 15,-1 2 14-15,-1 0-11 0,-1 0 12 0,4 1 12 0,-3-2-18 0,5 1 4 16,-2-2-14-16,5-5-7 0,-3 8 1 0,5-8-11 16,-3 0 4-16,3 0 0 0,0 0 10 0,-1 0-7 0,-1 0-4 15,2 0-13-15,-4 0-11 16,2 0 3-16,-2-10 6 0,-1-1-4 0,0 1-20 16,-2-1-2-16,-1-2-25 0,-13-1 1 15,11 0 3-15,-11-2-24 0,11-1 22 16,-11-2-17-16,0 0-4 0,0 0 16 0,0-1-30 0,0 0 15 15,0 0 4-15,0 1-13 0,-18 1 23 0,3 1-21 16,0 2 3-16,0 2 6 0,0 2-26 0,2 0 21 16,0 11-14-16,0-7-13 0,13 7 25 15,-13 0-19-15,13 0 6 0,0 0 12 0,-12 0-8 0,12 0-2 16,0 0 16-16,0 10-11 0,0 0-1 0,0 2 7 16,0 2-10-16,0 0 4 0,0 2 2 0,21 1 11 15,-1 2-12-15,2 0 20 0,2 0-17 0,3 1-2 0,1-3 18 16,1 2-19-16,1-1 14 0,-4-1-9 0,1-1-18 15,-3 0 19-15,-3-3 2 0,-2 0 7 0,-5-1-5 16,-2-2-5-16,-12 0 5 16,12-4-13-16,-12-6 24 0,0 9-8 0,0-9-5 15,0 6 24-15,0-6-22 0,0 0 0 0,0 0 13 16,0 0-15-16,-12 8 12 0,-2-8-1 0,-2 0-14 0,-2 0 1 16,-2 0 2-16,-2 0-10 0,-1 0-23 0,-2 0-48 0,4-8-38 0,-5 8-42 31,4-7-31-31,2-1-7 0,2 3-63 0,3 1-77 15,4-1-69-15,11 2-152 0,-12 3-100 0,12 0-55 16,0-9 10-16</inkml:trace>
  <inkml:trace contextRef="#ctx0" brushRef="#br0" timeOffset="195693.71">22244 15411 3887 0,'0'-12'49'0,"0"1"40"16,0 0 19-16,0 1 1 0,0 4-38 0,0 6-52 16,0 0-19-16,0 0 3 0,0 0-4 0,0 0-4 15,0 0 15-15,0 0-8 0,0 11-14 0,0 1 29 0,0 0-11 16,0 3 9-16,0 1 6 0,0 1-13 0,0 2 4 16,0 1-6-16,0-3 6 0,0 4 3 0,0-1 0 15,12 0-7-15,0-2 2 0,1 0-7 16,-3-1-3-16,2 0-11 0,-3-3-46 0,4 1-72 0,-4-3-100 15,-9-1-93-15,14 0-66 16,-14-4-78-16,0 0-16 0,11 0-17 0,-11-7-13 0,0 0-11 16</inkml:trace>
  <inkml:trace contextRef="#ctx0" brushRef="#br0" timeOffset="197287.31">22111 15515 2812 0,'0'-7'3'0,"0"-1"16"0,0 3 12 0,0 0 26 0,16 5 8 0,1 0-9 0,4 0 1 0,-2 0-3 0,8 0 14 0,1 5 2 0,6 3-1 0,2-1 5 0,3 1-9 0,-1 1 2 0,4-2 6 0,-2 0-3 15,-2 0-4-15,0-1 7 0,-3-1 7 0,-1-5 4 16,-4 5-9-16,-5-5 13 0,-2 0-1 0,-3 0-13 31,-5 0 20-31,-2 0-25 0,-1-6-13 0,-12-2-12 16,0 2-28-16,10-1 2 0,-10 0-13 0,0-1-1 15,0 1-4-15,0-3-4 0,0 0 0 0,-19 3 0 16,3-1 9-16,-3 1-9 0,2 0 4 0,-4 2-7 0,4 5-9 0,-4 0 2 0,3 0-1 0,0 0 4 31,1 0 1-31,1 8 12 0,2 0-1 0,2 1 13 16,0 5-7-16,12-2-1 0,-11 0-7 0,11 2-9 16,0 1 4-16,0 2-4 0,0-2 7 0,0 2 3 0,0-1 5 15,0-1 11-15,19 0-17 0,-3-1 8 0,2 0-5 16,-1-3-12-16,3 0 22 0,-1-1-14 0,2-2 12 0,-3-1 0 15,4-7-5 1,-4 7 14-16,2-7-12 0,-3 0 1 0,0 0-5 0,-4 0-8 0,-3 0 21 0,1-10-14 16,-11 1 15-16,13-1-3 0,-13-2-15 0,11-1 16 15,-11-1 4 1,0 0 3-16,0-1 9 0,0-2 15 0,0 3-20 0,0-1 16 0,0 3-9 0,0-1-18 16,0 3 12-1,0 2-23-15,0 0 0 0,0 8-4 0,-12-6-6 0,12 6 3 0,0 0-6 0,0 0-1 31,-12 0 9-31,12 0-4 0,0 0 7 0,-11 8 5 0,11 1-21 16,0 0 12-16,0 1-4 0,0 1 4 0,0 0 8 16,0 0 4-16,0 1-4 0,0 0-2 0,0-1 2 15,0 0-6-15,11-1 7 0,-1 0-10 16,2 0 3-16,1-3 0 0,1 2 6 0,-1-4 8 0,4-5 12 0,-1 8 4 16,2-8 0-16,-1 0 15 0,2 0-12 0,-3 0 4 0,1 0 3 15,-1 0-9 1,2-10-11-16,-4 0 0 0,0 0-5 0,0-2-5 0,-1-2 11 0,-13 0-13 15,14-1 12-15,-14-4-5 16,14 0-5-16,-14-1 14 0,0 0-23 0,0-3 7 0,0-1 2 0,0 1-3 16,0 1 6-16,0 0-19 0,0 2 15 0,-19 3-21 15,3 2 3 1,2 2 18-16,3 3-31 0,-3 2 16 0,3 8-22 16,11 0 2-16,-16 0 18 0,3 0-15 0,13 0 28 15,-18 0-13-15,18 9-12 0,-13 1 15 0,13 2-14 16,0 0 16-16,-11 0 8 0,11 2-2 0,0 1-2 15,0 1 2-15,0-3 1 0,0 3-11 0,14-3 12 16,0 1-12-16,0-2 3 0,4-3 15 0,-1 0-4 0,0-2 3 0,1-7-12 16,3 7 7-1,-3-7 2-15,2 0-7 0,-3 0 16 0,-3 0-8 0,2 0 2 0,-2 0 14 16,-1-10-12-16,-13 1 28 0,13 1 2 0,-13 0 4 16,12-1-8-16,-12 2-17 0,0 0-12 0,0 7-15 0,0-9 24 15,13 9-20-15,-13-7 2 0,0 7 1 16,0 0-10-16,0 0 18 0,0 0-1 0,0 0-12 15,0 0 7-15,0 0-2 0,0 0-12 0,0 0 23 0,0 10-12 16,0 0-20 0,0 0 21-16,0 2-9 0,0 3-3 0,0-1 21 15,0-2-16-15,0 1 1 0,0 1 17 0,0 0-13 16,17-1 13-16,-1 0-6 0,-5 0-9 0,2-3 3 0,-4 1 6 0,4 0 11 0,1-4-31 31,-1-7 7-31,1 8-2 0,0-8-10 0,3 0 31 0,0 0-6 0,-2 0-13 16,0 0 7-16,2 0 13 0,-3-8-10 15,3-2 14-15,-4 0-2 0,1-2-8 0,-3 0 9 0,-1-4 13 16,2 0 2-16,-12-2 4 0,12-2 2 0,-12-3-14 0,0 0 8 16,12-6-16-16,-12 0 14 15,0 0-2-15,0-5 3 0,0 1 23 0,0-2-12 0,0-1 6 16,0 0-5-16,0 1 11 16,0 2-13-16,0 0 18 0,0 3-2 0,0 5-21 0,0 3 10 15,-12 5-29-15,12 5-17 0,0 4-4 0,0 1-23 0,0 7-4 16,0 0 2-16,0 0-4 0,-13 0 19 15,13 0 5-15,0 9 11 0,0 3 6 16,0 0 3-16,0 5 4 0,0 4-2 0,0 2-1 0,0 0-6 0,0 3-2 16,0 2-6-16,0 1-6 0,0 0 11 15,0 0-17-15,0 0 7 0,0 0 1 0,0 0-8 0,14 0 18 0,0-2-8 16,-3 0 10-16,2-3-11 0,1 0 9 16,2 0 9-1,-2-3-23-15,2-1 24 0,2 1-13 0,-2-3-8 16,2-2 34-16,1-1-21 0,1-2 5 0,0-1 9 15,2-3-18-15,0-2 17 0,2-1-5 0,0-6 3 0,-1 0-4 16,0 0-11-16,0 0 13 0,-1 0-15 0,-1 0 4 16,-4 0 9-16,0-10-12 0,0 0 17 15,-4 1-9-15,-1-4-16 0,-1 1 14 0,-11-2-16 16,16-3 17-16,-16 2 0 0,0-2-14 0,11-2 8 16,-11 0-7-16,0-1 6 0,0 2 1 0,0-1-12 0,0 1-10 15,0-2 11-15,-19 3 2 16,1 3 1-16,5 1 8 0,-4 2-31 0,4 1 3 0,0 4-9 0,0 6-14 0,0 0 15 15,0 0-17-15,2 0 7 0,11 0 21 0,-15 0 1 16,15 0 15-16,-13 10 4 0,13-2-7 0,0 3 5 16,0-1 0-16,0 1 7 0,0 1-2 0,0 0 2 15,0 2 1-15,19 1-6 0,1-1 3 0,1-2 5 16,0 5-2 0,2-4 8-16,3 1-16 0,0 0 4 0,0 0 2 15,2-2-10-15,-2 0 18 0,-1 1-4 16,-1-3-8-16,-3-2 4 0,-4 2-5 0,-2-4-1 0,-4 1 6 0,-11-1-1 0,13-6-16 15,-13 7 9-15,0-7-4 16,0 5-2-16,0-5 19 0,0 6-16 0,0-6 10 16,0 7 5-16,0-7-3 0,0 6-1 0,0 2 1 15,0-8-3-15,0 8-5 0,0-1 14 0,-13-7-13 16,4 7 6-16,-7 1 0 0,3-8-37 0,-2 7-29 16,0-7-40-16,-2 7-72 0,1-7-35 0,-3 6-28 0,2-6-38 15,-2 5-29-15,0-5-80 0,1 0-71 0,1 0-115 16,3 0-91-16,-3 0-51 0,4 0-8 0</inkml:trace>
  <inkml:trace contextRef="#ctx0" brushRef="#br0" timeOffset="197551.87">23435 15174 3157 0,'0'0'38'0,"0"-5"20"16,0 5 48-16,0 0 56 0,0 0 7 0,0 0 20 15,0 0-26-15,18 0-39 0,2 12-18 0,3-1-15 16,4-1-16-16,3 0-12 0,3-2-17 0,1 1-37 0,2-2 8 16,0-7-16-16,-1 8-6 0,0-8 16 0,-5 0-16 15,-5 9 4-15,1-9-59 0,-8 0-88 0,-2 0-139 16,-5 0-258-16,-11 0-200 0,0 0-234 0,0-9 120 15</inkml:trace>
  <inkml:trace contextRef="#ctx0" brushRef="#br0" timeOffset="199505.47">25376 15341 3008 0,'0'-8'21'0,"0"-1"25"0,0 3 30 0,0-1 18 0,0 7-24 16,0-6-23-16,0 6-27 15,0 0-7-15,0 0-4 0,0 0-9 0,0 0-7 16,0 0-8-16,0 0 23 0,0 0 22 0,0 7 19 0,0 1 8 16,0 2-24-1,0 0-2-15,0 0 2 0,0 2-6 0,0 2 26 0,0 0-7 0,0 0-3 16,0 1 4-16,0 0-7 0,0 0 3 0,0 1 5 0,0-1 7 16,0 0 6-16,13-1 5 0,-1-1 8 15,1 0-15 1,3-1-1-16,0-1 5 0,1-2-17 0,1-1 15 0,1 0-21 15,2-1 1-15,0-7-7 0,3 0 3 0,-2 0 30 16,0 0-8-16,-3 0-4 0,0 0-4 0,-4 0-12 0,-2-11 8 16,-13 0 8-16,13-1-13 0,-13 0 0 15,13-3-20-15,-13-2 4 0,0-1 11 0,0 0 2 16,0-1-4-16,0 2 0 0,0-3-4 0,0 5-7 0,0 0 1 16,0 2-2-16,0 2-19 0,0 2-10 15,0 2-12-15,-14 7-11 0,14 0 12 0,0 0-1 0,0 0 12 16,0 0 1-16,-15 0-7 0,15 0 13 15,0 11-5-15,0-2-1 16,0 3 5-16,-14 0-14 0,14 0 16 0,0 1-1 0,0 0 6 0,0 1 4 0,0 0-12 16,0 0 13-16,0-2-12 0,0 2 0 0,0-2 9 15,17-2-20-15,-5 0 10 0,2-3 7 0,2 1-10 16,-1-2 21-16,5-6-13 0,-2 8-1 16,3-8 17-16,-2 0-12 15,1 0 29-15,0 0-12 0,-2 0 5 0,0 0 14 16,-2 0-15-16,-1-11 19 0,0 2-37 0,-2 0-11 15,-3-2 8-15,-10-1-5 0,13-2 17 0,-13 0 5 16,0-4-14-16,0 1 3 0,0-2 3 0,0-1-17 16,0 0 8-16,0-1-1 0,0 2-13 0,0 0 15 0,0 2-10 15,0 1 3-15,-16 4 6 16,2 1-12-16,14 2-5 0,-9 9-8 0,9-7 11 0,0 7-2 0,0 0-6 16,-13 0-4-16,13 0-10 0,0 0 9 15,0 0 28-15,0 0-17 0,0 0 30 0,0 0-4 0,0 0-15 16,0 8 16-16,0-8-20 15,0 11 2-15,0-3 0 0,0 0-16 0,0-8-1 0,14 11-7 0,1-11 4 0,-1 10 23 16,2-3-11-16,1-7 23 16,2 0-15-16,-2 0 6 0,4 9 8 0,-5-9-8 15,3 0 5-15,-5 0 0 0,2 0-2 0,-4 0 5 0,2 0 14 16,-14-12 3-16,13 3 22 0,-13 9 0 0,13-10 5 0,-13 1-4 16,0 9-22-16,0-10 10 0,0 10-26 15,0-8-7-15,0 8 9 0,0 0-34 16,0-9 13-16,0 9 0 15,0 0-20-15,0 0 6 0,0 0-15 0,0 0-3 0,0 0 18 16,0 0-2-16,0 0 23 0,0 11 1 0,0-1-14 16,0 0 12-16,0 2-21 0,0 2 8 0,0 0 6 15,0-1-3-15,0 2 15 0,0-1-10 0,0 0 5 16,0 0 6-16,0 0-7 0,0-2 11 0,0 2-3 0,11-2-13 16,2 0 8-16,1-1-4 0,-1-2 4 0,4 0 0 15,0-1-4-15,4-1 0 0,-1-7 7 0,4 7 10 16,-2-7-6-16,0 0 7 0,3 0-13 15,-4 0 0-15,1 0 19 0,0 0 0 0,-1-11 24 0,-4 0 15 16,0 2-10-16,-2-6 8 0,-3 1-18 0,-12-3-28 16,15-4 8-16,-15-2-24 0,14-1 8 0,-14-4 0 0,0-4-10 31,0-1 9-31,0-2-20 0,0 0 19 0,0-1-3 16,0 0 3-16,0 3 16 0,-16 3-10 0,16 4 14 0,0 2 8 0,-13 7-8 0,13 1-8 15,0 7-9-15,-14 2-22 0,14 2-2 0,0 5 6 0,0 0-18 31,0 0 14-31,0 0-2 0,0 0-6 0,0 0 16 0,-13 8-8 0,13 2 13 16,0 2 7-16,0 1-7 0,0 4 1 0,-12 3 10 16,12 0-14-16,0 1 12 0,0 3-2 15,0 1-17-15,0-2 9 0,0 3 0 0,0 0 6 16,0-3-4-16,0 3-3 0,14-2-6 0,1 0 0 16,-1-3 4-16,-2-2 11 0,1 1-1 15,3-2-3-15,3-2 9 0,-3-2-6 0,4-2 3 0,-2-2-2 16,4 2-15-16,-4-5 11 0,2-2 2 0,-1-5 4 15,1 7 7-15,-2-7-11 0,0 0 0 0,-3 0 5 16,0 0 3-16,-2-10-4 0,0 1-4 0,-4-3 4 16,1-2-7-16,-10-3 11 0,12 0-3 0,-12-3-9 15,12-2-5-15,-12-2 6 0,0-2-9 0,0-1 5 0,0-1-1 32,0 0-19-32,0 1 23 0,0 1-18 0,0 4 14 0,0 1 3 15,0 4-20-15,0 2 18 0,0 6-12 0,0 2 0 0,0 7 7 0,0 0-15 0,0 0-7 31,0 0 16-31,0 0-14 0,0 0 16 0,0 9 5 0,0 2-6 16,0 2 16-16,0 2-1 0,0 3-4 0,0 2-2 0,0 2 10 16,0 0-12-16,0 2 2 0,0 1 4 0,0-2-14 15,0 1 17-15,0-2 1 0,0-2-10 16,0-1 0-16,0-4 0 0,0-1 3 0,0-2 1 16,0-4 11-16,0 0-11 0,0-8 2 0,0 6 17 0,0-6-1 15,0 0 4-15,0 0 12 0,0 0-18 0,0 0-8 16,0 0-1-16,0 0-3 0,0-10 3 0,0-1 0 0,9-2 5 15,-9-1-14-15,16-1-3 0,-7-2 1 16,3-2 1 0,0 2 17-16,-2 0-2 0,4 0 2 0,-5 3-5 0,-1 0-14 0,3 3 12 0,-11 2-6 15,11 3-9 1,-11 6 6-16,12 0-9 0,-12 0 1 0,0 0 8 0,10 0-12 0,-10 0 2 0,11 0 7 16,-11 0-3-16,12 11 9 0,0 1-11 0,-1 2 2 15,-1 1-2 1,2 2 9-16,0 2 1 0,0 2-3 0,-1-1 9 15,-1 0-4-15,4 1 3 0,-5-1-2 0,-9-3-3 16,12 0-15-16,-12-1 9 0,14-2-14 0,-14-1-31 16,0-1-54-16,13-2-50 0,-13-1-45 0,0-1-10 15,0-8 2-15,12 6-14 0,-12-1-7 0,0-5-10 0,0 0-29 16,0 0-80-16,0 0-77 0,0 0-177 0,0 0-105 0,0 0-58 16,0-9-8-16</inkml:trace>
  <inkml:trace contextRef="#ctx0" brushRef="#br0" timeOffset="199774.84">26442 15125 2649 0,'0'0'34'0,"0"0"21"0,0 0 55 0,-11 0 33 0,11 0 25 0,0 0 48 0,0 0 10 31,0 0 29-31,0 0-13 0,0 0-33 0,0 0-31 16,0 0-42-16,0 0-19 0,17 0-40 0,-2 0-24 16,3 0-18-16,4 0-31 0,1 0 12 0,0 0-12 15,4 0 3-15,2 0-9 0,-1 0-3 0,0 0-2 16,1 0-9-16,-1 0-46 0,0 0-71 0,-2 0-70 0,0-6-88 16,-4 2-58-16,-3 0-30 0,0 4-106 0,-5 0-87 15,-5 0-90-15,-9-8-55 0</inkml:trace>
  <inkml:trace contextRef="#ctx0" brushRef="#br0" timeOffset="199932.91">25908 14959 3405 0,'-13'0'-2'0,"0"0"3"0,13 0-40 15,0 0-50-15,0 0-48 0,0 0-136 0,0 0-78 16,0 0-136-16,19 0-226 0</inkml:trace>
  <inkml:trace contextRef="#ctx0" brushRef="#br0" timeOffset="200824.4">28433 15229 2336 0,'0'0'102'0,"0"-8"19"16,0 2 33-16,0-1 24 0,0 2-70 0,0 2 8 15,0 3-16-15,0-5-10 0,0 5-10 0,0 0-5 16,0 0 7-16,0 0-2 0,0 0-15 0,0 0-5 16,0 0-21-16,0 0 5 0,0 0 4 0,0 0-15 15,-12 0-7-15,12 0-1 0,-14 7-3 0,3 0 9 16,0 0 13-16,-1 2-28 0,0-1 10 0,1 2-6 15,0 1-18-15,11 0 28 0,-14 2-29 0,1 3 7 0,13-1 6 16,-9 2 2-16,9 0 22 16,0 1 1-16,0 0 13 0,0-1 4 0,0 2-7 15,0-2 7-15,0 0-7 0,0 0 3 0,13 0 11 0,2-2 0 0,1-1 4 0,1 1-6 16,1-3-8-16,1 0 6 0,1-1 0 0,1 0 0 0,-2-4 10 16,1 0-15-16,0-7 18 0,-2 0 16 31,0 6-4-31,-1-6 2 0,-1 0-7 0,-3 0-13 0,1 0-4 15,-3-8 0-15,-1 0-16 0,2-1-15 0,-12-1-8 16,11-4-12-16,-11-1-2 0,11-2-1 16,-11-1-20-16,0-2 17 0,0-3-7 0,0-1-5 15,0-1 23-15,0-1-18 0,0 0 7 0,0 2 7 0,0 0-22 16,-16 2 15-16,2 3-19 0,2 1 2 0,-4 2 5 16,0 2-23-16,-1 2-1 0,1 3-49 0,-3 1-7 15,3 8-35-15,-1-7-32 0,1 7 0 0,-2 0-38 0,5 0-8 16,-4 0-12-16,6 0-36 0,0 11-43 0,0-1-53 15,11-1-23-15,-13 0-57 0,13 2-18 0,0-3-9 16,-12 1-32 0,12 0-60-16,0-4 88 0</inkml:trace>
  <inkml:trace contextRef="#ctx0" brushRef="#br0" timeOffset="201051.8">28191 14963 2806 0,'0'0'3'16,"0"-2"2"-16,0-1-1 0,0 0 12 0,0 3-11 0,0 0-1 16,0 0 9-16,0 0-14 0,0 7 1 0,0 1 1 15,0-1-27-15,0 2-134 0,0 0-110 0,0 0-147 16,14 0-131-16,-14-2-9 0</inkml:trace>
  <inkml:trace contextRef="#ctx0" brushRef="#br0" timeOffset="201216.91">28816 14937 3607 0,'0'-5'18'0,"0"0"-5"0,0-2-14 15,0 2 5-15,0 2-25 0,0 3 8 0,0 0 28 16,0 0-50-16,0 5-50 0,0 3-114 0,0-1-166 16,0 4-79-16,0 0-87 0,0 1-86 0,0 2 65 15</inkml:trace>
  <inkml:trace contextRef="#ctx0" brushRef="#br0" timeOffset="204681.01">29422 15593 2935 0,'0'0'36'0,"0"0"31"0,0 0 29 0,0 0 25 15,0 0-14-15,0 0-4 0,0-3-25 0,0 3-15 16,0 0-6-16,0 0-15 0,0 0 21 0,0 0 11 16,0 0 2-16,0 0 14 0,0 0-20 0,0 0-5 0,0 0 8 15,0 0-10-15,0 0 12 0,13 0 4 0,-13 0-16 16,9 0-5-16,-9 0 11 0,12 0-7 0,-2 0 6 15,2 0 8-15,-3 0-8 0,2 0 8 0,0-8 0 16,2 1-13-16,-2 0-12 0,0-2-18 0,3-2-14 16,-3-1-6-16,2-2-6 0,-2-3-2 0,-11-2 3 15,13-4-1-15,-3 0 0 0,-10-6 0 0,0 0-9 16,12-3 11-16,-12-3-8 0,0-3-10 0,0-1 13 0,0-1-15 31,0 1 5-31,0 3 22 0,-16-1 20 0,2 3 26 16,2 5 11-16,12 4-18 0,-13 4-5 0,13 5-50 15,-12 3 5-15,12 3 6 0,0 4-31 0,0 6 15 0,0 0-20 0,0 0-15 0,0 0 19 0,-12 0 24 16,12 9-9 0,0 1 25-16,0 2-15 0,0 5 3 0,0 5 0 0,0 2-2 0,0 3-1 15,0 2 0-15,0 5 8 16,0 0-15-16,0 2 7 0,0-1-12 0,0 2 8 16,0-1 2-16,0 1-5 0,0-2-4 0,0 0-2 15,11-2 1-15,-11-1 0 0,9-3 8 0,-9 1-13 16,14-4 11-16,-2-1 13 0,-3-2-8 0,2-2 10 0,0-2-10 15,0 0 6-15,3-3 15 0,2-1-2 0,0-3 3 16,2-1-22-16,-1-3 3 0,5-1 22 0,-4-7 11 16,0 5 4-16,3-5 6 0,-2 0-9 0,0 0-21 15,-3-9 13-15,-1 1-18 0,0-2-16 0,-1-2 13 16,-14-4-11-16,13 1 1 16,-13-4 10-16,0-2-9 0,0-1 3 0,0-3-8 0,0-1-5 0,0-2-2 0,0-1 0 31,-13-1 24-31,-4-1-14 0,1 1 9 0,-6-1-5 15,1 4-11-15,-1 2 5 0,0 1 0 0,0 5-4 16,0 2-13-16,2 3 7 0,0 4-9 0,6 3-1 16,0 7 6-16,2 0 2 0,12 0 2 0,-12 0-1 15,12 0 5-15,0 0-11 0,0 0-1 0,0 0 16 16,0 0-8-16,0 0 7 0,0 10 8 0,0-2-12 16,0 0 8-16,0 0 5 0,12-1-9 0,3 1 8 15,0 2-1-15,5-2-7 0,2 0 4 0,1-8 4 0,2 7-7 16,2-7 10-16,-1 0-2 0,1 0-6 0,-2 0 4 15,0 0 2-15,-1 0-3 0,-3 0 6 0,-2 0-5 16,-1-9-6-16,-2 0 15 0,-2 1 0 0,-1 0 4 16,-13 1-6-16,11 7 3 0,-11-9-27 0,0 9 9 15,0-8 6-15,0 8-13 0,0 0 14 0,0 0-17 16,0 0-10-16,0 0 13 16,0 0-5-16,0 0 10 0,0 0 11 0,0 0-17 15,0 0 2-15,0 10 3 0,-16-1 14 0,1 1-15 16,4 2 30-16,11 3-13 0,-18-2-16 15,18 3 14-15,-12 0-15 0,12-1-8 0,0 2 22 16,0 0 11-16,0 0-10 0,0-1 15 0,0 0-32 0,0-1 15 0,17-1-18 16,0-1 9-16,1-1 5 15,1-1-27-15,3-4 23 0,0 0-9 0,0-1 10 16,0-6 13-16,4 0-2 0,-5 0 1 0,0 0-6 0,1 0 7 16,-1 0-2-16,-4-8 2 0,-1-1 5 0,-1-2-19 15,-2-2 0-15,-5-2-1 0,-8-1-2 0,0-3 23 0,0-2-8 16,0-3-10-16,0 1 4 0,0-1-25 0,0 0 13 15,-14 0 6-15,-3 0-16 0,0 3 0 0,-4 3-6 16,0 1 10-16,-1 1 9 0,5 3 0 0,-4 4-8 16,1 1-16-16,2 8-1 0,3 0 1 0,0 0 0 15,1 0 8-15,14 0 8 0,-14 9 10 16,14 2 4-16,-13-1 2 0,13 1-17 0,0 2 5 16,0 0 12-16,0 1-4 0,0 0 15 0,0 1-9 0,0 1-12 15,0-1 11 1,0 2-9-16,14-3-2 0,4 2 2 0,-2-3 2 15,1-1 1-15,-3 0 12 0,5-4 1 0,-1 0-5 16,-1-8 8-16,1 0-16 0,0 0 6 0,0 0 2 16,-2 0 1-16,1 0 11 0,-3-12-12 0,3-1 4 15,-4-2 4-15,1 1-16 0,-2-3 20 0,-3-2-16 16,-9-2-7-16,12 0 14 0,-12-2-10 0,12 0-3 0,-12-3 8 16,0-2-9-16,0 0-2 0,0-2 18 0,0 1-16 15,0 0 5-15,0 2 11 0,0 1-20 0,0 3 17 0,0 1 2 16,0 6-6-16,0 0 3 0,0 4-2 15,0 3-7-15,0 4-5 0,0 2-5 0,0 3-2 16,0 0 2-16,0 0-2 0,0 0 21 0,0 8-1 16,0 1-5-16,0 3 3 0,0 2-5 0,-12 3-4 15,12 2 14-15,0 3 4 0,0 2 4 0,0 1 3 16,0 1-10-16,0 1 3 16,0 0-11-16,0 0-2 0,15-1 4 0,-1 0-8 15,-1-1-1-15,0-1-6 0,1 0 12 0,2-2-4 0,-1-2 22 0,1-1-5 0,3-2-10 31,1-2 5-31,-2-3-11 0,3 0 11 0,0-4-3 16,0-2-1-16,1-6 2 0,0 0-7 0,-1 0 11 0,0 0 2 16,-1 0 1-16,-2 0-10 0,-3-9-5 15,0-3 9-15,-5-1-4 0,-10-2 16 0,13-3 6 0,-13-3-13 16,0 0-9-16,0-4-3 0,12-1-11 16,-12-2-1-16,0-1 10 0,0-1-2 0,0-1-4 0,0 1 6 15,0 0 7-15,0 2-12 0,0 5 14 0,0 3-3 16,0 3-7-16,-13 4 1 0,13 2-15 0,-13 6-2 15,13 1-2-15,0 4 9 0,-14 0 2 16,14 0 5-16,0 9 7 0,-13 2 0 0,13 1-2 0,-12 3 7 0,12 3-8 16,-12 1 19-16,12 3-3 0,0 1-12 0,0 1 13 15,-11 0-17-15,11 2 6 0,0-3 4 0,0 0-11 16,0-1 6-16,0-1-5 0,0-1 3 0,0-1 5 16,0-1-17-16,15-1 7 0,-4-4-13 0,-11 1 13 15,16-3 13-15,-5-2-7 0,-11 0 20 0,14-3-19 16,-1-6-3-16,-1 5 12 0,1-5-5 0,0 0-3 15,-1 0-1-15,1 0-1 0,4 0 1 16,-1-8 3-16,1 1 5 16,-2-2-6-16,0-1-10 0,0-3 7 0,-1-1 2 15,-1-1 2-15,1 0 5 0,-3 1-5 0,0 0-4 16,1 0-10-16,1 2 8 0,0-1-16 0,-2 2 14 0,-1 1 3 16,3 2-3-16,-1 1 5 0,-3 2-12 0,4 5-1 0,-4-5-5 15,1 5 17-15,2 0-12 0,3 0 21 0,-1 0-4 16,-1 8-17-16,2 1 13 0,-2 3-25 15,3 0 13-15,-4 2-5 0,0 0 6 0,-3 0 6 16,-9 2-2-16,9-1 2 0,-9 2-7 0,0 0 14 16,0-2-2-16,0-1 15 15,0-2-18-15,0-1 1 0,0 0-3 0,-12-2-5 0,-2-2 18 0,1-2-9 0,-4-5-1 32,1 0 10-32,-3 0-6 0,3 0-10 0,-6 0 19 15,3 0-20-15,1-8 14 0,-1 0 16 0,2-4-16 0,3 1 15 0,-2-2-4 0,3 0-10 0,4 1-2 16,9-2-5-1,-13-1-1-15,13 1 6 0,0 1 1 16,0 1-3-16,0 0 0 0,0 0-3 0,0-1 2 16,0 1 7-16,13 0-19 0,-2 0 2 0,5 1 8 0,-2-1-14 15,5 1 16-15,-1 2-8 0,4 1-13 16,-1 2 14-16,2 6-4 0,2-6 4 0,0 6 5 16,1 0-5-16,-1 0 0 0,-3 0 6 0,2 0-13 0,-4 8 0 15,-2-2 14-15,-2 3-20 0,-4-2 20 0,-1 3 0 16,-11-1-18-16,10 0 25 0,-10 2-20 0,0-1-1 15,0 2 5-15,0 1-6 0,0 1 13 0,0 0 3 0,0 2-4 16,0-1-1-16,0 2-11 0,0 0 5 16,0-2 3-16,0-1-4 0,0-2 11 0,13 0 2 0,-13 0-8 15,10-2 12-15,-10-1-1 0,10-2-10 0,-10-1 11 16,11-1-3-16,-11-1 0 0,14-4 1 0,-14 0-1 16,13 0 8-16,-2 0-13 0,-11 0 4 15,14 0 7-15,-1 0-21 0,-4-7 13 0,3 2 2 16,-2-2-10-16,-10-1 19 15,13-3-11-15,-2 1 0 0,-11-3 1 0,14 0-4 16,-2-3 1-16,-12-2 2 0,14 0-5 0,-14-1 3 16,12 1 2-16,-12-2-16 0,12 0 10 0,-12 1-15 15,0 1 21-15,0 2 3 0,0 0-4 0,0 2 4 16,0 3-19-16,0 0 14 0,0 4-4 0,0 1 5 0,0 3-13 16,0 3-11-16,0 0 6 0,0 0-11 0,0 0 11 15,0 0 2-15,0 0 6 0,0 0 14 16,0 9 0-16,0 3 0 0,0 1-8 0,0 1-1 0,0 0 0 15,0 2 4-15,0 1-5 0,0 0 1 0,0 0 6 16,17-1-8-16,-17 0 14 0,13-1-16 0,-3 0 0 16,-10-2 5-16,13-1-14 0,0-1 19 0,-13-1-2 15,14-2-10-15,-4-2 18 0,-10 0 5 0,12-6-3 0,-12 0 19 32,10 0-12-32,-10 0-6 0,14 0-9 0,-14 0-10 0,9-9 12 0,-9 1-6 0,13-2 9 0,-13 0-3 15,14-2-16-15,-14-2 7 0,11 0 0 0,-11 0 9 16,12-1 7-16,-2 0-19 0,-10-1 3 15,0 1-1 1,10 1-9-16,-10 0 15 0,10 1-5 0,-10 0 1 0,0 0 3 16,10 5 2-16,-10 0-3 0,0 2-4 0,0 2-7 15,0 4-8-15,0-5 9 0,0 5-3 0,0 0-1 16,0 0 11-16,0 0-8 0,0 0 0 0,0 0 7 0,0 0-2 16,0 0-6-16,0 8 18 0,0-2-1 0,12 2-3 15,-12 1 15-15,9 1-15 0,-9 1 0 16,13 0 8-16,0 1-21 0,-1-2 7 0,-2 0-2 15,4-1-7-15,2 0 16 0,-2 0-7 0,3-4-1 16,2 1 18-16,-1 1-3 0,0-7-8 0,2 0 4 0,-2 0-3 16,0 0-4-16,-1 0 6 0,0 0 16 0,-4 0-14 15,3 0-3-15,-5-11 13 0,-1 1-25 0,-1 2 1 16,-9-3 13-16,10 0-21 0,-10-2 11 0,0-2-13 16,0-1-2-16,0-1 15 0,0 1-13 0,0 0 13 15,0 1-8 1,0 2-12-16,0 1 5 0,0 6-4 0,-14-2 1 15,2 4 8-15,3 4-1 0,-2 0 4 0,0 0 6 16,-1 0-3-16,0 7 1 0,-1 1 8 0,1 1-10 16,1 2 7-16,-1 2 7 0,2 0-10 0,0 1 13 15,10 1-3-15,-11 0 2 0,11 0-9 0,-12-1 2 16,12 0-9-16,0 0-9 0,0-2 18 0,0 0-6 16,0-2 2-16,0 1 9 0,0 0-10 0,0 0 0 0,0-3 8 0,0 1-9 15,0-1 8-15,0 1 5 0,13-4-5 16,-3 2 3-16,1-2-2 0,2-2-10 0,1-3-2 15,2 0 15-15,0 0 1 0,-1 0-1 0,1 0 17 16,2 0-21-16,-1-8 1 16,0-1 10-16,1-1-13 0,-1 0 11 0,-1-2-9 0,0-2-2 0,-1 1 1 15,0-1-7-15,-1 0 11 0,-1 0-7 0,0 0-18 0,-3 1 16 16,2 0-11 0,-2 4 11-16,0-3 5 0,-10 4-6 0,11 0-4 0,-3 2 4 0,-8 2-1 0,13 4-9 15,-13-4 14-15,11 4-20 0,-11 0 3 0,11 0 3 31,-11 0-10-31,11 0 9 0,-11 0 6 0,11 8 10 0,-11-1-1 16,12 0-4-16,-12-1 0 0,13 0-8 0,-13-1 4 16,0 0 9-16,8-5 3 0,-8 0-9 0,0 0 17 15,0 0-6-15,0 0 3 0,0 0 11 0,0 0-25 16,0 0 13-16,0 0-12 0,0 0 2 0,0 0 11 0,0 0-6 16,0-5-1-16,0 0-5 0,0 1 7 15,0-1-14-15,0-1 2 0,0 2 2 0,-9-1-19 16,-3 0 9-16,2 0 15 0,-2 1-15 0,0 4 8 15,-4 0 0-15,2 0-8 0,-4 0 11 0,6 0 0 0,-6 0 3 16,2 8-4-16,1 1 8 0,2 0 1 0,1 0-1 16,-1 2-9-16,5 1 6 0,-1-2-2 0,9 2 7 15,0 0 3-15,0 0-9 0,0 2 2 0,0-2-12 16,0 1 17-16,0 1-12 0,0 1 16 0,12-1-2 16,-1-2-15-1,2 0 12-15,1-1-7 0,0-2 1 0,4-2 14 0,-6-2 5 0,6-5-11 0,-2 0 17 16,1 0-15-1,-4 0 5-15,1 0 2 0,-1-8-6 0,-1 0 12 16,-1-3-26-16,0 0 16 0,0-3-14 0,-1-1 4 16,-1-1 14-16,-9-1-11 0,13-2 2 0,-13 0-3 15,9-4-11-15,-9 0-1 0,10-1 11 0,-10-2-15 16,0 1 5-16,0-3 3 0,0 0-7 0,0 2 13 0,0 1 2 16,0 1 12-16,0 5-11 0,0 1-2 0,0 3-6 15,0 4-26-15,0 2 3 0,0 4-5 0,0 5-2 16,0 0 7-16,0 0 14 0,0 5-3 0,0 4 9 0,0 3 16 15,-11 2-10 1,-1 4 17-16,12 0-8 0,-13 4-7 0,1 1 7 16,3 0-2-16,9 4 4 0,-11-2-2 0,11 1 4 0,0-2-15 0,0 1 1 0,0-2-3 15,0 0 1-15,0-1 4 0,0-4 3 0,0-3 2 16,0 0 0 0,0-1-1-16,0-1 5 0,0-4-1 15,0 0 2-15,0-3-1 0,11 0-2 0,-11-2 1 16,0-4-19-16,0 4 1 0,9-4-42 0,-1 3-75 15,-8-3-82-15,10 0-110 0,-3 0-109 0,-7 0-160 16,0 0-178-16,12 0-51 0</inkml:trace>
  <inkml:trace contextRef="#ctx0" brushRef="#br0" timeOffset="207134.8">13448 16940 1994 0,'8'-6'42'0,"-8"0"85"15,0 1 44-15,8 5 31 0,-8-4 1 0,0 4-74 0,5 0-4 16,-5 0-4-16,0 0-35 0,0 0 13 0,0 0-14 0,6 0-21 16,-6 0-4-16,0 0-12 0,0 0-21 0,0 0-1 15,0 0-4-15,0 0-10 0,0 0-2 0,0 0-4 16,0 0 7-16,0 0 0 0,0 0 21 0,0 0-3 16,0 0 11-16,0 0 10 0,8 5-9 0,-8-5 11 15,0 0 2-15,0 7-6 0,0-7 18 0,6 0 5 16,-6 0 15-16,0 0 12 0,0 0-17 0,0 0 2 15,10 0-3-15,-10 0-15 0,9 0 5 0,-9 0-14 16,13-11-32-16,-5-1 16 0,3 0-22 0,-3 0 3 16,-8-3-8-16,11-4-12 0,0 0 10 0,-11-1-5 15,10-4 15 1,-10 0-13-16,0 0 8 0,0-3 1 0,0 1-6 16,0 0 9-16,0 3 9 0,0-1 5 0,0 2 4 0,0 3 6 0,0 3-17 0,0 3-11 15,-12 1 7 1,12 5-25-16,0 1-7 0,0 6 2 15,-9 0-22-15,9 0 6 0,0 0-1 0,0 0 0 0,0 0 12 0,0 0 17 16,0 12-3-16,0 0-7 16,0 2 4-16,0 2-6 0,0 3 7 0,0 1 3 15,0 2 7-15,0 2-15 0,0 2 9 0,0-2 6 16,12 1-10-16,-2-1 5 0,0-1-7 0,1 0-5 16,0 1 1-16,0-3 12 0,3-3-3 0,-3 1-3 0,6-2-1 15,-4-1-1-15,4-1 0 0,-2-3 1 0,0-2 9 16,0 0-10-16,0-3 10 0,2 0 9 0,1-7-16 15,-3 0 28-15,2 0-7 0,-3 0-16 0,4 0 25 0,-4 0-29 16,0 0 6-16,1-9 11 0,-3-3-20 0,-2 1 7 16,-1-2 6-16,-9-1-9 0,12-2 7 0,-12-1-12 15,0-2-10-15,0 1 13 0,0 0-8 0,0-1 1 16,0 2-1 0,0 0 1-16,0 2-6 0,0 2 9 0,-15 2 1 15,4 1-13-15,11 2 9 0,-13 8-19 0,13-6-17 16,0 6 19-16,-9 0-9 0,9 0 9 0,0 0 14 0,0 0-6 15,0 0 15-15,0 9-3 0,0-2 7 0,0 3-5 16,0-2-20-16,0 2 24 0,0 1-9 16,0 2 3-16,0-2 25 0,0 0-22 0,0 0 4 15,0-3 1-15,9 1-23 0,2-1 12 0,0-8 6 16,-1 7-3-16,1-7 9 0,-2 0-1 0,5 7-6 16,-4-7 2-16,1 0 9 0,3 0-7 0,-3 0 23 15,2 0-19-15,1 0-6 0,-2 0 9 0,-2-11-23 0,1 0 27 16,-1 0 0-16,-10 1 1 0,11 0 20 0,-11 0-1 15,0 1 12-15,8-1-15 0,-8 2-15 0,0 1-7 16,0 7-7-16,0-8-4 16,0 8 1-16,0-6 2 0,0 6-9 0,0 0 14 0,0 0-25 0,0 0 2 0,0 0 0 0,0 0-5 15,0 0 26-15,0 0-14 0,0 14 8 0,-10-2 14 32,10 1-12-32,-9 1 3 0,9-2-10 0,0 2-6 15,0 0-6-15,0 0 27 0,0 0-10 0,0-2 6 16,0 1 7-16,0 0-25 0,12-3 20 15,1 0-11-15,1 1 6 0,-1-3 7 0,3-1-3 16,0-7 18-16,3 0-7 0,-2 0 2 0,5 0-18 16,-3 0-19-16,4 0 10 0,-3 0-6 0,0 0 21 15,0-12 1-15,0 2-6 0,-4-2 14 0,1 0-5 16,-4-1 18-16,-1-1 7 0,-2 0 2 0,-10 0 17 0,11-1-4 16,-11 3 5-16,0 2-10 0,0 0-12 0,0 1-10 15,0 9-14-15,0-6-14 0,0 6-12 0,0 0-9 16,0 0-5-16,0 0 1 0,0 0 9 0,0 0 2 0,0 0 15 15,0 0 1-15,0 0 2 0,0 13-7 0,0-1-5 16,0 0 5-16,0 3 1 0,0 2 5 0,0 2-2 16,0 1-2-16,0 3-3 0,0 0 5 0,0 3-2 15,0 0 4-15,0 0 0 0,0 0 3 0,14 0 1 16,-1 1 0-16,-1-1-3 0,5 0 2 0,-4 1-1 16,2-2 3-16,0-2 3 0,0 2-10 0,1-3 0 15,-4 0 1-15,-2-3 0 0,2 1 3 0,-12-2 8 16,8-3-9-16,-8-1 7 0,0-3 3 0,0 1 1 0,0-4 5 31,0 1 0-31,0-3 10 0,-16-6-12 0,2 0 6 16,-2 6-5-16,-6-6-17 0,-3 0 16 0,-2 0-5 15,-3-8-7-15,-1-1 10 0,-3-3-21 0,1 0 6 16,-2-5 8-16,4 2-5 0,2-2 9 0,2-1-5 16,2 0-5-16,6-1 6 0,2 2-2 0,5-3-2 15,3 3-4-15,9-2-9 0,0 2 0 0,0 0 6 0,0 0-7 16,19 2 7-16,2-1-4 0,-1 4-6 0,7-1 13 15,0 3-8-15,3 1 6 0,0 2 4 0,3 2-10 16,-1 5 4-16,0 0 2 0,-2 0 5 0,-4 0 3 16,-2 0-10-16,-3 0-1 0,-4 0-30 0,-4 0-41 15,-1 0-10-15,-12 0-70 0,0 0-25 0,10 0-17 0,-10 0-55 16,0 0-25-16,0 0-73 0,0 0-94 0,0-5-116 16,0 5-98-16,0 0-129 0,0-7 23 0</inkml:trace>
  <inkml:trace contextRef="#ctx0" brushRef="#br0" timeOffset="208841.56">15739 16946 2899 0,'0'-6'30'0,"0"-1"41"0,0-2 32 0,0 2 38 0,-8 1 3 0,8-2-17 0,-8 1-9 0,8 1-11 16,-9-2-20-16,9 3-16 0,-9 5-13 0,0-8-17 15,0 1-3 1,1 7-2-16,-1-5-1 0,-2 5-28 0,1 0-2 16,-1 0-2-16,0-7-3 0,-2 7 9 0,2 0-14 15,-3 0-3-15,1 0-4 0,1 0 11 0,-1 0-2 16,0 0 5-16,1 11-4 0,4-2-15 0,-2 0 16 15,10 1 3-15,-10 0-8 0,10 2 20 0,0 0-14 16,0-1 10-16,0 1 6 0,0-1 7 0,0 1 20 16,0-3-7-16,0 1 13 0,0 0-9 15,10-2-2-15,2 1-2 0,-3-1 1 0,5-2-5 0,2 2-4 0,1-1-11 16,1-7-3-16,1 4 12 0,1-4-4 16,-2 0 14-16,-1 0 25 0,-1 0-10 15,-2 0 9-15,-1 0-6 0,-1-9-28 0,-4-1-6 0,2 1-6 0,-10-2-4 0,8 0 3 16,-8-4 5-1,0 3-5-15,0-2 9 0,0-1 7 16,0 0 0-16,0-1 6 0,0 4-10 0,-10 0 1 16,10 1-22-16,-12 1-7 0,12 4 5 0,-13 6-18 15,13 0 3-15,-9 0 13 0,9 0-15 0,0 0 2 16,0 0 18-16,0 0-20 0,0 0 2 0,0 0 12 0,0 10-14 0,0 1 10 16,0 1 12-16,0 1-15 0,0 1 24 15,0 2-15-15,8-1 2 0,2 0 10 0,2-1-20 16,-3-1 14-16,5-1-2 0,-1-2-5 0,3 2 10 0,-4-3 6 15,6-1-6-15,-6-2-9 0,1-6 18 16,1 6-11-16,-1-6 9 0,1 0 19 0,-3 0-23 16,-1 0 10-16,2 0-3 0,-2 0-7 0,-2-12-6 15,1 1 3-15,-9-1 5 0,11-1-6 0,-3-1 13 0,-8 0-15 16,10-1 11 0,-10-1 16-16,0 0-24 0,0 2 22 0,0 1-21 0,0 1-15 0,0 2 30 0,0 2-25 15,0 8 1-15,0-9-4 0,0 9-25 0,0 0-9 16,0 0-5-16,0 0 14 0,0 0 10 0,0 0 8 0,0 0 11 15,0 12-14-15,0-1 4 0,0 0 15 0,0 1-13 32,0 0-1-32,0 3 13 0,0-1-16 0,-10-2 3 15,10 2 19-15,0-1-15 0,0-1 1 0,0-2 5 16,0-1-9-16,0-1-7 0,0-1 20 16,0-7 0-16,0 5 13 0,0-5 30 0,0 0 0 0,0 0-11 15,0 0-13-15,0 0-18 0,0 0-7 0,0 0 0 16,0-11 10-16,0-1-11 0,0 0 0 15,0-3 15-15,10-2-18 0,-2-1 13 0,0-1 3 0,1 1-23 0,2 0 16 16,-3 0 7-16,2 1-17 0,0 0 27 0,-10 5-4 16,13 0-13-16,-13 2 8 0,10 1-12 0,-10 2-6 15,0 7-4-15,9 0 5 0,-9 0-15 0,0 0-6 16,0 0 7-16,0 0 2 0,0 0 16 0,0 0 0 0,0 10-3 31,0-1 8-31,0 3-19 0,13 0 14 0,-13 2 7 0,12 1-25 0,-2 0 26 16,-10 1-5-16,11-1-7 0,2 2 21 0,-4 0-16 15,4-2 0-15,1-1 5 0,1-3-7 0,0 1-3 0,1-3 8 0,1 0 13 32,1-1 5-32,-1-8-2 0,0 0 8 0,-1 0-23 15,2 0-6-15,-4 0 25 0,2 0-39 0,-4 0 12 16,1-8 4-16,1-1-14 0,-2-2 30 0,1-1 0 0,-3-1-1 16,-10-2-1-16,10-1 7 0,-10-1-1 15,0-1 8-15,0 3-1 0,0 1-15 0,0 0 4 0,0 3-10 16,0 1-5-16,0 4 0 0,0 6-17 0,0 0-6 15,0 0-11-15,0 0 2 0,0 0 13 0,0 0-2 16,-10 0 6-16,10 0 4 0,0 0 5 0,0 0-5 16,0 0 12-16,-10 12-7 0,10 0-16 0,0 2 25 15,0-1-8-15,0 4-7 16,0-3 22-16,0 3-16 0,0-2 1 0,0-1 17 0,0 1-19 0,12-3 8 0,-1 2 7 16,5-4-9-16,-4-1 19 0,4-1-5 0,-2-1-11 15,4-7 13-15,-1 0-9 16,2 0-3-16,0 0 24 0,-3 0-13 0,1 0 1 15,-1 0 5-15,-2 0-29 0,-1-13 14 16,-1 1 0-16,0-2-3 0,-4-1 6 0,0-2-1 16,-8-1 0-16,9-2-12 0,-9 3 8 0,0-1-9 15,0 0 13-15,0 0 13 0,0 2-12 0,0 2 7 16,0 2-13-16,0 3-5 0,0-1 0 16,0 10-22-16,0-6-8 0,0 6-2 0,-9 0 12 0,9 0 21 15,-8 0-3-15,8 9 6 0,-13 2-15 0,5 3 3 16,8 1 1-16,-9 4-2 0,9 3 15 15,0 0-23-15,0 4 20 0,0 3-4 0,0 3-6 0,0-1 14 0,0 2-12 16,0 1 16-16,13 1-11 0,0-1 14 0,1 0-12 16,-2 1-10-16,0-2 16 0,2-1-9 0,-4 0 19 15,4-2-15-15,-4-1 11 16,-2-3-16-16,1-2 5 0,-3-2 9 0,-6-4-18 16,7-1 12-16,-7-3-12 0,0-2 11 0,0-3 5 0,0-9 6 0,0 8 11 0,0-8-2 15,0 0-1-15,0 0-4 16,-10 0-14-16,-4 0 5 0,0 0-7 0,-7-13 2 15,-1 0-4-15,-5-1-11 0,-3-2 15 0,0-2-12 0,-3 0 14 0,2-2-2 32,0 1-10-32,3 0 17 0,5-1-11 0,3 3 2 15,1 0 8-15,8 1-11 0,11 2 3 0,-8 1-2 0,8 0-7 16,0 0 0-16,0 2 2 0,11 2 3 0,6-1 10 16,3 3-3-16,3 0 1 0,4 3 7 0,2-2-5 15,2 6 5-15,2 0-2 0,-1 0-2 0,1 0-1 16,-3 0 3-16,-3-5-4 0,-2 5-6 0,-4 0 9 15,-4 0-18-15,-4 0-24 0,-2 0-57 0,-11 0-78 16,0-5-56-16,0-1-72 0,0 3-65 0,0-2-92 16,0-1-98-16,0 0-117 0,0-1-77 0,0-1-26 15,-14-2 2-15</inkml:trace>
  <inkml:trace contextRef="#ctx0" brushRef="#br0" timeOffset="211633.1">17782 17102 2693 0,'0'0'19'0,"0"-3"22"0,0 3 18 0,0-3 13 0,0 3-2 15,0 0-32-15,0 0-14 0,0 0-16 0,0 0-21 16,0 0 20-16,0 0-10 0,0 0 13 0,0 0 10 15,0 3-11-15,0-3 21 0,0 5 8 0,0-2 26 16,0-3 2-16,0 0 10 0,0 3 13 0,0-3 3 16,0 0 30-16,0 0 37 0,0 0 11 0,0 0 19 15,0 0 11-15,0 0-10 0,0 0-29 0,0 0-40 16,0 0-30-16,0 0-41 0,0 0 0 0,0 0-14 0,0-11 2 16,0-1-17-16,0 2 3 0,0-3 18 0,0-1-6 0,0-2 8 31,0 0-11-31,0-2-4 0,0 1 0 0,11-3 9 15,-11 1-10-15,11-1-1 0,-11 2-13 0,14 3 1 16,-14 1 11-16,12 2-14 0,-3 2 10 0,-9 2-8 16,11 8-5-16,-11 0 4 0,10 0-17 0,-10-9-11 15,0 9 4-15,0 0-14 0,8 0 8 0,-8 0 16 16,0 0-13-16,14 0 17 0,-6 14 7 0,-8-1-29 16,13 1 12-16,-3 1-7 0,-10 2-3 0,13 2 30 15,-2 0-14-15,2 1 4 0,-4-3 2 0,4 2-8 16,-4-1 14-16,3 0-7 0,-2-1-9 0,3-2 11 15,0-1-11-15,3-2 15 0,-4 1 2 0,4-3-9 16,-2-1 6-16,2-2-5 0,-1-7 5 0,-3 7 6 0,-1-7-12 0,-1 0 19 0,0 0-4 16,-10 0-7-16,10 0 17 15,0 0-44-15,-10 0 8 0,10-9 15 0,-1-2-24 16,-9 0 27-16,9-4-15 0,-9 3-12 0,0-5 40 16,0 1-26-16,0-2 11 0,0 0-4 0,0-2-19 0,0 2 27 15,0 0 6-15,0 1-19 0,0 0 1 16,0 2-8-16,0 3 13 0,-9 2 10 0,9 1 0 15,0 9-20-15,0 0-12 0,-12 0 2 0,12 0-10 0,0 0 26 32,0 0-36-32,0 0 17 0,0 0 0 0,-9 0 3 15,9 12 26-15,0-1-17 0,0 2-1 0,0 1 11 16,0 1-13-16,0 0 11 0,0 0 12 0,0 0-28 16,0 0 22-16,0 0-8 0,12 0-6 0,1-1 23 0,1-1-19 15,-1 0 3-15,2 0 12 0,0-4-13 0,1 2 15 16,3-2-5-16,0 0-5 0,0-4 1 0,0-5 7 15,0 6-1-15,-2-6-3 0,2 0-19 0,-3 0 2 16,3 0 0-16,-5 0 6 0,4 0 15 0,-5-10-10 16,0 0 16-16,0-1-4 0,-3-1 0 0,-1-1-3 15,1-2 2-15,-10 0-14 0,9-1 10 0,-9-2-8 16,0-1-5-16,0 2 13 0,0 0-9 16,0 0 13-16,0 2-7 0,0 0-15 0,0 2 14 0,0 2-19 0,-11 3-4 15,11 8 9-15,0 0-13 16,-10-8 33-16,10 8-2 0,0 0-6 0,0 0-3 15,-9 0-20-15,9 0 12 0,0 12-1 16,0-2 7-16,-9 0-7 0,9 2-6 0,0 0 16 16,0 1-7-16,0 1 11 0,0 0-1 0,0 0-6 15,0 0-3-15,0 0 1 0,0 0 8 0,0 0-21 0,9 1 5 16,4-3 2-16,0 0-10 0,0 0 32 16,4-2-3-16,1 1-1 0,0-4 10 15,4 1-27-15,2-3 22 0,-1-5-9 0,1 7-5 0,0-7 24 16,0 0-13-16,-1 0 0 0,-2 0 3 0,-2 0-10 0,0 0 5 15,-5-12 13-15,0 0-14 0,-1 1 8 0,-3-2-5 16,-10-1-14-16,12-1 8 0,-12-1-8 0,0-1-8 16,9-3 16-16,-9 3 2 0,0-3-3 0,0 2 7 0,0 0-17 15,0 3 5-15,0 1-3 0,0 3-10 0,0 3-7 16,-11 8-7-16,11 0-11 0,0 0 13 16,0 0 8-16,0 0 23 0,0 0 9 0,0 0-1 15,-10 0 1-15,10 11-24 0,0 1 1 0,0-1 6 16,0 3 0-16,0 1 2 0,0 1 7 0,0 0-11 15,-10-1-2-15,10 0 11 0,0-1-16 16,0-1 14-16,0-1 1 0,0-2-13 0,0-1 18 0,0-1-10 16,0-2-15-16,0-6 30 0,0 8-30 0,0-8 9 0,0 0 29 15,0 0-22-15,0 0 23 0,0 0-1 0,0 0-17 32,0 0-2-32,0-8 3 0,0 0-9 0,0-2 9 15,0 1-2-15,0-3-3 0,11-2 6 0,1-1-6 0,0 0 3 0,-1-1 3 16,1-2-12-16,0 1 24 0,1 0 10 0,-1 0-1 15,2 2 13-15,-3 1-11 0,0 2-18 16,3 3 1-16,-4 1-1 0,-1 8-21 0,2 0 4 16,-11 0-11-16,11 0 4 0,-2 0 2 0,-9 0-4 0,12 0 8 15,-3 0-15-15,0 12 7 0,-9 2 8 0,10 0 0 16,-2 1 3-16,-8 1-3 0,10 2-3 0,-4-3 12 16,-6 2 3-16,0 1-7 0,9-3 8 0,-9-1-15 15,0-1 8-15,0-1 4 0,9-4-1 0,-9-1-3 16,0 0-2-16,0-7 16 0,0 7-1 0,0-7 18 15,0 0 5-15,0 0-7 0,8 0 3 0,-8 0-10 0,0 0-14 16,0 0 7-16,9 0-8 0,-9-9-12 16,9 1 6-1,-2-1-4-15,-1-3 13 0,3 0-2 0,3-1-3 16,-4-1-10-16,1 2-4 0,4-3 16 0,-4 1-6 16,4 2-2-16,-4 2-1 0,1 0-4 0,-1 4 1 15,-1 6 3-15,-8 0-7 0,10-8-1 0,-1 8-2 16,-9 0 0-16,9 0-4 0,-9 0-8 0,10 0 9 15,-2 10 8-15,-8-1 2 0,11 3 17 0,-3-2-12 0,-8 2-2 16,10 1-4-16,-10 1-3 0,8 0 5 0,-8 0 6 16,12-1 9-16,-4-1-10 0,-8 0 16 0,10 0-11 15,0-2 3-15,-2-1 7 0,0-1-13 0,2-1 10 16,-2-7 2-16,0 5 6 0,0-5 10 0,1 0-8 16,-1 0-8-16,2 0-3 0,-1 0-12 0,0 0 10 15,3-11 3-15,-2 0-4 0,-2-1 6 0,2-3-2 0,-2 1 0 16,-8-4-8-16,14-1 3 0,-14-2 5 15,10 0-12-15,-10-2 6 0,0-4-9 0,0-1-10 0,0 1 8 16,0-2 10-16,0-2 12 0,0 1 1 0,0-1 4 31,0 2-2-31,0 2-4 0,0 1 6 0,-12 5-11 16,12 3 4-16,-10 4-13 0,10 3-18 0,0 2-6 16,0 4-13-16,0 5-2 0,0 0 6 0,-8 0 5 0,8 0 8 15,0 0 13-15,0 10 0 0,0 0 11 16,0 4 0-16,0 1-7 0,0 5 14 0,-10 3-12 0,10 1 8 15,0 2 4-15,0 2-7 0,0-2 3 16,0 3-20-16,0-1 4 0,0-2-3 0,13 0 1 0,-1-2 23 16,-2 1-14-16,-1-1 8 0,2-4-1 0,2-1-9 15,-2 0 17-15,5-5-11 0,-3 3 5 0,2-5-1 16,-2-2-10-16,4 0 20 0,-1-4-10 0,0-6 0 16,-2 0 11-16,4 0-14 0,-2 0 11 0,2 0 2 15,0 0-10-15,-4-9 5 16,2-3-11-16,-5 0 8 0,0-2-13 0,1-2 2 15,-2-2 11-15,-10-2-15 0,10 1 13 16,-10-3 0-16,0 0-12 0,0 1 9 0,0 0-3 0,0 1-11 16,0 0 9-16,0 4-8 0,0 2-2 0,0 3 2 0,0 4-12 0,0 7-8 0,0-8-13 15,0 8 1 1,0 0 11-16,0 0 6 0,0 0 13 0,0 0 4 0,0 10 8 0,0 1 5 16,0-2-3-1,0 4-2-15,0 0-12 0,0 2 2 0,0-1 4 0,0 1 4 16,0 2-2-16,0-3 4 0,10 3-4 0,0-3 4 15,-2-1 9-15,4-2-19 0,-2 0 8 0,1-2 4 16,3-2-3-16,1-2 23 0,0-5-8 0,3 7-5 16,-1-7 1-16,4 0-6 0,0 0-1 15,1 0-5-15,-2 0-7 0,-1 0 9 0,2-10 11 0,-3-1 4 16,0-1-4-16,-2 0-10 0,-4-2 1 0,1-1 9 0,0-2-9 16,-5 0 8-16,-8-3-11 0,9 3-14 0,-9-2 20 15,0 0-8-15,0-1-3 0,0 3-1 0,0 3-3 0,0-1-6 16,0 3 6-16,0 1-16 0,-13 3-10 15,5 2 10-15,8 6-16 0,-12 0 23 0,2 0 6 0,2 0-5 16,-2 0 13-16,2 0-1 0,-2 16 9 16,0 0 1-1,1 1-2-15,1 0-9 0,0 3 2 0,8-1-9 16,0 2 8-16,-9-1 11 0,9 0-12 0,0 1 13 16,0-1-8-16,0-3-7 0,0-1 7 0,0 0 0 15,12-2 5-15,-2-2 8 0,-2 2-6 0,4-4 9 16,0 0-4-16,2-1 6 0,-2 0 16 0,6-3-22 0,-1 1 8 15,4-7 3-15,1 0-22 0,0 0 13 0,7 0 4 16,-3 0-23-16,1 0 16 0,2 0 1 0,-3-10-10 16,-3 1 15-16,1-2-10 0,-1-1 6 0,-2-2-4 15,-4-1-2-15,0-2 4 0,-4-1-14 0,0-2 15 0,-4 1-10 16,1-3 2-16,-10 2 2 0,0 0-22 0,0-1 10 16,0 2-4-16,0 1-4 15,0 0 10-15,0 4-14 0,0-1-3 0,0 3-3 16,-16 1-17-16,4 3 1 0,12 8-5 0,-15 0 6 0,15 0 9 0,-12 0 3 15,12 0 13-15,0 0 1 0,-10 0 0 0,10 12 17 32,0-2-1-32,0 1 14 0,0-1-6 0,0 1-14 0,0 0 4 15,0-1-13-15,0-3 17 0,0 2 11 0,0-1-15 16,0-1 16-16,0-7-7 0,0 6-5 0,11-6 12 0,0 0-16 16,-1 9 1-16,-1-9 16 0,-9 0-3 15,14 0-1-15,-4 0-3 0,-10 7-22 0,11-7-3 16,-11 0 12-16,9 8-5 0,-9-8 2 0,8 8 3 15,-8-1-15-15,10 0 10 0,-10 3 4 0,12 1-1 0,-4 1 7 16,0 0 0-16,-8 4-7 16,14-1 1-16,-6 2 6 0,0-1-4 0,2 0 4 0,-4 0-5 15,-6-1-58-15,10-1-19 0,-10-2-70 0,6-2-73 0,-6 2-22 16,0-4-68-16,0-1-45 0,8-2-69 0,-8-1-67 16,0-1-162-16,0-3-161 0,0 0 4 0</inkml:trace>
  <inkml:trace contextRef="#ctx0" brushRef="#br0" timeOffset="212896.14">21774 16851 2691 0,'0'-3'28'16,"0"3"20"-16,0-7 27 0,0 2 21 0,0 0-2 15,0 0 15-15,-4-2-20 0,4 2-5 0,-8-2-1 16,0 2-3-16,2 0 14 0,-2-1 1 0,0 2-1 16,-2 0-19-16,-1 4-3 0,2-7-2 0,-4 7-31 15,0-4-8-15,-1 4-9 0,2 0-18 0,-6 0-2 16,5 0 3-16,-4 0-1 0,4 0 0 0,1 8 18 16,-2 2-13-16,2-1-2 0,3 1-3 0,9 1 3 15,-8 2 25-15,8 1 16 0,0 0 41 0,0 1 2 16,0 0-14-16,13 2-18 0,-1-1-19 0,6 2-13 15,-2-3 6-15,6 1 10 0,0-3 4 0,0-1 1 16,3-1 11-16,1-3-10 16,-3-2-17-16,0-6 26 0,-1 0-5 15,1 0 0-15,-2 0 6 0,-4 0-22 0,0 0-10 16,-2-11 10-16,-1-1-19 0,-3 1 4 0,0-2-15 16,-11-2 4-16,10-2 15 0,-10 0-17 0,0-2 7 0,0 1-20 15,0-2-3-15,0-1-5 0,0 3-1 0,-11-1 9 16,0 4-13-16,-2 0 11 0,-1 1-3 0,-1 4 0 0,0 1 6 15,-1 9-5-15,-2 0 5 0,-2 0-6 16,6 0-5-16,-5 0 11 0,4 0-2 0,1 14 5 0,3-1 11 16,2 1-1-16,9-2-11 0,-10 2-1 15,10 1-1-15,0-1-11 0,0 1 17 0,0-1-10 0,0 1 6 16,11 0 4-16,2-1-9 0,-1-1 17 0,3-2-11 16,4 1-1-1,-3-5 9-15,2-7-9 0,0 0 12 0,3 0-2 0,-1 0 0 0,-1 0 4 0,2 0-16 16,-1-9 12-16,-2-3-10 0,0 0 2 0,-3-3 10 15,2-2-17-15,-2-2 10 0,-3 0-6 0,-1-3-6 16,-1-2 12-16,-10-1-7 0,10-3 0 0,-10 0 5 16,0 0 1-1,0 0 17-15,0 0 22 0,0 1 18 0,0 3 1 16,0 5-3-16,0 2-19 0,0 2-27 0,-10 6-22 16,10 2-20-16,0 7-4 0,0 0 2 0,0 0 16 15,-10 0 11-15,10 0 2 0,-10 13-4 0,10 2-3 16,-10 2 15-16,10 5-6 0,-8 5 15 0,8 2-1 15,0 2-18-15,0 5 4 0,0 1-4 0,-8 2 4 16,8 2 1-16,0 0-12 0,0 0 2 16,0-2 12-16,0 2 3 0,0-2 5 0,0-3-5 0,13 1-9 0,-4-4-7 15,0-2 22-15,-1-4-6 0,2-4-5 16,1-2 12-16,0-1-10 0,1-4 15 0,0-4 5 16,0-2 9-16,1-2-15 0,-2-4 4 0,3-4 7 0,-3 0-2 15,2 0 21-15,3 0-15 0,-2 0-10 0,2-8-8 16,-2-4-5-16,0 0 1 0,-3-2 6 0,2-1-12 15,-13-3 2-15,9-2-4 0,-9-2-4 0,0-2 5 16,0-1 1-16,0-1-6 16,0-2-1-16,0 0-2 0,0-1-6 15,-14 0-2-15,-2 0 5 0,-2 1-10 0,-5 2-4 16,-1 3 2-16,-1 3-7 0,-2 2 15 0,4 2-7 16,0 5 31-16,1 3 5 0,4 8-25 0,1 0 16 15,4 0-23-15,1 0-7 0,12 0 16 0,0 0 0 0,0 0-9 16,0 0 20-16,0 8-10 0,0 2 8 0,0-1 24 15,21 0-14-15,1 2-11 0,5-2-7 16,5 3-3-16,2-1 5 0,6 0 29 0,1-2 4 16,0 0-4-16,0-3 0 0,-3-6 3 0,-2 9-8 15,-6-9-2-15,-1 7-6 0,-7-7-9 16,-4 0 16-16,-4 0-21 0,-5 0-16 0,-9 0-34 0,0 0-93 0,0 0-75 16,0 0-82-16,0 0-110 0,0 0-90 0,0-4-63 15,0 4-129-15,0-7-61 0,-13 2-53 0</inkml:trace>
  <inkml:trace contextRef="#ctx0" brushRef="#br0" timeOffset="213616.12">23526 16601 2061 0,'0'-5'52'0,"0"3"111"16,0-4 42-16,0 2 49 0,0-1 10 0,0 2-58 15,0 0 6-15,0 3 3 0,0-3-31 0,0 3-25 16,-9 0-20-16,9 0-37 0,0-5-16 0,0 5-19 0,-9 0-29 15,9 0-13-15,0 0-17 0,0 0-1 16,-9 0-3-16,9 0 2 0,-8 0 2 0,8 0-3 0,-10 0 7 16,2 9-9-16,0-1 13 0,0 4-17 15,-3-2 11-15,3 2 2 0,8 1-9 0,-8 1 29 0,8 2-7 16,-8 1 16-16,8 2 22 16,0-2-8-16,0 1-1 0,0 1 6 15,0 0-28-15,0 0-1 0,8-2 18 0,0-1-20 0,1 0 22 16,2-1 0-16,2-1-10 15,-2-3 7-15,5 0-6 0,-2-3-11 0,3 1 7 0,1-9 17 0,-2 7-3 0,1-7 15 16,-1 0-14-16,3 0-10 0,-5 0 11 0,2 0-16 16,-3 0 25-1,1 0-13-15,-2-13-11 0,0-1-8 0,0 0-22 16,-1-3 0-16,-3-2-10 0,1-1 7 0,-9-4-10 0,10-3-8 16,-10-2 8-16,0-1-5 0,0 0 9 15,0 0-4-15,0 1-6 0,-13 2-2 0,-1 1-4 16,-2 4 9-16,1 1-2 0,-6 4 5 0,2 1 0 15,-1 2-8-15,0 3-15 0,-2 1-27 0,4 4-4 16,0 6-22-16,1 0-12 0,2 0 4 0,1 0-34 0,1 0 5 16,3 11-17-16,0-2-16 0,10-1-38 0,-10 2-34 15,10-1-27-15,-8 1-54 0,8 0-9 0,0-2-37 16,0 2-59-16,0-2-24 0,0-2-40 0,0-1-25 16,0-1-35-16</inkml:trace>
  <inkml:trace contextRef="#ctx0" brushRef="#br0" timeOffset="213828.74">23763 16327 3557 0,'0'-7'50'16,"0"-2"16"-16,0 1 20 0,0 1-14 0,0 2-47 0,0 3-36 0,0 2-15 15,0 0 8 1,0 0 1-16,0 0 22 0,0 0-9 0,0 7-7 15,0 0-62-15,0 1-79 0,0 1-77 0,0 2-133 16,0 1-51-16,0 1-55 0,0 1-41 0,13 0-28 0,-13 0 76 0</inkml:trace>
  <inkml:trace contextRef="#ctx0" brushRef="#br0" timeOffset="214206.84">24145 16724 3190 0,'0'-6'36'0,"0"0"31"0,0-1 38 0,0 0 14 0,0 1-19 0,0 0-30 15,0 1-21-15,0 1-12 0,0 1-32 0,0 0 6 16,-12 3-15-16,5-2-13 0,0 2 23 0,-1 0-14 16,0 0 0-16,-1 0 7 0,1 0 3 0,-2 0-7 15,1 0-5-15,1 0 7 0,0 5-9 0,8 2 19 16,-9-2-1-16,9 1-6 0,0 2 3 0,0 0-9 15,0 0 20-15,0 0 3 0,0 3 28 16,0 0 16-16,12 1-1 0,0 2 17 0,3-1-13 16,0-1-12-16,3-1 5 0,1 1 2 15,-1-1-23-15,2-1 12 0,1 0-30 0,-4 1-13 16,-1-3-1-16,-2 1-3 0,-2 1 8 0,-2-3-12 0,0 1 5 0,-10-1-15 16,7-1 7-16,-7-6 18 15,0 7-11-15,0 1 22 0,0-8-2 0,0 8-6 16,-12-2 15-16,-2-6-15 0,5 8-1 0,-4-8-5 0,-3 5-7 0,2-5-6 0,-3 0-30 15,0 0-56-15,0 0-63 0,1 0-87 0,1 0-81 16,-3 0-127 0,2 0-95-16,2 0-109 0,2-10-115 15</inkml:trace>
  <inkml:trace contextRef="#ctx0" brushRef="#br0" timeOffset="-214140.23">25400 16840 2272 0,'-9'0'78'0,"9"-7"21"0,0 7 22 0,-7 0 11 0,7 0-70 0,-6 0 0 16,6 0-6-16,-5 0 9 0,5 0-5 0,-8 0-11 15,0 0 12-15,4 0 5 0,-1 8-1 0,-2-1 4 16,-1 0-16-16,1 0-10 0,0 1 18 16,3 1 6-16,-3 1-1 0,7 0-12 0,-6 2-3 15,-2-3 0-15,8 3 21 0,0-2 11 0,0 2 4 16,0-3 15-16,0 2-14 0,0 1 14 0,0-3 1 15,14 1-25-15,-3 0-3 0,3-3-18 0,2 0-12 16,1-1 20-16,1-6-7 0,3 6-8 0,1-6-6 16,0 0-3-1,-2 0 19-15,2 0 12 0,-4 0 11 0,3 0-7 16,-4 0-25-16,-4-9-6 0,-1-1 6 0,-1 0-33 16,-11-4 8-16,11-1 1 0,-11-2-44 0,0-2 37 15,0-1-12-15,0-1-25 0,0-3 22 0,0 2-20 16,0-2 4-16,-12 0 6 0,-1 2-2 0,4 0-4 0,-7 2-12 15,3 3 11-15,-1 2-9 0,0 3 0 16,1 3 13-16,-3 3-10 0,3 6 19 0,1 0-4 0,-1 0-8 16,2 0 14-16,-1 0-10 15,0 14 1-15,4-2 16 0,-2 2-6 0,2 1 2 0,8-1 5 0,-10 2-6 16,10 0-4-16,0-2-10 0,0 1 2 0,0-1-6 16,0-2 6-16,0 2 19 0,0-3-5 0,10 0 0 15,-1-1 1-15,5 0-7 0,1-3 8 0,2-7 1 0,4 10-13 16,1-10 9-16,1 0-2 0,2 0 6 15,-4 0 11-15,5 0-15 0,-3 0 3 0,1 0-2 0,-3-12-2 16,-3 0 12-16,0 2-2 0,-6 0-3 0,1-2 0 16,0 1-7-1,-4 0-11-15,-9-3 8 0,0 0-8 16,0-1-12-16,0 0 8 0,0-3-3 0,0 2 5 0,0 0 0 16,0 1-9-16,0 1-5 0,-13 2-13 0,1 2 13 15,-1 3-11-15,2 7-15 0,-3-5 13 0,1 5-21 16,-1 0 2-16,1 0 7 0,1 0-3 0,2 0 30 15,1 10 16-15,9 0 4 0,0 0 4 0,0 1-12 16,0 1 12-16,0 0 3 0,0 2 8 0,0 0-3 16,16 0-3-16,1 0 2 0,2-2-8 0,3-2 7 15,5 0-14-15,0-2 19 0,0-8 9 0,0 0-2 16,-3 0 28-16,2 0-10 0,-4 0-9 0,-1 0 13 16,-5 0 1-16,-1 0-23 0,-3-9 21 15,-3 9-2-15,-9-6-10 0,9 6 5 0,-9 0-3 0,0-8-31 0,0 8-5 16,0 0 1-16,0 0-8 0,0 0 8 0,0 0-16 0,0 0-3 15,0 0-15-15,0 0 10 0,0 0 11 16,0 0 24-16,0 0-5 0,0 9 1 0,0-1 4 16,0 1-29-1,0 2 20-15,0 0-1 0,0 1-17 0,0 2 14 16,0-1-13-16,0-1 11 0,0 2 13 0,12 1-3 16,-4-2 13-16,1 0-25 0,-1-1 9 0,0-2-4 15,-2 2-5-15,4-2 19 0,-10-3-7 0,8 1 0 16,-8-1-1-16,8-7-1 0,-8 0-26 0,0 6-22 15,8-6-40-15,-8 6-11 0,0-6 3 0,0 5 14 0,0-5 3 16,0 6-29-16,0 0-16 0,0-1-36 0,0-2-24 0,0 3-21 0,0-3-49 31,0 2-42-31,0-1-29 0,0-4-89 0,0 5-25 16,0-5-62-16,0 0-81 0,0 0 65 0</inkml:trace>
  <inkml:trace contextRef="#ctx0" brushRef="#br0" timeOffset="-213485">26798 16472 3092 0,'0'-6'68'0,"0"1"81"0,5 0 43 16,-5 0 59-16,0 5-52 0,0 0-71 0,0 0-26 15,0 0-56-15,0 0-23 0,0 0-8 0,0 0-5 16,0 0 7-16,0 0 27 0,0 7 20 0,0 0 2 0,0 1-6 16,0 3-6-16,10 0-19 0,-10 3 1 0,11 1 5 15,-4 3-6-15,-7 0 0 16,11 1-13-16,-5-2-5 0,-6 1-2 0,10 0-1 15,-10-1 0-15,6 3 1 0,-6-3-15 0,9-2 12 0,-1 0 3 0,-8-2-12 16,8-1 12-16,-8-3-14 16,8 0-5-16,-8-9 12 0,8 9-21 0,-8-9-12 15,0 0-19-15,0 0-34 0,0 0-39 0,6 0-79 0,-6 0-92 0,0 0-95 0,0 0-122 32,0 0-55-32,0-12-46 0,0 0-44 0,0-5 56 15</inkml:trace>
  <inkml:trace contextRef="#ctx0" brushRef="#br0" timeOffset="-213263.12">26992 16111 3417 0,'0'-6'35'0,"0"1"21"0,0-1-3 0,9 0 0 0,-9 6-33 15,0 0-35-15,0 0 15 0,0 0-7 0,0 0-1 0,0 0 9 16,0 0-16-16,0 10 10 0,0 1 1 15,0 0 14-15,0 0-4 0,0 2-6 0,0-1 4 16,0 2-13-16,0 1-11 0,0-1-58 0,0-1-78 16,0 0-77-16,0-2-117 0,0 3-51 0,0-4-49 15,0 1-51-15,0-3-28 0</inkml:trace>
  <inkml:trace contextRef="#ctx0" brushRef="#br0" timeOffset="-212832.15">27272 16529 2582 0,'8'0'37'0,"-8"0"36"0,8 0 31 0,-8 0 32 0,0 0 2 0,0 0-16 15,0 0-17-15,0 0-27 0,0-5-37 0,0 2-20 16,0 1-12-16,0-1 5 0,0-1-5 0,0-1 4 15,0 2 0-15,-10-2-23 0,-1 1 5 0,3-1 5 16,-1 1-8-16,-2 0 17 0,1 0-14 0,2 4-4 0,0-1 0 16,2 1-11-1,0 0 12-15,-1 0 2 0,7 0 5 0,-6 5 9 0,6 0-4 0,0 0-8 0,0 2 12 32,0 0-3-32,0 1 9 0,0 1 5 0,0 1 18 15,8 1 25-15,2 1 1 0,0 1 11 0,5 0-20 16,0 1-10-16,2 1 9 0,1 1-3 0,2 0-14 0,-2 0-1 15,3-1-21-15,-4 0-5 0,2 0 5 0,-3 0-17 16,0-1 14-16,-5-1-7 0,0-1-7 0,-5-2 13 16,-6 0-15-16,0-1 17 0,0-3 12 0,0-6 8 15,0 8-3-15,0-8 1 0,-9 0-7 0,-2 5-15 0,0-5 9 16,-6 0-13-16,0 0-6 0,0 0-6 0,0 0 3 0,-5 0-34 16,1 0-56-1,0 0-42-15,1-5-87 0,1-1-45 0,1 6-114 0,1-5-88 0,4-2-55 16,0 0-112-16,3 1 64 0</inkml:trace>
  <inkml:trace contextRef="#ctx0" brushRef="#br0" timeOffset="-211014.58">28401 16623 2980 0,'0'0'50'16,"0"-5"42"-16,0 0 62 0,0 0 27 0,0 2-4 0,0-1-19 0,0 4-34 15,0-5-14-15,0 5-53 0,0-2-9 0,0 2-31 16,0 0-26-16,0 0 11 16,0 0-9-16,0 0-4 0,-10 0 12 0,10 0-1 15,0 5 7-15,-8 2 2 0,8 1-9 0,0 2 6 16,0 1-3-16,-7 2 8 0,7 1 7 0,0 1 17 16,0 3-4-16,0-1 7 0,0 1 8 0,0 0-11 0,10 2-3 15,0-3 2-15,0-1 0 0,0-1-18 0,0-1 7 16,0-3-8-16,2-1-2 0,-1 0 20 0,1-4-7 0,0 1 8 15,-1-7 7 1,2 8-5-16,-1-8 13 0,0 0-4 0,-2 0 2 0,2 0-19 0,-3 0-3 0,2 0-9 16,-1 0 6-16,-1-8 1 0,0-4-7 0,0 0-2 15,-1-2-7-15,1-2-15 0,-9 0-3 0,8-2 12 16,-8-3-12-16,6 0 33 0,-6 1-7 0,0-2-5 16,0 3 26-1,0-1-1-15,0 3 6 0,0 2-10 0,0 3-24 0,0 1-11 16,0 4-9-16,0 0 2 0,0 7 6 0,0 0-12 0,0 0 4 15,0 0 8-15,0 0-6 0,-6 0-5 0,6 0 15 16,0 11-1-16,-8-1 2 0,8 0 5 0,0 5-5 16,0-1 0-16,0 1-2 15,0-1 18-15,0 1-5 0,0 2-2 0,0-2 8 16,11 1-6-16,0-1-4 0,2 0 0 0,-1-1 2 0,1 0-13 16,3-3 12-1,-3-2-1-15,2-9-5 0,0 9 18 0,0-9-12 0,1 0 8 0,2 0 1 0,-1 0-1 16,-4 0 5-16,-1 0-10 0,2 0 15 0,-2 0-16 15,-4-11 3-15,-8 0 5 0,12-1-24 0,-12-1 5 16,0-1-4-16,0-2-5 0,0-1 13 0,0 0-3 16,0-1 5-1,0 0-7-15,0 1-4 0,0 0 6 0,0 2-2 16,-14 2 5-16,4 2 0 0,10 2-17 0,-8 1-1 16,8 8 2-16,0-5-5 0,0 5 25 0,0 0-14 15,0 0 0-15,0 0-6 0,0 0-4 0,0 0 13 16,0 0-4-16,0 0 16 0,0 0-6 0,0 0 3 15,0 10 3-15,0-3-17 0,8-1 5 0,4 0 9 16,0-1-4-16,-1-5 12 0,2 8-7 0,-1-8 0 0,1 0-8 16,0 0 10-16,0 0 2 0,-3 0-18 0,-2 0 23 15,2 0-12-15,-10 0 11 0,12 0 8 0,-12-8 17 16,12 3 4-16,-12 0 7 0,0 5 12 0,8-7-24 16,-8 7-13-16,0-5-10 0,0 5-19 0,0 0-4 15,0 0-10-15,0 0-6 0,0 0-6 0,0 0 1 16,0 0 17-16,0 0 1 0,0 0 8 0,0 0 8 15,0 10 1-15,0 0 4 16,0 2-2-16,0 2-5 0,0 1-10 0,0 2 0 16,0 0 5-16,0 0 3 0,0-1 11 0,0 1-11 15,0 1 7-15,15-1 2 0,-5-3 4 0,-10 0-8 0,13-3-3 0,-3 0-2 0,-2-3-7 32,2-8 19-32,1 8 1 0,-2-8-2 0,3 0 8 15,2 0-15-15,-1 0 6 0,0 0 0 0,2 0 1 0,0 0-8 16,-2-8-19-16,0-2-1 0,0-2-13 0,-2-3 23 15,0-1 5-15,0-2 10 0,-3-5 2 0,-8-2-13 16,9-2 4-16,-9-2-13 0,0 0 3 16,0-2 15-16,0-2-10 0,0 0 8 0,0 0-10 0,0 3-5 15,0 1 30-15,0 3 18 0,0 4 20 0,-11 1-1 0,11 6-31 16,0 3-29-16,-8 2-31 0,8 5-12 0,0 5 12 16,0 0 5-16,0 0 10 15,0 0 12-15,-11 9-11 0,11 2 6 0,-12 2 6 16,12 3 1-16,-10 3 14 0,10 3-6 0,-10 0-2 0,10 2 4 15,0 1-8-15,0 0 11 0,0 0 1 0,0 0-3 0,0-2 9 16,0 0-10-16,12-2 13 0,-3 1-10 0,4-3-9 16,-2-1 12-1,2-1-11-15,1-2 13 0,2-1 12 0,-1-1-10 0,1-5 0 16,3-1-5-16,1-7-8 0,-2 7 10 16,3-7-3-16,-5 0 8 0,2 0 5 0,0 0-10 15,-1-10 5-15,-1 1-6 0,-2-3-9 0,-1-1-3 16,-2-1 2-16,-1-2-6 0,2-1 6 0,-6-3 3 15,-6 0-10-15,8-2 9 0,-8-1 0 0,0-2-7 16,0 2 24-16,0 0-15 0,0 1 10 0,0 1 13 16,0 4-16-16,0 2 13 0,0 2-36 0,0 5-13 0,0 1-17 15,0 7-2-15,0 0 13 0,-8 0 2 0,8 0 18 16,0 0 0-16,-9 14 5 0,9 0 5 0,-11 1-1 16,11 3 5-16,0 4 3 0,-8 1 4 0,8 3-5 15,0 0-6-15,0 1-1 0,0-2 4 0,0 1 10 16,0 3-5-16,10-4 14 0,-1-1-19 0,-3-2-3 0,2-1-39 15,-1-4-28-15,2-2-19 0,-1-1-61 16,0-4-7-16,0-3-25 0,-1 0-42 0,1-7 1 0,0 5-57 16,-1-5-76-1,0 0-17-15,1 0-53 0,-1 0-97 16,-7 0-56-16,0-7-108 0,5-4 31 0</inkml:trace>
  <inkml:trace contextRef="#ctx0" brushRef="#br0" timeOffset="-210861.33">28791 16318 2799 0,'-9'-2'-10'0,"9"-1"4"0,0 1-38 0,0 2-97 0,0 0-63 0,0 0-125 16,0 0-113-16,0 0-116 0</inkml:trace>
  <inkml:trace contextRef="#ctx0" brushRef="#br0" timeOffset="-209487.53">30252 16395 3706 0,'0'-9'52'0,"0"1"57"0,0 0 35 0,0 2 21 0,0 0-24 0,0 2-46 16,0 4-30-16,0-4-24 0,10 4-30 0,-10 0-21 0,0 0 1 15,0 0-5 1,0 0 7-16,0 0 0 0,0 0-4 0,0 7 12 0,0 0-13 16,0 2 4-16,0 4 13 0,0 1-11 15,0 2 9-15,0 4 5 0,8 0-8 0,-2 4 7 16,-6 0-1-16,10 1 6 0,-4-1-18 0,0 0 11 0,-1 0-3 15,0 0-9-15,0-1 29 16,-1-2-25-16,4 0 12 0,-8-1-5 0,6-3-17 0,-6-3 26 16,5-2-20-16,-5-3 19 0,5-1 11 0,-5-8-10 15,0 0 36-15,0 0 29 0,0 0 1 0,0 0 8 16,0 0-25-16,0 0-38 0,0 0-2 0,0-12-21 16,0 0 11-16,0-2 10 0,0-3 6 15,0 0 7-15,0-3-3 0,8 0-1 0,-8-1-2 0,11 3-3 16,-5-1 4-16,-6 1-25 0,10 3-6 0,-1 0 0 15,-1 3 0-15,2 1 13 0,-2 2-13 0,1 4 3 0,0 1-15 16,3 4 5-16,0 0 10 0,-1 0-18 0,5 0 18 16,-3 8-5-16,2 3-14 0,-2-1 24 0,0 0-13 0,1 2-4 15,-4 2 7-15,-1-1 2 0,-1 0-10 16,-8 0 17-16,0 0-6 0,0-1-5 0,0 2 8 0,0-4-6 16,0 0 7-16,-16-1 1 0,2 0 0 0,-3-2-1 15,-1-1 11-15,-4-6-19 0,-2 0 11 0,1 0-16 31,-1 0 5-31,0 0 15 0,0 0-11 0,2 0 9 16,5 0-6-16,-2-7 5 0,6 7-8 0,2-8 4 16,2 4 2-16,9 4-18 0,-7 0 11 15,7 0-3-15,0 0-1 0,0 0 3 0,0 0-1 0,0 0 16 0,0 0-22 16,0 0 5-16,0 0 8 0,0 0-16 16,0 0 13-16,12 5 9 0,0 2-5 0,1-1-5 15,4 2 10-15,-3 0-12 0,7 1 1 16,-4-1 16-16,5 0-6 0,2 0 19 0,1 0-7 0,2-3 4 15,-1-5-3-15,4 8 0 0,0-8 13 0,0 0-5 16,1 0-4-16,0 0 0 0,-1 0-3 16,0 0-22-16,-2 0 15 0,-1-9-10 0,-4 0-7 0,3-3 26 0,-6-2-19 0,1-1-2 15,-1-2-2-15,-4-3-13 0,0 0 16 0,-3-1-15 32,-2-1 15-32,0-2-3 0,-3 2-10 0,-8-2 22 15,6 2-13-15,-6 0 1 0,0 1 5 0,0 2-8 16,0 2 0-16,0 3 1 0,0 2-18 0,-13 2-1 0,4 2-14 15,-4 3 6-15,2 5 18 0,-1 0-1 0,-1 0 13 16,-3 0-13-16,2 0-11 0,-2 0 8 0,0 10-2 16,1 1 4-16,0 2 14 0,2-1-14 0,-1 1 6 15,1 1 9-15,3 1-5 0,0 0 7 0,10 0 0 16,-10 0-14-16,10 0 15 0,0 0-3 0,0-1 2 0,0 0 4 16,0 0-17-16,0 0 20 0,13-1 0 0,0 0 8 0,3 1-3 31,1-2 6-31,2-1-4 0,3 0 12 0,3 1 9 0,2-2-7 0,2 0 7 0,-2-1 20 15,1-4 10-15,2-5 2 0,-3 7 20 0,0-7-20 16,-2 0 8-16,-3 0 5 0,-2 0-13 0,-2 0-1 16,0 0-18-1,-4-8-2-15,-1 2-4 0,-4 0-3 0,-3 0 8 16,1 1-12-16,-4 0-6 0,-3 1 5 0,0 1-14 16,0 0-4-16,0 0-12 0,0 3-17 0,0 0-1 15,0 0-3-15,0 0-3 0,0 0-1 0,0 0-5 0,0 0-2 0,0 0 3 16,0 0 6-16,0 0-2 0,0 0 1 15,0 0 7-15,0 0-6 0,0 0 12 0,0 0-11 16,0 0 12-16,0 0-5 0,0 0 5 0,0 0 4 16,0 0-13-16,0 0 16 0,0 0-19 15,0 0 19-15,0 0-8 0,0 0-5 0,0 0 21 16,0 0-22-16,0 0 21 0,0 0-8 0,0 0-15 16,0 0 11-16,0 0-20 0,0 0 14 0,0 0-6 15,0 0-3-15,0 0-3 0,0 0-13 0,0 0 8 16,0 0-6-16,0 0-2 0,0 0-3 0,0 0-2 0,0 0-6 15,0 0 9-15,0 0-14 0,0 0-5 0,0 0-6 0,0 0-15 16,0 0 9 0,0 0-7-16,0 0 4 0,0 0-15 0,0 0-8 0,0 0-24 0,0 0-18 15,0 0-7-15,0 0-28 0,0 0-17 0,0 0-34 16,0 0-46-16,0 0-101 0,0 0-85 0,0 0-121 0,0 0-107 16,0-6-33-16,-5-1 0 0</inkml:trace>
  <inkml:trace contextRef="#ctx0" brushRef="#br0" timeOffset="-207428.41">22094 17826 1908 0,'0'0'16'0,"0"0"10"15,0 0 14-15,0 0 6 0,-5 0-13 0,5 0-9 16,0 0-7-16,0 0-2 0,0 0 5 0,0 0 9 0,0 5 63 16,0-5 7-16,0 6 14 0,-6-1 18 15,6 0-68-15,0 0 3 0,-3-1-6 0,3 1-3 0,-4 0-1 16,4 2-1-16,0-2 8 0,0 0-14 0,0 1 20 16,0 0 7-16,4 0-14 0,0 0 14 0,1-1 6 15,0-1-1-15,3 2 18 0,-4-1-12 0,3-2 1 16,-1 1 0-16,2-4 0 0,0 5 3 0,-2-5-3 15,1 0 4-15,-2 0-20 0,4 0 5 0,-3 0-21 16,0 0-13-16,3 0-2 0,-2-7-17 0,1 2 3 16,-2-2 1-16,1 0 4 0,-1-1 0 0,-6 1 5 15,6-2-8-15,-6 1-4 0,0-1 9 0,0 1-6 16,0-2-3-16,0 2 2 0,0-1-3 0,0 3 2 0,0 1 11 16,0 5-5-16,0-8-10 0,0 8-18 0,0 0-7 15,0-5-1-15,0 5-13 0,0 0 11 0,0 0-6 31,0 0-9-31,0 0 18 0,0 0-20 0,-7 0 12 0,7 0 9 16,0 7-12-16,-7-1 26 0,7 1-14 0,0 0-5 16,0 2 11-16,0-1-11 0,0 1 13 0,0 3-9 15,0-3 2-15,0 2 4 0,8-2 3 0,3 1 18 16,0 0-12-16,2 0-2 0,1 0 5 0,3-1-6 16,3 1-8-16,0-3 18 0,2 0-17 0,-1 0 9 15,2-7 11-15,-2 0-17 0,-2 0 7 0,0 0-6 16,-1 0 1-16,-4 0 6 0,-2 0-8 0,1 0 5 0,-4-9-1 15,-1 1 9-15,3 0-1 0,-4 0 3 0,-3-2-5 16,-4 0-2 0,0 0 6-16,0 1-12 0,0-3-3 0,0 2-5 15,0 0-10-15,0-1 9 0,0 3 3 0,0 0-4 0,-8 1 7 0,4 3-10 0,4 4-1 16,-8 0-3-16,8 0-8 0,-6 0 4 0,6 0-3 0,-7 0 0 16,7 0 16-16,-5 0-3 0,1 9 11 15,4 1 2-15,0-2-15 16,-6 3 4-16,6-3-3 0,0 2 1 15,0-1 7-15,0-1-2 0,0 1 3 0,0-2-8 16,0 0 9-16,0-1-5 0,0-6 0 0,0 6 9 16,0-6-14-16,0 0 11 0,0 5 6 0,0-5 2 0,0 0 2 0,0 0 2 15,0 0-16-15,0 0-1 0,0 0 1 0,0-7-10 16,0-2 14-16,9 1-5 0,-3-2 11 16,2-1 5-16,-3 0-6 0,3-2 28 0,-2 0 7 15,-1 1 11-15,0 0 7 0,-5 0-20 0,6 0-16 16,2 2-3-16,-4 3-17 0,1-1 4 0,2 8 4 15,-2-6-28-15,-1 6 15 0,2 0-9 0,2 0 2 0,0 0 16 16,2 0-17-16,1 0 5 0,2 7-3 0,-1 2 1 31,1 1 5-31,2 2-8 0,-2-2 5 0,0 3-2 0,3 1-3 0,-5 0 6 0,1 1 2 0,1-1-14 16,-2 1 17 0,0-1-1-16,-1-2-11 0,-4 1 21 0,2-4-23 0,-4 0-24 15,1-1-48-15,-5-1-54 0,4-2-43 0,-4-5-33 0,4 6-22 0,-4-6-17 31,2 0-33-31,0 0-62 0,-2 0-41 0,0 0-133 0,0 0-132 0,0 0-138 0,-12-11 93 16</inkml:trace>
  <inkml:trace contextRef="#ctx0" brushRef="#br0" timeOffset="-207238.65">22321 17551 3084 0,'-4'0'5'16,"4"-6"-10"-16,0 6 0 0,0 0 4 0,0 0-10 0,0 0 9 15,0 0-17-15,0 0-65 0,8 0-142 0,-8 0-120 16,9 0-126-16,4 9-105 0,-5-9 38 0</inkml:trace>
  <inkml:trace contextRef="#ctx0" brushRef="#br0" timeOffset="-206572.61">23866 17913 2868 0,'0'-6'43'0,"0"-3"29"15,0-1 39-15,0 1 6 0,0 2-8 0,0-1-4 0,0 0-35 16,-8 1 16-16,1 1-30 0,0 0-27 0,2 0 7 16,-3 1-17-16,2-1-17 0,-5 3 11 0,3-1-3 15,-2 4-2-15,1-5 1 0,-2 5-5 0,1 0-8 16,-2 0-2-16,-1 0 10 0,2 0-3 0,-1 0-1 15,-1 0-9-15,0 0 2 0,2 7 7 0,2-2-9 16,-2-2 7-16,1 2 1 0,4-1-4 0,-1 1 11 16,1-2-4-16,2 1-1 0,0 1 10 0,3 0 15 0,1 1 39 15,0 0 31-15,0 3 12 0,6 0 3 0,5 0-14 16,-1 2-12-16,2 1-8 0,7 1-18 0,2-1-11 16,1 3-16-1,3-1-7-15,2 0-5 0,2 0-4 0,-1 0 4 16,0 0-5-16,-2 0 15 0,-4-1-5 0,2-1-13 15,-6-1 5-15,-3-2-15 0,-1 0 11 0,-6-3-17 16,-2-1-6-16,-2-1 12 0,-4-4-7 0,0 0 20 16,0 4-4-16,0-4-8 0,0 0 8 0,-10 0 9 0,-1 5 2 15,-3-5-4-15,-1 0-4 0,-4 0-21 0,2 0 10 16,-4 0-8-16,1 0 16 16,-2 0-1-16,3-7-38 0,-2 2-24 0,4 0-53 0,0 1-32 0,4-2-41 15,0 1-51-15,4 0-82 0,1 0-61 0,2 0-100 16,6-1-55-16,0 1-43 0,0-2-56 0,7 1 90 15</inkml:trace>
  <inkml:trace contextRef="#ctx0" brushRef="#br0" timeOffset="-206336.88">24200 17866 3427 0,'3'-4'49'0,"-1"-1"23"0,-1 0 25 0,-1 2 5 0,0 3-49 0,0 0-18 0,0 0-31 15,0 0-14-15,0 0-1 0,0 0-4 0,0 0 10 16,0 3 11-16,0 3 7 0,0 2 7 0,0-1-4 16,0 3 4-1,0 0-13-15,5 2-6 0,-2 2 10 0,2 0-19 16,-1 0 19-16,3 1-4 0,-2 0-6 0,1 0-25 16,0-1-51-16,-1 0-89 0,3-1-76 0,-2 1-55 0,1-2-102 15,-2-2-26-15,-1-2-43 0,2 0-51 0,-1-2 12 16</inkml:trace>
  <inkml:trace contextRef="#ctx0" brushRef="#br0" timeOffset="-205263.83">24091 17895 2760 0,'0'-4'2'15,"0"-1"9"-15,6 2 25 16,3 1 7-16,4 2 20 0,3 0-4 0,5 0 2 15,2 5 19-15,7 2-3 0,0-1 0 0,5 2 6 16,0 0-7-16,3 1 4 0,-4 0 3 0,1 0-23 16,-1 0 8-16,-4-2-8 0,-2 0 13 0,-3-2 10 15,-5-1-10-15,-2-4 12 0,-3 0 5 0,-1 3 11 16,-8-3-2-16,1 0-26 0,-3 0-17 0,-4 0-17 0,0 0-15 16,0 0 1-16,0-4-18 0,0 4-18 0,0-5 9 15,-4 0-12-15,-3 1 14 0,1 1-10 16,-5 3-10-16,1-5 18 0,-1 5-12 0,-3 0 23 0,1 0-14 15,-1 0 0-15,-2 0 2 0,2 0 0 0,0 0 7 16,3 9-15-16,-3 0 16 0,2-2-6 0,4 2 7 16,-1-2-10-1,1 3-7-15,3-1 6 0,4-1 1 0,1 1 13 0,0-1 0 16,0 1-8-16,0-1 2 0,5-1 1 16,3 2-7-16,2-2 2 0,0-1 6 0,1 1 4 0,3-2 10 0,2 0-8 0,0-1-8 0,-2-4-1 15,3 0-1-15,-4 0 4 16,3 0 1-16,-3 0-1 15,1 0-7-15,-5 0 9 0,1-6-5 0,0-3 6 16,-3 1 3-16,0-1-15 0,-3 0 1 0,0 0-1 0,-4 0 2 16,0 0 4-16,0 1-3 0,0 0 4 0,0 1-6 15,0 0 7-15,0 3 5 0,-7 1-20 0,1 3 3 16,1-3-2-16,-1 3-11 0,1 0 11 0,0 0 3 16,1 0 2-16,0 6 7 15,-2 0-3-15,3 2 11 0,-2 0-13 0,5 0 1 0,0 1 9 0,0 0-13 16,0 2 11-16,6-1 0 0,2 0-7 0,0 0 5 15,4 0 9-15,-2-1-2 0,5-1 3 0,2 1-3 0,1-4-6 16,0 1 7 0,4-3-3-16,-4-3 7 0,3 0 6 0,-3 0 16 0,2 0-4 0,-3 0-3 0,-3-7 7 15,2 0-27-15,-3-3 14 0,1 0-11 0,-5-2-6 16,4 0-4 0,-2-3 1-16,-2-1 3 0,0-4-12 0,-3 1 13 15,0-3-10-15,-6-2 9 0,5-2 13 0,-5-2 0 16,0-3 11-16,0-1-2 0,0-1 1 0,0 0 4 15,0 1 2-15,-13 0 12 0,4 0-2 0,-3 3 3 16,3 5-20-16,0 2-21 0,1 5 0 0,0 5-24 16,8 1-3-16,-9 5 0 0,9 6-11 0,-10 0 12 15,10 0 18-15,-8 0 2 0,8 10-2 0,0 0 10 16,-8 3-15-16,8 3-3 0,0 3 5 0,0 3-5 0,0 0 1 16,0 4 4-16,0 0-9 0,0 1 15 0,0 1 3 15,0 0 8-15,0-1 4 0,9-1-12 0,3-1 15 16,-3-1-9-16,5 0 6 0,-1-4 0 15,3 1-11-15,0-2 4 0,3-1 5 0,1 0 11 0,1-4 0 16,2 2-1-16,3-4-2 0,-1-1-7 0,2-2-2 16,0-1 10-16,0-2-7 0,1-6 1 0,-1 0 7 0,-2 0-3 31,0 0-11-31,-1 0-6 0,-3 0-3 0,-1 0-6 16,-2-11 16-16,1 1-6 0,-4-1-2 0,0-1-4 15,-4 2-3-15,0-2-1 0,-3 0 7 0,-2 1 3 16,-1 0-11-16,-5-1 1 0,0 0-7 0,0 2-3 15,0 1 13-15,-8-1-20 0,-3 3 23 0,-2-2 6 0,1 3-11 16,-4 1 23-16,0 5-40 0,-3 0-5 0,1 0 10 16,0 0 0-16,0 0 19 0,-1 0-12 0,4 0 2 0,0 8-6 15,4-2 6-15,0 3 11 0,3-1-2 16,2 2-6-16,1-2 3 0,5 2-2 0,0 1 14 16,0 0 4-16,5 0 2 0,3-1 13 0,1 2-8 15,5-1 11-15,2 0-2 0,2-1-14 0,4 1 7 16,-1-1-8-16,4 0-8 0,0-3 12 0,0 1-17 15,0-3 5-15,-2 0-1 0,0-5-10 0,-1 0 8 0,-2 0-9 16,-1 0-22-16,-2 0-37 0,-1 0-47 0,-2 0-67 16,-1 0-69-16,-4-7-60 0,2-3-76 0,-3 2-70 15,-2-3-41-15,-6 0-72 0,0-1-49 0,0-2-17 16,-9-1-55 0</inkml:trace>
  <inkml:trace contextRef="#ctx0" brushRef="#br0" timeOffset="-205020.66">24679 17619 3075 0,'-10'0'34'0,"6"0"31"0,4 0 36 0,0 0 61 0,0 0 7 0,0 0 0 16,9 0 7-16,4 0-45 0,3 10-1 0,4 0-14 15,5-1-38-15,4-1-10 0,2 2-45 0,6 0-13 16,1 0-4-16,0 1-2 0,-2-1-4 0,2-1 5 15,-5 0-1-15,-3-1-12 0,-6-5 12 0,-2-3-86 16,-5 0-103-16,-5 5-126 0,-4-5-127 0,-1 0-148 16,-7 0-94-16,0-8-116 0,0-1 104 0</inkml:trace>
  <inkml:trace contextRef="#ctx0" brushRef="#br0" timeOffset="-204551.06">26012 17605 3408 0,'-5'0'32'0,"5"-7"14"0,0 4 14 0,0 3-4 0,0 0-28 0,0 0-17 15,0 0-12-15,0 0-5 0,0 0-5 0,0 0 18 16,0 0-6-16,0 8 8 0,0 1 3 16,0-1-5-16,0 1-5 0,5 1 3 0,-1 0-6 15,0 2 0-15,0-3 4 0,1 4 1 0,0-1-4 16,3 0-59-16,-4 0-45 15,1 2-86-15,2-3-82 0,-1 0-101 0,2-1-97 0,-2-1-60 0,2-1-93 16,0-1 135-16</inkml:trace>
  <inkml:trace contextRef="#ctx0" brushRef="#br0" timeOffset="-204256.02">26424 17813 3652 0,'5'0'65'0,"2"-7"55"16,-3 0 26-16,-4 2 16 0,5 5-72 0,-5-5-50 0,0 5-36 15,0 0-8-15,0 0 0 0,0 0-16 0,0 0 17 16,0 0-2-16,0 0 11 0,0 0 4 0,0 11-2 16,0 0 2-16,0 1-13 0,0 2 19 0,0 1-17 15,6-1 5-15,1 4-2 0,-2-1-6 0,1 1 15 16,1-1-13-16,0 2 4 0,-1-2-1 0,2-1 6 15,-2 1-6-15,1 0 17 0,-2-3-7 0,-1 1-14 16,1-1-20-16,2-3-41 0,-3-1-57 0,-1-2-53 0,0 1-45 16,1-3-25-1,-3-2 16-15,2-1-5 0,-3-3-78 0,0 0-68 0,0 0-73 0,0 0-44 16,0-6 55-16,0-2 39 0</inkml:trace>
  <inkml:trace contextRef="#ctx0" brushRef="#br0" timeOffset="-203767.79">26428 17820 2686 0,'-7'-16'54'16,"2"-1"56"0,2 1 69-16,3 0 68 0,-3 2-6 0,3 2-24 15,0 2-49-15,0 2-42 0,0 1-10 0,0 7 1 0,0-7-4 16,0 7-11-16,10 0-26 0,-1 0-3 16,4 0-18-16,-1 0 5 0,1 0 1 0,5 0-32 15,0 0 10-15,3 0-17 0,3 12-21 0,-1 1 7 16,3-2-5-16,-5 1-11 0,2 2 6 0,-3-2 9 15,1 0-19-15,0-1 13 0,-6 3 2 0,-2-2-17 0,-2-2 23 16,-1 0-16-16,-4-1 12 0,-3 2-11 16,-3-2-5-16,0 0 5 0,0-1-7 0,0 1 21 0,-8-2-19 15,-3 1 1-15,-1-2-14 16,-2 0-12-16,1-1 0 0,-6 0 11 0,3-5-2 0,-3 5 13 0,1-5 16 0,1 0-14 31,4 0 10-31,-1 0-9 0,6 0 10 0,0 0 8 16,4 0 13-16,4 0-11 0,0 0-5 0,0 0 15 15,0 0-12-15,0 0 23 0,0 0 2 0,8 0-12 16,1 0 4-16,2 0-2 0,0 8 7 0,4-2-7 16,2 1 4-16,2 0 11 0,-2 1-12 0,2-1 13 0,-1 1-8 15,-1 2-20-15,-1-1 8 0,0 0-18 0,-5 2-6 16,3-3 2-16,-8 2-3 0,2-2 3 0,-3 1 0 16,-2 0 14-16,2-3-6 0,-5 2-4 0,0-2 10 15,0 2-17-15,-8-2 4 0,2 0 13 16,-1 0-9-16,-1 0 13 0,-3-6-4 0,0 6 4 0,0-6-7 15,-3 6-1-15,1-6 0 0,-2 0-13 0,-2 0-1 16,2 0-56-16,0 0-32 16,0 0-51-16,2 0-56 0,-1-6-30 0,3 0-85 15,1 0-50-15,-2 0-62 0,4 0-124 0,3-1-59 0,5-2-134 16,0-1 110-16</inkml:trace>
  <inkml:trace contextRef="#ctx0" brushRef="#br0" timeOffset="-203553.64">26995 17436 4107 0,'0'-9'17'0,"6"1"5"0,-6 1-5 16,0 3 0-16,0 4-15 0,0 0-12 0,0 0-3 15,4 0 10-15,-4 0-5 16,0 0 16-16,1 8-6 0,2 0-60 0,1 1-58 15,-3 3-80-15,1 5-80 0,0 0-51 0,-2 2-90 0,0 3-72 0,0 0-57 16,4 2-110-16</inkml:trace>
  <inkml:trace contextRef="#ctx0" brushRef="#br0" timeOffset="-203363.35">27263 18126 4994 0,'0'0'45'16,"3"0"42"-16,-3 0 33 0,0 0 22 16,0 0-51-16,0 0-37 0,0 0-36 0,0 0-26 0,0 0 7 15,0 0 5-15,0 0-77 0,0-6-107 16,0 6-159-16,0-2-216 0,0 2-222 0,0 0-268 16,7 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27T03:30:45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3334 2503 1983 0,'0'0'38'0,"0"-6"96"0,9 1 43 0,-9-1 16 0,0 1 7 16,0 5-75-16,0-4-5 0,0 4 10 0,7-3-24 16,-7 3 16-16,0 0-9 0,0 0-12 0,0 0 8 15,0 0-15-15,0 0-10 0,0 0 7 0,0 0-16 16,0 0-15-16,0 0-8 0,0 0-7 0,0 0-13 15,0 0-4-15,0 0-13 0,0 0-16 0,0 0 3 16,0 0-8-16,0 0-10 0,0 6 21 0,0 0-10 16,0 0 11-16,0 3 3 0,0-1-20 0,0 4 13 15,0 1 8-15,0 0 5 16,0 2 0-16,0 1-5 0,0 0-5 0,0 0-3 0,0 0 15 16,8-1 0-16,-8-1-9 15,0 0 13-15,11 0-12 0,-11-1 3 0,11-2-9 16,-11 1 7-16,8-3-11 0,-8 0 8 15,11-1 18-15,-11-3-21 0,0 1 20 0,9-2-16 0,-9-4-5 0,0 0 17 0,10 6-44 16,-10-6-41-16,0 0-70 0,0 0-88 0,0 0-67 0,0 0-72 16,0 0-106-16,0 0-96 0,0 0-82 15,0-6-36-15</inkml:trace>
  <inkml:trace contextRef="#ctx0" brushRef="#br0" timeOffset="615.58">3200 2531 2784 0,'-12'-10'51'0,"3"-1"78"0,-2 1 41 0,3-1 37 0,-1 3 3 0,1 2-31 16,8-1 3-16,-10 2 1 0,10 5-21 0,0-6-26 16,0 6 0-16,0 0-15 0,0 0-17 0,0 0 3 15,0 0-19-15,0 0-22 0,0 0-14 0,0 0-9 16,0-9-22-16,0 9 8 0,10-9-5 15,1 9-10-15,1-11-14 0,4 2-3 0,3 1-2 0,3 8 5 16,-1-8 6-16,1 8-3 0,2 0 8 0,-5 0-13 16,3 0 3-16,-3 0-8 0,-2 0-7 15,-1 0 10-15,0 0 4 16,-2 10 2-16,-3-2 0 0,0 2-5 0,-11 2-4 16,11 1 10-16,-11 0 2 0,0 1-6 0,0 1 3 15,0 2-14-15,0-1 7 0,0 0 11 0,-14-1-8 16,1-1 14-16,2-1-13 0,-3-1 4 0,3-3 6 15,1 1 0-15,-2-2-16 0,1-2 3 0,0-1-8 0,11-5-3 16,-11 5 24-16,11-5-11 0,-10 0 4 16,10 0 8-16,0 0-10 0,0 0 3 0,0 0 3 0,0 0-11 0,0 0 9 15,0 0 8-15,0 0-14 0,0 0 13 0,0 0-6 16,13 0-11-16,2 0 29 16,5 6 3-16,2-6 17 0,6 6 0 0,2-6-10 0,0 8-11 0,4 1-22 15,-3-2 3-15,-1 1-4 0,0 0-6 0,-5 1 11 31,-4-2-6-31,0 1 2 0,-6 0 2 0,-2 1-9 0,-3-1 9 0,-10-2-1 0,0 3 7 0,0-2 4 16,0 1-1 0,0 2-5-16,0 0-2 0,0 1 4 15,-15 0 0-15,0 1 12 0,-3 0-5 0,-1-1 7 16,0 1-1-16,-5-3 18 0,1 0 23 0,-1-1 16 0,-3-2 10 16,3-6 0-16,2 5-23 0,-3-5 0 0,3 0 1 15,4 0-22-15,1 0 7 0,4 0-31 0,1 0-9 16,12 0 1-16,-11-6-5 0,11 1 4 0,0-1-10 15,0 6-17-15,0 0-35 0,-10 0-75 0,10-5-50 0,0 5-100 16,0 0-52-16,0-7-44 0,0 4-121 0,0 0-56 16,0 3-109-16,0-5-83 0,0 5-31 0,0-9 50 0</inkml:trace>
  <inkml:trace contextRef="#ctx0" brushRef="#br0" timeOffset="1859.59">5334 2562 2029 0,'0'0'53'0,"0"0"101"0,0 0 30 0,0 0 27 0,0 0-20 16,0 0-87-16,0 0-21 0,0 0-9 0,0 0-26 15,0 0-5-15,0 0 11 0,0 0-25 0,0 0 2 31,0 0-9-31,0 0-23 0,0 0 8 0,0 0-1 16,0 4-2-16,0-4 4 0,0 0-5 0,0 0 4 0,0 0 24 16,0 4 26-16,0-4 29 0,0 3 14 0,0-3 11 15,0 6 2-15,0-6 16 0,13 0 2 16,-4 0 0-16,1 0-7 0,2 0-23 0,-1 0-11 0,2 0-10 16,1 0-4-16,1 0 1 0,-1-10-7 0,-3 0 4 15,3 0-18-15,-4-1 1 0,-2-1-15 16,-8-2-9-16,10 0-2 0,-10 1-12 0,0-3 15 0,0 4-16 0,0 0 3 15,0-1-1-15,0 3-7 0,0 2 5 0,0 8 9 16,0-9-4-16,0 9-16 16,0-8-13-16,0 8 7 0,0 0-21 0,0 0 14 15,0 0 2-15,0 0-17 0,0 0 17 0,0 0-13 16,0 0 6-16,0 0 7 0,0 0-8 0,0 8 19 16,0 1-11-16,0 0-8 0,0 2 6 0,0 0 8 15,0 1-3-15,0-1 3 0,10 1 7 0,1 0-4 16,0-3-4-16,0 0 20 0,1-1-23 0,0-2-7 15,2-6 19-15,0 0-20 0,1 9 26 0,0-9 1 16,1 0-3-16,0 0 5 0,-2 0-7 0,0 0-5 16,-1 0 8-16,0-13-5 0,-1 2 2 0,-2-3-1 0,-2 2-12 15,-8 0 8-15,12-2-5 0,-12 0-2 0,0 2 6 16,0-2 5-16,0 0-14 0,0 0 2 0,0 1 1 16,0-1-21-16,0 1 26 0,0 2 3 0,0 1-9 15,-15 2 15-15,5 2-25 0,10 6 6 0,-11 0 5 16,11 0-30-1,-11 0 29-15,11 0-24 0,0 0 1 0,0 0 14 0,-8 0-10 0,8 0 17 0,0 0-12 16,0 0 22-16,0 12-6 0,0-1 0 16,0 1 16-16,0 1-27 15,10 1 16-15,2 1-10 0,3 0-7 0,0 1 7 16,1 1 1-16,3-2-2 0,0 2 4 0,-1 0 3 16,0-1-16-16,-2-2 19 0,-2-1-9 0,-1-1 3 15,-5-3 0-15,-8 1 4 0,0-3-1 0,0 0 5 16,0-7 7-16,0 8-4 0,0 0 12 0,0-8-9 15,0 9 11-15,-13-2-21 0,-4-7-5 0,-1 8 18 16,-2-8-43-16,0 7-28 0,-3-7-59 0,-2 0-92 0,3 0-104 16,-3 0-127-16,-2 0-93 0,3 0-154 0,-3-10-80 15,0 1-77-15</inkml:trace>
  <inkml:trace contextRef="#ctx0" brushRef="#br0" timeOffset="2021.53">5287 2164 3165 0,'-13'-5'7'0,"13"-3"-6"15,-11 1-25-15,11 2-64 0,0 1-62 0,0 4-124 0,0 0-89 16,0 0-84-16,0 0-133 0,0 0 61 0</inkml:trace>
  <inkml:trace contextRef="#ctx0" brushRef="#br0" timeOffset="2294.75">6956 2224 3929 0,'0'-8'56'0,"0"-2"36"0,0-1 38 0,0 3 12 0,-15 1-51 16,15 3-35-16,-10 4-36 0,10 0-22 0,0-4 5 0,0 4-6 15,0 0-9-15,0 0 22 0,0 0-10 0,0 0 7 16,0 6 13-16,0 2-20 0,0 1 0 16,0 2 8-16,0 2 1 0,0 3 4 0,0 1 2 15,0 1-13-15,11 2 8 0,-11 2 0 0,14-3-4 0,-4 1-22 0,2-1-87 32,-2 0-93-32,0-1-126 0,0 0-118 0,2-1-126 15,-12-3-77-15,11-2-25 0,-11 0-22 0</inkml:trace>
  <inkml:trace contextRef="#ctx0" brushRef="#br0" timeOffset="3110.08">6616 2258 3523 0,'-17'-7'37'0,"6"0"-9"15,1 1 20-15,1 1-11 0,9 5-40 0,0 0 47 16,0 0 18-16,0 0 36 0,12 0 26 0,3 0-16 15,5 0-34-15,7 0-8 0,5 0-18 0,7 0-3 16,6 0 15-16,4 0-26 0,3 0 10 0,0 0-24 0,2 0-21 16,-2 0 15-16,-6 0-18 0,-2 0 9 0,-6 0 19 15,-5-6-7-15,-4 0 15 0,-7 0-9 0,-6 0-16 0,-4-1-6 16,-4-1 2-16,-8-1-4 0,0 0-6 0,0-1 11 16,0 0-14-16,0-1-1 0,0 0 17 0,-17 2-9 15,3 0 3 1,0 1 3-16,1 2-15 0,0 1 12 0,2 5-8 15,3 0-11-15,8 0 6 0,-13 0-5 0,13 0 7 16,0 11 20-16,-9 1-5 0,9 2 0 0,0 1 4 16,0 5 2-16,0 0-7 0,0 3 9 0,12 0-1 0,1 3-18 15,1 0 22-15,2 1-12 0,2-2-11 0,-1-1 25 16,2 1-11-16,-1-3-13 0,-1-1 15 0,0-3-17 16,-3-1 1-1,-1-3 4-15,1-2 10 0,-6-3 1 0,-8-3 6 0,10-6 9 0,-10 0-16 0,0 0 17 16,9 0-7-16,-9 0 2 0,0 0 11 0,0 0-11 15,10-13 6-15,-10-1 12 0,0 0-16 0,8-1 7 16,-8-2 4 0,0 2 0-16,0-2 13 0,0 0 8 0,11 3-4 0,-11 2-7 0,0-1 1 0,0 3-10 15,0 2-35-15,0 8-5 0,0 0-6 0,0 0 2 16,0 0 8-16,0 0-2 0,0 0 2 0,0 0-14 31,9 0 34-31,-9 0-16 0,10 10-1 0,-10 1 6 0,12 0-7 16,-4 2 15-16,2-1-10 0,2 2-13 0,-2 1 1 15,4-3 3-15,0 1 5 0,-1-3 6 0,6 1-4 0,0-2 6 16,0-1 13-16,3-8 1 0,0 8-6 16,2-8-10-16,0 0 17 0,1 0 15 0,-2 0 5 15,-2 0 17-15,1-10-24 0,-3-1 5 0,-1 1-15 0,-4-2-24 16,-1-2 24-16,-13-3-27 0,15 2 6 0,-15-3 11 16,11 0-31-16,-11 0 9 0,0-1-1 0,0 1 4 0,0 0 5 15,0 1-13-15,0 3 13 0,-17 2-14 0,1 1-3 16,-1 4 14-16,-2 7-9 0,0 0 10 15,-3 0-8-15,1 0-6 0,-1 0 3 0,0 11-7 16,4 2 17-16,1 1-7 0,4 2 12 0,1 2-2 16,12 0 2-1,0 1 1-15,0 2-7 0,0-1 3 0,0 0-6 0,0 0 11 16,22-2-8-16,0 0 4 0,0-1 0 0,1 0 1 0,2-2 16 16,0-4-14-16,0 0 7 0,4-3-2 0,-1-8-14 15,-1 7 20-15,-1-7-2 0,0 0-2 0,1 0 11 16,-5 0-10-16,-1 0 1 0,-4 0-2 15,-2 0-17-15,-3-9-34 0,-12 1-29 0,11 2-75 0,-11-2-59 16,0 2-80-16,11-3-143 0,-11 0-86 0,0 0-201 16,0-2-129-16,0 0-36 15</inkml:trace>
  <inkml:trace contextRef="#ctx0" brushRef="#br0" timeOffset="6371.96">9970 2247 2724 0,'9'-5'70'0,"-9"-2"67"0,7 0 63 0,-7 0 47 15,0 2-33-15,0-2-36 0,0 3-36 0,0-1-26 16,0 0-26-16,0 1-37 0,0-1-9 0,-10 0-9 0,-1 1-5 0,-1 1 36 15,0 3-5-15,-3-5-22 0,0 5 3 0,0 0-27 0,0 0-18 16,-2 0 11-16,1 0-19 0,1 8 7 0,0 2 14 16,1 0-9-16,1 2 21 0,-1 2-23 0,5 1 7 15,9 0 6-15,-12 3-20 0,12 0 16 0,0 0-7 16,0 2-5-16,0-3 12 16,0 1-3-16,0-3-8 15,12 1 1-15,2-1 4 0,0-1 4 0,3 1 4 16,3-4 0-16,0 1-10 0,3-4-2 0,-2 1-8 0,1-9 8 15,2 0 10-15,0 0-5 0,-2 0 6 0,-2 0-1 16,-2 0-2-16,-4-9 6 0,3-2 8 16,-7 0 7-16,0-1-9 0,-10-3 1 0,0 1-12 0,0 0-15 15,0-4 4-15,0 1-3 0,0 0 12 0,0 1-5 16,0 0 17-16,0 2-5 0,-12 1-14 0,12 2 7 0,-12 2-7 0,12 2-4 31,-11 1 4-31,11 6-7 0,0-5-16 0,0 5 8 0,0 0 4 16,-10 0 9-16,10 0 4 0,0 0 0 0,0 10 0 0,0 0 0 0,0 2 4 15,0 1-2-15,0 1 6 0,0 0 1 0,15 1 7 0,-2-1-12 32,-1 1-3-32,2-3-10 0,0 1-11 0,-1-3 13 15,4-1 4-15,-1-1 7 0,1-8 4 0,-1 0-4 16,0 0 9-16,-2 0-8 0,-1 0-10 0,0 0 12 16,-1 0-21-16,-1 0 15 0,2-12 7 0,-4 0-10 15,-9-2 5-15,13 0-10 0,-13-4 4 0,14 0-3 16,-14-1-3-16,0 0 3 0,11 0 5 0,-11 1-3 15,0 0 6-15,0 1 8 0,12 1-9 0,-12 2 11 0,0 0-6 16,12 2-6-16,-12 1 1 0,0 2 5 0,0 1-7 16,0 1-5-16,11 1-2 0,-11 1-7 0,0 5 12 15,14-5 7-15,-1 5 2 0,-2 0-4 0,3 0-10 16,2 0 14-16,2 0-10 0,0 7 7 0,0-1-2 16,-1 0-11-16,-1-1 7 0,-2-1-6 0,-3 2 14 15,-1-6-6-15,-10 5 1 0,0-5-3 0,9 3 3 16,-9-3 5-16,0 0 10 0,0 0 8 0,0 0 15 0,0 0-9 15,0 0-1 1,0 0-13-16,0 0-27 0,0 0 10 0,0 0 2 16,0-4-6-16,-12 4 15 0,1-7-12 0,-3 2-10 15,1 2 16-15,-2 3-3 0,-2-4-4 16,4 4 0-16,-2 0-3 0,2 0 2 0,-1 0 2 16,1 0 3-16,13 0-4 0,-15 9-20 0,3 1 19 0,12 0 3 15,-14-1-1-15,14 3 25 0,-11 0-24 0,11 2 3 16,0 0 8-16,0 1-14 0,0 0 19 0,0 0-7 15,0 0-11-15,0 0 20 0,0 0-13 0,0 0 0 16,0-1 14-16,17 0-23 0,-1 0 15 16,0-3-5-16,0 0-5 0,3-3 13 0,0-8-12 0,3 10 9 15,2-10 0-15,-2 0-16 0,0 0 8 0,0 0 5 0,-2 0 4 16,1 0 8-16,-2 0-7 0,0-10-7 0,-3 0-13 16,1-1-5-16,-4-1 10 0,1-3-3 15,0 1 16-15,-4-4 9 0,2 1-3 0,0 0 3 0,-3 1 6 16,-9 0-3-16,11 0-3 0,0 2 10 0,-11 1-14 15,8-1-1-15,-8 3 3 0,11 2-16 0,-11 0 18 32,0 1-2-32,10 2-19 0,-10 0 4 0,0 1-17 0,11 5 0 0,-11-4 13 0,9 0-8 0,-9 4 6 15,11 0-1 1,-1 0 5-16,-10 0 7 0,14 0-2 0,-3 0-7 16,0 0-5-16,0 0 5 0,-3 0-1 0,-8 0 3 15,13 4 7-15,-13-4-3 0,11 0 2 0,-11 0 15 16,0 4-8-16,0-4 2 0,0 0-9 0,0 0 7 15,0 0 5-15,0 0 11 0,0 0 14 0,0 0-23 16,0 0-4-16,0 0-17 0,0 0 2 0,0 0 8 16,0-5 0-16,0 0-8 0,0-1 0 15,0 3-3-15,-13 3-11 0,13-5 5 0,-14 5-3 16,1 0 4-16,1 0 5 0,-1 0 4 0,-3 0-11 16,0 6 11-16,1 3 0 0,-3-1-8 0,1 2 9 15,2 0-4-15,0 0 3 0,2 3 13 0,2-1-9 0,11 2 0 0,-11-1-14 16,11 1 0-16,0 1 12 0,0 1-13 0,0 0 24 0,0 0-1 15,0 1-7-15,0 0 13 0,0 0-9 0,16-2-5 32,1 2-7-32,2-2 2 0,3-1 9 0,2-2-10 0,3 1 13 15,1-3-13-15,4 1-3 0,0-5 22 16,3-6-26-16,-1 0 16 0,2 0-6 0,-1 0-4 0,-2 0 22 16,-1 0-9-16,-2 0 9 0,-2-14-14 0,-5 2-10 15,-1-3-3-15,-2-2-4 0,-4 0 7 0,0-1 13 16,-2 0-3-16,-14-1-2 0,0-2 5 15,11 2-26-15,-11-1 13 0,0 3-10 0,0 0 1 0,0 1 11 16,-17 2-11-16,1 2 10 0,0 1-7 0,0 3 8 16,-1 2 8-16,0 2-12 0,4 4 10 0,0 0-11 15,-1 0-6-15,1 0 9 0,1 0-3 0,12 11 4 16,-13 0 7-16,13 0-9 0,-11 3-2 0,11 1 12 0,0 0 1 16,0 3 10-16,0 0 3 0,0 1-20 0,0 1-5 15,16-1 4 1,3-1 4-16,-3-1 2 0,6 0 11 0,1-1-8 0,-2-3-8 0,5-2 5 0,-1-2-9 15,0-3 7-15,2-6-11 16,0 0 2-16,-2 0 5 0,2 0-4 0,-2 0 9 0,-1 0 10 0,1 0-1 0,-4-12-9 16,-1 1 5-16,-1-3-7 0,-3 0-11 31,-2-2 4-31,-2-1 2 0,-12-2 8 0,12-2-9 0,-12 0 9 0,0-1-9 16,0-1-5-16,0 1 12 0,0 0-7 0,0 2 5 0,0 0-9 15,0 3 13-15,0 2-3 0,0 3 0 16,0 1 3-16,0 3-13 0,-11 2 8 15,11 2-9-15,0 4-1 0,0 0 0 0,-11 0 7 16,11 0-12-16,0 12 15 0,0 0 8 0,0 2 5 16,0 3-3-16,0 1-3 0,0 5 1 0,0 2-11 0,0 2 20 15,0 1-13-15,0 2-6 0,0 2 3 0,14 2-3 16,0 0 2-16,1 1-4 0,-2-1 6 0,2 1-7 0,-2-3 12 16,1 0-5-16,0 0-10 0,0-4 9 15,-1-1-4-15,1-3 12 0,-3-3 1 0,-1-3-2 16,-10-3-3-16,14-2 0 0,-14-2-7 0,0-4 9 0,11-7-3 15,-11 0 0 1,0 0 15-16,0 0-15 0,0 0-2 0,0 0-2 16,0-11 2-16,0-1-2 0,0-2 7 0,-14-2-4 0,-2-2-13 0,5-3 12 0,-3-3-6 31,1-2 5-31,-1-1 9 0,1-1-4 0,13-1-4 16,-14-2 6-16,14 2-14 0,-12-2 0 0,12 2 12 15,0 0-17-15,0 1 18 0,0 2-8 0,0 2-10 0,0 2 13 16,15 3-11-16,0 3 9 0,0 2-3 0,3 5-1 15,2 0 4-15,1 5-4 0,-2 4 7 0,5 0-4 16,-3 0 5-16,2 0-7 0,2 9 5 0,0 0-7 16,-1 3 4-16,0 0 9 0,-5 2-7 0,1 1 4 15,-4-1-13-15,-2 1 12 0,-14 0-17 0,0-1 25 16,0-1 1-16,0 1-23 0,0-3 33 0,0 1-24 0,0-2 1 16,-14 1 3-16,-2-3-12 0,-6-1 19 0,-3-7-8 15,-2 10 4-15,0-10 0 0,0 0-17 0,2 0 3 16,1 0 8-16,2 0 1 0,6 0 4 0,2 0 6 15,3 0-3-15,11 0-7 0,0 0-2 0,0 0-4 16,0 0 2-16,0 0 6 0,0 0-1 0,0 0-4 16,0 0-4-16,0 0-7 0,0 0 6 0,19 0 7 15,0 0 7-15,3 0-3 0,3 0-2 0,2 0 8 16,0 0-13-16,0 0 12 16,-1 0-13-16,-1 0-1 0,-3 0 2 15,-3 0 7-15,1 0 5 0,-1 0-2 0,-3-11-2 0,1 11-7 16,0-12-3-16,-2 1 3 0,1-1-3 15,-2 1-6-15,-3-3 19 0,-11-1-13 0,16-3 4 16,-16-2 9-16,11-2-14 0,-11-1 7 0,0-1 9 0,0-2-8 16,0-2-6-16,0 1 3 0,0-4-7 0,0 0 9 15,0-1 6-15,0 0-4 0,0-1 6 0,-19-1 12 16,3 2 16-16,2 2 25 0,14 2 3 16,-16 2 3-16,16 4-22 0,-15 2-19 0,15 5-3 0,0 4-27 15,-15 4-4-15,15 2-6 16,0 5-16-16,0 0 10 0,0 0 8 0,0 0-12 0,0 10 17 0,0 3 0 0,0 1-3 31,0 3 17-31,0 2-5 0,0 3 8 0,0 2-1 0,0 1-11 16,0 1 6-16,12 2-17 0,0-3 27 15,-12 3-11-15,18-2 20 0,0 0 2 0,-2 0-10 16,3 0 16-16,-2 0-13 0,-1-1-7 0,5-1-9 0,0-2 2 0,1-1-11 0,1-1 22 0,1-1 2 31,-2-2 1-31,5-2 1 0,0-3-6 0,-2-2-3 0,2-10 2 16,0 8 3-16,-2-8-4 0,-1 0 8 0,3 0-12 15,-3 0 5-15,-3 0-2 0,0-11-13 0,-2-1 14 16,0-1-14-16,-3-1 11 0,-2-2 0 0,-3-2-14 16,-11 0 19-16,0-1-31 0,12-1 12 0,-12 0-1 15,0 0-8-15,0 0 21 0,0 2-13 0,0 1 7 16,-15 2-6-16,1 1-9 0,3 2 1 0,-2 1-6 0,-1 3 0 16,1 4-5-16,-1-1 8 0,1 5 11 0,1 0-9 0,-1 0 13 31,2 0-4-31,11 11-8 0,-16 1 12 0,5-1 0 0,11 1 3 0,-14 2-5 0,14 0 8 15,0 3-8-15,0-1 2 0,0 1 0 0,0 0-9 16,0 0 15 0,0 1-6-16,19 0-3 0,-5 0 0 0,0-1-3 0,2-2 22 0,-2-2 11 0,2-1-18 15,2-2-11-15,-1-3 1 0,0-7 0 0,4 0 1 16,-2 0 7 0,2 0-25-16,0 0 7 0,0 0 11 0,0-8 6 15,-1-3-1-15,-1 0-14 0,-1-2 13 16,-4-1-4-16,3-1 5 0,-4-1-5 0,1 0 3 15,-1 1-4-15,-1-1 1 0,3 0-2 0,-1 2 9 0,-3 0-5 16,2 1-6-16,-1 2 28 0,-1 0-26 16,-11 2 10-16,18 3 8 0,-9 0-30 0,-9 1 6 0,13 5 2 0,-13-4-21 15,16 4 12-15,-5 0-9 0,-11 0 3 0,17 0-4 16,-4 0 2-16,-1 0 14 0,1 7-16 0,-2-1 17 16,3-1 4-16,-2 1-12 0,-2-1 8 0,-10-2 8 15,13-3-17-15,-13 5 20 0,11-5 6 0,-11 0 8 16,0 0 17-16,0 0 0 0,0 0-13 0,0 0 0 0,0 0-15 15,0 0-22-15,0 0 11 0,0-7-5 0,0 1 11 32,0 0 12-32,-14-1-11 0,4-1-7 0,-2 0 5 15,-1 0-12-15,1 2 15 0,1 0-1 0,-5 1-20 16,3 1 20-16,0 1-17 0,-1 3-6 0,1 0 13 16,-1 0-6-16,0 0 17 0,2 0-3 0,-1 7 2 15,13 1-2-15,-15 1 3 0,15 1-3 0,-15 0 2 0,15 1 3 0,0 1-1 16,0 2 11-16,0 0-10 0,0 1 7 15,0 0-10-15,0 2 2 0,19-3 8 0,-7 3-4 16,4-2-3-16,-3 0-8 0,1-1 13 0,2-2 10 16,-2-1-5-16,2-2 12 0,-2-1-26 0,2-8-4 15,-2 0 15-15,2 0-15 0,0 0 28 0,0 0-8 16,2 0-5-16,-3-9 5 0,2-2-18 0,-3-2 3 0,-1-2-4 16,1-2 20-16,-4-2-13 0,-10-2 6 0,12-4 0 15,-12 2-17-15,0-3 4 0,0-2-1 0,0 1-5 16,0-4 16-16,0 0 17 0,0 1-3 15,0-2 19-15,-17 3-12 16,4 0 21-16,-1 2 3 0,3 3-5 0,11 3 0 0,-14 4-39 0,14 3-13 0,-11 5-16 16,11 1-9-1,0 5 2-15,0 3 4 0,0 0 9 0,0 0-2 16,0 10 14-16,0 2 2 0,-11 3 2 0,11 4 8 16,0 2-6-16,0 3-1 0,0 2-10 0,0 2 8 15,0 1 4-15,0-2 2 0,0 1 7 16,0 1-16-16,14-3-3 0,-4 0 5 0,-10 0-21 0,15-3 6 15,-5-3-29-15,-10 0-36 0,15 0-21 0,-15-3-50 16,13-3-26-16,-3-2-30 0,-10-2-36 0,11-1-46 16,-11-4-45-16,9 0-42 0,-9-5-105 0,0 0-85 15,0 0-80-15,0 0-89 0</inkml:trace>
  <inkml:trace contextRef="#ctx0" brushRef="#br0" timeOffset="6638.54">11929 2045 2561 0,'0'3'27'0,"0"-3"30"0,0 0 47 15,0 0 37-15,0 0 14 0,0 0 22 0,0 0 4 16,0 0 6-16,0 0-28 0,0 0-17 0,19 0-43 15,3 0-34-15,2 0-3 0,6 0-37 0,6 0-2 16,2 0-11-16,0-4-14 0,3 2 10 0,0-1-8 0,-1 0 6 16,-2 0-6-16,-2 1-72 0,-4-1-118 0,-4-1-142 15,-4 1-202-15,-4-1-162 0,-4 0-160 0</inkml:trace>
  <inkml:trace contextRef="#ctx0" brushRef="#br0" timeOffset="7277.76">14710 1984 1993 0,'0'-7'61'0,"0"1"93"0,0-1 35 0,0 0 39 0,0 2-23 0,-12-2-49 16,12 2-7-16,0 0-3 0,-12 1-1 0,12-1-17 15,0 2-14-15,-12-2-5 0,12 1-22 0,-11 0-15 16,11 0 4-16,-13 0-29 0,13 1 1 0,-14 0-18 0,1 1-15 16,13 0-2-16,-16 2-9 0,2 0 18 0,-2 0-13 15,4 0-3-15,-4 0-6 0,16 0-7 0,-14 0 5 16,4 0 4-16,10 5-15 0,0-1 16 15,0 0-2-15,0 0-10 0,0 0 30 0,0 1-20 0,0 1 23 16,0 1 19-16,0 1 7 0,0 1 30 0,0 1-23 16,16 1 0-16,4 1-14 0,-2 0-14 15,2 1-4-15,2 0 7 16,2 1 1-16,0-1-15 0,-2 0 16 0,3 1-19 0,-3-2-9 0,-2 0 2 16,-2-1-11-16,-3-2 13 0,-4 1-13 0,-11-3 12 15,11-1-3-15,-11 0 5 0,0-1 6 0,0 0-11 16,0-5 7-16,0 4-7 0,0 0 16 0,-16-4-9 15,2 5 7-15,-5-5-17 0,0 0-6 0,-5 0 5 16,1 0-1-16,-4 0 13 0,1 0-10 0,-2 0 4 16,2-7-12-1,1 0 3-15,0 0-42 0,3 2-47 0,3-1-77 0,2 0-110 0,0 1-82 0,4-1-103 16,13 3-146 0,-12-1-93-16,12-1-85 0,0-1 109 0</inkml:trace>
  <inkml:trace contextRef="#ctx0" brushRef="#br0" timeOffset="7515.41">14898 1835 3445 0,'0'-4'27'16,"0"-1"2"-16,0 1-8 0,0 1 5 0,0 1-19 0,0 2-6 15,0 0 2-15,0 5 2 0,0 0 3 0,0 1 23 0,0 2 7 16,0 2 19-16,0 2-3 0,0 3-11 0,13 2 5 15,1 2-26-15,-3 1-1 0,2 1-11 0,1 1 3 16,0 0 7-16,5 1-14 0,-3 0 3 0,1 0-47 16,-1-3-90-16,0 0-91 0,-3-2-113 0,1-1-140 15,-4-3-84-15,-10-2-50 0,12-4-46 0</inkml:trace>
  <inkml:trace contextRef="#ctx0" brushRef="#br0" timeOffset="8536.71">14881 1969 2172 0,'0'-3'73'0,"0"0"29"0,20-2 33 0,1 2 19 0,-2 1-34 0,6 2 6 16,2 0 9-16,3 0 11 0,3 0 7 0,2 4-10 16,3-1-1-16,-1 0 0 0,0 0-29 0,1 0 12 15,-3-1-15-15,-2-2-15 0,-4 0 20 0,-4 0-11 16,-1 0-10-16,-7 0 0 0,-1-5-21 0,-16-1-19 15,13 1 4-15,-13 1-20 0,0-2-13 16,0 1-11-16,0 0-21 0,0 0 8 0,0-1 1 16,0 1-10-16,0 0 18 0,0 0-8 0,-15 1-16 0,0 1 12 15,0 1-12-15,0 2 3 0,0 0 6 16,-2 0 0-16,4 6-6 0,-2 1 3 0,2 1 4 0,-1 2-6 31,14 1 3-31,-13 0 1 0,13 2 1 0,-11-1 17 16,11 2-10-16,0 0 3 0,0-1-9 15,0 1-3-15,0 0 11 0,0 0-3 0,0-1 4 0,0 1-7 16,17-2 9-16,2-1-10 0,-1-2 9 0,2 1-1 16,2-3-2-16,-1 1 8 0,3-2-5 0,-4-2 0 15,1-4-7-15,-1 0-1 0,-3 0 8 0,-4 0-12 0,0-7 8 16,-13-2-2-16,14-1-1 0,-14-2 18 0,0 0-1 16,11 0 3-16,-11-2-12 0,0-1 9 0,0 1 3 15,0 0 6-15,0 2 16 0,0 0-13 0,0 1 0 16,0 2-4-16,0 1-21 0,0 1 9 0,-12 3-19 15,12 1-12-15,0 3 5 0,0 0-11 0,0 0 10 0,0 0-5 32,0 0 19-32,0 7 0 0,0 1-13 0,0 0 17 15,0 1-10-15,0 2 10 0,0-2 9 0,0 2-1 0,12 0-2 16,1 0-9-16,0-2 9 0,1 0-9 0,-3 0 18 0,3-3-11 16,0 0 12-16,2 0-2 0,-2-4-10 0,1-2 13 0,0 0 2 0,1 0 4 31,0 0 21-31,-2-5-1 0,4-3-2 0,-6 0 20 0,2-2-20 15,-1-2 13-15,1-2-7 0,-4-1-26 16,-10-2-12-16,13-3-12 0,-13-1 10 0,0-3 3 0,0-1 14 16,0-2 6-16,0-2-7 0,0-4 6 0,0 1 2 15,0-2 9-15,0-1-25 0,-16 0 10 0,0 3-12 16,3 0 3-16,13 3 7 0,-15 2-18 0,15 5 9 16,-15 5-30-16,15 3 8 0,0 5-18 0,-11 3-13 15,11 6-1-15,0 0 1 0,0 0 26 0,0 0-13 0,0 13 26 16,0 1-7-16,0 2-4 0,0 4 18 0,0 3-24 15,0 4 12-15,0 2 0 0,0 0-4 0,0 3 18 16,0-1-12-16,0 1-4 16,0 0 17-16,0-3-18 0,16 0 21 0,0-1-6 0,-2-3-7 15,2-1 16-15,-4-1-7 0,6-4 10 0,-4-1 9 0,5-2 14 16,-3-2-7 0,3-2 3-16,-2-1 2 0,5-3-20 0,-3-1 1 15,2-4-2-15,3 0-7 0,-1-3 8 0,1 0-3 16,-3 0-6-16,2 0 5 0,1-7-9 0,-4-2 3 15,-2 1 8-15,-1-1-14 0,-1-3 1 0,-2 1-10 16,-3-3 3-16,-11 0 1 0,0-1-5 0,12 0 14 0,-12-1-19 16,0 0 7-16,0 1-1 0,0 1-10 0,0 1 6 15,0 1-11-15,0 2 5 16,-16 1-2-16,0 2 1 0,3 2 0 0,-1 2-7 16,3 3 5-16,-2 0-5 0,-1 0-3 0,0 0 5 0,1 6-3 0,1 0 17 15,12 2-3-15,-16 1 3 16,5 0 3-16,11 2-14 0,0 0 26 0,0 1-9 0,0 1-4 0,0 1 7 15,0 0-17-15,0 0 17 0,0 0-3 0,0 0 3 0,20 1-1 16,-2-1-3-16,2 0 12 0,2-2-26 0,1 2-6 16,4-4-29-16,-4 1-35 0,2-3-8 0,0-2-19 31,-4 0-15-31,0-1-52 0,-2-5-28 0,-5 3-76 16,-3-3-171-16,-11 0-126 0,11 0-209 0,-11-6-146 15,0-3 68-15</inkml:trace>
  <inkml:trace contextRef="#ctx0" brushRef="#br0" timeOffset="8704.94">15284 1814 2733 0,'-18'3'-3'16,"6"-3"1"-16,12 0 11 0,0 0 12 0,0 7 10 0,22 0 6 0,3 1-10 15,5 2-6-15,8 1-32 0,10 0-143 16,1 1-152-16,6 1-208 0,5-1-186 0</inkml:trace>
  <inkml:trace contextRef="#ctx0" brushRef="#br0" timeOffset="8848.06">16669 2158 4482 0,'0'5'40'0,"0"-5"41"0,0 0 2 0,0 0-4 15,0 0-28-15,0 0-45 0,0 0-17 0,0 0-82 0,0 0-163 16,0 0-218-16,0 0-324 0,0 0-308 16</inkml:trace>
  <inkml:trace contextRef="#ctx0" brushRef="#br0" timeOffset="16052.03">3179 4203 1192 0,'13'0'32'0,"-13"0"36"0,9 0 28 0,-9 0 29 0,0 0 3 15,13 0-1-15,-13 0-9 0,11 0-2 0,-11 0-18 16,0 0 35-16,8 0-1 0,-8 0 5 0,0 0-12 16,0 0-64-16,0 0-4 0,0 0-8 0,0 0 14 0,0 0-4 15,0 0-5-15,0 0-5 16,0 0-2-16,0 0 16 0,0 0 7 0,0 4-6 16,0-4-18-16,0 0 1 0,0 3-4 0,0-3 18 0,0 0 7 15,0 3-1-15,0-3 5 0,0 3-28 0,0 1 22 16,0-4-6-16,-10 3-2 0,-1 1 14 0,0-4-33 15,0 5 15-15,-1-5-21 0,-3 5-15 0,1-5 24 16,0 5-21-16,-2-5 13 0,0 4 13 0,-1-4-3 16,2 5 4-16,0-5 6 0,0 5-3 0,3-5-30 15,-1 0 2-15,13 4-14 16,-11-4-10-16,11 0 8 0,0 0-9 0,0 4 2 0,0-4-2 16,0 0 9-16,0 0-5 0,0 4-9 0,0-4 6 0,0 6-4 15,0-2 5-15,-11 0 7 16,11 3-14-16,0-1 12 0,0 2 0 15,0 1 10-15,0 3 4 0,0 0-6 0,0 1 8 0,0-1-6 16,0 3 7-16,0-1 6 0,0 1-10 0,0-1 5 0,0 1 6 16,0 1-4-16,0 0 4 0,0-1-3 15,0 0-12-15,0 0-4 0,0 0 0 0,0-1-10 0,0 0 3 16,0-1 4-16,0 0-6 0,0-1 6 16,0-1-2-16,0-1-6 0,0 0 3 0,0-3-4 15,0-1 16-15,0 0-6 0,0-6 9 0,0 7 8 16,11-7 6-16,-11 0 23 0,0 7-10 15,0-7 0-15,11 0-3 0,-11 0-6 0,13 8-3 0,-1-8-1 0,0 0-17 16,2 0-19-16,0 0 13 0,2 0-8 0,1 0 7 16,-1 0 5-16,3 0-5 0,-2 0-4 15,1 0-4-15,-1 0-3 16,-1 0-9-16,-2 0-30 0,-1 0-41 0,-1 0-57 0,-12-7-44 0,13 7-47 0,-13-5-60 0,10-1-50 31,-10 2-84-31,0 4-89 0,0-7-73 0,0 0-59 16,0 0-51-16</inkml:trace>
  <inkml:trace contextRef="#ctx0" brushRef="#br0" timeOffset="16260.02">2906 4459 3002 0,'0'-2'10'0,"-10"0"33"0,10 0 27 0,0 2 16 0,0 0 21 0,0 0-21 31,0 0-15-31,0 0 18 0,0 0-26 0,0 0 10 0,17 0-2 15,-2 0-20-15,5 0 3 0,-1 0-27 0,3 0-1 16,4 0-14-16,-1 0-9 0,-3 0 17 0,4 4-29 16,-3 1-53-16,-3-2-80 0,0 0-135 0,-3-3-144 15,-3 0-98-15,-1 0-70 0,-13 6-82 0,11-3 112 16</inkml:trace>
  <inkml:trace contextRef="#ctx0" brushRef="#br0" timeOffset="16953.91">3571 4418 3390 0,'0'0'45'16,"0"-5"12"-16,0 1 5 0,0 0 1 0,0 1-43 0,0 3 8 15,0 0-2-15,0 0 17 0,-15 0-6 0,-3 0-9 16,1 0 6-16,-3 0-12 0,0 9 7 15,-2-1-21-15,1-2-7 0,-1 3-4 0,3-1-5 16,3 2 8-16,2-2 10 0,3 2-12 16,11-1 1-16,-11 0 4 0,11 0-6 0,0 0 3 0,0 0 14 15,0-1-4-15,0 0 8 0,0 0 11 0,0-1 3 16,16 0 11-16,1-1-7 0,1-1 9 0,2-5-6 16,4 5 3-16,-3-5 1 0,2 0 8 0,1 0 9 15,-2 0 2-15,-1 0 7 16,-2 0 7-16,-3-9 9 0,-4 1 9 0,1 0-15 0,-13-1-10 0,0 2-34 0,14-1 4 15,-14-1 11 1,0 0-21-16,0 0 7 0,0 0-17 0,0 1-7 16,0 0 9-16,0 0-8 0,0 3-5 0,0 5-6 15,0-5-15-15,0 5 21 0,0 0-12 0,0 0-2 16,0 0 13-16,-16 0-24 0,16 0 2 0,0 0 9 16,0 0-5-16,-13 9 16 0,13 2-9 0,0 1 7 15,0 1 2-15,0 2-1 0,0 2 5 0,0 1-12 0,0 3 2 16,0 1 3-16,0 2 6 0,0 2-6 0,15 0 10 0,2 0-8 15,-4 2 8-15,1 1 3 0,0-2 1 16,0 1-8-16,1-1-3 0,-1-2 6 0,-3-1-11 0,-11-2 5 16,14-1-18-16,-14-1 15 0,13-2-11 0,-13-3 7 15,0-2 19 1,0-1-25-16,0-2 26 0,0-1-7 0,0-2-4 16,0-7 25-16,0 8 5 0,0-8 22 0,0 8 18 15,-17-8-9-15,0 0-8 0,0 0 6 0,-5 0 3 0,3 0 8 0,-1 0 13 0,-1-10-22 31,0 1 5-31,1 0 0 0,0-3 5 0,0 0 7 16,3-2-30-16,-1-1-2 0,1-2-31 0,1-1 1 0,1-2-6 16,2 0-4-16,13-1 3 0,-14 2-24 0,14-1 15 15,0 1-15-15,0 2 5 0,0 2 1 0,0 0-8 16,0 1-1-16,0 2-27 0,0 1-9 0,20 0-31 16,-4 2-14-16,2 3-8 0,-4-2-38 0,0 8 9 15,-1-6-34-15,-13 6-26 0,15 0-20 0,-2-7-65 16,-13 7-41-16,0 0-85 0,14 0-43 0,-14 0-102 15,0 0-94-15,0 0-82 0,13-7-43 0</inkml:trace>
  <inkml:trace contextRef="#ctx0" brushRef="#br0" timeOffset="17179.06">3851 4457 4091 0,'0'0'28'0,"0"0"15"0,0 0 5 0,0 0 7 0,0 0-33 15,0 0-9-15,0 0-7 0,0 0-15 0,0 0 9 16,0 0-1 0,0 0-13-16,0 0-88 0,0 0-127 0,0 0-131 15,0 0-167-15,0 0-58 0,0 0-91 0,0 0-42 16</inkml:trace>
  <inkml:trace contextRef="#ctx0" brushRef="#br0" timeOffset="17358.38">3851 4609 3069 0,'0'3'30'0,"0"-3"38"16,8 0 13-16,-8 0 8 0,0 0-23 0,0 0-36 0,0 0-16 15,0 0-9-15,0 0-2 0,0 0 6 0,0 0-4 16,0 0-7-16,9 0-93 0,-9 0-124 16,0 0-235-16,0 0-197 0,0 8-121 0</inkml:trace>
  <inkml:trace contextRef="#ctx0" brushRef="#br0" timeOffset="17531.89">3930 4791 3580 0,'0'0'12'0,"0"0"4"0,0 0-7 0,0 0 1 0,0 0 1 15,0-6-41-15,0 1-65 0,0 5-118 16,0 0-194-16,0 0-182 0,0-9-141 0,0 0 38 16</inkml:trace>
  <inkml:trace contextRef="#ctx0" brushRef="#br0" timeOffset="18154.91">4811 4301 3039 0,'0'-5'76'0,"0"1"54"0,0 0 66 15,0 4 65-15,0-6-28 0,0 6-34 0,0 0-26 16,0 0-54-16,0 0-34 0,0-4 3 0,0 4-35 16,0 0-10-16,-11 0 2 0,11 0-33 0,0 0 2 15,0 0 0-15,-14 0-14 0,14 0 15 0,-13 6-2 16,0 2-13-16,13 0 3 0,-14 1-2 0,4 0-6 16,10 2 11-16,-15 1 1 0,15 0-12 0,-10 2 15 15,10-1 3-15,0 1-6 0,0 0 6 0,0 0-1 16,0 0-5-16,0 0 9 0,0-1 24 0,0 1-1 0,0-2 22 0,0 1 6 15,19-1-7-15,-3-1-2 0,3-1-10 0,-1 0 10 16,2-2 10-16,2-1 0 0,0-7-2 16,2 8-6-16,1-8-1 0,0 0 15 0,-1 0 22 15,-1 0 8-15,-2 0 19 0,-2 0 10 0,-1 0-21 16,-4-11-19-16,-3 0-17 0,-11 2-46 0,13-2 9 16,-13-2-11-16,0-1-27 0,0-1 19 0,0-2-18 15,0 0 1-15,0-3 5 0,0 1-18 0,0-2 9 16,-13 3-1-16,0-1-4 15,-1 1 14-15,-3 1-22 0,-1 0 8 0,1 5 4 16,-2 1-8-16,0 1 5 0,0 3-27 16,0 7-43-16,0 0-39 0,2 0-43 0,-2 0-20 15,3 0 6-15,0 0-34 0,2 0-17 0,0 10-45 16,1-1-78-16,2 0-41 0,11 2-94 0,-11 0-114 16,11 1-55-16,0-1-67 0,0-2-53 0</inkml:trace>
  <inkml:trace contextRef="#ctx0" brushRef="#br0" timeOffset="18606.04">5239 4289 3877 0,'0'0'64'0,"0"-7"35"0,0 2 20 0,0 5 24 16,0 0-54-16,0 0-26 0,0 0-30 0,0 0-24 15,0 0-8-15,0 0-9 0,0 0 6 0,0 0 8 0,0 0-9 16,0 7 3-16,0 1 8 16,0-1-18-16,0 3 14 0,0 2-4 0,0-1-4 0,0 3 11 15,0-2-11-15,0 3 11 0,0 0-7 16,0 1 8-16,0-1 0 0,0-1 0 0,0 0 3 16,0-1-4-16,16 1 11 0,-3-2-8 0,2-1 25 0,-2-2 12 15,0 0 22-15,4-2 23 0,2-7-3 16,0 0 11-16,0 0-7 0,0 0-3 0,0 0 28 0,0 0 4 15,-3 0 4-15,1 0 14 0,-2 0-25 0,-3-10-12 16,1 0-9-16,-13 0-24 0,13-1-14 16,-13-2-1-16,0 0-27 0,0-2-3 0,0-1 0 15,0-3-19-15,0 1 14 0,0-1-16 0,0 0-8 16,0-1 9-16,-20 0-10 0,0 3 4 0,2-1 1 0,-2 3-16 0,-2 1 12 16,4 1-8-16,-4 3 11 0,0 2-8 15,0 8-24-15,3 0-22 16,0 0-62-16,5 0-37 0,-3 0-17 0,4 0-34 15,13 0-7-15,-19 10-22 0,6 0-50 0,2 1-68 16,11-1-90-16,-14 2-63 0,14 1-106 0,0-1-43 16,0 1-44-16,0-4 40 0</inkml:trace>
  <inkml:trace contextRef="#ctx0" brushRef="#br0" timeOffset="18852.77">5756 4117 4042 0,'0'0'22'16,"0"0"15"-16,0-7-1 0,0 7 2 0,0 0-32 0,10 0-7 15,-10 0 37-15,0 0 46 0,0 9 29 0,0 2 9 16,0 2-1-16,0 6-30 0,12-1-10 16,-12 5-15-16,0 2-27 0,13 1-17 0,-13 1-4 0,13 1-6 15,-13-1 7-15,14 1-5 0,-14-2-3 0,13-3 11 16,-13 1-19-16,14-2 14 0,-14-2-51 0,0-2-130 15,11-2-159-15,-11-2-258 0,0-2-368 0,0-5-145 16</inkml:trace>
  <inkml:trace contextRef="#ctx0" brushRef="#br0" timeOffset="21040.45">3801 6446 1109 0,'0'-1'22'0,"0"0"27"0,-4-1 32 0,4-1 30 0,-1 2 5 0,-1-1 9 16,2 0 11-16,-1 0 3 0,-1 0 6 15,2 0-4-15,0 1-6 0,0-1-3 0,0 2 21 0,0-1 10 16,-2 1 7-16,2 0-21 15,0 0-15-15,0 0-18 0,-1 0-26 0,1 0 5 16,0 0-16-16,0 0-20 0,0 0 8 0,0 0-8 0,0 0-14 0,0 3-16 16,0-3-16-16,0 0-4 15,0 0-5-15,0 0 17 0,3 0 11 0,0 3 25 0,4-3 6 16,2 3 4-16,4 0-9 0,2-1-7 0,6-1-5 16,3 2 1-16,3-2-10 0,4 0-11 15,1-1 10-15,4 0-10 0,-1 0-4 0,3 0 0 0,-2 0-4 0,-3 0 2 16,1-3 20-16,-4 1-8 0,-5 1 4 15,-1-1-1-15,-2 2-17 0,-5-1 6 0,-4 0-23 16,-1 0 11-16,-2 0 2 0,-5 1-8 0,0-1 13 16,-4 0-13-16,1 0-3 0,-2 1 2 0,0-1-10 15,0 1 12-15,0-1-8 0,0-1 7 0,-3 2-30 0,-1-1-71 16,1-1-76-16,0 1-137 0,-2-1-96 0,-2 0-108 16,-3 0-92-16,0-1-96 0,-2 0-59 0</inkml:trace>
  <inkml:trace contextRef="#ctx0" brushRef="#br0" timeOffset="21443.74">4121 6300 2931 0,'0'0'46'0,"0"0"20"15,0-2 28-15,0 2 32 0,0 0-18 0,0 0 4 16,4 0-7-16,-1 0-15 0,3 0-2 0,3 0-8 15,-1 0-8-15,4 0 2 0,3 0-2 0,0 0-3 16,3 0 2-16,2 0-7 0,2 5-21 0,1 0 16 16,1 1-17-16,-2 0-15 0,2 1 4 0,1 0-19 15,2 3 1-15,-3 0 14 0,0-1-7 0,-1 2 14 16,-1-1-4-16,0-2-5 0,-4 2 7 0,1-2-22 0,-5 0 2 16,-1-1-4-16,-2 1-11 0,-3-2 6 15,-2 0 0-15,0-1-2 16,-4-1-1-16,-1 3-3 0,-1-1 1 0,0 1 17 0,-4 0 4 0,-4 2 10 0,0 1 17 15,-3 3-5-15,-3-1 13 0,-1 2 2 0,-5 0 2 0,2 0-17 32,-4 1-9-32,2 0-16 0,-2-1-16 0,1 0 12 15,2-2-8-15,0 0 5 0,2 0-9 0,1-1-1 16,0-2 1-16,3 0 0 0,1-3 13 0,2 1-5 16,2-3 0-16,1-1-3 0,4 0-7 0,1-3-6 15,0 0-56-15,1 0-54 0,1 0-93 0,0 0-106 0,0-3-100 16,0 0-62-16,0 3-176 0,0 0-122 0,0-9-32 15</inkml:trace>
  <inkml:trace contextRef="#ctx0" brushRef="#br0" timeOffset="22458.35">4515 6588 1397 0,'0'0'22'0,"0"9"32"0,0-9 38 16,0 0 33-16,0 7 11 0,0-7-16 0,0 0-5 16,0 9 42-16,0-9 5 0,0 5 9 0,0-5-3 15,0 0-48-15,0 0 8 0,0 0 20 0,0 5 22 16,0-5 26-16,0 0 10 0,0 0 24 0,0 0 2 15,0 0-9-15,0 0-16 0,0 0-29 0,0 0-27 16,0 0-24-16,0 0-33 0,0 0-35 0,0 0-1 0,0-8-7 16,0-3 11-16,0 1 10 0,0-2-14 0,0 0 3 15,0-2-20-15,0-4-2 0,0-1-7 16,0-1-9 0,0-2 9-16,0-2-1 0,0-1 2 0,0-3-11 15,0-2-5-15,0 0 6 0,0-1-2 0,11-3 14 0,0 2-2 0,3 0 0 0,-4 2 11 0,4 1-9 16,-1 1 5-1,-2 1-6-15,3 3-14 0,-1 1 18 0,1 2-9 16,0 1-2-16,0 2 9 0,1 1-22 0,0 2 4 16,0 1 0-16,2 3-10 0,-1 0 4 0,1 1-14 15,1 2 14-15,-1 0-7 0,4 3-7 0,1 5 13 16,0-7-19-16,5 7 16 0,0 0-3 0,-2 0-7 16,5 0 2-16,0 0-10 0,-1 0 15 0,2 11-5 15,-2 1 6-15,1-1-5 0,0 0-10 16,-3 1 18-16,-2 0-8 0,2 2 6 0,-2 0 2 0,-4 1-5 15,4 0 2-15,-3 0-5 0,2 1 5 0,-2 1-2 0,2 0-1 16,-2 1 1-16,1 0-6 0,-3 1 9 0,2 2-12 16,-4-1 0-16,0 3 17 0,1-2-23 0,-3 2 15 15,1-1 9-15,-2 2-19 0,-3 1 23 0,-1-2-7 16,-11-1-6-16,16 0-12 16,-16 1 0-16,11 0-6 0,-11 0 8 0,11 0 13 0,-11 0-15 0,0 0 25 15,0 1-23 1,0 0 15-16,11 0-3 0,-11-1-17 0,0 0 15 15,0-2-19-15,0-1 25 0,0-2-9 0,0 1 2 0,0-1 1 16,0-2-9-16,0 0 17 0,0-2-3 0,-16 0 4 0,5 0-17 0,11 0 12 0,-17 0-7 16,4-1 5-1,-1 1 4-15,1-2-14 0,-2 1 10 0,0-1 0 0,-4 0 11 16,3 0-12-16,-4 0 4 0,4-2-1 16,-6 0-8-16,3 1 10 0,-3-3-2 0,0-1 6 15,1-7 5-15,-1 8 23 0,5-8 6 0,-4 0 14 16,2 7 2-16,-3-7-33 0,0 0-1 0,0 0-24 15,-2 0 22-15,0 0-6 0,-1 0-21 0,-2 0 24 16,-1 0-33-16,4 0 17 0,-3-10 10 0,2 2-24 16,1 0 6-16,-1 2 5 0,0-2-1 0,2 1 10 15,-2 0-24-15,0 0 10 0,1-1-3 16,2 1-9-16,-2-3 24 0,2 2-29 0,0-1 17 0,4-1 0 0,-2 0 10 16,2 0 10-16,1 0-28 0,4-1 18 0,-1 0-16 15,0-1 13-15,2-1 12 0,2 0-29 0,10-1 19 16,-16 0-18-1,7 0 14-15,9-1 6 0,-12 1-20 0,12-1 14 16,0 1-9-16,0 2-5 0,-12-2 16 0,12 2-9 16,0 0-1-16,0 1 15 0,0 0-14 0,0 1 1 15,0 1-6-15,0-1 5 0,0 1 6 0,0 1-8 16,0 0 6-16,0 1-21 0,0-1 10 0,0 1 1 16,0 0-23-16,0 7 18 0,0-10-47 0,12 2-10 15,-12 8-17-15,0-10-33 0,0 2 18 0,0 8-41 16,0 0-21-16,0-10-65 0,0 10-39 0,0-10-55 15,0 10-73-15,0-7-94 0,0 7-128 0,0 0-162 0,0 0-112 16,0-6-8-16</inkml:trace>
  <inkml:trace contextRef="#ctx0" brushRef="#br0" timeOffset="23007.26">4933 6588 1669 0,'1'4'28'0,"1"-2"38"0,-1-2 35 0,-1 0 45 0,2 0 14 0,-2 0 3 0,0 0 8 16,0 0 22-16,0 0 16 0,0 0 16 0,0 0 20 15,0 0-5-15,0 0 19 0,0 0-1 0,0 0-3 16,0 0-12-16,0 0-59 0,0 0-44 0,0-3-51 31,0-2-21-31,0-2 5 0,0-1 7 0,0-3 11 0,0-1-17 16,0-2-10-16,0-3 0 0,0-1-5 0,-3-2 5 16,3-1 6-16,-2-1-20 0,-1-2 5 15,1-1-2-15,1-1-22 0,-1 2 1 0,1-2-10 0,-1 1-1 16,2 0 2-16,0 4 4 0,0 0 4 15,0 4-26-15,0 0 13 0,0 4-5 0,0 2-15 0,0 3 13 0,0 2-21 0,0 2 6 16,0 2-5 0,0 2-6-16,2 0 2 0,-2 0 0 0,1 0-3 0,1 0 5 0,-1 3 5 15,3 2-2-15,-1 1 10 16,3 2 5-16,3 1-7 0,-1 3 3 0,2 1-6 16,4 3 5-16,1 0 1 0,0 2-4 0,1 2 11 15,0-1-11-15,0 1 6 0,1 2 2 0,3-3-10 16,-4 1 0-16,2 0 7 0,-1-1-4 0,2-1 6 15,-3-1-3-15,1-1-26 0,-2-1-42 0,-3-1-45 0,-1-1-59 16,-1-2-41-16,-3-2-27 0,-2 0-6 0,-1-3-17 16,-1-1-32-16,-2-1-66 0,1-1-135 0,-2-1-72 0,0-1-134 15,0-1-107-15,-5 0 130 0</inkml:trace>
  <inkml:trace contextRef="#ctx0" brushRef="#br0" timeOffset="23238.28">4936 6401 2649 0,'-2'0'32'16,"2"0"56"-16,0 0 44 0,0 0 34 0,0 0 25 0,0 0-31 0,2 0-5 16,3 0-4-16,4 0-39 0,-1 0 0 0,3 0-29 15,6 0-30-15,1 0-5 0,4 0-32 0,0-3 3 16,3 1 3-16,2-1-14 0,-3 2 4 15,3 0-15-15,-4 0-3 0,-2-1 1 0,-2 0-25 16,-3 1-77-16,-5 0-96 0,0 0-101 0,-5-1-138 16,-3 2-106-16,-1 0-170 0,0-4-27 0</inkml:trace>
  <inkml:trace contextRef="#ctx0" brushRef="#br0" timeOffset="25400.56">5704 6459 1243 0,'2'1'25'0,"-1"0"18"0,-1-1 27 0,2 1 6 0,-2-1-11 16,0 0-6-16,0 0-19 0,0 0 3 15,0 0 10-15,0 0 4 0,0 0 5 0,0 0 11 0,0 0-14 16,0 0 1-16,0 0 1 0,0 0-8 15,0 0 5-15,0 0-6 0,0 0-4 0,0 0 11 16,0 0 10-16,0 0 17 0,3 0 11 0,3 4 26 16,-1-3-16-16,1 0 16 0,3 2-20 0,1-1-15 0,3 0 1 15,3 0-5-15,0 0 19 0,4 0-24 0,4 1 13 16,-2-2-19-16,7-1 2 0,2 1-9 16,1 0 7-1,4-1-9-15,2 0-18 0,3 0 12 16,4 0-9-16,2 0-18 0,3 1 11 0,1-1 7 0,3 1-19 0,1-1 32 15,2 1-14-15,-1 0-8 0,2-1 2 0,-1 1-12 16,0 0 3-16,-2 1 2 0,0-2 0 0,-2 0 8 16,-3 0 4-16,-1 0-8 0,-4 1 11 0,-4-1-6 15,-4 0-5-15,-5 0 5 0,-2 0-7 0,-6 0 6 16,-2-1-2-16,-5-2 6 0,-4 1-14 0,-2 0-9 16,-2 1 2-16,-2 0-17 0,-1 0 8 15,-4 1-4-15,1 0 5 0,-3 0-3 0,2 0 2 0,-2 0 2 0,0 0-16 16,0 0 10-16,0 0-9 0,0 0-14 0,0 0 18 15,0 0-4-15,0 0-4 0,0 0 9 0,0 0-14 16,0 0-4-16,0 0 10 0,0 0 2 0,0 0-8 16,0 0-13-16,0 0-24 0,0-3-58 0,0 0-46 15,0 3-75 1,0-1-104-16,0-1-100 0,-5 0-132 0,0 0-91 16,-1-2-107-16,-1 2-43 0</inkml:trace>
  <inkml:trace contextRef="#ctx0" brushRef="#br0" timeOffset="32816.56">6564 4433 1190 0,'0'0'7'0,"0"6"32"0,0-6 53 0,0 6 38 0,0-6 24 0,0 8-1 0,0-8-23 16,0 6-16-16,0 2-6 0,0-2-8 0,0 0 40 15,0-1-11-15,0 0-18 0,0 1-20 0,0-1-67 16,0 1 0-16,0-1 7 0,0 0-5 0,0-5 27 15,0 6 11-15,0-2-7 0,0-4 30 0,0 5 8 16,13-5-10-16,-5 0 24 0,0 0-1 0,0 0-18 16,2 0 6-16,0 0-1 15,0 0 0-15,2 0 10 0,-1 0-3 0,-3 0-4 16,-8 0-3-16,14 0 2 0,-2-8-10 0,-12 1-8 16,12 0-15-16,-12 0-14 0,10 0 0 0,-10-2 1 15,0 2 10-15,11-2-18 0,-11-2 10 0,0 2-15 0,0-2-24 16,0 0 12-16,0 1-5 0,0 0 10 0,0 0 18 15,0-1-5-15,0 3-17 0,0-1-6 0,0 4-15 16,0 5 2-16,0-7 6 0,0 7-14 0,0 0-9 16,0 0 1-16,0 0 1 0,0 0-4 0,0 0 2 15,0 0-19-15,0 0 8 0,0 0 6 0,0 0 0 16,0 0 19-16,0 9-7 0,0-1 6 0,0 1-1 16,0 0 6-1,0 2-13-15,0-1-1 0,0 1 8 0,12 0-4 0,-12-2 0 16,11 1 9-16,-11-2 12 0,15 0-25 15,-3 0 9-15,-12-1 3 0,15-7-11 0,0 8 23 16,-2-8-5-16,1 0-6 0,-1 0-9 0,3 0-3 0,-2 0 8 16,3 0 7-16,-2 0 3 0,0 0 8 15,-4 0-17-15,-11 0-7 0,18-9 3 0,-18 1-8 16,14 0 17-16,-14-2-11 0,0-1 20 0,11-1-15 0,-11-1 1 16,0 0-1-16,0-1-13 0,0-1 18 0,0 0-16 15,0-1 6-15,0 2 6 0,0 2-13 0,0-2 16 16,0 2-5-16,0 2-2 0,0 0-3 0,0 2-1 15,0 2-5-15,0 6 7 16,0-5-6-16,-14 5 4 0,14 0-7 0,0 0-10 16,-14 0 10-16,14 0-7 0,0 0 17 0,0 0-7 15,0 0 1-15,0 0-8 0,0 0 2 0,0 7 10 0,0-1-6 16,0 2 16-16,0-2-20 0,0 3 7 16,0-1 2-16,0 2 2 0,16 1 19 15,-4-1-11-15,4-1 3 0,0 1-9 0,1 1-7 0,2-2 3 16,2 0 10-16,-1 1-1 0,2-1-6 0,-4 0 5 15,1-1-7-15,-5-1-10 0,2 1 22 0,-5-1-20 16,-11-2 6-16,0-5 8 0,12 9-11 0,-12-9 18 16,0 6-6-16,0-6 0 0,0 8 13 0,0-8-9 0,0 0 7 15,0 8-1-15,0-8-13 0,0 0 4 16,-18 7-10-16,-1-7 13 0,1 0-10 0,-1 0 10 0,-3 6-19 16,1-6-51-16,-1 0-36 0,-1 0-71 0,0 0-67 15,0 0-58-15,-2 0-81 0,-1 0-68 0,3 0-142 16,0 0-109-16,0-6-125 0</inkml:trace>
  <inkml:trace contextRef="#ctx0" brushRef="#br0" timeOffset="32991.01">6558 4077 3439 0,'0'-7'26'15,"-10"7"0"-15,10-11-4 0,0 5-3 0,0 6-21 0,0 0-14 0,0 0-7 16,0 0-45-16,0 0-58 0,0 0-89 0,0 0-162 16,0 0-137-16,0 0-147 0,10 0 6 0</inkml:trace>
  <inkml:trace contextRef="#ctx0" brushRef="#br0" timeOffset="36342.58">8237 4266 1981 0,'0'-10'60'0,"11"2"91"0,-11-3 33 0,0 1 38 0,0 0-19 31,0 1-52-31,0 0 10 0,0 1-31 0,0 0 8 16,0 1-10-16,0 0-27 0,0 0 31 0,0 1-19 0,0 0-24 16,0 6-6-16,0-7-32 0,-11 7-32 0,11 0-11 15,-11 0-11-15,11 0-4 0,-13 0 2 0,13 0 3 16,-14 0-2-16,3 0-3 0,1 10 0 0,10-1 5 0,-15 2-2 0,2 0-6 16,2 1 12-16,11 0-6 0,-13 1 3 0,13 0 5 31,-12 1-1-31,12-2-6 0,0 0 12 0,0 0 2 0,0 1-6 0,0-1 20 15,0 0-9-15,0-1 6 0,0 0 1 16,19-2 8-16,-4 0-3 0,1-3-3 0,0 0 13 16,3-6-19-16,-2 7 10 0,3-7-4 0,-2 0-3 15,3 0 12-15,-5 0 0 0,4 0 11 0,-5 0-13 16,-1 0-3-16,-1-10 4 0,-1 1-5 0,-12 1 20 0,11-2 2 16,-11 1-1-16,0-2-3 0,11-2-14 15,-11 0-2-15,0 0-7 0,0 0 0 0,0 1 13 0,0-1 8 16,0 1 4-16,0 1 0 0,-14 1-17 15,14 2-20-15,-14 1-11 0,14 7 2 0,-10-7-19 0,10 7 10 16,0 0-2-16,0 0-17 0,0 0 6 0,0 0-2 0,0 0 2 16,0 0 9-16,0 0 5 0,0 12-1 0,0 1 8 15,0-2 1-15,0 1-1 16,0 1 1-16,0 1-3 0,0 0 5 0,16-2 0 0,-3 2-4 0,2-2 1 16,-2-1-3-16,2-1-2 15,0 1 2-15,0-3 12 0,2 0-2 16,-1-2 6-16,1-6-13 0,0 6 8 0,-1-6-5 0,0 0 2 15,-2 0 11-15,2 0-27 0,-2 0 19 16,-1 0 0-16,-13-12 1 0,16-1 11 0,-16 3-20 16,14-4 14-16,-14 0 17 0,0-1 0 15,0-1 5-15,0 0-17 0,14-1-7 0,-14 0 5 0,0-1 9 16,0 0-3-16,0 2-2 0,0 1-6 0,0 2-4 16,0 1-3-16,0 1-10 0,0 4 8 0,0 7-11 0,13-10 3 15,-13 10-12-15,0 0-12 16,0-7 14-16,12 7-3 0,-12 0 13 15,13 0 0-15,-13 0-5 0,0 0 2 0,16 0-1 0,-5 0 3 0,-11 0-7 0,13 0 4 16,-13 0 4-16,16 0 5 0,-16 7 2 0,12-7-4 16,-12 0 5-1,0 0-9-15,0 9 9 0,14-9-11 0,-14 0 3 16,0 0 13-16,0 0 0 0,0 0 25 0,0 0-17 0,0 0 2 16,0 0 16-16,0 0-7 0,0 0 8 0,0 0-7 15,0 0-10-15,0 0-8 0,0 0-1 0,0 0-1 16,0 0-18-16,0 0 2 0,0 0-11 0,0 0 0 15,0 0 16-15,-14 0-8 0,14 0-4 0,-16 0-15 16,16 0 2-16,-12 0 7 0,12 0 7 0,-16 8 19 16,16 3-8-16,-16 0-9 0,16 1 9 0,0 1-10 15,-14 1 2-15,14 0-5 0,0 0 15 16,0 0-10-16,0 1 3 0,0-1 10 16,0-2-12-16,0 2 18 0,0-2-14 0,0 0 4 0,0-1-9 0,0 1-7 15,0-2 15-15,0-1-11 0,22-1 14 0,-1-1 4 16,-1-1 2-16,5-6-4 0,-1 0 6 0,0 8-24 15,3-8 2-15,-2 0 19 0,-3 0-24 0,-1 0 29 0,-1 0-5 16,-1-12 1 0,-3 1-1-16,0-1 1 0,-5-1-10 15,0-2 4-15,-11-1 3 0,17-1-8 0,-17-3 8 16,13 1-19-16,-13-2 21 0,14 1-5 0,-14 1 2 0,0 0 7 0,10 2-7 0,-10 1-8 0,0 3 2 31,0 2-6-31,12 2-9 0,-12 9 10 0,0-9-2 16,0 9 0-16,0 0-6 0,0 0 10 0,13 0-14 15,-13 0 14-15,11 0 5 0,0 0-11 0,-11 0 11 0,16 0-1 16,0 0-8-16,-2 0 11 0,0 0-4 0,-1 7-7 16,3-7 12-16,-4 9-10 0,0-9 8 0,0 9 2 15,-12-9-12-15,13 0 11 0,-13 0-1 0,0 8 3 16,12-8 7-16,-12 0-1 0,0 0 7 0,0 0 1 16,0 0 16-16,0 0-15 0,0 0-7 0,0 0 1 15,0 0-9-15,0 0 15 0,0 0 0 0,0 0-3 16,0-9 0-16,0 9-14 0,0-9 1 0,0 9 5 15,0 0-8-15,0-9 2 0,-15 9-2 0,15 0-21 16,-13-8 8-16,13 8-6 16,-14 0-7-16,14 0 24 0,-15 0-9 0,0 0 4 0,15 0-7 0,-15 0 2 0,3 13 0 15,-1-1 4-15,13 0 1 0,-13 0-8 0,-1 2 7 0,14-1 11 16,-11 0 14 0,11 1-7-16,0 0 4 0,0-1-34 0,0 0-3 15,0 0 27-15,0 1-27 0,0 1 27 0,0-2-8 0,0-1-21 0,16 2 22 0,1-2 4 31,1 0 0-31,1-1 6 0,4-2-1 0,1 0-11 16,3 0 9-16,3-1-7 0,0-8-2 0,2 8 9 16,-2-8-8-16,2 0 11 0,-2 0 2 0,-2 0-7 0,-3 0 6 15,1 0-11-15,-3 0 8 0,-4 0 5 0,2-11 1 16,-4-1-2-16,1 3-5 0,-4-2-6 0,-2-2 2 16,-12 1-3-16,13-1-1 0,-13-1 10 0,0-1-6 15,0 0 13-15,0 1-12 0,0 0-9 0,0 0 7 16,0 2 1-16,0-1-1 0,0 3-3 0,0 1-13 15,0 2-3-15,0 7 5 0,-13-8-2 0,13 8 3 16,-17 0-9-16,17 0 4 0,-16 0 23 0,16 0 2 0,-17 0 3 0,17 13-3 31,-16-1-15-31,16 1-4 0,-16 0 4 16,16 1 5-16,0-2-1 0,0 2 13 0,0-2-13 0,0 0 0 0,0 1-1 0,0-1-11 0,0 0 13 31,0-1 3-31,19 0 18 0,-3-2-13 0,3-2-3 16,1 1-6-16,1-8-15 0,3 0 28 0,0 0-14 0,2 0 14 0,0 0-10 15,-2 0 2-15,1 0 12 0,-2 0-12 0,-1-9 16 16,-1 0-23-16,-2-1-7 0,0 0 10 0,-3-1-16 16,0-2 13-16,-4 0 8 0,-12-1-3 15,13-1 12-15,-13-2-2 0,0 1 5 0,0-2 7 16,0 0 1-16,0 0 9 0,0-1 2 0,0 2-3 16,0 1 17-16,0 1-12 0,0 2 0 0,0 5-10 15,0 8-18-15,0-9 3 0,0 9-24 0,0 0 0 16,0 0-10-16,0 0-14 0,0 0 16 0,0 0-6 0,0 0 17 0,0 12 7 15,0 2-5-15,0 3 14 16,0 3-18-16,0 3 7 0,0 3 5 16,0 0-7-16,0 2 23 0,17 1-11 0,-4 2 0 0,0-1 8 0,0 0-24 15,-1 0 19-15,-1 0-8 0,-11 0-5 0,17-1 15 16,-5-1-14 0,-12-1 16-16,14-2-11 0,-14-1 6 0,14-2 2 15,-14-2-8-15,14-1 8 0,-14-4-12 0,0-4 7 16,13-2 3-16,-13-9 7 0,0 0 5 0,0 0 4 15,0 0 9-15,0 0-11 0,0 0-5 0,0 0-7 16,0 0-22-16,0-11 10 0,0-1 0 0,0-3-1 16,0-1 13-16,0-3-11 0,0-1 0 0,0-3-5 0,0 0-5 15,0-1 16-15,0-1 0 0,0-1-4 0,0-1 13 0,0 0-22 16,0 1 9-16,0-1 5 0,0-1-16 16,0 0 14-16,0 2-1 0,13 1-1 0,-13 3 1 15,18 0 1-15,-3 4-4 0,-1 3-3 0,-14 2-1 16,18 3-7-16,-5 2-2 0,-1 8-1 0,-12-7 0 15,18 7 4-15,-5 0-4 0,-13 0-18 0,17 0 17 16,-17 0-11-16,15 0-1 0,-15 0 22 16,14 11-16-16,-14-1 11 0,0-2 2 15,0 0 6-15,0 1 2 0,0 0-2 0,0 1 2 0,0 0-11 0,0-1 6 0,0 0 5 32,0 0-2-32,0-1 4 0,-16 1 3 0,0-9 3 0,-1 8 0 15,0-1 0-15,-1-7-8 0,1 0-7 16,-1 8 1-16,3-8 7 0,2 0 3 0,13 0-8 15,-14 0 12-15,14 0-12 0,0 0-5 0,0 0 13 0,0 0-11 0,0 0 4 0,0 0 2 16,0 0-14-16,0 0 7 0,0 0 6 0,0 0 5 16,0 0 1-16,20 9-1 0,-1-9 5 0,2 0-12 15,3 0 11-15,1 6-6 0,0-6-8 0,0 0 11 16,-1 0-7-16,0 0 9 16,-2 0-3-16,0 0 0 0,-1 0 8 0,-2 0-2 15,0-9 11-15,-2 0-11 0,2-3 7 0,-5-1-6 16,0-1-10-16,-1-2 9 0,-13-3-6 0,15-3 4 15,-15-2 5-15,0-1 0 0,12-2-12 0,-12-3 3 0,0-1-13 16,0-3 4-16,0 1 5 0,0-1-4 0,-16 2 13 16,2-1-2-16,-2 3-3 0,4 4 16 0,-1 3 3 15,13 3 19-15,-17 2-2 0,4 6-20 0,13 2-3 16,0 3-25-16,-16 7 0 0,16-5-11 0,0 5-14 16,0 0 0-16,0 0-1 0,0 0 12 0,0 0 12 15,0 0 5-15,0 8 2 0,0 3 5 16,0 1 5-16,0 3 2 15,0 2-5-15,0 6 13 0,0 2-8 0,0 2 9 16,0 1 4-16,0 1-15 0,0 0-11 0,19 1-15 16,-5 1 23-16,2-2-13 0,-2 0 15 0,5 0 2 15,0-1-15-15,3-1 25 0,0-2-16 0,-1-2 10 0,3-4-4 16,1-2-8-16,0-3 20 0,-1-2-1 0,0-4-4 16,1-2-2-16,-3-6-3 0,3 0 2 15,-2 0-2-15,-1 0 7 0,0 0 1 0,-2-7-10 0,-2-4 7 16,-1 0-7-16,-1-1-6 0,0-2 9 0,-5-1-8 15,-11 0 7-15,14-2 1 0,-14 0-10 0,0-3 5 16,0 1-10-16,0 0 5 0,0 0 0 0,0 1-5 16,0 1 6-16,0 4-8 0,0 0-3 0,0 4 10 0,0 1-12 15,-16 8-3 1,16 0-7-16,-11 0-18 0,11-9 15 16,-14 9 8-16,14 0 11 0,-13 0-5 0,13 0-2 15,-17 0-15-15,4 14-1 0,13 0 22 0,-17-2-19 16,17 3 15-16,-13-1 10 0,13 3-6 0,0-2 4 0,-14 2-14 15,14-2-4-15,0 0-13 0,0-1 13 0,0 0 0 16,0-1 9-16,0-2 3 0,0-1 6 0,16 0 0 16,-2-1-5-16,0-1 7 0,-1-8 0 0,4 7 15 15,-1-7-11-15,3 0 2 0,0 0-5 0,0 0-9 16,3 0 26-16,-1-12-9 0,-2 0 7 0,0 0-4 16,-3 0-25-16,1-1 28 0,-3-1-12 0,2-1 7 0,-3-1-3 15,-13 0-3-15,19-2 8 16,-6 1 4-16,-13 2 5 0,17 0-9 15,-17 1-14-15,13 3-9 0,-13-1 7 0,15 4 8 0,-15 8 6 16,13-9 1-16,-13 9-7 0,15-8-17 16,-15 8 8-16,17 0-1 0,-5 0 4 0,-12 0 8 0,19 0-6 0,-5 0 1 15,-14 0-9-15,18 0 7 16,-4 0 5-16,-14 8-8 0,14-8 14 0,-14 0-20 16,14 0 16-16,-14 0 1 0,0 0-12 0,0 8 16 0,0-8-10 15,0 0 10-15,0 0 5 0,0 0 13 16,0 0 1-16,0 0-20 0,0 0 3 0,0 0-17 15,0 0-7-15,0 0 17 0,0 0-2 0,0 0-8 16,0 0 0-16,0 0 2 0,0 0-6 0,0 0 5 16,0-8-5-16,-15 8 19 0,15 0 3 0,-18 0 2 15,1 0-8-15,4 0-20 0,-1 0-2 0,0 0 0 16,0 0 1-16,14 0 1 0,-18 14 10 0,4-2 2 16,14 2-6-16,-15 0 4 0,15 1-6 0,0 0 2 0,0 2 17 15,0-1-22-15,0 0 13 0,0-1-10 0,0-1-1 16,0 0 16-16,0 0-13 0,0-3 11 0,15 1 2 15,4-2 6-15,-2 0-3 0,1-3-17 0,2-7 13 16,-1 8-12-16,3-8 15 16,0 0 8-16,-1 0-12 0,1 0 17 15,0 0-20-15,-1-13 9 0,1 1 5 0,-3-2-13 16,-1-1 11-16,-3-2-8 0,-2-2 9 0,-13-2-6 16,15-3-2-16,-15 0 2 0,0-3-19 0,0-2 10 0,0-2-7 15,0-1 9-15,0-2 1 0,0 2-16 0,0 0 21 0,0 0-3 16,0 3 24-16,-17 4 39 0,4 1-9 0,13 4-7 15,-13 4-23-15,13 3-44 16,-13 4-4-16,13 2-8 0,0 7-5 0,0 0 8 0,0 0-1 16,0 0 8-16,0 0 10 0,0 11 17 15,0 1-5-15,-13 5 6 0,13 1-1 0,0 5-6 16,0 2 13-16,0 4-1 0,0 1-1 0,0 1 0 16,0 1-16-16,0 1-3 0,0-1-10 0,0-2-31 15,17 2-2-15,1-3-46 0,-4-2-27 0,3-1-46 0,-2-2-64 16,2-2-49-16,-3-4-65 0,3-1-34 0,1-5-44 15,-2-1-48-15,-2-2-41 16,0-9-71-16,-3 0-124 0,1 0 131 0</inkml:trace>
  <inkml:trace contextRef="#ctx0" brushRef="#br0" timeOffset="36596.18">10371 3892 2564 0,'-14'7'24'15,"14"-1"37"-15,0-6 56 0,0 0 54 0,0 0 25 0,0 0 7 0,0 4-16 16,0-4-36-16,0 0-25 0,22 0-25 0,-1 0-29 16,0 0-9-16,2 0-27 0,4 0-20 0,3 0-9 15,0 0-4-15,0 0-5 16,0-6-2-16,0-1-36 0,-1 0-110 0,-1 0-119 0,-3 0-188 15,-1 0-158-15,-2-1-114 0,-3-1-24 16</inkml:trace>
  <inkml:trace contextRef="#ctx0" brushRef="#br0" timeOffset="37775.21">13067 4015 2818 0,'0'0'84'0,"0"0"39"16,0 0 19-16,0 0 47 0,0 0-53 0,-3 0-6 0,0-3-1 16,0 3-41-16,-2 0-29 0,2 0-33 0,-5 0-2 15,3 0-8-15,-3 0 8 0,0 0-10 16,0 0-8-16,-1 0 3 0,-2 0-22 0,1 0 20 15,-2 5-6-15,2-1-11 0,1 2 15 0,0 3-9 16,2-1-3-16,2 3 11 0,0 0-2 0,2 1 1 16,0 1-3-16,3 0 2 0,0 1 5 0,0-1-4 15,3 2 12-15,5-1-2 0,-1-1 12 16,2 1 15-16,2-3-16 0,5 0 24 16,1 0-5-16,1-4 6 0,1 0 15 0,3-2-4 0,-3-1-4 0,3-2-4 15,-2-2 22-15,-2 0-5 16,3 0-2-16,-7-5-4 0,2-1-8 0,-2-2-12 15,-2-1-8-15,-2-2 10 0,0-2-19 0,-3-1 3 16,-2-2-9-16,0-2-8 0,-4-2-2 0,-1 0-6 0,0-1 12 16,-6 3-27-16,0-1 4 0,-4 2-1 0,-2 0 2 15,-2 4 3-15,-1 2 1 0,-2 2 1 0,-1 1-1 16,-2 4 6-16,1 2-6 0,-2 2 0 0,1 0-12 16,2 5 3-16,-1 1 3 0,3 0-17 15,1 1 17-15,2 0-15 0,1 1 8 0,4 2 8 0,-1-1-4 16,2 2 19-16,5 0-13 0,2 1 17 0,0-2-7 15,5 3-11-15,1-1 11 16,2 0-1-16,2-1 1 0,2-2 15 0,1 2-6 0,3-2-10 16,0-2 9-16,4-2-9 0,-1 0 2 0,3-2 8 0,2-3-12 15,-2 0 6-15,0-3 3 0,0-3 4 0,0-2 9 16,-2-1-8-16,-2-2 4 0,1-3 6 0,-3 1 17 16,-2-3 15-16,-3 1-2 15,-1-3-8-15,-2-1-25 0,-4-2-7 0,0 1-8 16,-4 0-4-16,0-3 3 0,-4 2 13 0,-3-2-14 0,1 3 12 15,-4 1-15-15,-3 3-15 0,1 1 17 16,-1 3-23-16,-3 3 17 0,0 2-11 0,1 2 1 16,0 2 6-16,1 3-7 0,-2 0 1 0,2 0-1 15,5 5 0-15,-4 1 5 0,2 2-4 0,3 1 1 0,0 1 1 16,3 1-5-16,1 1 14 16,4 2 1-16,0-1-2 0,0-1 8 0,7 3 1 0,3-1-16 0,1 0 23 15,3-1-12-15,2 0-2 16,5-3 18-16,1 0-27 0,2-3 20 0,1-1-7 0,2-1-14 15,1-2 25-15,1-3-13 0,-3 0 10 0,-1 0 24 16,-2-4-1-16,-1-1 20 0,-3-2 19 0,-3 0 13 16,-1-1-15-16,-5 1 6 0,0-2-26 0,-3 1-9 15,0 0-4-15,-1 2-25 0,-3 0 9 0,-1 3-21 16,1 0 0-16,-3 0-5 16,0 3-10-16,0-2-1 0,2 2-8 0,-2 0 13 0,0 0-21 0,0 0 9 15,1 5 11-15,-1-1-15 16,2 1 37-16,1 4-11 0,0-1 1 0,0 2 9 15,4 4-18-15,-3 0 11 0,3 3-11 0,0 0 12 0,1 1-8 16,2 0-3-16,2 0 12 0,-2 0-10 0,0-2 6 16,4 1 1-16,-5-1-6 0,3-1-6 0,1-3-62 15,-1 1-65-15,0-4-73 0,-1 0-73 0,-1-2-12 16,-2-2-47-16,3-2-15 0,-11-3-117 16,0 0-176-16,0 0-161 0,16 0-100 0</inkml:trace>
  <inkml:trace contextRef="#ctx0" brushRef="#br0" timeOffset="38864.71">14228 4024 2591 0,'10'0'5'0,"-10"6"15"0,0-6 14 16,12 8 7-16,-12-2-2 0,11 3-14 0,-11 0-3 15,11-1 6-15,-11 3 1 0,13-1 13 0,-13 1-4 16,11 0-5-16,-11 1 11 0,0-2-16 0,8-2 12 16,-8 2 16-16,0-1 3 0,0-4 11 0,0-1 25 15,0 1 33-15,0-5 52 0,0 0 57 0,0 0 25 16,0 0-5-16,0 0-20 16,0 0-29-16,0 0-71 0,0 0-38 0,0 0-48 0,0-10-23 15,0 0 13-15,0-1 0 0,0-3 14 0,0 0-6 16,0-4 4-16,0 1-6 0,0-2 0 0,0-1 3 15,0-2-33-15,0 2 6 0,0-1-14 0,0 0-4 0,0 1 20 16,0 1-11-16,0 1 1 16,0 1-17-16,0 2 9 0,0 2-7 0,0 2-4 15,0 2 6-15,0 2-10 0,0 7 0 0,14 0-3 16,-14 0 0-16,14 0-3 0,-14 0 7 16,16 0 3-16,-3 0-5 0,2 0 6 0,-2 11 1 15,4 1 2-15,0 2 5 0,1 1-3 0,1 2 6 16,0 1-2-16,0 2 2 0,0 2-10 0,0-1-2 15,0 0 2-15,-3-1-3 0,0 0 14 0,0 1-11 16,-1-3-3-16,-15-2 8 0,18-1-8 0,-4-2 13 0,-14-3-7 16,14-2-3-16,-14-8 8 0,0 8 5 0,14-8 2 15,-14 0 7-15,0 0 5 0,0 0-20 0,0 0 12 16,13 0-4-16,-13 0-16 0,13-13 17 0,-13 1-7 16,12-1 3-16,-12-3 6 0,15 1-21 0,-1-2 11 15,-14 0-14-15,14-1 6 0,2-1 4 0,-5 1-8 0,-11 0 23 16,17 1-4-16,-4 0 14 0,-2 2 1 15,-11 1-16-15,17 2-4 0,-4 2-11 0,-13 2 0 0,16 2-6 16,-3 6 5-16,-13 0 0 0,15 0-14 0,-2 0 19 16,-13 0-18-1,19 0 17-15,-5 0 6 0,0 10-13 0,-1 0 14 0,1 1-3 0,-1 1-4 0,-2 2 5 16,3 0 1-16,-2 2-7 0,-12-3 0 0,13 3-11 16,-13-1 6-16,0-1-5 0,13 1 11 0,-13-1 2 15,0-1-4 1,0-2 6-16,0 1-3 0,0-1 8 0,0 0-10 0,-16-2 7 0,-1-2-8 15,-2-7-3-15,2 0 11 16,-5 0 0-16,-2 0 3 0,1 0 4 0,-2 0-10 16,0 0 2-16,3 0-2 0,0-15-3 0,1 1 13 15,2 0-11-15,3 1 19 0,-1 1-5 0,17-2-19 16,-16 2 10-16,16-2-22 0,0 3 14 0,0-2-2 16,0 0-4-16,0 1 15 0,0-2-23 0,0 2 13 0,0 0-4 15,18 1-4-15,2 1 6 0,1 2 9 0,1 1-1 16,5 2-6-16,-2-2 5 0,4 1-10 0,-1 6 10 15,0-9-1-15,-1 1 7 0,2 0-4 0,-4 0-3 16,1 0 10-16,-3-1 3 0,-1 1-8 0,-4-3 8 16,1-1-16-16,-5 1 0 0,-2-3 9 0,-12-1-6 15,16 0 8-15,-16-2-8 0,11-1 3 0,-11-2 6 16,0-1-10-16,0-1 5 16,0 0 5-16,0 1-18 0,0-2 16 15,0 2-18-15,0 2 3 0,0 1 11 0,-15 2-14 16,15 3 29-16,-15 0-28 0,15 5 2 0,0 0 4 15,-12 8-18-15,12-5 20 0,0 5-20 0,0 0-14 0,0 0 3 16,0 0 2-16,0 0 16 0,0 8 4 16,0 2 3-16,0 3 7 0,0 3-9 0,0 3 20 0,0 3-8 0,0 1-11 0,0 4 10 15,0 2-6-15,0-1 9 16,0 1 4-16,0 1-2 0,0-1 0 0,0-1-2 16,0 1 16-16,17 1-11 0,-1-2 7 0,1 0 2 15,4-1-22-15,-2-1 15 0,5-4-21 0,-3-1-1 16,0-3 6-16,3-2-17 0,-2-2-34 0,0-4-37 15,-3-2-75-15,0-8-67 0,-3 0-20 0,0 0-47 0,-3 0-41 0,0 0-50 32,-13 0-66-32,12-8-89 0,-12-2-18 0,0-3-17 15,0 0-9-15,0-4 55 0</inkml:trace>
  <inkml:trace contextRef="#ctx0" brushRef="#br0" timeOffset="39049.07">14999 3680 2746 0,'-11'-2'18'0,"11"-1"45"0,0 1 16 16,0 0 12-16,0 0 11 0,0 2-30 0,0 0-11 16,20 0-8-16,1-1-20 0,3 1-17 0,1 0-6 15,4 0 3-15,0 0-4 0,2 0-5 0,4 0 5 16,-4 0-10-16,2 0 0 0,-3 0-80 0,-1 0-105 16,-1 0-208-16,-4 0-204 0,-2 0-163 0</inkml:trace>
  <inkml:trace contextRef="#ctx0" brushRef="#br0" timeOffset="39394.83">15886 3589 3909 0,'0'0'67'0,"0"0"59"0,0 0 40 0,0 0 26 16,0 0-40-16,0 0-35 0,15 0-34 0,-15-4-18 15,19 4-23-15,-7-5-12 0,2 5-5 0,1 0 11 16,-1 0 4-16,-1 0-13 0,2 0-3 0,-2 0-16 16,4 0-11-16,-4 7 4 0,0-3-1 0,1 2 11 15,-3-1-10-15,-11 1 7 0,14 0-14 0,-14 2-14 16,16 0 19-16,-16 1-1 0,14 1 14 0,-14 1 5 16,0 1-11-16,0 0 3 0,13 2-14 0,-13 0 1 15,0 0 6 1,0 1-9-16,0 0 21 0,0 0-2 0,0 1-3 0,0-2-3 0,-14 1-5 0,14-1-2 15,-16-1 6-15,16 1 16 0,-14 0-14 16,14 0 14-16,-18 0-18 0,18-2-13 0,-13 2 15 16,13-2-30-16,0 1-46 0,-17 0-98 0,17-1-137 15,0-1-147-15,0 1-115 0,-11-1-146 0,11 1-117 16,0 0-2 0</inkml:trace>
  <inkml:trace contextRef="#ctx0" brushRef="#br0" timeOffset="39571.44">16079 4284 4695 0,'0'0'68'0,"0"0"66"0,0 0 46 0,0 0 38 0,0 0-60 0,0 0-42 16,0 0-30-16,0 0-43 0,0 0-7 0,0 0-24 16,0 0-4-16,0 0-9 0,0 0-1 0,0 0 10 15,0 0-34-15,0 0-80 0,0 0-133 0,0 0-250 16,0 0-267-16,0 0-361 0,0 0-78 0</inkml:trace>
  <inkml:trace contextRef="#ctx0" brushRef="#br0" timeOffset="42027.07">6338 6006 2638 0,'0'0'34'0,"0"0"57"0,0 0 41 0,0 0 44 0,0 0 14 16,0 0 1-16,0 0-16 0,0 0-3 0,0 0-18 16,0-6-43-16,0 6-13 0,0 0-31 15,0 0-15-15,0 0-6 0,0-4 3 0,0 4 5 16,0 0-16-16,0 0-1 0,0 0-19 0,0 0-12 0,0 0 2 15,0 0-11-15,0 0 11 0,-14 0-12 16,14 0 0 0,0 0 8-16,-14 0-15 0,14 0 14 0,-13 7-7 15,13 1 1-15,-13-2 8 0,13 3-10 0,0-1 5 16,-12 1 2-16,12 1 2 0,0 0 3 0,0 1 2 16,0-1-7-16,0-1 9 0,0 2 14 0,0 0-7 0,0-1 10 15,0 0-9-15,0 0 1 0,0 0 24 0,0 1 1 16,11-3 22-16,-11 0-12 0,17 0-6 15,-1 1 2-15,-2-9-9 0,-1 8 7 0,1-8-12 16,2 0 7-16,-2 9 1 0,2-9 0 0,-3 0 20 16,4 0 13-16,-4 0-17 0,2 0-4 0,-2 0 6 0,0-9-51 0,-2-1 12 15,0 1 10-15,-11-1-29 16,16-1 30-16,-16-1-12 0,14 0-9 0,-14-1 9 0,12-1-24 0,-12-1 21 16,0 1-5-16,0-1 0 0,0 0 16 15,0 1-24-15,0-1 2 0,0 1-12 0,0 0-1 0,0 0 4 16,0 2-6-16,-15 0 8 0,2 0-2 0,-2 1 5 31,-2 2-7-31,2 0-6 0,-3 1 4 0,3 8-16 0,-2-6 10 16,0 6-10-16,3 0-31 0,0 0-32 0,1 0-54 15,13 0-41-15,-15 0-52 0,15 9-48 0,-15 2-77 16,15-1-89-16,-11 1-71 0,11 4-147 0,0-1-91 16,0 0-50-16</inkml:trace>
  <inkml:trace contextRef="#ctx0" brushRef="#br0" timeOffset="42686.87">7764 6227 2734 0,'0'-5'50'0,"0"-1"39"0,-13 3 63 0,13 3 40 0,0 0-2 16,0 0 8-16,0 0-32 0,0 0-19 0,0 0-27 16,0 0-49-16,0 0-25 0,0 0-27 0,0 0-18 15,0 0 10-15,0 0-2 0,0 0 21 0,0 0 6 16,0 0 8-16,0 8 21 0,0-1-1 0,0 4 4 0,0 0 8 15,0 0-10 1,0 3-4-16,0 2 8 0,0 1-26 0,0 0-4 0,0 1-1 16,0-1-21-16,0 0 2 0,0-1-15 15,13 1-6-15,-13-2 2 0,0-1-1 0,0 1 8 0,16-1-3 16,-16 2 9-16,0-4-8 0,0 1-3 0,14-3 5 16,-14 2-15-16,0-4 14 0,0-8-11 15,0 11-60-15,0-11-85 0,0 9-95 0,0-9-90 16,0 0-43-16,0 0-33 0,0 0-124 0,0 0-75 15,0 0-119-15,0 0 41 0</inkml:trace>
  <inkml:trace contextRef="#ctx0" brushRef="#br0" timeOffset="43231.55">7668 6254 3215 0,'0'-7'57'0,"0"1"54"0,0-1 38 0,0 7 37 16,0-6-22-16,0 6-31 0,0 0-15 0,0-6 0 0,0 6-21 15,0 0-1-15,14 0 3 0,2-8-3 0,-2 8 3 16,2 0-7-16,-2 0-1 16,5 0-17-16,-2 0-13 0,-1 0-15 0,3 0-7 15,-4 0-9-15,3 0-17 0,-3 0 3 16,2 10-15-16,-4-10-12 0,2 10 14 0,-15-10-4 0,15 11 11 16,-15-2-16-16,14-9 18 0,-14 11-7 0,0-1-7 15,0 1 21-15,0-1-26 0,0 0 10 0,0 1-1 16,0 1-8-16,0 1 11 0,-14-1 2 15,14-3-10-15,-21-9 11 0,7 12-1 16,14-12-1-16,-16 11-4 0,16-11 5 0,-16 0-8 0,16 0-1 16,0 0 2-16,0 0 4 0,0 0-9 0,0 0 17 15,0 0 3-15,0 0-17 0,0 0 20 0,0 0-18 16,0 0 9-16,0 0 11 0,0 0-13 16,0 0 13-16,0 0-12 0,0 0 4 0,13 12-6 15,1-12-6-15,1 9 18 0,2-9-14 0,3 12 14 16,-2-12-6-16,1 13-13 0,-2-2 13 0,1 0-3 15,-2 1 4-15,-2-1 4 0,-3 0-18 0,-11 0-16 0,17 1 14 16,-17-1-6-16,11 1 14 0,-11 0 20 0,0-1-20 16,0-1 16-16,0 0-12 0,0 1 7 0,0-3 16 15,-16-8-12-15,1 10-1 0,0-1 11 0,-5-9-5 16,1 7 19-16,-2-7 7 0,-1 0-10 0,0 0 7 16,3 0-10-16,-3 0-1 0,0 0-4 0,6 0-11 0,-1 0-7 31,2 0 7-31,15-8-9 0,-17-2-1 0,2 10-14 15,15-11 0-15,-12 4 6 0,12 7-61 0,0-9-49 16,-13 9-114-16,13-10-88 0,0 10-45 0,0 0-92 16,0-7-43-16,-14 7-72 0,14 0-128 0,0 0-45 15,0-7-69-15</inkml:trace>
  <inkml:trace contextRef="#ctx0" brushRef="#br0" timeOffset="44493.59">7293 6528 1648 0,'0'0'46'15,"0"0"37"-15,0 0 32 0,0 0 32 0,0 0 36 0,0 0 3 16,0 0-13-16,0 0 5 0,0 0-52 0,0 0-20 16,0 0 27-16,0 0-6 0,0 0 16 0,0 0 6 15,0 0 6-15,0 0 10 0,0 0-19 0,0 0 9 16,0 0-10-16,0 0-21 0,0-11 9 0,0 11-9 15,0-10-24-15,0 0 8 0,0 10-11 0,0-11-14 16,0 0 0-16,0 2-14 0,0-3-6 0,0 2-7 16,0-2-9-16,0 0-4 0,0-2-5 0,0-1 3 15,0-2-11 1,0-2-14-16,11-2-5 0,-11 1 15 0,17-2-12 0,-4 1 15 16,3 1-6-16,-5 0-10 0,2 2 25 0,1 1 3 0,-1 2 2 0,2-2-2 15,1 2 1 1,2 1 0-16,-1 1-5 0,2 0 6 15,1 1 0-15,1 1-2 0,3 0 6 0,1 0-16 0,-1 0 5 0,3 0-13 0,1 1-4 16,-1-1 0-16,0 3-13 16,-2-2 16-16,2 3-16 0,-2-1 7 15,2 3 0-15,0-1-13 0,-3 6 17 0,3-6-6 0,1 6 3 16,1 0 1-16,-2 0-4 0,1 0-10 0,-3 0 10 16,-1 0 0-16,-2 0 0 0,0 0 2 15,0 0-14-15,-4 10 2 0,2-3-2 0,-2 2 6 0,-1-1 0 16,2 0 4-16,-3 0-7 15,1 2 0-15,-1-1 8 0,1 1-12 0,-2 0 18 0,2 1-10 0,-1 0-5 16,0 0 6-16,0 3-13 0,-1 0 15 0,0 0-8 16,0 1 10-16,-2 2 1 0,1-2-11 0,-3 2 12 0,1 1-18 15,0 1 8-15,-12-1 9 0,16 0-12 0,-4 1 10 16,-12 2-8 0,15-1 2-16,-15 0 4 0,14-1-6 15,-14 1 8-15,14-1-15 0,-14 3 3 0,10-2 3 0,-10 0-13 0,0 0 13 0,0 1-1 0,0 0-8 16,0 1 17-16,0-3-14 0,0 0 15 0,0 0-3 15,0-3-7 1,0 1 11-16,0 0-19 0,0-2 21 0,0-1-7 16,0 0 0-16,0-1 12 0,0-1-17 15,-14-1 18-15,2 0-2 0,12 1 0 0,-14 0 19 0,1 0-14 16,13-1 14-16,-17 0 0 0,4 1-26 16,-2 0 26-16,4-1-17 0,-2 0 12 0,-1 0 7 0,-1 0-27 15,-2 0 13-15,3 2-10 0,-5-2 13 0,2 1 8 0,-1 0-8 16,-1 0 8-16,2-1-6 0,-2 0 18 0,2-1-5 15,-1 1-4-15,-1-1 8 0,3-2-19 16,-1 1 9-16,-1-2-1 0,3-7-23 0,-1 9 12 0,0-9-9 16,2 6-3-16,-2-6 12 0,3 0-17 0,-4 0 5 15,4 0-2-15,-4 0 3 0,1 0-1 0,-1 0 2 16,-2 0-9-16,3 0 4 0,-3 0 8 0,1 0-20 0,-2 0 14 31,4-7-11-31,-3-1-10 0,0 8 28 0,0-8-20 16,0-1 5-16,-1 3 5 0,2-2-17 0,-2 2 24 15,1-2-7-15,0 1-15 0,0 0 20 0,3 0-25 16,-1-1 20-16,2 1 14 0,0-1-27 0,0 1 22 16,3-2-22-16,-1 0-3 0,0 0 17 0,1-1-9 15,2 0 11-15,-2-2-1 0,12 2-7 0,-13-1 4 0,3 0-19 16,-2 0 11-16,12-1 4 0,-11 0-15 0,1 0 22 16,10 0-19-16,-14-1-3 0,3 1 21 15,3 1-14-15,-3-1 6 0,11 0 7 0,-13 1-13 0,1-1 11 16,12 0-3-16,-13 1-4 0,2-1 2 0,11-2-5 15,-11 2 12-15,11 1 1 0,-11-1-1 0,11 0-5 16,-10-1-7-16,10 2-5 0,0 0 7 0,-12 1 1 16,12 2-1-16,0 1 7 0,0-1-12 0,-8 8 6 15,8-6 6-15,0 6-8 0,0-8 10 0,0 8-5 16,0 0 2-16,0 0-3 0,0-7-12 0,0 7 17 0,0 0-7 16,0 0 5-16,0 0-4 0,0 0-33 0,0-7-10 15,0 7-20-15,0 0-14 0,0 0-46 0,0 0-27 16,0 0-17-16,0 0-37 0,0 0 12 0,0 0-58 15,0 0-37-15,0 0-9 0,0 0-45 16,0 0-10-16,0 0-82 0,0 0-122 0,0-10-134 0,0 10-120 31,0-11-127-31,0 2 151 0</inkml:trace>
  <inkml:trace contextRef="#ctx0" brushRef="#br0" timeOffset="46196.71">8551 6497 1352 0,'-1'0'51'0,"-1"0"31"0,2 0 39 0,-1-2 44 0,1 2-36 15,0-2-14-15,0 0-16 0,0 2-31 0,0-1 5 16,0 0 6-16,0 1 2 0,3-1-2 0,2 1 12 16,0 0 31-16,1 0-13 0,4 0 20 0,0 0-13 15,2 0-28-15,3 0 37 0,-2 0-12 0,6 0 5 16,-1 0-4-16,3 0-16 0,3 0-11 0,1 0-8 31,3 0 0-31,3 0-18 0,2 3-2 0,2-1 16 0,1 0-8 16,2-1-1-16,4 0 14 0,0-1-32 0,-1 2 9 15,3-1-6-15,-1 1 10 0,0-2-2 0,4 1-1 16,-4-1-4-16,3 1-19 0,-5-1 14 0,-1 0-8 16,-1 0 6-16,-4 0-11 0,-2 0-9 0,-3 0-6 15,-3-2 3-15,-5-1-1 0,0 1-6 0,-3 0-7 16,-3 2-2-16,-4-2-7 0,-2 1 3 0,-2 1 13 15,0-1-25-15,-4 1 18 0,-2-1-7 0,1 1-11 0,-3 0 7 16,2 0 2-16,-2 0-7 0,0 0 13 0,0 0-10 0,0 0-6 16,0 0 18-16,0 0-14 0,0 0 22 0,0 0-22 15,0 0 5-15,0 0 2 0,0 0-12 0,0 0 14 16,0 0-34-16,0 0-40 0,0 0-37 0,-2 0-42 16,2 0-54-16,-3-2-25 0,-2 2-63 15,1-1-78-15,-2-1-52 0,-2 2-44 0,-1-1-28 16,-3-1-18-1,1-1-11-15,-2 1 3 0</inkml:trace>
  <inkml:trace contextRef="#ctx0" brushRef="#br0" timeOffset="46660.51">9135 6346 1955 0,'0'0'17'0,"0"0"33"0,0 0 33 0,3 0 31 0,0 0 5 0,1 0-18 15,0 0-4-15,-2 0-2 16,3 0 24-16,2 3 1 0,-2 0-3 0,0 1-4 16,3 0-37-16,-2-1 26 0,5 1-4 0,-3 2-11 15,4-1 26-15,0 3-14 0,2-2-2 0,2 0-1 0,0 0-19 0,4 0-16 0,2 0-14 16,-1-1-2-16,3 2-8 0,1-1-11 0,-1 1 3 15,0 1-17 1,-1 0 0-16,1 1 7 0,-2-2-11 0,-3-1 14 16,0 2-9-16,-3-2 2 0,-2-2 3 0,-3 2-9 0,0-2 2 0,-3-2-14 0,-3 0 3 15,-4 0 15 1,1 0-2-16,-2-1 5 0,0 0 16 0,0 1-5 16,-5 0 7-16,0 1 4 0,-1 1 7 0,-3 1 5 15,-1 1-11-15,1 0-7 0,-5 2-14 0,2-1-3 16,-5 3-2-16,4-2 8 0,-2 2-15 0,0-1-5 15,0 0 2-15,0-1-6 0,1 0-5 0,1 1 4 0,1-2 6 16,1 1-9-16,1 0 15 16,1-1-20-16,-1-2 9 0,4 2 3 0,1-2-22 0,2-2-30 15,1 2-73-15,-1-2-40 0,3-2-56 0,0 1-26 16,0-2-28-16,0 0-61 0,0 0-17 16,0 0-37-16,0 0-48 0,0-2-47 0,0-4-82 0,0 0 63 15</inkml:trace>
  <inkml:trace contextRef="#ctx0" brushRef="#br0" timeOffset="47174.16">9309 5931 3353 0,'0'-10'56'0,"0"-1"50"0,0 0 79 0,0 2 45 0,0 3-13 0,0 6-20 15,0 0-83-15,0-6-42 0,0 6-32 0,0 0-47 16,0 0 11-16,0 0-15 0,0 0 2 0,0 0 12 31,0 0-12-31,0 0 13 0,0 0-17 0,0 7 16 16,0 1 2-16,0-1-7 0,0 4 0 0,-13 0-1 16,13 1 9-16,0 2 1 0,0 1-4 0,0 2 3 15,0 0-10-15,0 0 8 0,0 0 17 0,0-1-13 0,0 1 7 0,13-1 11 16,-1-3 4-16,1 3 16 0,3-4 21 0,0 1-12 15,1-4 2-15,1 1 3 16,1-10 1-16,-2 10 6 0,2-10 18 16,-6 0 5-16,1 0-16 0,0 0 24 0,-14 0-17 15,18 0 0-15,-6 0 20 0,-12 0-21 0,14-10 2 16,-14 1-9-16,15-1-20 0,-15 0 9 0,14-3-18 0,-14 0 0 16,0-1-17-16,0-2-2 0,0 0-5 0,0-1-14 15,0-1 11-15,0 1-23 0,0-1 9 16,0-1-9-16,0 1 9 0,-19 1-3 0,3 2-2 0,0-1 8 15,0 3-15-15,-1 0 13 0,0 3-11 0,-1 2 2 0,-2 8-3 16,2-6-6-16,-2 6 7 0,-1 0-3 0,5 0-2 16,-4 0-12-16,4 0-13 0,-1 0-30 0,2 9-31 15,0 1-29-15,2-1-7 0,13 0-15 0,-17 0-8 16,4-1-9-16,13 2-36 0,-12-2-31 0,12 0-80 16,0-1-73-16,-9 1-67 0,9 1-105 0,0-1 4 15,0-1-58-15,0-2-98 0</inkml:trace>
  <inkml:trace contextRef="#ctx0" brushRef="#br0" timeOffset="49401.05">10126 6410 2260 0,'2'-1'66'16,"1"-1"58"-16,-3-1 88 0,2 0 59 0,-2 1-8 0,0 1-7 15,0-1-59-15,0 2-29 0,0 0-33 0,0 0-44 16,0 0-28-16,0 0-34 0,0 0-29 0,0 0-7 16,0 4 4-16,0-2 2 0,0 0 7 0,0 0 0 15,0-1 7-15,0 4 26 0,3 0 22 16,0 2 18-16,0 1-1 0,2 2-10 0,1 2-16 16,2 2 1-16,-1 3-5 0,-1-2-10 0,2 1-5 0,-2 0-16 15,2 0-8-15,0-1-2 0,0 0-1 16,-2-1-5-16,0 0 12 0,-1 0-10 0,0-2 1 15,0 1-3-15,-1-3 9 0,-1 1-5 16,1-2-8-16,-1-1 7 0,-1-1-17 0,-1-1 16 0,2 1 3 0,-3-3-6 16,2 1-12-16,-2-1-53 0,2-2-48 0,-2 0-76 15,0-1-83-15,0-1-47 16,0 0-18-16,0 0-119 0,0 0-67 0,0 0-81 16,0 0-121-16,0-11 181 0</inkml:trace>
  <inkml:trace contextRef="#ctx0" brushRef="#br0" timeOffset="49946.59">10134 6466 3213 0,'0'-9'56'15,"0"0"64"-15,0 0 46 0,0 9 59 0,0-10-29 16,0 10-28-16,0 0-23 0,0-9-48 0,0 9-18 16,0 0-28-16,0-10-3 0,0 10 1 0,0-8 27 15,18 8 3-15,-2 0-5 0,-1-10 5 0,1 10-13 16,3 0-13-16,0 0-5 0,0 0-7 0,3 0-21 15,-4 0 6-15,2 0-8 0,-3 0-7 0,-1 0-1 16,0 0-8-16,-3 0 5 0,-13 0-20 0,14 0 9 0,0 12-11 16,-14-12 8-16,0 14 11 0,13-4-14 15,-13 0 13-15,0 0-1 0,0 1-9 16,0 1 15-16,0 2 3 0,0-2-18 16,0 1 11-16,-16 1-14 0,2-3-7 0,-2 1 4 0,2 0 6 15,0-3 7-15,-2 0-1 0,5-9 4 0,11 9-6 16,-19-9-1-16,19 0 1 0,-13 0 8 0,13 0-9 0,0 0 7 15,0 0 9-15,0 0-14 16,0 0 16-16,0 0-7 0,0 0-2 0,0 0 11 0,0 0-8 16,0 0 2-16,0 0-10 0,13 0-6 0,3 0 14 15,-4 0-7-15,4 0 2 0,-2 0 2 16,2 0-7-16,2 0 5 0,-1 0 21 0,2 0-12 16,-3 11 0-16,2-11 2 0,-3 12-24 0,2-1 21 15,-4 0-14-15,-1-2-7 0,-12 1 21 0,13 1-24 16,-13-1 21-16,11 0 6 0,-11 1-16 0,0-1 15 0,0 0-9 15,0-1-3-15,0 3 3 16,0-3 0-16,0 2 6 0,0-2 24 0,-14-1-15 16,-2 0 9-16,2-8 3 0,-3 10-28 0,-1-10 22 15,-1 8-11-15,3-8-13 0,-3 0 25 0,-1 0-34 0,1 0 27 0,0 0-5 16,3 0-22-16,0 0 29 16,-2 0-28-16,2 0 0 0,-2 0-51 0,2-7-81 15,2-1-66-15,1 0-106 0,1-1-85 0,-1-1-94 16,2 3-149-16,11-1-90 0,0-1-109 15,-14-1 76-15</inkml:trace>
  <inkml:trace contextRef="#ctx0" brushRef="#br0" timeOffset="51593.81">9883 6516 1606 0,'0'8'33'0,"0"-8"39"0,0 0 34 0,0 0 22 16,0 0 2-16,0 0 59 0,0 0-4 0,0 0 1 0,0 0 11 15,0 0-66-15,0 0 3 0,0 0-2 0,0 0-10 16,0 0-6-16,0 0-8 16,0 0 5-16,0 0-15 0,0 0-8 0,0 0 3 15,0 0-10-15,0 0 1 0,0 0 1 0,-11-9-15 16,11 9-5-16,0-10-10 0,0 2-13 0,-14 8-9 15,14-10-5-15,0 1-3 0,0 9 14 0,-12-11 4 16,12 1 10-16,0 10 0 0,0-11-8 0,-12 11 2 0,12-11-20 16,0 11 5-16,0-10-6 0,0 10-13 0,0 0 20 15,0-10-3-15,-13 10 13 0,13-11 6 16,0 11-19-16,0-9-10 0,0 9-10 16,0-10 13-16,0 0 10 0,0 10 3 0,0-9 1 15,0 0-23-15,0-1 2 0,0 3 16 0,0-1 9 0,0-1-3 16,15 1-7-16,-15-1-3 0,12-1-17 15,-12 0 17-15,16-1-6 0,-16 1-18 0,16-2 18 16,-5-1-7-16,-11 0 3 0,19-1 7 16,-6 1-9-16,1 0-17 0,-2 0-2 0,1 2 0 0,1-2 1 15,-1 1 22-15,1 1 10 0,2-2-3 16,-2 2-1-16,2 1-2 0,0 0-12 0,-2 1 16 0,3-1-20 16,-1 3 9-16,0-1-3 0,2 0-8 0,2 1 15 15,-1 0-19-15,0 0 7 0,3 7-13 0,0-9 1 0,-1 9 10 16,-1-8-1-16,2 8-7 0,-4-7-4 15,2 7-5-15,-1 0 14 0,-1 0-7 16,-1 0 14-16,2 0-5 0,0 0-15 0,1 0 21 0,-2 0-18 16,1 0 6-16,1 0 1 0,0 9-5 0,0-9 5 15,-1 10 5-15,0-2-11 0,1 0 5 0,-2 1-2 16,3-2 4-16,-1 3 3 0,-2 0 5 16,2 0-11-16,-4 1-7 0,4 0 15 15,-2 1-13-15,-1 1 18 0,0 1-4 0,0 1-6 0,1-1-1 0,-3 1-4 16,0-1 2-16,-2 1 12 0,1 1-6 0,-1-1 14 0,1 0-7 15,-14 0-16-15,16 1 2 16,-5-1-14-16,-11 2 29 0,17 1-9 0,-4-1 7 16,-13 0 0-16,14 0-22 0,-14 0 6 15,15 1-2-15,-15 1 13 0,12-1 1 0,-12-1 0 16,0 1-2-16,13 0-1 0,-13 0-21 0,0 0 20 0,0-1-9 0,0 1 11 16,0-1 7-16,12-2-18 15,-12 2 15-15,0-2-18 0,0-1 18 0,0 1 1 16,0-1 0-16,0 1 1 0,0-1-2 15,0 0 8-15,0-1-7 0,0 0 2 0,0-3-11 16,-14 1 1-16,14 0 10 0,-13-2 6 0,13 0 1 0,0 0 1 16,-15-1-5-16,15 0 16 0,-13-1-11 0,13 2-3 0,-11-1 5 0,11 0-10 15,0 1 16 1,-16-2-6-16,16 1 10 0,-14 0-10 0,14-8 1 16,-11 11-2-16,11-1-5 0,-14-2 18 0,14 0-9 0,-16-8 7 0,6 10-7 15,10-2-3-15,-15 1 4 0,4-9-6 0,1 8 7 0,10-8-23 16,-16 10 27-16,5-2 1 0,0-8-4 0,0 10 9 31,1-10-31-31,-2 9 24 0,2-9-6 0,-1 9 5 16,-1-9 7-16,-1 9-35 0,2-9 23 0,0 8-15 15,-2-8-2-15,2 0 18 0,0 9-35 0,0-9 23 16,-3 8-2-16,3-8-2 0,-2 0 13 0,1 7-29 0,0-7 16 16,0 0-5-16,-1 9 5 0,-1-9 22 0,3 0-31 15,-2 10 15-15,-1-10 4 0,1 0-14 0,-1 0 36 16,1 0-15-16,-2 0 1 0,2 0 19 0,-3 0-18 15,2 0 9-15,-2 0-14 0,2 0-6 0,-2 0 16 16,3 0-19-16,-4 0 14 0,4 0-17 0,-1-8-7 16,0 8 14-16,1-7-8 0,-4 0 6 0,4 7-18 15,-4-9 8-15,4 1 7 0,-1 2-14 0,0 0 16 0,0-1-27 16,2 0 7-16,-2 1 16 0,3-1-11 0,0 0 19 16,-3 0-23-1,4-1 0-15,-1 2 15 0,-3-1-11 0,3 1 15 0,1-1-12 0,-2 0-5 0,2-2-4 16,-2 2 1-16,1-1 15 0,1 1-13 0,-1 0 17 15,0-1-9 1,1 1-1-16,0 0 1 0,0-1-15 0,2 1 14 16,-3-2 1-16,11 0 2 0,-13 0 12 0,2 0-19 15,-1-1 0-15,12 0 19 0,-13 0-17 0,13 0 17 16,-10 1-2-16,10-2-24 0,-12 1 22 0,12-1-14 16,0 2 10-16,-11-2 3 0,11-1-27 0,0 1 23 15,0 1-16-15,0-1-1 0,0 0 19 0,-11-1-16 16,11 1 9-16,0 0 11 0,0-1-13 0,0 0-4 15,0 0-2-15,0 1-1 0,0 0 15 0,0-1-5 16,0 0-10-16,0 0 6 0,0 0-7 0,0-1 15 0,0 1 0 16,0-4-19-16,0 4 7 0,0-2-4 0,0 1 10 15,0 1 15-15,0 1-23 0,0 0 1 0,0 0-6 0,9 1-2 0,-9 0 11 16,0 1-11-16,0-1 11 16,10-1-1-16,-10 2 2 0,0 0 14 0,0 1-18 15,9 0-6-15,-9 2 10 16,0 6-12-16,0-9 10 0,0 9 10 0,0-8-19 15,0 8 27-15,0 0-20 0,0-6 11 0,0 6-9 16,0 0-16-16,0 0 24 0,0 0-13 0,0 0 15 16,0-8-17-16,0 8-1 0,0 0 7 0,0 0-1 15,0 0 16-15,0 0-21 0,0 0-4 0,0 0-7 16,0 0 7-16,0 0 0 0,0 0-14 0,0 0 14 0,0 0-20 16,0 0 6-16,0 0-22 0,0 0-63 0,0 0 5 0,0 0-39 15,0 0-29-15,0 0 0 16,0 0-78-16,0 0-54 0,0 0-17 0,0 0-35 15,0 0-43-15,0 0-62 0,0 0-89 0,0 0-99 16,0 0-36-16,0 0-30 0,0 0-61 0</inkml:trace>
  <inkml:trace contextRef="#ctx0" brushRef="#br0" timeOffset="53601.93">11113 6560 1239 0,'0'0'43'0,"-2"0"39"0,2 0 31 0,0 0 22 0,0 0-3 31,0 0-15-31,0 0-14 0,0 0 14 0,0 0-3 16,0 0-7-16,0 0 1 0,0 0-12 0,0 0-20 0,0 0 0 0,0 0 13 0,0 0-9 16,0 0 12-16,0 0 11 0,0 0-11 0,4 0 16 15,0 0 13-15,1 0-12 0,0 0 10 0,4 3-15 16,-1-3-17-1,4 2 12-15,0 0-13 0,-1-1 4 0,6 1-13 16,-2-1-15-16,3-1 0 0,0 3-2 0,4-3 11 16,2 1-9-16,3 1-17 0,3-1 6 15,1 1-4-15,2 0 11 0,2-2 3 0,2 2-15 0,-1-1-8 0,2 0-20 16,3-1 2-16,-1 0 1 0,-1 0 10 0,4 0 5 16,-2 0 3-16,0 0-3 0,3 0-28 0,-1 0 17 15,0 0-10-15,-4 0 5 0,1 0 6 16,-2 0-16-16,-2 0 14 0,-3 0-6 0,-3 0 15 0,-4-1 12 0,1-2 6 15,-4 3-4 1,-4-2-7-16,-1 1-13 0,-3 0-6 0,-2 0-11 0,0-1-1 0,-4 1 10 0,-1 1-10 31,-3-2 16-31,3 1-2 0,-4 1-13 0,-2-1-1 0,1-1-6 0,-3 2 4 0,2 0 2 0,-2-1 2 32,0 1-3-32,0 0-13 0,0 0 9 0,0 0-1 15,0 0-6-15,0 0 6 0,0 0-8 0,-2 0-2 16,-1 0-22-16,3-2-64 0,-2 0-68 0,1 0-58 15,-1 1-50-15,-4-2-18 0,2 2-47 0,-3-2-76 16,1 1-59-16,-4 0-29 0,-4 0-21 0,3 0-12 0,-5 0 15 16,0-1 12-16</inkml:trace>
  <inkml:trace contextRef="#ctx0" brushRef="#br0" timeOffset="54017.95">11717 6475 2107 0,'-3'-1'50'15,"3"0"44"-15,0 0 40 0,0 0 65 0,0 0-15 0,0 1-10 0,0 0-5 16,0 0-17-16,0 0-1 0,0 0-11 0,0 0 0 16,0 0-23-16,0 0-14 0,0 3-9 0,0-1-22 15,0-2-29-15,0 0-13 0,0 1-2 0,2 0-4 31,-1 1 13-31,4 0 16 0,-1 1-14 0,3-1-3 0,-1 2 4 16,5 1-22-16,0 0 16 0,2 1-10 16,4 1-6-16,-4 1-2 0,4 2-3 0,-1-1 16 0,-2 1 0 15,2 1 5-15,0 0-16 0,-2-1-1 0,-1 0-3 16,-2 1-6-16,-1-3 6 16,-1 1-11-16,-1 0-13 0,-3-3 9 0,-2-1-8 0,0 1 8 15,0-2 18-15,-3 1-11 0,0-1 17 0,0 0-12 0,0-1-1 0,-4 2 8 16,-3-1 1-16,1 0 9 15,-2 1-10-15,-3 1-7 0,0-1-6 0,-2 1-4 0,0-1 3 0,-1-1-3 0,0 2 6 16,1-2-5 0,-1 0 5-16,1-1 1 0,-1-1-26 0,3 0-26 0,1 0-88 0,0-1-79 0,2 0-84 31,0-1-116-31,1 0-86 0,1 0-72 0,0 0-119 16,1-4-71-16</inkml:trace>
  <inkml:trace contextRef="#ctx0" brushRef="#br0" timeOffset="54273.49">11731 6006 3980 0,'0'-12'46'15,"0"-1"47"-15,0 1 44 0,0 2 14 0,0 4-37 16,0 6-40-16,0-7-41 0,0 7-17 0,0 0-20 15,0 0-4-15,0 0-11 0,0 0 8 0,0 0 11 16,0 0 1-16,0 0 4 0,0 10 0 0,0-1 0 16,0 0-10-16,12 3-6 0,-12 0-46 0,15 0-81 15,-4 1-78-15,2 1-120 0,-13 1-73 0,14 0-143 16,-3 0-95-16,-11-1-110 0,21-1 67 16</inkml:trace>
  <inkml:trace contextRef="#ctx0" brushRef="#br0" timeOffset="54726.08">12566 6476 2779 0,'0'-5'69'0,"0"0"48"0,0 0 58 0,-3 1 38 0,3 1-37 0,0 2-38 0,0 0-36 16,0-1-31-16,0 2-36 0,0 0-12 0,0 0-31 15,2 0 4-15,-1 4 3 0,2 0 5 0,1 0 11 16,-1 2-11-16,3 1 5 0,-2 2 10 0,3-1 7 16,-1 2-3-16,2 2 16 0,0 1-20 0,0 0-1 15,0 1 0 1,0 0-23-16,1 2 12 0,-2-1 0 0,-1-1 5 16,2-1-3-16,-2 1-7 0,0-2-4 0,-1-1-4 15,0 0 18-15,2-2-2 0,-4 0-2 0,4-1 5 0,-4-1-12 0,1-1-1 16,0 1-5-16,-2-3-50 0,1 1-75 0,1-2-28 15,-4-3-80-15,0 0-37 0,0 0-71 0,0 0-95 16,0 0-64-16,0 0-65 0,0 0 6 0</inkml:trace>
  <inkml:trace contextRef="#ctx0" brushRef="#br0" timeOffset="55261.61">12558 6528 2854 0,'0'-8'50'0,"0"-1"48"16,0-2 29-16,0 1 79 0,0 1-13 0,0 0 5 16,0 1 9-16,0-2-45 0,0 10-1 0,15-10-24 15,-2 10-26-15,0-10-10 0,1 10-12 0,1-9-20 0,2 9 2 16,-1 0-12-16,4 0-17 0,-2 0-17 0,4 0-1 16,0 0-18-16,-4 0 1 0,2 0 2 15,-3 0-17-15,-1 0-2 0,-2 0-10 0,-1 0 8 16,-13 0 8-16,15 9-3 0,-15 1 15 0,12 0-6 15,-12 2-3-15,0 0 7 0,0 1-8 0,0 1 5 16,0 0-7-16,0 0-1 16,0-1-3-16,-14 1-12 0,0-3 13 0,-2 0 5 0,0 0-13 15,2-1 17-15,0-2-2 0,-2-8-6 16,16 9 9-16,-14-9-12 0,14 0 10 0,0 9 8 16,0-9-8-16,0 0 14 0,0 0-12 0,0 0-7 15,0 0 9-15,0 0-9 0,0 0 14 0,0 0-2 16,0 0 1-16,0 0 12 0,14 0-22 0,3-9 7 15,0 9-7-15,-2 0-2 0,4 0 4 0,-5 0 11 16,3 0-1-16,-4 0 5 0,1 0 6 0,-1 0-12 0,-13 0-2 16,17 11-4-16,-3-2-2 0,-14-2 0 0,13 3-3 0,-13-1-8 15,14 0 2 1,-14 0-3-16,0-1 23 0,0 2-1 0,0-2 2 0,0 1 11 0,0-1-11 16,0 1 12-16,0-1 10 0,0 0-1 15,0 0 1-15,0-8-9 0,-20 8-9 0,5-8-8 16,-2 10 3-16,3-10 8 0,-3 0-7 0,-1 0-8 0,-1 0-3 0,0 0 10 15,-2 0-2 1,1 0 18-16,1 0-23 0,0 0-45 0,0 0-38 0,5 0-70 16,-2 0-48-16,3-10-73 0,13 3-74 15,-17-1-72-15,6 2-53 0,11 0-82 0,0-1-60 16,-12 0-9-16,12-1-61 0</inkml:trace>
  <inkml:trace contextRef="#ctx0" brushRef="#br0" timeOffset="56416.21">12346 6597 1883 0,'0'0'42'0,"0"0"35"0,0 0 97 0,0 0 28 0,0 0-5 0,0 0-3 16,0 0-79-16,0 0 28 0,0 0-18 0,0 0 14 0,0 0 32 16,0 0-10-16,0 0 4 0,0 0-2 0,-14-8-29 15,14 8-25-15,0-9 3 0,0 3-25 0,0-1-11 16,-13 7-6-16,13-11-7 0,0 0 4 0,0 0 2 31,0 1-3-31,0-3-10 0,0-1-17 0,0 2-3 16,0-3 17-16,0-1 7 0,0 0-23 0,0-2 17 15,0-1-27-15,0-1-10 0,0 0 36 0,0-3-20 16,18 1 4-16,-18-3 4 0,16 3-1 0,-5-1 13 0,-11 2-12 16,20-1 10-16,-6 3-17 0,1 2-31 0,-4-1 8 15,3 3-16-15,0-1 3 0,2 2 14 0,-2 2 0 16,2 0 3-16,0 1-9 0,3 1 1 0,-3 1 4 0,4 1 0 16,1 1 3-16,-2 0 0 0,3 7-3 15,-2-7-7-15,1 7 1 0,1-6 7 0,0 6-15 0,-1 0 11 16,0 0-5-16,2 0-6 0,-1 0 11 0,-1 0-11 15,1 0 6-15,0 0 0 0,0 0-2 0,-3 10 4 16,3 0-3-16,0 0 0 0,-1 0 4 0,1 1 1 16,0 1-9-16,1 1 14 0,-1 0-10 0,1 1 4 15,-2 0 10-15,-2 3-10 0,1-2 12 0,-4 2-5 16,2-2 9-16,-4 0-1 16,0 2-2-16,0 0 0 0,-1 0-8 15,-2 1 6-15,-11-1-4 0,17 1-5 16,-4-1 7-16,-13 1-13 0,14 1 7 0,-1-3 11 15,-13 1-13-15,11 0-3 0,-11 0-1 0,12 1-4 16,-12 1 0-16,12-1 10 0,-12 0-9 0,0 1 7 0,11-1 7 16,-11-1-6-16,0 0 14 0,12 0-10 0,-12-1 1 0,0-1 2 0,0 1-6 0,0-1 1 15,0 0-6-15,0-1 11 16,0 0-7-16,0 0 6 0,0-1 5 0,0 0-12 16,0-2 7-16,0 1-1 0,0 2-7 0,0-2 17 15,0 0-3-15,0-1 1 0,0 0 9 0,-14 2-9 16,14-2 1-16,-12 1-3 0,0-1 0 0,12 1 12 0,-14-2-7 15,3 2 14 1,11-1-12-16,-15 0-4 0,2-1 10 0,0 1-9 16,2-1 25-16,0-2-5 0,-2 2-2 15,1-1 4-15,0-2-18 0,-3 1 3 0,2 1 0 16,-1-1-4-16,-1-8 6 0,2 11-21 0,0-2 9 0,-3-1-2 0,3-8-15 0,-1 10 23 0,1-2-14 31,-4-8 1-31,1 9 11 0,1-9-13 0,-3 8 9 16,2-8-6-16,0 0 10 0,1 0 3 0,-1 0 0 0,-1 0 4 15,-1 0-8-15,-1 0 2 0,0 0-4 0,0 0 10 16,-1 0-15-16,0 0 1 0,2 0-5 0,-4 0-20 16,2 0 26-16,3 0-6 0,-2-10 3 0,3 4 9 15,-1 6-27-15,1-9 15 0,2 2-8 0,0-2 2 16,1 3 5-16,-1-3-14 0,1 2 21 0,-1-1-11 16,1-1 11-16,-1 1-12 0,3 1-21 0,0-1 16 15,-3 1-8-15,2-1 15 0,-2-2 4 0,2 2-10 0,0-2 1 16,-2 1 0-16,2 1 7 15,-2-2-2-15,2 1 4 0,0-1-4 16,2-1 5-16,10 1-13 0,-16-1 6 0,4 0 7 0,12 0-9 0,-13 0 31 0,2 1-13 16,11-2 2-16,0 1-4 0,-13-1-13 0,13 0 3 15,0 1-13-15,-9 0 14 0,9 0-16 0,0-2 13 16,0 2-3 0,0-1-5-16,0 1 11 0,0-1-22 0,0 1 21 15,0 2-10-15,0-1 2 0,0 0 11 0,0 3-31 16,0-1 19-16,-11-1-10 0,11 1 10 0,0 2 22 15,0-2-21-15,0 1 4 0,0 7-13 0,0-8-4 16,0 1 8-16,0 7 2 0,0-7 0 0,0 7 8 16,0-7-10-16,0 7 5 0,0 0-4 0,0 0-12 0,0 0 2 15,0 0-42-15,0-7-10 0,0 7-42 16,0 0-52-16,0 0-13 0,0 0-66 0,0 0-59 16,0 0-51-16,0 0-73 0,0 0-61 15,0 0-92-15,0 0-103 0,0 0-181 0,0 0-195 16,0 0 109-16</inkml:trace>
  <inkml:trace contextRef="#ctx0" brushRef="#br0" timeOffset="62472.12">14724 6309 2117 0,'2'-3'63'16,"0"-3"62"-16,-1 0 88 0,-1 3 52 0,0-2 4 15,0 4-26-15,0 0-42 0,0 0-29 0,0 0-52 16,0 1-39 0,0 0-38-16,0 0-25 0,0 0-26 0,0 0 12 15,0 0-10-15,0 4 4 0,0 1 9 0,0 2-10 16,0 1 2-16,0 3-1 0,3 4 4 0,3-1 15 16,-3 3-14-16,2 1 11 0,0 1 0 0,0 0-12 0,1 0 10 15,2 0-10-15,-2-1 0 0,1 0-2 16,-1 0 6-16,-1-1 4 0,1 0-7 0,-1-2 4 15,1-1-7-15,-3-2-5 0,2-1-67 0,-1-1-101 16,-1-2-110-16,-2-2-100 0,2-1-29 16,-3 0-22-16,0-4-77 0,0-1-72 0,-4 0 63 0</inkml:trace>
  <inkml:trace contextRef="#ctx0" brushRef="#br0" timeOffset="65140.99">14568 6306 2780 0,'-5'-15'64'16,"2"-2"35"-16,1 0 33 0,1 2 35 0,1 1-35 0,0 2-26 0,6 3-13 16,0-2-14-16,2 3-17 0,3 1 18 0,0-1-8 15,5 2 2-15,0 2-6 0,4-1-13 0,3 2 16 16,2 1-23-16,2 2 4 0,1 0-6 0,2 0-24 16,0 6-9-16,-1 2 4 0,-1-2-12 0,-3 3-6 15,-2 1 10-15,-1 1-18 0,-3 2 9 0,-5 0 3 16,-1 3 5-16,-4-2 2 0,-4 2-5 0,-2 1 8 15,-3 2-8 1,-5-1 7-16,-3-1-1 0,-2 0-21 0,-2 1-3 16,-4-3-2-16,-2-1-13 0,-3 0 17 0,3-3 3 0,-3-3 7 0,0-1-1 15,3-3-2-15,0 0 0 0,2-4-16 0,0 0 28 16,5 0 2 0,-2-4-4-16,5 2 13 0,2-2-9 0,-1-1-4 0,4 0 21 0,-3 0-2 0,6 1 8 31,-1 0-5-31,1 1-13 0,0 1-8 0,0 1-19 0,6 0 12 15,-2 1 6-15,1 0-14 0,3 0 4 0,0 0 6 16,6 0-9-16,-1 4 8 0,4 2 5 16,1 1-11-16,2 1 2 0,4 2 16 0,1 1-1 0,-1 1-5 15,3 0 5-15,2 2-8 0,-1-2 4 16,0 1 3-16,-1-2-6 0,3 0 7 0,-3 0 8 0,2-1 1 16,-4-2 4-16,2 0 4 0,0-2 0 0,-4-1-4 15,1 0 5-15,-3-3-12 0,-1 0-2 0,1-2 1 16,-4 0 1-16,1-3 1 0,-4-3 0 0,2-1 15 0,-3-1-18 0,-1-2 10 15,-3-2-3-15,0-3-25 16,-3-1 13-16,-2-2-6 0,-4 0 4 0,0 0 1 16,0-1 6-16,-4-1-18 0,-1 3-4 0,-5-1 4 0,1 2-15 15,-3 2 11-15,-3 0-11 16,1 2 2-16,0 1-4 0,-2 4 3 0,2 1 12 0,-2 3-1 0,3 3 0 16,2 0-12-1,-1 5 12-15,0 3-4 0,4 1 12 0,-1 1 7 16,1 3-21-16,3-1 8 0,0 3 4 0,5 1-3 15,0-1 8-15,0 2-3 0,5-1-4 0,3 1 4 16,0 0-1-16,3 0-4 0,2-1 1 0,4-1-6 16,-1-1 0-16,6-1 6 0,0-2-3 0,1 0 4 0,4-3 2 15,-1-1 4-15,3-3 4 0,1-1-9 0,-2-3 5 16,2 0-7-16,-3-4-7 0,1-2 23 16,-1-2-21-16,-1-2 6 0,-2-1 11 0,-2 0-15 0,-4-4 27 15,0 1-23-15,-1-3 4 0,-1 1 5 16,-2 0-17-16,-1 1 10 0,-2 0-13 0,0 0 7 0,0 0 4 15,-3 2 6-15,1-1 3 0,0 3-24 0,-1 2 4 0,-4 0 4 16,5 1-8 0,-2 2 18-16,-1 2-9 0,2 2 4 0,2 2 10 0,-1 0-10 15,2 0 7-15,0 0-2 0,2 3-9 0,-2 1-1 0,2 2 3 16,0-1 6-16,-3 0 3 0,-2 0-1 0,2-1-3 0,-2-1-7 16,-2 2-1-1,-3-2 10-15,0-1 2 0,1-2 0 0,-4 0 4 16,1 0 5-16,-1 0-1 0,0-2-12 0,0-1 6 15,-3 1-7-15,0-4-6 0,-1 1 5 0,-3-2-11 16,1 2 4-16,-3-3-1 0,1 2 8 0,-4-3 6 16,2 3-9-16,-2 0 2 0,-1 3 0 0,-1-1-10 15,0 2 5-15,-1 2 3 0,1 0-7 0,0 6 8 16,-2 1-1-16,4 1 3 0,-1 3 2 0,-1 1-2 16,2 0 1-16,3 1-11 0,0 0 8 0,2 1-1 0,2 1 6 15,2-1 8-15,2 0-19 16,1 0 14-16,0 0-5 0,4 0-1 0,1 0 18 0,2-2-24 0,5 0 6 15,-1 0-7-15,2-1-1 0,3-3 9 0,0 0 2 16,4-1 7-16,-1-1-14 0,0-3 9 0,2-1-1 16,1-2-15-16,-6 0 26 0,2-4-11 0,-1 0-3 15,-2-3 7-15,-4-1-16 0,-1-2 13 0,2-1-8 0,-7-1 17 32,0-2-7-32,-2-1-6 0,0 0 10 0,-3 0-20 0,0 1 14 0,-4-1-16 0,-1 1 7 0,0 1 5 31,-2 1-6-31,0 1 20 0,2 3-11 0,0 1-9 15,1-1-2-15,0 2-5 0,1 2-4 0,3 2 14 16,-2 2-6-16,2 0 2 0,0 6 13 0,0 0-8 16,0 2 6-16,5 0-8 0,0 2 8 0,0 1-17 15,1 3 13-15,3-2 12 0,0 2-26 0,-1-1 24 16,2 1-10-16,3-1-9 0,0 0 8 0,1-1 9 0,0 0-15 16,0-3 14-16,3 0-7 15,-2-3-2-15,0 0 0 0,2-3 2 0,-3-1 12 0,3-2-13 0,-4 0 11 16,1-3-14-16,-3-3 4 0,-3-2 5 0,2 1 1 15,-2-3 10-15,-2-1-13 0,-1-1 9 0,0-1-10 16,1-1 2-16,-2 0-5 0,0-1-13 0,-1-1 11 0,0 0-15 16,-1 0 21-16,1 0-2 0,-1 0-7 0,1-1 13 15,1 3-6 1,-1-1 3-16,0 3 1 0,1 1-3 0,0 0-2 16,0 5-4-16,1 0 0 0,-1 1-2 0,5 3-8 0,-2 0 15 0,3 1 7 0,0 1-8 31,2 0 7-31,-1 0-17 0,1 4 2 0,-1-1 8 0,1 0-1 15,-2 2 3-15,0-1-2 0,-4-2-2 0,2 2-8 16,-3 0 22-16,-2-2-16 0,-1 0 7 0,-1-2 8 16,1 2-19-16,-2-2 21 0,0 0-6 0,0 0-4 15,0 0 7-15,0 0-7 0,-3 0 3 0,-1-4-9 16,1 0 0-16,0 1 5 0,-3 0-5 0,0-1 9 16,-2 0-13-16,1 1-8 0,-2 0 8 0,1 0 6 15,0 3-2-15,-2 0 10 0,1 0-10 0,1 4-14 0,2 3 15 16,-5-1-7-16,5 3 4 0,-1 0 4 0,2 3-1 15,2 2 6-15,1 0-8 0,2 1 14 16,0 2-14-16,8-2 3 0,1 2 8 0,1-2-18 0,3 2 14 16,3-2 0-16,1-1-8 0,2 1 2 0,2-2-9 15,1-1-8-15,3-1 6 0,0-2 6 0,-2-2 6 16,4 0 0-16,-2-4 5 0,-1-1 2 0,-1-2-3 0,-2 0-3 31,-1-4-6-31,-1-2 11 0,-1-1 3 0,-1-2 9 0,-4-4-3 16,-1-1-20-16,1-1 0 0,-5-1-3 15,1-5 3-15,-4 0 13 0,0-2-1 0,-2-3-12 16,-3 0 8-16,0 0-7 0,-5 0 3 0,0-2 1 0,-4 1 4 16,1 1-5-16,-3 2 5 0,0 3 13 15,3 3-10-15,0 3 0 0,0 1-7 0,1 4-7 16,4 3-3-16,-1 3-3 0,1 1-9 0,3 3-4 0,-2 0 20 16,2 4-2-16,0 4 14 0,0 1 8 0,5 4-22 15,-1 2 21-15,0 3-19 0,5 3 11 0,-2 2 0 16,1 2-9-16,0 0 15 0,3 2-9 0,0-2 17 15,0-1-8-15,-2 0-1 0,1-2-3 0,0-1-17 16,-1-3 18-16,-1-1-9 0,0-2 1 16,-2-3 10-16,0-2-7 0,-3-1 8 0,1-5 4 15,-3 0 0-15,2-1-5 0,-3-3 2 0,0 0-8 0,2 0 2 0,-2-5 3 16,2-1-7-16,-1-3-7 16,-1 0 7-16,0-1-10 0,2-2 4 0,0 0 14 0,-1-1-7 0,-1-1 7 15,3 0 3-15,2 0 5 0,-4 0 1 0,2 0 2 31,1 2-5-31,0 2-11 0,0-1-2 0,1 3-7 16,-2 2 6-16,3 3 11 0,0 3-11 0,1 0 2 0,1 0-2 16,1 6-12-16,4 0 8 0,-2 2 4 15,4 4-8-15,0 2 8 0,0 0-1 0,1 1 1 0,2 2 11 16,-5 0-10-16,2-1 0 0,0 1-9 0,0-1 1 16,0 0 2-16,-2-1 4 0,4 0 11 0,-2-2 1 15,3-1-2-15,1-1-1 0,-2-2-5 0,2-1-1 16,1-3 10-16,0 0 1 0,0-4 7 0,0-1 5 15,1 0 7-15,0-4 2 0,-1 0-6 0,-1-3-13 16,0-1-5-16,0-3 3 0,-3-1 2 0,0-1 2 0,-2-1 1 16,-3 0-16-16,3-1 3 0,-6-1 2 0,0 0-11 15,-2 0 9-15,-3 0-9 0,1 1 9 0,-3 1-3 16,-1-1-4-16,0 1 8 16,0 2-16-16,-5 1 11 0,1 4-6 15,-4-1-4-15,2 4-1 0,-1 0 3 0,-2 2 1 16,0 2 0-16,0 0-1 0,-2 0-1 0,1 7 10 15,-2-1 6-15,3 2-7 0,-4 2-3 0,5 0-7 16,0 2-4-16,1 0 12 0,2 0 7 0,0 0 2 16,3-1-7-16,2 2-1 0,0-1-4 0,0 1-13 15,7-1 20-15,2 0 2 0,1 1-5 0,2 1 9 0,4-3-13 16,0 2 8-16,4-3-4 0,2-1 7 16,1-1-11-16,2-1-1 0,0-2 7 0,4 0-9 0,-1-4 9 15,2-1-2-15,0 0-1 0,-1-4 16 0,2-1-3 16,-1-1-9-16,-1-2 9 0,-2-1-14 0,-5-2 5 15,0-3 9-15,-3 1-6 0,-5-3 2 0,0-2-1 16,-6 1-10-16,0-2 2 0,-3-2-3 0,-2 1 6 0,-1-1-10 16,-2 1 1-16,0 0 1 0,-5 0-9 0,-1 2 15 15,-1 3-14-15,-1 1 9 0,-2 2 7 0,-2 4-14 16,0 0 12-16,-1 4-14 0,0 2 6 0,-2 2 10 31,0 0-11-31,-2 8 13 0,4 1-7 0,-4 3-2 16,3 1 18-16,1 2-20 0,2 2 3 0,3 1 2 15,0 0-8-15,5 2 17 0,3-1-19 0,0-1 9 0,3 2-13 16,5-2-7-16,0-1 27 0,3-1-26 16,2-1 24-16,-1-1 4 0,6-1-14 0,-4-2 25 15,5-2-20-15,-1-1 2 0,0-2-1 0,-2 0 9 16,3-4-2-16,0-2-3 0,0 0 12 0,0-4-18 0,-1-1 17 16,-1-2-1-16,0-1-2 0,-1-4 5 0,-2 0 1 15,-1-2-8-15,-3-1-5 0,-1-2-8 0,-3-1-8 16,2-2 12-16,-5 0 3 0,1-3-4 0,-4-1 4 15,0-2-4-15,0-2 8 0,-7 2-2 0,-1-3-3 16,2 1-5-16,-5 1-5 0,1-1 6 16,-4 2 5-16,3 1 5 0,-2 2 3 0,1 2 5 0,1 3-10 0,1 4 14 15,-1 2-15 1,6 3-1-16,1 3 3 0,0 2-25 0,1 2-1 0,3 2-3 0,0 0 2 0,0 0 14 16,0 6 9-16,0 4-8 0,0 1 1 0,0 3 1 15,0 3 1-15,0 3 14 0,0 3-1 0,0 3-7 16,3 1 7-1,1 3-8-15,2 0 8 0,0 1-4 0,5-1-14 16,-3 1 18-16,2-2-2 0,2-1 1 0,-2-2 2 16,0-1-8-16,2-3-9 0,-1-2-6 0,-1-4-59 15,0 0-76-15,0-2-113 0,0-3-155 0,-1-3-137 0,-3-1-157 16,-1-2-270-16,0-5 144 0</inkml:trace>
  <inkml:trace contextRef="#ctx0" brushRef="#br0" timeOffset="67340.31">19488 6495 1679 0,'-2'5'36'0,"2"-2"33"0,0-1 36 0,0 2 35 0,0-2-6 0,0 0-6 32,0 0-10-32,-1 1-9 0,1-1 1 0,0 2 21 0,0-3 6 15,0 2-2-15,0-2-2 0,0 1-3 16,0-1 3-16,0 0 26 0,0-1 23 0,3 0-11 16,-1 0 5-16,-1 0-10 0,-1 0-34 0,2 0-12 0,-1-2-35 15,3-2-24-15,1-2-23 0,-1-1-16 0,2-3 9 16,-1-2-5-16,3-2 23 0,0-2-10 0,1-4-16 15,-2-2 0-15,-1-3-10 0,1-3 3 16,-3 1 2-16,-2-4-2 0,4-1-8 0,-6-2 2 0,0 1 0 0,0-1 10 16,0 2 16-16,-8 2 13 15,4 1 27-15,-1 3-12 0,0 2-2 0,0 6-2 0,0 3-27 0,-1 4-3 16,3 3-9-16,2 2-33 0,-3 3-4 0,4 3-3 16,-1 0-12-1,-1 0 21-15,2 5-1 0,0 2 6 0,-1 3 3 16,1 4-1-16,0 3 15 0,0 3-15 0,0 5 10 15,3 3 7-15,2 3-14 0,4 4 9 0,-3 1-8 16,2 2-8-16,2 1 10 0,4-1-7 0,0 2 14 16,2-1-8-16,1-1-7 0,1-1 13 0,-1-3-15 0,4-1 4 0,1-3 3 15,1-1-10-15,-2-5 7 0,4-1 1 16,1-6 4-16,-3 0 11 0,4-5-3 0,-3-1 4 16,0-5 1-16,-1-1 2 0,-2-5 2 0,0 0-8 15,-3-5 1-15,-2 0-8 0,2-5 9 0,-4-1 4 16,0-4-2-16,-3-4-8 0,0 0 0 0,-5-5-12 15,-1-2-5-15,-5-1 11 0,0-3-6 0,-5-2 17 16,-5 0-13-16,-5-1 4 0,-2 0-9 0,-4 1-13 0,-2 1 19 16,-6 2-17-1,-2 1 9-15,-3 5 9 0,3 3-14 0,-3 3 12 0,1 5-7 0,5 1-5 0,-1 5-4 16,4 2 2-16,3 4 1 0,4 0-2 0,1 4 10 16,4 3 3-16,1 3 7 0,4 1 8 0,2 1-2 15,2 2-11-15,4 1-10 0,0 2 6 0,7 1 7 16,1 2-4-1,4-1 8-15,1 0 2 0,4 0-10 0,3-1-4 16,2-3 1-16,3 1 2 0,1-3 6 16,3-2 5-16,-2-3-2 0,6-2-6 0,-1 0-3 15,-2-4-4-15,0-2 14 0,-3 0-3 0,1-6-5 16,-2-1 3-16,-3-2-3 0,-1-2-14 0,-2-2 15 16,-2-3 3-16,-5 1-15 0,1-3 20 0,-4 0-18 15,-4-4 5-15,1 2 11 0,-3 2-6 0,-2-2 3 16,-1 3-3-16,-1 2 0 0,0 1-14 0,-5 2 22 15,3 4-17-15,-2 1 9 0,1 1 8 0,2 4-28 16,-1 2 14-16,0 0-14 0,2 0-4 0,-1 2 24 16,-1 4 5-16,1-1 3 0,-1 3 5 15,0 3-16-15,1 0-7 0,1 2 9 0,0 1-2 16,0 1-4-16,5 0 17 0,-1 1-28 0,3 0 25 16,4 0 7-16,0 1-7 0,0-3 11 0,6 0-22 15,-1-2 11-15,3-1-17 0,5-2 3 0,-2-1 11 16,0-4-21-16,3-1 18 0,1-2 13 0,-3-1 1 15,1 0-5-15,2-6-11 0,-3-1-13 0,1-2 7 16,-7-2 11-16,2-3 7 0,-3 0 1 0,-3-1-15 16,-4-3 11-16,0-1-14 0,-4-2-2 0,-3 2 7 15,-2 1-5-15,0 0 13 0,-5-1 1 0,-1 4-13 16,0 0 6-16,-1 2-14 0,2 2 0 16,-3 2 3-16,2 4-7 0,2 0-1 0,0 2-3 15,0 3 12-15,0 0-15 0,3 5 20 0,-3 2-11 16,3 0 12-16,-1 3 2 0,-2 2 4 0,2 2 3 15,1 3 2-15,1-1 2 0,0 1-11 0,0 2 7 16,6-1-18-16,-2 1 12 0,0-1-12 0,1-1 9 16,-2-2-4-16,2-1-1 0,-2-2 11 0,3-2-2 15,-5-2-6-15,2 0 11 0,1-5-15 0,-3 0 7 16,3-3 11-16,-3 0-17 0,1-6 28 0,1-2-25 16,0-2-3-16,0-3 10 0,1-1-11 15,2-2 8-15,-5-2 4 0,2-1-9 0,1-1 0 16,-1 1 18-16,-2-1-5 0,3 1-6 0,-3 1 1 15,2 0-14-15,2 1 7 0,1 2 7 0,1 2-3 16,-3 1-5-16,5 2-1 0,-5 2-8 0,2 3-2 16,1 2 8-16,-3 0-5 0,1 3 17 0,2 0 6 15,0 0-4-15,3 7-2 0,0 0-3 0,2 2 1 16,-1 3-9-16,2 0 8 0,3 2 0 0,-4 1 2 16,6 0 6-16,-4 2-3 0,3 0-5 0,2 0-1 15,-3 0-4-15,4 0 7 0,-3-1-6 0,3 0 5 16,-1-1 13-16,0-2-8 0,0-3 6 0,0 1-11 15,0-4 12-15,1-2 3 0,-2-2-5 16,2 0 9-16,-2-3-29 0,2-4 11 0,-3-2 4 0,1-2 2 16,-1 0 10-16,-2-3-17 0,0-1 2 0,-2-3 1 15,0 1 6-15,-4-1 1 0,-1-2-5 0,-1 2-1 16,-1-2 9-16,-2 0-7 0,-4 0 0 16,0 1-20-16,0 0-3 0,-4 2 5 15,-4 0 4-15,2 1 10 0,-2 2 3 0,0 2-10 0,-5 1-1 16,2 3 7-16,-1 2-34 0,-1 3 21 0,-2 0-5 15,1 0-12-15,-2 6 32 0,2 2-15 0,1 2 11 16,-2-1 6-16,4 3-10 0,-2 0 17 0,4 2-19 16,1 0 7-16,1 0-4 0,4 0 2 0,0 1 10 15,3 0-6-15,0-1 8 0,5 1-12 16,-1-1-3-16,1 1 1 0,3-1 4 0,5-2 5 16,-4-1-6-16,4 0-2 0,3-4-12 0,-2-1 10 0,3-3 19 15,-2-3-12-15,2 0 21 0,-1 0-16 16,0-4 2-16,0-3-3 0,-1 0-12 0,-2-2 5 15,1-2-12-15,-4-1 25 0,-1-1-10 0,0 0 10 16,-2-1 4-16,-2 2-15 0,-2-1 2 0,-1 3-8 16,-1-1-7-16,1 3 6 0,-2 2 1 0,0 0 0 15,0 3-11-15,0 0-2 0,0 3-9 0,0 0-7 16,0 0 25-16,-3 3-4 0,1 4 12 0,2 0 8 16,0 2-11-16,0 0 4 0,0 3-6 15,0 2 6-15,0 1 0 0,5 1 7 0,1-1 1 0,-2 2-8 16,5-2 5-16,-1-1-12 0,1 1 5 0,0-4 6 15,3 1 0-15,-2-3 1 0,3-2-4 16,0-3 2-16,1 0-4 0,-1-4 3 0,2 0 5 0,-2-5-9 16,3-2 11-16,-3-3 12 0,1-1-8 0,-1-4-4 15,-1-2-3-15,1-3-12 0,0 0 12 0,-3-1 13 16,-2 0-8-16,0-3 7 0,-3 0-11 0,0 0 0 16,-5-1 7-16,0-3-5 0,0 0 21 0,-6-1 0 15,-2 0 3-15,-2 0 13 0,-1 0-16 0,-2 1 8 16,1 0 3-16,1 5-15 0,1 1 5 0,-1 6-22 0,3 2-23 15,3 5-8-15,1 4-15 0,2 5 5 0,0 0 10 0,2 0 5 16,-1 6 7-16,-1 5 10 0,2 1 2 0,-1 5-6 16,-1 5 6-1,2 2 4-15,0 2-10 0,0 5 11 0,0-1 2 0,6 2-18 16,2 2 14-16,1-1 3 0,0-1-5 0,0 0 8 0,3-2-2 16,-2-2-3-1,3-1-1-15,-2-1-28 0,3-3-40 0,-1-3-56 0,0-2-55 0,-4-4-37 0,2-2-26 16,0-2-43-1,-1-4-84-15,-2-2-132 0,-2-2-102 0,2-2-131 0,-5 0-98 0,-1-6 146 16</inkml:trace>
  <inkml:trace contextRef="#ctx0" brushRef="#br0" timeOffset="67500.39">20264 5876 3038 0,'-9'0'2'16,"9"0"-16"-16,0 0-65 16,0 9-157-16,0-9-175 0,0 11-199 0,18-2-71 0</inkml:trace>
  <inkml:trace contextRef="#ctx0" brushRef="#br0" timeOffset="68126.77">22592 6092 1915 0,'0'-8'45'0,"0"-1"56"0,0 0 100 16,0-1 35-16,0 0 0 0,0-1-10 0,0 3-61 0,0-2-5 15,0 2-7-15,0-1-20 0,-13 1-18 0,13 2 5 16,-11 1-30-16,11-1-7 0,-17 2 3 0,6 4-44 16,-5-6-2-16,6 6-11 0,-2-6-26 0,-2 6 12 15,2 0-14-15,12 0-10 0,-17 0-1 16,4 0-5-16,13 0 11 0,-12 0 12 0,12 0 2 15,0 9 11-15,0-3-7 0,-11 2-8 0,11-2 2 0,0 2 10 16,0-1 34-16,0 4 25 0,0 0 17 0,0 1-14 16,0 0-9-16,20 0-22 0,-1 4 18 15,0-2-4-15,3 1-11 0,-1 0-6 0,3 0-23 0,-1-1-13 16,-1 0 5-16,-1 0 8 0,0-3-38 0,-4 0 22 0,-4 0-12 16,-2-1-15-1,-11-3 32-15,0-7-7 0,0 10-1 0,0-10 12 16,0 7-15-16,0-7 9 0,0 9 2 0,0-9 2 15,-15 7 10-15,-3-7 0 0,-3 0-7 0,-5 0-24 0,0 0 13 0,-3 0-17 0,-2 0-3 32,1 0-1-32,0 0-45 0,1 0-38 0,2-7-63 15,4-1-71-15,5 3-117 0,2-2-93 0,16 1-120 16,-12 0-90-16,12-2-11 0,0 1-59 0</inkml:trace>
  <inkml:trace contextRef="#ctx0" brushRef="#br0" timeOffset="68365.32">22881 5934 3497 0,'0'0'30'0,"0"-4"25"16,0 4 4-16,0 0-3 0,0 0-30 0,0 0-22 0,0 0-3 16,0 0 8-16,0 7 0 0,0-1 11 0,0 3-2 15,0-1 25-15,0 3-6 0,0 3-5 0,0 1 17 16,0 1-37-16,0 0 8 0,15 2-6 15,-1 2-7-15,-1-2 8 0,2 1-5 0,0-1-9 0,-2 0-55 0,4-2-102 16,-4 0-89-16,0-2-168 0,1-1-112 0,-14-1-87 0,13-2-150 31</inkml:trace>
  <inkml:trace contextRef="#ctx0" brushRef="#br0" timeOffset="69443.1">22778 6046 3609 0,'0'-4'18'0,"0"-3"6"0,0 3 14 0,0 0 28 16,0 4 0-16,0 0 16 0,13 0 10 0,3 0-21 31,5 0 10-31,1 0-3 0,8 0-1 0,1 0 18 16,6 0-42-16,-2 0-1 0,1 7-21 0,2-7-17 15,-4 7 15-15,0-7-14 0,-4 5 0 0,0-5-11 16,-5 0 9-16,-3 0-6 0,0 0 10 0,-3 0 26 15,-4 0 0-15,-15 0 14 0,15 0-6 0,-15 0-16 16,0-6-9-16,0 6-13 0,0-8-8 0,0 1-3 16,0-1-7-16,0 2 13 0,0 0-5 0,0 0-13 15,-17-1 2-15,3 7-5 0,-4-6 6 0,5 6 3 16,-4 0 6-16,4 0-13 0,-2 0-13 0,15 0 17 16,-19 0-4-16,19 12 13 0,-18-2 5 15,18-1-9-15,-14 2-6 0,14 0 5 0,0 0 0 16,0 0-4-16,0 1 15 0,0 0-6 0,0 0 9 0,0 0 1 15,0-1-2-15,0-1-10 0,18 1 4 16,-1-3 3-16,1 0-13 0,-1 1 15 0,2-3-19 0,0-6 14 0,0 7 7 16,-2-7 0-16,4 0 10 0,-7 0-20 0,3 0 1 15,-4 0-11-15,1 0 8 16,-3-9 2-16,-11 0 1 0,14 0 5 0,-14-2 0 0,0 0 0 16,0-1 1-16,12 0 2 0,-12-1-9 0,0 2 6 0,0 0-3 15,0 1 19-15,0 1-3 0,0 1-1 0,0 2 19 16,0 6-47-16,0-6 11 15,0 6-13-15,0 0-31 0,0 0 23 0,0 0 2 16,0 0 10-16,0 0 10 0,0 0 3 0,0 8-7 16,0-1 6-16,0 3 6 0,0-1-2 0,0 0-9 15,0 2-1-15,0-1 4 0,17 0-3 16,-3-1 21-16,1 0-6 0,0-2-17 0,0 0 14 0,0-7-9 16,1 8 7-16,3-8 10 0,-2 0-9 15,-1 0 4-15,1 0 4 0,0 0 3 0,-2 0 16 0,-2 0 10 16,3-8-4-16,-5-3 18 0,-11 0-10 0,14-1-14 15,-14-1-5-15,16-3-20 0,-16 0-5 16,0-2 3-16,0-2 5 0,0-1-10 0,0-2-7 0,0-1-3 16,0-2-1-16,0-2 3 0,0-1 11 0,0 0-1 15,-16 0-3-15,16 0 7 0,-16 1 1 0,16 2 9 16,-15 5 3-16,15 2-4 16,-13 6-7-16,13 3-15 0,0 10-15 0,0-9-6 0,0 9-5 15,0 0 5-15,0 0 8 0,0 0 15 0,0 10-6 16,0 2 4-16,0 3 2 0,0 4-13 0,0 3 11 15,0 4-10-15,0 1-3 16,0 3 33-16,0-1-24 0,0 2 7 0,0-1 3 16,17 0-19-16,-4-1 26 0,1-2-12 0,2-1 11 15,-2-1-3-15,3-2-8 0,-1 0 17 0,0-4-22 0,3-1 4 16,0-2 6-16,2-2 3 0,1-1 14 0,2-2-8 16,-1-1 1-16,6-10-7 0,-3 8 0 0,5-8-21 15,-3 0 10-15,0 0 7 0,1 0 3 0,-4 0 14 16,1 0-7-16,-3-13-3 0,-2 1 2 0,-4 0 5 15,1-1-14-15,-7-1 5 0,-11 0-10 0,14-1 1 16,-14 0 15-16,0-2-22 0,0 3 6 0,0-2 1 0,0 0-12 16,0 3 7-16,0-1-6 0,-24 1 1 0,5 4-2 15,0 0 0-15,-1 9-6 0,-2 0-2 0,-1 0 11 16,3 0-3-16,-1 0 10 0,4 0-5 0,-2 10-4 16,4 0 22-16,15 1 1 0,-17 2 5 0,17 1 12 15,-13 0-23-15,13 1-25 0,0 1-3 0,0 1-2 16,0-2 6-1,0 3 31-15,0-3 0 0,15 2 0 0,0-2 0 16,2 0-8-16,0-1 6 0,0-1-4 0,5-2 8 16,0-3-7-16,4-8 5 0,-1 10-1 0,2-10-9 15,0 9 19-15,0-9-9 0,0 0-9 0,-4 0 4 16,0 0-25-16,-1 0-19 0,-4 0-20 0,-1 0-80 16,0-10-64-16,-4 0-64 0,-3-2-96 0,-10 2-60 15,0-3-68-15,0 1-110 0,0-2-63 0,0-2-23 0,0 0-48 16</inkml:trace>
  <inkml:trace contextRef="#ctx0" brushRef="#br0" timeOffset="69614.09">23379 5817 3040 0,'-9'0'29'15,"9"0"38"-15,0 0 23 16,0 0 10-16,16 0-1 0,3 0-40 0,6 7-16 15,3-7-11-15,4 8-26 0,4-2 2 0,6 0-4 16,0 2-5-16,2-2-46 0,4 2-82 0,-1-2-209 16,0 1-206-16,0 1-173 0,-2-3-48 0</inkml:trace>
  <inkml:trace contextRef="#ctx0" brushRef="#br0" timeOffset="69799.2">24769 6058 3977 0,'0'5'49'16,"0"-5"13"-16,0 0 16 0,0 0 1 0,0 0-48 15,0 0-16-15,0 0-6 0,0 0-9 0,0 0 14 16,0 0-19-16,16 0-52 0,-16 0-99 0,0 0-159 0,0 6-201 16,0-6-185-16,0 0-165 0,0 6 93 15</inkml:trace>
  <inkml:trace contextRef="#ctx0" brushRef="#br0" timeOffset="70545.88">25594 5700 1587 0,'0'0'65'16,"13"0"50"-16,-13 0 56 0,14 0 109 0,-14 0-19 0,13 0 4 16,-13 0-1-16,0-6-58 0,0 6 3 0,0-8-10 15,0 8-26-15,0-7-20 0,0 7-45 0,0-9-25 0,0 2-25 0,0 0-16 16,0 7 2-16,0-11-24 0,0 3 6 0,0 8-13 16,0-9-10-16,-14 9 13 0,0-9-16 0,-1 9 1 15,4 0 6-15,-3-8-14 0,-1 8 8 16,3 0-5-16,-1 0-5 0,13 0 2 0,-17 0 10 15,8 0-2-15,9 0-7 0,-12 0 15 0,12 11-19 16,0-3 1-16,0 1 3 0,0 1 2 0,0 0 6 16,0 2 8-1,0 1 6-15,0 2 9 0,0 0 6 16,0 0 8-16,21 3 7 0,1-1-18 0,0 1 0 16,1 0-3-16,-1 0-13 0,0 0 11 0,1-1-9 0,-2 0-13 15,1-2 9-15,-2 1-5 0,-3-1 0 0,-2-3 0 0,0 1 9 16,-3-3-10-16,-12-2-3 0,0 1-3 0,11-3 3 15,-11 1-7-15,0-7 17 0,0 7 13 0,0-7-12 0,0 7 15 16,0-7-10-16,-19 0 1 0,2 8 0 16,0-8-4-16,-3 0-1 0,1 0-10 0,-1 0-2 15,-1 0 3-15,-1 0 1 0,3 0 1 0,-1 0 9 16,1 0-18-16,0-8-24 0,5 8-29 0,-2-7-72 16,16 7-67-16,-13-6-90 0,13 1-102 0,0 5-125 0,0 0-101 15,0-6-51 1,0 0-102-16</inkml:trace>
  <inkml:trace contextRef="#ctx0" brushRef="#br0" timeOffset="70939.98">26006 5829 3887 0,'0'0'42'0,"0"-8"19"0,0 0 20 16,0 8 6-16,0-6-24 0,0 6-15 0,0 0-32 0,0 0 0 15,0 0-22-15,-15 0-2 0,4 0 11 0,11 0-6 16,-14 10 12-16,14-2-13 0,-14 3 11 16,14 0-8-16,-13 1-8 0,13 1 19 0,0 2-17 15,0-2 7-15,0 3 4 0,0-2 0 0,0 1 23 0,0-1 10 16,0-2 6-16,16 2 3 0,-3-2-4 0,2-1 22 16,0-2 5-16,0 0 11 0,1-3 7 0,5-6-7 15,-5 8 18-15,3-8-3 16,-1 0 5-16,0 0 5 0,-1 0 0 0,-1 0-6 15,1 0-11-15,-4-13-10 0,1 1-23 0,-14 0 1 0,15-3-19 0,-15 1 0 0,0-3-26 16,0 0 2 0,0-2-1-16,0-2-24 0,0 2 25 0,0-1-20 15,-21 0 2-15,0 1-1 0,-2 3 3 0,-2 2-11 16,-4 1 13-16,2 3 5 0,2 10-27 0,-2-8-14 16,2 8-40-16,1 0-58 0,2 0-7 0,3 0-38 15,2 0-50-15,4 13-46 0,-1-2-76 0,14 0-89 0,-12 0-44 16,12 2-124-16,0-3-99 0,0 1-84 0</inkml:trace>
  <inkml:trace contextRef="#ctx0" brushRef="#br0" timeOffset="74343.02">27193 5725 2236 0,'0'-9'112'16,"0"2"36"-16,0 0 51 0,0 1 26 0,0 6-63 0,0-7 6 0,0 7-15 16,0-5-2-16,0 5-44 0,0 0-9 0,0 0-20 15,0-6-13-15,0 6 0 0,0 0-27 0,-11 0-22 16,11 0-3-16,0 0 0 0,-13 0-16 0,13 0 6 15,-13 0-7-15,-1 0-7 0,3 0 16 0,-2 8-11 16,-1 0 9-16,1 1-2 0,0 0 1 0,0 2 6 16,-1 0-11-1,2 0 2-15,0 1-10 0,1 1 1 0,11-1 4 16,-11 1 13-16,11 1-3 0,0-2 17 0,0-1-4 16,0 1-5-16,0-1 21 0,0 1-7 0,0-3 26 15,0 2 3-15,14-2-15 0,3-1 1 0,-1-1-17 16,2-7 12-16,3 8 7 0,0-8-3 0,0 0 11 0,1 0-11 0,-1 0 19 15,-3 0 11-15,1 0-8 0,-3 0 0 16,-2-10-6-16,-14 0-7 0,16-2 0 0,-16 1-1 16,0-2-18-16,0-3-14 0,0 1-4 0,0-4 1 15,0 1-3-15,0-2-1 0,0 2 5 0,0 1-9 16,-14 1 4-16,14 2 4 0,-17 3-8 0,17 3 5 16,-15 8-15-16,15 0-3 15,0 0-15-15,-14 0 5 0,14 0 2 16,0 0 12-16,0 0 10 0,0 0-4 0,0 9 12 0,0 2-25 0,0 1 4 15,0 0 6-15,0 2-5 0,0 1 11 0,0 0 3 0,0 1-20 0,0-1 14 32,0 0 1-32,0-1-5 0,0 0 16 0,17 0-14 15,-2-2-7-15,-15-1 24 0,19-2-25 0,-5 0 16 16,0-3 2-16,-14-6-9 0,16 9 16 0,-16-9-7 16,19 0 9-16,-6 0-5 0,-13 0-16 0,15 0 14 0,-15 0-6 15,13 0-2-15,-13-10 15 0,17-2-22 0,-17 1 17 16,13-1 4-16,-13-2-6 0,14-3 12 0,-14 0-6 15,13-1-7-15,-13-2 12 0,11 0 8 0,-11-2-19 16,0 0 24-16,16 0-20 0,-16 2-21 0,14 2 18 16,-14 0-16-16,14 2 4 0,-14 2 4 0,16 2 1 0,-16 3-19 15,18 1 4-15,-7 8-2 0,-11-9 9 16,17 9 0-16,-6 0 8 0,-11 0 11 0,19 0-30 0,-8 0 12 16,2 0 0-16,-13 0 2 0,16 0 4 0,-7 0-5 15,-9 0 2-15,14 0-19 0,-14 0 20 0,0 9 12 16,15-9-11-1,-15 0 10-15,0 0-15 0,0 0 8 0,0 0-6 0,0 0-6 16,0 0 26-16,0 0-19 0,0 0 18 0,0 0-7 16,0 0-6-16,0 0 10 0,0 0-17 0,0 0 20 15,0 0-19-15,0 0 2 0,0 0 1 0,0 0-20 16,0 0 6-16,0-9-10 0,-20 9 9 16,7 0 0-16,13 0-2 0,-18 0-4 0,2 0 2 15,3 0 7-15,-1 0 9 0,14 0 7 0,-17 11-13 16,0 0 15-16,4 1-14 0,13 0 8 0,-17 1-5 0,17 0-10 15,-13 1 7-15,13 1 4 0,0 0 9 0,0 0-1 16,0 1-8-16,0 0 4 0,0-2-9 0,0 1 8 16,0 0-3-16,0-1-3 0,0 0 2 0,13-3-6 15,0 0 9-15,0 0-12 0,6-3 15 0,-3 1 6 16,5-3 3-16,-4-6-7 0,5 9 0 0,-1-9-4 16,1 0 0-16,-1 0 2 0,-3 0-10 0,2 0 13 0,-2 0 0 31,3 0 9-31,-7-12 4 0,2-2-15 0,-3 1-15 15,1-2 10-15,-5-1 0 0,-9-1 4 0,16-3 11 0,-2-1-22 0,-2 1 9 0,-12-3-2 0,17 3 1 32,-4 0 5-32,1 2-14 0,-14 2 0 0,16 2-12 15,-2 2 5-15,-14 2 20 0,16 2-16 0,-4 8 10 16,-12-9 3-16,14 9-9 0,-14 0 6 0,18 0-11 0,-7 0 0 16,-11 0 4-16,14 0 2 0,0 0-1 0,-14 0 17 15,15 0-22-15,-15 0 11 0,14 10 15 0,-14-10-17 16,0 0 11-16,0 0-8 0,0 0 4 0,0 0-6 0,0 0-2 15,0 0 17-15,0 0-1 0,0 0-2 0,0 0 10 16,0 0-9-16,0 0-13 0,0 0 5 0,0 0-13 16,0 0 2-16,0 0 12 0,0 0-11 0,0-12 12 15,0 5-18-15,0 7-1 0,0-9-1 0,0 9 1 16,0 0 15-16,-16 0-21 0,16 0 13 16,-18 0 3-16,5 0-14 15,0 0 27-15,-1 0-18 0,2 0 7 0,0 11-4 0,12 0-9 0,-18 0 15 0,6 1-8 16,12 2 7-1,-16-1-1-15,16 1-1 0,-13 2 1 0,13 1-6 16,0 1 5-16,0 0-5 0,0 0-1 0,0 0 8 16,0 0 6-16,0-1 7 0,0 0-14 0,13 0 4 15,4 0-12-15,-1-1 3 0,6 1 15 0,0-3-3 16,2 1 4-16,5-3-12 0,-1 1 3 0,4-3 3 16,-1 0 3-16,3-3 13 0,-1-7-16 0,1 9 5 15,-2-9-1-15,0 0-10 0,-1 0 12 0,1 0-10 16,-4 0 12-16,1 0 1 0,-5 0-12 0,-1-12 6 15,-1 0 5-15,-6 0-9 0,2-2 1 0,-7-1-1 16,-11-2-11-16,14 0 3 0,-14-1 10 0,0-2-3 0,0 0-2 16,0 2 9-16,0-2-14 0,0 2 13 0,0 1-23 15,0 2 10-15,-16 1-4 0,16 3-9 0,-17 3 8 16,3 8-9-16,14 0 16 0,-16 0-18 0,2 0 16 16,14 0 0-16,-17 0-14 0,4 0 16 0,13 12 1 0,-15 4-5 15,15-3 7-15,-15 3-3 0,15 0-7 0,0 1 2 31,0 1 2-31,0 0 0 0,0 0 19 0,0 0-9 16,0-1-5-16,0-2 13 0,13 2-17 0,2-3 9 0,4 1 8 0,-2-2-18 0,5-1 10 0,0-2-12 31,4 1 2-31,-2-2 14 0,3-1-7 0,1-1 9 16,2-7 3-16,2 0-4 0,-2 0-12 0,0 0 8 0,-2 0-10 16,-1 0 0-16,-2 0 16 0,-6 0 0 0,2-13-8 15,-6-1 15-15,1 0-17 0,-4-1-3 0,-12-2 11 16,10-3-9-16,-10-1 7 0,0-4-5 15,0 0-5-15,0-5-5 0,0 0 17 0,0-1-5 0,0 2 3 16,0 1 0-16,0 2-19 0,-15 6 17 0,15 2-2 16,-15 5-13-16,15 3-4 0,0 10-20 0,-14 0-1 15,14 0-5-15,0 0-3 0,0 0 22 0,0 0 1 0,0 0 4 0,0 0 23 16,0 18-23-16,0 2 5 16,0 3 8-16,0 3-10 15,0 2-1-15,0 4 6 0,0 0 7 0,0 1 3 0,19-1 7 0,-6 1-5 0,-1-2 7 16,1-1-22-16,0-1 17 0,-1-3 0 0,-12 0-13 15,18 0 24-15,-4-2-10 0,-1-1-8 0,-13-1 0 16,16-1 6-16,-16-3-9 16,12-3 6-16,-12 0-1 0,14-4-9 15,-14-2 4-15,0-9 5 0,0 9 17 0,0-9-15 0,0 0 22 16,0 0 5-16,0 0 6 0,0 0 1 0,0 0-5 16,0 0-9-16,0 0-28 0,0-9 20 0,0-1-14 0,0 0 2 15,0-4 10-15,0-1-16 16,0 0 7-16,0-3-6 0,0 0-4 0,0-1 6 0,0 0 8 15,0-1 20-15,0 0 14 0,0-1-12 16,0-1-7-16,15 0-15 0,-15 1-3 0,0-1 31 0,15 1-9 16,-15 1 0-16,13 0 1 0,3 3-21 0,-3 1-3 15,-1 3-4-15,2 3-6 0,4 3 2 0,-2 7 13 16,-1 0-9-16,1 0-12 0,3 0 7 0,-3 0-6 16,3 0 7-16,-5 8-1 15,4 1-12-15,-4 0 7 0,-2 1-5 0,0 0 9 0,-12 1 7 0,0-2-15 0,9 1 5 16,-9 1 1-1,0-2 3-15,0 2 7 0,0-2-2 16,0-1 4-16,-19 1-10 0,-1 0-1 0,-4-1 2 16,0-8-10-16,0 11 5 0,-2-11 0 0,0 7 2 15,3-7 1-15,-1 0-1 0,5 0 26 0,2 0-2 0,4 0 7 16,13 0-28-16,0 0-19 0,-15 0 23 0,15 0-21 16,0 0 28-16,0 0 3 0,0 0-22 0,0 0 19 15,0 0-2-15,0 0-3 0,0 0-2 0,0 0-2 16,0 0 6-16,0 0-10 0,16 0 0 0,0 0 8 15,2 0-7-15,-1 0 7 0,4 11 7 0,1-11-11 16,3 8 8-16,2-8-3 0,-2 0 0 0,-1 0 4 16,1 0-7-16,-3 0 5 0,2 0-7 0,-3 0 8 0,-1 0 0 15,-1 0-3-15,-1-11 1 0,-1 0-4 0,-3 0-1 16,0-1 2-16,-1-3 5 0,-2-3 2 0,0-1 1 16,-11-2-12-16,11-4 8 0,-11-4-10 15,0-1 16-15,0-2-5 16,0-2-10-16,0-1-2 0,0-1-17 0,0-2 17 15,0 3 0-15,0 1 7 0,0 2 6 0,-11 3 0 16,11 3-9-16,-11 3 14 0,11 5 1 0,0 4-10 16,0 3 11-16,0 5-16 0,-11 6-18 0,11 0 21 15,0 0-14-15,0 0 2 0,0 0 16 0,0 0-27 0,0 0 17 0,0 14 8 16,0 1 5-16,0 3 9 0,0 4 6 0,0 1-11 16,0 3 4-16,0 3-6 15,14 2-12-15,-3-1 10 0,-11 1-24 0,15 1 11 16,-1-1-2-16,-5-1 6 0,-9-1 3 0,17-1 1 0,-4-3 5 15,0-3-13-15,0 0 8 0,-2-2 5 0,3-4 0 16,-1 0-22-16,1-4 10 16,2 1-8-16,-2-3-3 0,3-1 24 0,0-3-10 0,0-6 5 0,5 8 9 15,-1-8-8-15,0 0 1 16,1 0-5-16,0 0-8 0,-1 0 6 0,1 0 8 0,-5 0 1 0,0-8 2 16,-2-2 4-16,-2-3-18 0,-13 1 6 0,15-3-14 15,-2-1 5-15,-13 0 7 0,13-2-7 0,-13-2 34 16,0 1-14-16,0 1-2 15,0 0-9-15,0 0-25 0,0 2 6 16,0 3-10-16,0 1 18 0,0 1-33 0,-14 4 2 16,14 7 3-16,-13 0-15 0,-1 0 27 0,14 0-12 15,-16 0 10-15,-1 0 2 0,4 0 8 0,-3 12 8 16,3 1 8-16,-1 1-10 0,14 1 4 0,-14 0 10 16,14 1-5-16,0 0 10 0,0 1-5 0,0 1-11 0,0-1 9 15,0-2-1-15,0 1 4 0,0 0 4 16,0-2-12-16,18 1 6 0,-1-3-9 0,-3-1 9 0,0 0 3 15,5-2 0-15,-1-1 9 0,0-8-10 0,2 8 9 16,0-8-4-16,1 0-11 0,-1 0 16 0,1 0-10 16,-1 0 32-16,-4 0 4 0,5-8-9 15,-5-1 3-15,-1-1-39 0,0 1 20 0,0-3-2 0,0 0-7 0,-1-2 4 16,-1 0-15-16,-3 0 2 0,3 0 1 0,-2 1 20 16,2 0-17-16,-4 2-3 0,4 0 11 0,0 0-22 15,-4 4 10-15,4-1 11 0,-13 8-18 0,14 0 8 16,-3 0 0-1,2 0-3-15,-13 0 3 0,11 0 6 0,-11 0-6 16,12 0 3-16,-12 0 1 0,13 0-8 0,-13 0 8 16,10 0-5-16,-10 0 4 0,0 0 16 0,0 0-11 15,0 0-2-15,0 0-2 0,0 0-13 0,0 0 17 0,0 0 3 0,0 0-8 0,0 0 18 32,0 0-3-32,0 0-8 0,0 0 11 0,0 0-13 0,0 0 8 0,0 0-13 15,0 0-11-15,0-10 7 0,0 3-21 16,0-2 24-16,0 1-7 0,0 8-17 0,-13-9 10 0,2 9-3 15,0 0 13-15,1-8 2 0,-4 8-7 0,3 0-1 16,0 0 4-16,-5 0 2 0,3 11 6 0,1-2-5 16,1 1-8-16,0 1 10 0,11 1-1 0,-13 1-9 15,13 1 15-15,0-1-8 0,0 3 5 0,0-1 11 16,0-1-6-16,0 3 7 0,0-2-18 0,0-1 11 16,13 1-7-16,-1-1-6 0,6-2 12 0,-6 0 0 0,6-1-3 31,-2-2 6-31,1 0 11 0,1-9-20 0,0 8 14 15,-2-8 9-15,2 0-13 0,-1 0 8 0,-1 0-1 16,-2 0-11-16,0-11 11 0,-1 2 0 0,-1-3-3 16,-12 0-1-16,13-2-4 0,-13-1 11 0,14-4-23 15,-14-2 6-15,0-1 6 0,0-3-8 0,0-3 13 16,0-3-9-16,0-1-12 0,0-2 5 0,0 0 2 16,-17-2-5-16,3-1 10 0,-2 3-17 0,3-1 25 15,-2 5 7-15,3 1 2 0,0 5 28 0,12 2-34 0,-11 5 1 16,11 5-13-16,0 3-21 0,0 9 7 0,0-6-9 15,0 6 22-15,0 0 5 0,0 0 0 0,0 10 13 16,0 1-21-16,0 4 9 0,0 5 1 0,0 3 0 16,0 2 11-16,0 4-39 0,0 4 2 0,0 0-5 15,0 0-2-15,0 2 23 16,13-2 2-16,1-1-1 0,-3-1 1 0,3-2 0 16,-1-1 3-16,1-2 0 0,-1-1-12 0,-2-5 14 15,4 0-8-15,-3-3-4 0,0-2-17 0,1-3-53 16,-13-1-36-16,13-2-38 0,-13-3-18 0,14-6-8 0,-14 7-58 0,9-7-66 0,-9 4-36 15,8-4-55 1,-8 0-111-16,0 0-59 0,0 0-80 0,0 0-105 16</inkml:trace>
  <inkml:trace contextRef="#ctx0" brushRef="#br0" timeOffset="74566.07">29319 5515 3025 0,'-25'0'43'0,"8"0"37"0,7 0 50 16,10 0 77-16,0 0 13 0,0 0 14 0,0 0-28 15,0 0-60-15,0 0-40 0,0 0-52 0,21 0-9 0,2 0-26 16,6 9-7-16,4 0 4 0,5-1-10 0,5 4 4 16,4-1-38-16,7 0-111 0,-2-2-223 0,5 1-272 15,-2-2-282-15,4 0-85 0</inkml:trace>
  <inkml:trace contextRef="#ctx0" brushRef="#br0" timeOffset="74734.81">31212 6120 4232 0,'0'10'14'16,"0"-4"4"-16,0-6 0 0,0 0 1 15,0 0-15-15,0 0-12 0,0 0-90 0,0 0-173 0,0 0-304 16,0 0-408-16,0-5 4 0</inkml:trace>
  <inkml:trace contextRef="#ctx0" brushRef="#br0" timeOffset="76232.84">3528 8323 2757 0,'0'-5'36'16,"12"5"47"-16,-12-5 67 0,0 5 33 0,0 0 12 0,0 0-20 16,0 0-32-16,0 0 7 0,0 0-18 15,0 0-2-15,0 0 10 0,0 0-35 0,0 0 9 16,0 0 1-16,0 0-23 0,0 0 16 0,0 0-57 16,0 0-15-16,0 0-27 0,0 0 0 0,0 0 19 15,-16 0-4-15,0 0 36 0,-3 0-19 0,-2 0 3 16,-1 0-10-16,-3 0-13 0,0 0 6 0,2 0-2 15,1 0-2-15,4 0 10 0,0 0-4 0,4 0 19 16,14 0 7-16,-11-7-29 0,11 7 4 16,0 0-16-16,0 0-11 0,0 0-7 0,0 0-8 0,0 0-7 15,0 0 5-15,0 0 3 0,0 0 17 0,0 0-11 16,0 0-8-16,0 0 10 0,0 0-16 0,0 0 28 16,0 0 9-16,0 11 2 0,0-2 11 0,0 3-20 15,0 0-6-15,0 1 2 0,0 0 1 0,0 1 4 16,0 2 15-16,0-2-13 0,0 1 1 0,0 1-5 15,0 0-11-15,0 0 22 0,0 1-23 0,0-2 6 16,0 2 8-16,0-2-14 0,0 0 14 0,0-1-8 16,0-2 4-16,0 0-10 0,0-1 1 0,0-1 7 0,0-10-6 0,0 10 9 31,0-10-2-31,0 9-7 0,0-9 8 0,0 0-22 0,0 0 2 16,14 0 11-16,0 0-3 0,-14 0 9 0,18 0 0 15,-1 0-4-15,3 0 3 0,0 0 9 0,2 0-10 16,1 0-11-16,-2 0 10 0,1 0-47 0,-3 0-45 15,0 0-34-15,-5 0-82 0,-14 0-12 0,16 0-49 16,-16-6-63-16,13 6-59 0,-13 0-77 0,0 0-138 16,0 0-111-16,0-8-95 0,0 3 124 15</inkml:trace>
  <inkml:trace contextRef="#ctx0" brushRef="#br0" timeOffset="76428.86">3228 8541 3575 0,'0'0'32'16,"0"0"16"-16,0-5 18 0,0 5 27 0,0 0-16 0,0 0-2 0,0 0-7 16,0-7-29-16,13 7-15 0,1-5-4 0,0 5-29 15,5 0 16-15,0 0-3 0,5 0-46 0,1 0-52 0,2 0-101 32,0 0-111-32,1 0-142 0,-4 0-73 0,0 0-89 15,1 0-107-15,-3 0 169 0</inkml:trace>
  <inkml:trace contextRef="#ctx0" brushRef="#br0" timeOffset="77053.67">3928 8414 3695 0,'0'0'42'0,"0"-7"40"0,0 7 44 0,0 0 34 0,0-6-37 15,0 6-33-15,0 0-41 0,0 0-45 0,0 0-8 16,0 0 5-16,0 0-5 0,-17 0 8 0,4 0 10 15,-1 0-17-15,-2 8 2 0,2-8 15 0,-2 11-15 16,1-3 6-16,2 0-1 0,-1 1-12 0,14-3 2 0,-13 2 6 16,13-2-8-16,0-6 6 0,-12 10 9 0,12-3 0 15,0-7 12-15,0 10-2 0,0-2 10 0,0-8-8 16,0 7-3-16,0-7 7 0,15 8-17 0,-2-8 13 16,4 0-7-16,-4 0 2 0,4 0-1 0,-4 0 6 15,1 0 21-15,-1 0 16 0,-1 0 26 0,-12 0-14 16,12 0-9-16,-12-8 1 0,0-1-17 0,12 3 21 15,-12-3 18-15,0 2-19 16,0 7 22-16,0-11-11 0,0 3-12 0,0 8 4 0,0-8-18 16,0 8-18-16,0 0-14 15,0 0-14-15,0 0-15 0,0 0-15 16,0 0 3-16,0 0-9 0,0 0 4 0,0 0 16 0,0 0 6 0,0 0 4 0,0 11 15 16,0 0-1-16,0 4-7 0,0 2 13 0,16 2-9 31,-16 5-7-31,14 1 9 0,0 4-8 0,-14 4 0 0,15-1 11 0,-1 4-12 15,-1-2-9-15,-1 1 8 0,1 1 1 0,0-1 1 0,-1-1 10 16,-12-1-17 0,16-2 6-16,-2-3 2 0,-14-1-1 0,11-3 6 15,-11-2-8-15,0-3-1 0,0-2 14 0,0-5 0 16,0-1 21-16,0-2-1 0,0-9-26 0,0 0 14 16,0 0-7-16,0 9 20 0,-20-9 16 0,4 0-11 15,-3 0 9-15,1 0-25 0,-4 0 17 0,0-12-8 16,3-1-12-16,-3-3 12 0,2 1-10 0,0-4-3 15,3-2 7-15,0 0-10 0,1-2-7 0,3 0 12 16,13-2-15-16,-12 3 0 0,12 0 3 0,0 2-16 0,0 1-3 16,0-1 2-16,0 4-13 0,0 2 7 0,0 2-19 15,19 0-10-15,-3 3-25 0,1 9-6 0,-3-13-10 16,2 13-48-16,0-11-5 0,1 11-73 0,2-9-49 16,-5 9-52-16,2-7-100 0,-3 7-89 0,0 0-140 0,-13 0-129 15,17-9-109-15</inkml:trace>
  <inkml:trace contextRef="#ctx0" brushRef="#br0" timeOffset="77263.85">4477 8409 4487 0,'0'0'24'0,"0"0"9"0,0 0 9 0,0 0 10 0,0 0-28 0,0 0-2 16,0 0-12-16,0 0-28 0,0 0-38 0,0 0-102 16,0 0-151-16,0 0-139 0,14 0-180 0,-14 0-129 15,15 0-108-15</inkml:trace>
  <inkml:trace contextRef="#ctx0" brushRef="#br0" timeOffset="77436.23">4572 8575 4203 0,'0'0'63'0,"0"0"49"0,0 0 50 0,0 0 26 15,0 0-28 1,0 0-34-16,0 0-56 0,0 0-24 0,0 0-22 16,0 0-27-16,0 0 7 0,0 0-12 0,0 0-40 15,0 0-85-15,0 0-81 0,0 0-105 0,0 0-106 16,0 0-48-16,0 0-134 0,0 0-80 0,0 0-138 15</inkml:trace>
  <inkml:trace contextRef="#ctx0" brushRef="#br0" timeOffset="77932.02">5661 8391 3954 0,'0'0'76'0,"0"-7"81"0,0-1 54 16,0 8 44-16,0 0-46 0,0 0-61 0,0 0-36 0,0 0-26 15,0 0-19-15,0 0-16 0,0 0-8 0,0 0-23 16,0 0-8-16,0 0-16 0,0 0-5 0,0 0 12 15,0 0-2-15,0 0 21 0,0 0-11 0,0 12 8 16,0-3 9-16,0 1-2 0,13 1 20 0,-13 2-9 16,0 2 0-16,0-1-17 0,14 1-7 0,-14 0-9 15,0 0-9-15,13 0 14 0,-13 1-1 0,0-1 1 16,14-1 12 0,-14-1-15-16,13-1 0 0,-13-2 7 0,0 1-24 0,11 0 5 0,-11-11-107 0,0 11-85 0,0-11-111 15,12 7-118 1,-12-7-53-16,0 0-90 0,0 0-142 0,0 0-141 15,0 0 18-15</inkml:trace>
  <inkml:trace contextRef="#ctx0" brushRef="#br0" timeOffset="78461.25">6095 8442 3885 0,'0'0'66'15,"0"0"65"-15,0 0 53 0,0 0 53 0,0 0-49 0,0 0-40 16,0 0-19-16,0 0-45 0,0 0-12 0,0 0-16 16,0 0-29-16,0 0-7 0,0 0-3 0,0 0-5 15,0 0-11-15,0 0-5 0,0 0 14 0,0 0-15 16,0 0-3-16,0 0 17 0,0 0-36 0,0 9 31 16,0-9 11-16,0 12-24 0,0-1 21 0,0-2-20 0,0 3-2 15,0 0 17-15,0 2-7 16,-16 0 17-16,16 1 4 0,0 0-6 0,0-1 2 15,0 1 16-15,0 0-2 0,0-1 22 0,0 0 17 0,16 0-12 0,-2-1-8 0,3-2-4 16,4 0 12-16,1-11-10 0,3 12 17 0,5-12-13 16,0 0 2-16,2 0 19 0,1 0 29 0,-3 0 22 0,-1 0-19 15,-2 0-8-15,-4 0-11 0,-2 0-5 0,-2-13 15 16,-5 0-4-16,0 3-19 0,-1 0-10 0,-13-2-26 31,12-2-10-31,-12 1-8 0,0-3-21 0,0 0 12 0,0-1-11 0,0 0-5 16,0-1 12-16,0-1-12 15,0-1 12-15,0 1-6 0,0 1-6 0,-15 1 8 0,0 2-10 0,0 1 12 16,0 1-4-16,-2 3-9 16,-1 1 0-16,0 9-12 0,-1-7 17 15,-2 7-7-15,1 0-3 0,-1 0-3 0,0 0-23 16,-1 0-8-16,0 9-21 0,3 0-9 0,-3 0-12 16,2 0-4-16,2 1-25 0,1 0-38 0,4-1-48 15,13 0-26-15,-15 0-27 0,15 0-41 0,0-1-39 16,0 0-98-16,-12-1-66 0,12 0-136 0,0-7-111 0,0 0-143 0,0 10 113 15</inkml:trace>
  <inkml:trace contextRef="#ctx0" brushRef="#br0" timeOffset="78782.72">7011 8307 4800 0,'0'0'30'0,"0"0"33"16,0 0 38-16,0 0 36 0,0 0-32 0,0 0-22 0,0 0-48 0,0 10-32 0,0-10 11 15,0 9-15-15,0-9 21 0,0 11 5 0,0-1 4 16,0 0 21-16,0 1-4 0,0 2 7 0,0 2-33 31,0 2-4-31,17 1 14 0,-17 0-9 0,0 0 25 16,0 1 10-16,0 1-29 0,0-2 8 0,0 0-5 0,0-1-18 15,0 1 8-15,12-3-18 0,-12-1 10 0,0-3-9 16,0 0 10-16,0-11 9 0,0 11-5 0,0-11 9 16,0 9-7-16,0-9-5 0,0 0-2 15,0 0-3-15,14 0 5 0,-14 0 8 0,0 0 2 16,0 0-9-16,0 0-59 0,0 0-114 0,0 0-158 16,0 0-234-16,0 0-223 0,0 0-300 0,0 0-152 0</inkml:trace>
  <inkml:trace contextRef="#ctx0" brushRef="#br0" timeOffset="80117.97">8319 8505 2327 0,'2'-2'42'0,"0"-1"51"0,-1 1 70 16,-1 0 50-16,0 1-15 0,0 1-15 0,0 0-29 15,0 0-56-15,0 0-23 0,0 0-17 0,0 0-53 16,0 0 4-16,0 0 4 0,0 3-19 0,0 0 19 16,0 1-4-16,0-2-7 0,0 2 31 0,0 2-2 15,0-1 13-15,0 0 8 0,2 3-13 0,-1-2 4 16,4 2-5-16,-2-1 23 0,0 0-10 0,2 0 11 0,1 0 19 0,2-2-10 0,0 1 10 15,2-1-16-15,1-1-11 16,3 1-20-16,-1-3-5 0,2 0 11 0,1-2 5 0,0 0 19 0,-2 0 2 16,0-4-10-16,1-1 2 0,-4-1-18 15,0-2 5-15,-2 0-2 0,-1-2-5 0,-2-2 11 0,-1-1-19 32,0-1-6-32,-2-1 7 0,-1-1-5 0,-2 0 19 15,0 0 16-15,0 0-13 0,-5 0 7 0,2 0-16 16,-2 2-1-16,2 3-1 0,-2 2-15 0,2 2-7 0,0 3-24 15,1-1-9-15,1 3-12 0,-1 2 8 0,1 0 4 16,1 0 2-16,-2 5 9 0,2-1-10 0,0 4 7 16,0 0 4-16,0 3 3 0,0-1 6 0,0 2-2 15,0 2 9-15,0 0-5 0,6 1-14 16,-1-1 21-16,4-2-15 0,-1 2 18 0,0-3-6 0,4 0-9 0,0-1 9 16,1 1-15-16,4-4 24 15,-1 1-2-15,3-2-1 0,1-3 1 0,1-1 0 0,4-2-10 0,-1 0 7 16,1-5-5-16,2 0-2 0,-5-2 0 0,2-2 2 15,-2-2-2-15,-3-1-2 0,-3-1 5 0,-2 0-8 16,-1-1 0-16,-4-1 11 0,-2 0-9 0,-4-1-9 16,-3 0-3-1,0 0-4-15,0 1 15 0,-5 0 1 0,-4 1-3 16,-1 1-9-16,-1 2-7 0,0 2 2 0,-3 1 3 16,3 3 4-16,-2 0-8 0,1 4 1 0,0 1-2 15,1 0-11-15,0 4 18 0,3 1 1 0,2 2 1 16,-2-1 14-16,3 2-14 0,4 1 3 0,1 0 6 0,0 3-7 15,5 0 11-15,2 0-11 0,1 1 0 16,3 1 4-16,5 0-7 0,2 0 10 0,2 1-1 0,2 0 7 0,3 1 5 16,-2-3-21-1,0 1 11-15,-1 0-8 0,-2 1 2 0,-2-2 16 0,-2-1-8 0,-3 0 8 16,-3-3-13-16,-4 2-2 0,1-2 3 0,-5-1-2 16,-2-2 2-16,0 2 8 0,0-2 2 0,-5-1-6 15,-4 0 8-15,1-2-9 0,-2 2 0 0,-3-3-6 0,0 0 1 16,-6-1-29-16,1-1-49 0,-4 0-62 0,0-6-76 15,-3 0-61-15,-1-2-63 0,-1-1-73 0,-3-2-115 16,0 0-76-16,0 0-139 16,-1-2-67-16</inkml:trace>
  <inkml:trace contextRef="#ctx0" brushRef="#br0" timeOffset="80252.2">8474 8080 3238 0,'-6'-9'-3'0,"4"-2"3"0,-3 2-8 0,2 1-51 0,0 3-132 16,0 2-137-16,2 3-138 0,1 0-122 0,0 0-27 15</inkml:trace>
  <inkml:trace contextRef="#ctx0" brushRef="#br0" timeOffset="83466.57">10436 8364 2632 0,'-3'-6'70'15,"0"1"40"-15,-3-2 33 0,1 1 18 0,-3 0-41 0,3 1-18 0,-1 0-15 16,-2 1-6-16,0 0-26 0,2 1-15 0,-2 0 1 16,-1 2-14-16,-1 1 6 0,2 0-2 0,-4 0-28 15,0 4 9-15,1 1-11 0,-3 1-8 0,3 2 3 16,0 0 11-16,-2 3-5 0,5-1 4 0,0 1 11 0,1 2-15 16,2-1 5-16,0 1 7 0,3 0 7 0,2 0-1 15,0 0-1-15,2-2 15 0,5 1-7 0,-1 0 7 16,5-1 9-16,0 0-14 15,4-2 3-15,-2 0-8 16,6-3-8-16,-3 0-1 0,5-2-6 0,-1 0 15 0,1-4 4 16,-1 0 2-16,-2 0-1 0,2-5 3 0,-3-1 0 15,-2-2 11-15,0 0 12 0,-5-3-18 0,-2-2-4 0,-1 1-11 16,-3-3-18-16,-4 0 0 0,0-1 4 0,0 1-2 16,-6-2 7-16,-2 2 2 0,0-1 14 0,0 4 14 15,-3 0-6-15,2 2 8 16,0 1-27-16,2 4-22 0,-1 0-1 15,3 2-21-15,2 3 11 0,0 0 0 0,1 0 5 0,0 4 11 0,1 2 0 0,1 1 6 16,0 0-12-16,0 4 6 0,3 1-1 0,2 1 3 0,1 1 11 31,4 0-7-31,1 0 2 0,0 1 0 0,4-1-13 16,0 0 9-16,2 0 1 0,-1-3-5 0,3-2 6 0,-1 1-2 0,-1-3-6 0,-1 0 8 0,1-2 6 31,0-3-13-31,-2-2 12 0,-1 0-7 0,0 0-6 16,-3-5 19-16,0-1-12 0,0-2 3 0,-1-2 3 15,-1-1-7-15,-1 1 8 0,0-3-4 0,-3-1 24 16,3-2-3-16,-4 1 3 0,1 0 7 0,0 0-17 16,0-1-2-16,-2 0-3 0,3 0 0 0,-3 4-6 0,2 0-1 15,-2 1-6-15,2 1-5 0,0 0 1 0,1 4 4 16,0 1 12-16,1 1-15 0,-1-1 3 0,1 4-6 16,3 0-15-16,0 1 22 0,1 0-11 0,0 0 5 15,2 5 4-15,-2-3-3 0,1 2 1 0,1 0 7 16,-2-1-4-16,-3-1-17 0,-2 2 16 15,1-1-9-15,-4-1 11 0,0-1 16 16,2 0-19-16,-4-1 23 0,-1 0-4 0,0 0 28 0,0 0 33 16,0 0-16-16,0 0 2 0,-3 0-32 0,0-3-32 0,-1 0-1 0,0 0-6 15,-2-1 4-15,-1 0-3 16,1 0-5-16,-3-1-7 0,-1 2-9 0,-1 2 23 16,0 0 6-16,0 1-21 0,-3 0 14 15,1 0-17-15,2 5-1 0,-3 3 28 0,4-2-19 16,-2 3 1-16,2-1 4 0,2 1-13 0,2 1 22 15,-2 0-12-15,5 1-3 0,0 0 15 16,1 0 1-16,2 0 3 0,0 2 6 0,7-1-7 0,0 0-11 16,3 0 15-16,1 0-15 0,3 0 1 0,1-2 5 15,3 1-12-15,0 1 9 0,2-2 1 0,2-3-1 16,2 2 14-16,-1-3-11 0,0-1 3 16,2 0-11-16,-1-3 6 0,-2-2-2 0,0 0 2 0,0-4 15 15,-4-2-18-15,1 0 11 0,-2-4-13 0,-4 0 0 16,0-1 10-16,-1-3-3 0,-4 0 9 15,0 0-7-15,3-2-5 0,-5 0-7 0,2 0-2 16,-3 1 2-16,3-2 0 0,-2 2 4 0,-1 1 2 16,1 1 6-16,-1 2 3 0,0 3-6 15,1 1-7-15,0 1-6 0,1 2-10 0,-1 0 17 16,2 3 6-16,1 1 2 0,3 0-8 0,0 0-16 16,-1 0 14-16,4 4-6 0,0 0 11 0,0 0 1 15,2 1-7-15,-3-1 12 0,2 0 3 0,-5 0-4 16,2 0 0-16,-4-1-3 0,-1 0 6 0,-3-1 7 0,-2-2-5 15,2 2 8-15,-4-1-12 0,-1-1 1 0,0 0 6 0,0 0-8 16,0-3-7-16,0 0 10 0,-3-1-14 0,-3-1-2 16,1 0 8-16,0-1-12 0,-3-1 14 0,0 0-5 0,-4 1 7 15,2-2-3-15,-4 1 5 16,0 3 0-16,-2-1-17 0,3 0 1 0,-2 2-8 16,0 3 6-16,1 0 13 0,-2 0-2 0,2 6-4 15,2 0-14-15,-1 0-8 16,0 3 11-16,2-1 6 0,1 3 10 0,3-1 16 0,2 1-11 0,0 0-6 0,4 3 11 15,1-2-11 1,0 3 1-16,6-3 16 0,5 2-14 0,0 0 6 16,2 0 2-16,6 0-13 0,0-1 5 0,3 0 5 15,3-1-4-15,2 1-2 0,3-3 11 0,3 1-7 16,1-1 10-16,1-3 5 0,2 1-25 0,1-4 3 0,0 1-6 0,0-2 9 0,0-3 9 31,1 0 4-31,-4-5 2 0,0 0-6 0,-2-2-5 16,-3-1-3-16,-1-3 3 0,-4-1-8 0,-6-1 18 0,0-1 1 15,-3-1-9-15,-5-2 8 0,-1 1-17 0,-6-1-4 16,2-1 8-16,-6 1-5 0,0 0 5 0,-6 1 3 16,-2 1-8-16,-3 1 6 0,-1 1-16 0,1 2-1 15,-1 3 1-15,-3 1 6 0,2 4 2 0,-3 1-5 16,3 2 4-16,1 0-6 0,-1 5-4 0,2 3 18 16,-1 1-5-16,2 0-3 0,0 4 0 0,3-1 2 15,2 1 5-15,2 1-5 0,3 1 23 0,0 0-19 16,0 0 2-16,6-1 4 0,3 0-13 0,4 0 24 15,0 0-16-15,3-2-6 0,1 1 27 0,5-2-25 0,0-1 16 16,3-2 8-16,-2-2-16 0,5-1-8 0,1 0 0 16,-1-3-1-16,1-2-8 0,-1 0 26 15,2-7-3-15,-1 0-1 0,-3 0 5 0,0-3-12 0,-6-2 4 16,1-2 7 0,-4 0-9-16,-3-1-6 0,-2 0 10 0,-2-3-15 15,-2-2 9-15,-3 1 4 0,-3-1-8 0,-2 0 12 0,0 0 1 0,0-1 17 0,-3 3 6 16,-1 1 0-1,0 2-5-15,-1 2-10 0,0 3-18 0,1 3-12 16,2 2-15-16,1 5-3 0,-3 0-4 0,3 0 17 0,-1 7 10 16,0 1 3-16,1 2 9 0,-1 6-13 0,-1 2 14 15,3 3-10-15,0 3 8 0,0 2-5 0,5 3-9 16,0 1 9-16,1 1-12 0,3 2 16 0,1 0 2 16,0 1-2-16,2-1 6 0,-1-1-1 0,2 2-3 15,-1-2-7-15,0 0 5 0,0-2-5 0,-1-2-4 16,0-2 11-16,-1-2 7 0,-2-3-19 0,-2-3 20 0,2-3-15 15,-2-4-4 1,-3-3 24-16,0-2-15 0,-1-1 28 0,-2-5-11 0,0 0-3 0,0 0 1 0,0-5-15 16,0-1 10-16,0-2-10 0,-2-5 6 15,-1-2-17-15,2-4-1 0,-1-2 12 0,-2-3-20 0,2-1 20 16,-1-3-8-16,1-2-8 0,2 0 24 0,0-2-9 16,0 3 9-16,7-2 3 0,0 1-28 15,-2 1 12 1,3 1-7-16,3 4-2 0,2-1 20 0,-2 3-17 0,4 2 14 15,0 2-9-15,2 3-1 0,1 3-8 0,-1 2-9 16,3 1 18-16,-4 6-15 0,5-1 17 0,-3 4-4 16,2 0-13-16,-4 0 15 0,1 7-7 0,-4 0 3 15,3 0 3-15,-7 2-3 0,0 0 9 0,-2 1-11 16,-4 1 6-16,0 0 1 0,-3 1-11 0,0 0 20 16,-6-1-12-16,-2 0-2 0,-3 0 3 0,-2-1-12 0,-1-1 18 15,-2 0-2-15,-3-3 7 0,3-1 4 0,-4-1-18 16,1-1 5-16,3-1-6 0,0-2 7 0,2 0 2 15,3 0 2-15,0 0 8 0,3 0-12 0,1 0 12 16,4-2-8-16,-1 2-3 0,2-2 0 0,2 1-7 16,0 1 7-1,0 0-6-15,2 0 5 0,4 0-9 0,0 0 4 16,4 0-2-16,2 0 5 0,1 3 4 0,8 1-2 16,-4 0 5-16,8-1-13 0,1 0 12 0,0 2-7 15,1-2 1-15,2 0 7 0,-2 0-9 0,-2-2 10 16,2 0-5-16,-2-1 3 0,-3 0 8 0,1-4-9 15,-1-3 13-15,-2 0-13 0,-1-1 0 16,-1-3-7-16,-2-2 6 0,-1-3 6 0,-4-1-11 0,3-2 22 0,-4-2-16 0,-3-2 4 0,-3-2 1 16,1-1-15-16,-5-1 6 15,0-4-8-15,-6 1 9 0,-1-3 13 0,-2 1-11 16,-1 0 1-16,-4 1-5 0,1 0 3 0,-1 4 16 16,1 3 14-16,1 3 4 0,2 4-20 0,2 4-18 15,0 3-14-15,2 4-10 0,2 2-10 0,2 4-3 16,0 0 17-16,2 4 3 0,-1 2 22 0,1 1 3 0,0 3-12 15,0 2 11-15,0 3-10 0,0 2 14 0,0 2-4 16,5 3-5-16,-1 2 8 0,4-1-4 16,0 4 2-16,2-1-7 0,2 0 6 0,2 1 2 15,4-1-7-15,-2 1 11 16,4-2-10-16,2-2 11 0,-1 1 2 16,4-2 6-16,0-2-6 0,1-2-10 0,-2-2 23 15,1-2-7-15,0-2 4 0,0-2-3 0,0-3-14 0,-2-1-3 0,2-3 15 16,-1-3 3-16,-1 0 1 0,-3 0-10 15,0-4-3-15,0-4-8 0,-3 1 0 0,-2-3 6 16,-2 0-20-16,-1-1 28 0,-2-4-15 0,-2 1 13 16,-3-1-7-16,-2-1-25 0,-3-1 15 0,0 0-9 15,0 0 14-15,-5 0 0 0,-3 4-6 0,2 0 1 16,-2 1-13-16,-1 1-3 0,0 4-7 0,-2 0-11 0,2 4 12 16,-1 1 7-16,2 2-2 0,-4 0 9 15,2 4-2-15,1 2 10 0,-4 3 2 0,5 0 1 16,0 1-1-16,0 0-17 15,2 2 21-15,0 0 1 0,4 0 1 0,2 1-1 0,0 0-13 0,0 0 6 0,5 0 2 16,4-1 4-16,-1 0 2 0,4 0-15 0,2 1 1 16,0-4 13-16,3 1 1 0,3-2-2 0,-2-1 4 15,4-1 2 1,-1-3-7-16,1-1 14 0,2-2-11 0,-3 0-8 0,2-5 8 0,-2-1 0 16,-1-2 7-16,-2 0-17 0,-3-3 12 0,-2 0-5 15,0-3 1 1,-2 1 11-16,-2-1-15 0,-1-1 5 0,2 0-4 0,-6 1-3 15,4 0-3-15,-3 0 5 0,3 3-1 0,1 0 1 16,-2 1 0-16,-1 3-6 0,2-1-8 0,3 3 8 0,-3 1-3 16,2 1-6-16,0 3 12 15,3 0-2-15,1 0 7 0,-1 3 1 0,4 2-5 0,-2-1 4 16,2 3-9-16,-3-2 1 0,4 1 7 0,-7 1-7 16,0-2 16-16,0 1 2 0,-5-2-7 15,1 0 1-15,-2-2-6 0,-4-1 2 0,1 1 0 0,-1-2 2 0,-1 0 12 16,0 0-7-16,0 0 7 0,0 0 1 0,0-3-25 15,0 1 10-15,-3-3-9 0,-2 0-4 0,0 0 8 0,-3 0-5 16,-1-2 11-16,-2 0-9 0,0 0 9 0,-3 0-7 16,-1 0-1-1,1 2 5-15,-2 2-11 0,-1 1 0 0,1 2-6 16,1 0 3-16,0 0 9 0,0 5 7 0,3 3-6 0,-2 0 6 0,5 0-6 0,1 1-7 31,1 1 8-31,6 1-5 0,-4 1 14 0,5 1 1 0,0 0 9 16,9 1-10-16,-1 0-19 0,2 0 12 0,2 0-8 15,1 0 12-15,4 0 8 0,0-3-4 0,-2 0 1 16,3-3 3-16,1 0 2 0,-3-2-9 16,2-2 3-16,1-1 1 0,-3-3-2 0,1 0 9 0,0-4-3 15,-2-3-1-15,1 0 1 0,-2-2-6 0,1-2 3 16,-2-2-1-16,-3-1-10 0,1-4 6 0,-2-1-5 0,0-3 1 16,-5 1 8-16,0-4 1 0,-1-1-5 15,-2 0 9-15,-1-3 2 0,0 0-12 0,-4-1 13 16,0-2-9-16,0 1-2 15,-3 0 11-15,1 2 4 0,-3 0 9 0,2 3 1 16,-1 1 0-16,3 6-6 0,-2 2-19 0,2 4-12 0,0 4-16 0,2 3-17 0,1 3 8 16,-1 3 8-1,1 0 6-15,2 8 16 0,-3 3 9 0,2 3-3 16,-2 3-4-16,1 3 5 0,2 4-10 0,-1 3 7 0,1 2 3 0,0 1-7 0,3 2 15 0,1-2-15 16,3 2 16-16,1-1-5 0,0-1-14 0,2-1 22 31,2-1-36-31,-1-2-37 0,3-2-48 0,-3-3-72 15,3-2-30-15,-3-1-36 0,1-5-54 0,-2-2-53 16,-2-2-64-16,-1-3-37 0,-4-1-13 0,0-3-40 16,-3-2-52-16,0-5-92 0</inkml:trace>
  <inkml:trace contextRef="#ctx0" brushRef="#br0" timeOffset="83712.89">12871 7977 2367 0,'-19'4'17'15,"7"-2"34"-15,5-2 57 0,2 0 98 0,5 0 43 0,0 0 37 16,0 4-14-16,5 0-61 0,0 0-23 0,5 0-60 16,4 0-35-16,0 2-22 0,8-2-35 0,2-2-17 15,3 1-16-15,3-1-6 16,4-1-5-16,0 0-3 0,0 1-70 0,1-2-126 15,-3 2-192-15,-4-2-162 0,-2 0-156 0,-6 2-153 0</inkml:trace>
  <inkml:trace contextRef="#ctx0" brushRef="#br0" timeOffset="84917.05">15188 8166 2802 0,'0'-5'82'0,"0"-1"38"0,0 0 47 0,0 1 34 0,-4-1-32 0,1 0-5 0,-2 2-31 16,1-2-6-16,-2 2-22 0,-1-1-28 0,1-1 2 31,-2 2-26-31,-3 0-29 0,1 1 7 0,1 3-20 16,-4 0-7-16,4 0 0 0,-1 0-12 0,1 5 0 0,-1 2 21 15,2 2-4-15,0-1-4 0,-1 2-1 0,4 2-8 16,0-1 10-16,1 0 16 0,2 3 7 0,2-2 10 16,0 1 16-16,3 1 10 0,2-1 7 0,3 0-5 15,1 0-11-15,2-1-10 0,2-2 9 0,5 1-3 16,-1-2 7-16,2-1-3 15,3-2-18-15,-3-1 7 0,5-1-19 0,-2-2 7 0,1-2 10 0,-2 0 0 0,-2 0 20 16,1-5 6-16,-3-1-15 0,-2-1-11 0,-2-1-20 16,-1-2-17-16,-2-1 9 0,-2-2-10 0,-2-2 10 15,-1 0-15 1,-5-3-2-16,0-2 4 0,0-2-10 0,-6 1 19 16,-2-1-11-16,-3 0 2 0,-3 0 1 0,-1 3-10 15,-2 2 3-15,-1 1-8 0,-4 3-1 0,0 2 2 16,3 3 2-16,-3 3 2 0,0 0-7 0,2 5-5 15,2 0 6-15,-1 0-9 0,6 7 11 0,-2 0-4 16,4 1 14-16,2 1 15 0,0 1-11 0,3 1 4 16,1 0-12-16,3 3-13 0,2-2 11 0,0 2 19 15,5-1-9-15,2-1-1 0,2-1 0 0,1 0-11 16,2 0 7-16,4-4 27 0,0 1-18 0,6-3 2 16,-2-2 0-16,4 0-3 0,-1-3 5 0,0 0 4 0,4-6-17 15,-2-1 6-15,0-1 2 0,-2-3-3 0,0-1 16 16,-2-2-14-16,-2-1 13 0,-3 0-21 0,-3-3 11 15,-3 1-1-15,-2-1-15 0,-3-1 22 0,0 0-14 0,-3 1-4 16,-2-1 5 0,0 2-13-16,-4 0 1 0,0 2 3 0,-1 1-3 15,-2 2-1-15,-2 2 6 0,1 1-6 0,0 2-8 16,0 1 9-16,-1 4-16 0,1 1 26 0,0 1 1 0,0 0-4 0,2 3 4 0,-1 3-23 31,3-1 8-31,-3 1 4 0,6 1 9 0,-3 1 8 16,4 0-9-16,0 1 6 0,5 0 0 0,3 1-2 15,0-1 8-15,5 0-8 0,-1 0 3 0,4-1-4 16,-2-1 2-16,5-2 12 0,1-1-14 0,2-2 3 0,-2-1 5 16,1-1-13-16,1 0 28 0,-2-3 2 0,0-3 17 15,-5 2 5-15,1-1-4 0,-4 2-12 0,-4 0-16 16,1 1-6-16,-5 1-19 0,2-1 0 0,-3 2-5 16,-3 0 5-16,2 0 3 0,-2 0 4 0,0 4-3 15,0 0-4-15,2 2 1 0,-1 0 16 0,-1 2-2 16,2 1-6-16,0 2 4 0,-1 2-6 0,2 1-3 0,1 2 0 15,-3-1 17-15,4-1-20 0,-1 2 14 0,3 0 17 16,-2-2-31 0,-1 1 23-16,3-3-10 0,0 1-11 0,1-1 13 0,0-1-40 0,-3-1-55 0,3-2-70 15,0-2-73 1,-2 0-77-16,2-1-56 0,-3-1-112 0,3-2-110 16,-4-1-115-16,1-1-148 0,0 0 82 0</inkml:trace>
  <inkml:trace contextRef="#ctx0" brushRef="#br0" timeOffset="85925.28">16301 8246 2191 0,'7'7'37'0,"1"1"30"0,-3-4 28 0,3 2 25 16,-3-1-8-16,3 0 13 0,-5-1-6 0,0-1 12 0,0 0-8 15,-1-1 6-15,-1-1 19 0,-1 0 12 0,0 1 29 16,0-2-17-16,0 0 14 0,0 0-15 0,0 0-25 16,0 0-2-16,0-4-51 0,0 1-33 0,-4-2-19 15,0 1-24-15,1-3 6 0,-3-2 3 0,3 0 20 16,0-2 4-16,0-2-5 0,1-1 13 0,0-2-20 16,2-2-19-16,-3 0 4 0,3-1-13 0,0 0-12 15,0-2 18 1,0 3-20-16,5-1 21 0,-2-1-3 0,2 3-9 15,1 1 17-15,0 1-32 0,-1 2 10 0,3 2 3 16,0 1-13-16,-2 5 12 0,2 1-9 0,-1 2-9 16,1 2 14-16,2 0-1 0,-2 7-7 0,2 1 15 15,4 1-10-15,-3 2-7 0,3 2 26 0,1 3-20 0,-2 1 9 16,2 1 9-16,0 1-16 16,-1 0 16-16,0 2-11 0,0-1-2 0,-1-1-1 0,1 0-10 15,-3-2 12-15,0 0 3 0,0-2 3 0,0-1 6 0,-1-2-19 16,-1-2 12-16,-1-3-7 0,-1-1 8 0,-1 0 13 0,0-2-7 15,-3-3 12-15,2-1-7 0,-2 0 4 0,4 0-11 16,-3-3-11-16,2-3 8 0,1 1-3 0,-1-4-13 16,2 0 17-16,3-2-19 0,-3-1 17 0,0 0 1 15,3-1 1 1,0-1 12-16,0 0-19 0,2 0 13 0,-2-1-10 16,0 1 0-16,3 1 31 0,-1 1-15 0,-1 2 5 15,3 0-2-15,-2 2-28 0,1 2 21 0,0 2-13 0,2 3-5 0,-3 1 1 0,2 0-21 16,0 5 14-16,0 0-2 0,0 4 1 0,-2-1 12 15,0 4-9 1,-3-1 11-16,2 2-3 0,-2 0-5 0,-4-1-2 16,0 2 5-16,-2 1-7 0,-4-1 12 0,0-2 6 15,-6 2-16-15,-1-3 2 0,-1-1-7 0,-3-2 13 16,-1 1 0-16,-3-3 2 0,0 0-4 0,0-4-4 0,-4-1 7 16,3-1 0-16,-3 0 13 0,2-6-22 0,0-1 11 15,-1-3 10-15,2 1-11 0,2-2 9 0,3-1-18 16,-2-2-12-16,3-1 20 0,2 0-2 0,-1 1 13 15,5-1-6-15,-2-2-4 0,4 3-2 0,2-1-3 0,0 1 8 16,0 1-11-16,3 2 0 0,6 2-1 0,-2-1-4 16,1 3 0-16,0 1 9 0,6 1-6 0,-1 3 7 15,2-2-2-15,1 1-5 0,3 1 12 0,2-1-6 32,0 0-4-32,0 1 6 0,3-3 1 0,-3 0 9 15,3-1 9-15,-2 0-6 0,-2-1 0 0,-4-3 0 16,1 0-1-16,-4-2-4 0,3-2 6 0,-8-1-3 15,-2-2-6-15,1-1 8 0,-4-2-13 0,-2 1 3 16,2-3 23-16,-1 0 13 0,-2 0 16 0,0 0-2 0,0 4-4 16,0 0-6-16,-8 0-6 0,5 4 6 0,-2 3-1 15,2 3-23-15,-2 1-17 0,2 1-19 0,0 3-25 16,1 2 11-16,-1 1-4 0,0 0 7 0,3 0 20 16,-1 6-14-16,1 2 25 0,-2 0-9 0,0 4 2 15,-1 3 9-15,1 2-10 0,2 4 7 16,-1 0-3-16,1 4-5 0,0 1 5 0,0 2 4 15,3 1 0-15,4 0 4 0,-3 0-4 16,4 1-2-16,-2 0-6 0,1 0 6 0,1-1-1 16,4 0 6-16,-2-1 0 0,1-2 0 0,5-1 5 15,-4-3-15-15,6-3-21 0,-4-1-63 0,3-1-49 0,-2-5-48 0,0-1-23 0,-2-1-5 16,1-3-21-16,-3-2-25 0,2-2-43 0,-4-3-89 16,1 0-95-1,-4-7-46-15,0-1-40 0,-6-2-5 0,0-4-10 16,-6-1 56-16</inkml:trace>
  <inkml:trace contextRef="#ctx0" brushRef="#br0" timeOffset="86125.93">16891 7903 2649 0,'-8'-1'48'0,"4"0"75"0,4 0 38 0,0 1 49 16,2 0-26-16,4 0-28 0,4 4-11 0,-1-1-33 15,7 2-12-15,3-1-33 0,6 0-10 0,2 0 0 16,1 0-11-16,2 0-11 0,2-1-8 0,1-2-16 15,-1 2 7-15,0-3-9 0,-4 0-7 0,-1 0 7 16,-5 0-20-16,-1 0-16 0,-2-3-119 0,-7-1-129 16,1 0-152-16,-4-2-110 0,-4 1-57 0,-2-2-61 15,-1 0 33-15</inkml:trace>
  <inkml:trace contextRef="#ctx0" brushRef="#br0" timeOffset="86496.5">17626 7846 2730 0,'-2'-3'89'0,"1"-2"41"0,1-1 74 0,0 1 52 0,0-1-55 0,3 3-5 15,0-2-46-15,1 0-28 0,1 0 0 0,2 0-19 31,1-1-1-31,0 2-11 0,2-1-6 0,2 2 5 16,3 0-26-16,-2 0-12 0,4 1-15 0,-2 0-15 16,2 1 14-16,1 1-6 0,0 0 5 0,0 3-13 0,2 2-13 15,-1 0 6-15,-1 1-35 0,1 2 8 0,-5 0-2 16,3 3-3-16,-4 1 25 0,-1 1-7 0,-2 2 17 16,-2 1-3-16,1 2-6 0,-6 0 8 0,-1 3-11 15,-2-2 1-15,0-1-12 0,-3 2 14 16,-5-1-7-16,2-1-5 0,-2-1 17 0,-2 0-22 15,0-1 7-15,-2 0 4 0,1-1 0 0,-1 0 2 16,0-1-28-16,0-1-49 0,1-1-70 0,0 0-85 16,1-2-96-16,-1 1-97 0,3 0-124 0,-1-2-95 15,3 1-115-15,-2-1-9 0</inkml:trace>
  <inkml:trace contextRef="#ctx0" brushRef="#br0" timeOffset="86704.46">17649 8652 4754 0,'-6'4'73'0,"1"-2"83"0,5-2 46 16,0 0 58-16,0 0-38 0,0 0-91 0,0 0-45 0,0 0-58 0,0 0-38 31,0 0 20-31,0 0-12 0,0 0-8 0,0 0-76 16,0 0-100-16,0 0-115 0,0 0-163 0,0 0-158 15,0 0-164-15,0 0-252 0,0 0 36 0</inkml:trace>
  <inkml:trace contextRef="#ctx0" brushRef="#br0" timeOffset="89706.67">5503 10876 1733 0,'-9'0'54'0,"1"-3"33"0,2 0 45 0,-1 0 41 0,-2 0-12 0,3 0 1 15,1 2 21-15,0 0 9 0,2 0-20 0,-1 1-7 32,1-1-44-32,2 1-25 0,-2 0-14 0,3 0-13 15,-2 0 4-15,2 0-19 0,0 0-3 0,0 0-3 16,0 0-17-16,0 0 9 0,0 0 21 0,0 0 10 16,6 3 19-16,-1-2 13 0,2 2-17 0,4 0 10 15,4-3-28-15,3 3-17 0,7 0 11 0,2 0-5 0,6 2 5 0,-1-1 0 16,6 0-6-16,1 0-1 15,1-1 9-15,1 2-7 0,0-1 2 0,0-1-15 16,-1-1-3-16,-1 1 15 0,-3-2-17 0,-2 0 1 0,-4 0 10 16,-7-1-20-16,-2 0 3 0,-4 0-10 0,-2 0-20 15,-6 0 10-15,-3 0-5 0,-1 0-2 0,0 0 10 0,-5-2-9 16,2 2 2-16,-2 0-8 0,0 0 0 0,0-2-16 16,-5 0-58-16,0 0-39 0,3-1-75 0,-1 1-55 15,-3-2-36-15,0 1-61 0,1-3-75 16,-3 1-87-16,-2-1-59 0,0 2-82 0,-2-2-25 15,0-1 60-15</inkml:trace>
  <inkml:trace contextRef="#ctx0" brushRef="#br0" timeOffset="90084.69">5902 10746 3637 0,'0'0'54'16,"0"-7"61"-16,0 7 32 0,-13-8 31 0,13 8-26 15,0 0-45-15,0 0-18 0,0 0-36 0,0 0-7 16,0 0-11-16,0 0-6 0,0 0 7 0,0 0-2 16,0 0 12-16,0 0 10 0,0 0 0 0,0 0 0 15,0 0 19-15,0 0-20 0,14 0 11 0,-1 0-12 16,1 0-25-16,4 11 19 0,-1-11-21 0,4 11 11 0,-1-3 0 16,2-8-15-16,-1 13 2 0,1-4-2 0,0 0-22 15,-3 0 2-15,2 1 5 0,-4-2-7 0,1 2 6 16,-3-10-25-16,-2 12 17 0,-13-3-15 0,15-9 17 15,-15 12 20-15,0-1-23 0,0-3 10 0,0 1-6 16,0 2-3 0,0 0 12-16,0-1 13 0,0 3-9 0,-17-1 16 15,3 0-4-15,-2 0-6 0,0 0 10 0,1-1-3 16,-1 1-1-16,-2-12-14 0,4 13 4 0,-2-3-27 0,2-10-5 16,0 13-2-16,14-13 0 0,-16 9 36 0,16-9-18 15,-16 0 27-15,16 10-43 0,0-10-73 16,-13 0-38-16,13 0-109 0,0 0-37 0,0 0-30 15,0 0-60-15,0 0-53 0,0 0-47 0,0 0-98 0,0 0-61 0,0 0-30 0,0 11-9 16</inkml:trace>
  <inkml:trace contextRef="#ctx0" brushRef="#br0" timeOffset="91182.39">6194 11161 3023 0,'0'8'0'0,"0"-8"36"0,0 0 31 0,0 0 19 0,0 0 31 15,0 0 1-15,0 0-20 0,0 0 10 0,0 0-28 16,0 0-10-16,0 0 28 0,0 0 1 0,0 0 11 31,0 0 11-31,0 0 2 0,0 0-16 0,0 0 19 16,0 0-17-16,0 0-6 0,0 0 25 0,0 0-5 15,0 0 25-15,0 0-5 0,0 0 0 0,0 0-33 16,0 0-23-16,0 0-9 0,0 0-33 0,0 0 13 16,0 0-9-16,0-12-4 0,0 2 7 0,0-2 7 15,0 0 13-15,0 0-1 0,-14-3-5 0,14-2-4 16,0-1-22-16,-16-1-9 0,16-2-1 16,0 0-9-16,-13-3 11 0,13 2-9 0,0-2-1 0,0 1 11 0,0 1-14 0,0-1 4 0,0 3 8 31,0-1 0-31,0 1 12 0,0-1 5 0,13 2 0 0,1 1-6 0,-14-1-4 0,13 0-6 0,0 1-3 31,-1 2-12-31,0-1-3 0,0-1 0 0,1 1-13 16,-2 2 14-16,5-2-5 0,-4 0 5 0,4 0 3 0,0 1-5 15,1 0-3-15,-1-1 0 0,3 2 3 16,0 1-12-16,-3 1 7 0,4 4-4 0,-5-1-14 0,4 10 23 0,-5-9-12 16,3 9-1-16,-2 0 13 0,0-8-11 15,1 8 11-15,-2 0-19 0,1 0 10 0,2 0-4 16,-1 0-2-16,1 0 6 0,2 0-7 0,0 0-1 15,0 0 2-15,3 0 19 0,-1 11-20 0,2-2 2 0,1 2-3 16,1 0-11-16,-2 0 17 0,4 2-7 0,-4-1 14 16,2 1-11-16,-4 0 1 0,1 1 4 0,0 1-12 15,-1-1 13-15,-2 0-9 0,-2 0 8 0,1 0-12 16,-3 0 3-16,1 1 4 0,-2 0-6 0,-1 0 15 31,1 0-13-31,-4 0 3 0,-10 0 7 0,16 0-3 0,-5 1 9 16,-11-1-9-16,11 0 4 0,-11 1-7 0,12-1-1 15,-12 1 14-15,0-1-18 0,13 1 10 0,-13 0-10 16,0 0 5-16,0-1 5 0,10 2-8 0,-10 0 15 16,0 0-14-16,0 0 7 0,0 0 8 0,0 0-12 15,0 1 15-15,0 0-12 0,0 1 5 0,0 1 2 16,0-1-13-16,0 1 20 0,0-1-4 0,0-1-4 16,0 0 8-16,0-1-23 0,0 0 19 0,-13-2-10 0,13-1 1 15,-14 1 20-15,14-2-37 16,-13 0 24-16,13 1-9 0,-13 1-12 0,-1-2 24 15,14 1-17-15,-16-1 7 0,2 0 14 0,1 0-17 16,1-3 18-16,-2 1-12 0,0 0 3 0,1-1 16 16,-2-1-10-16,1 0 4 0,-2 1-14 0,2-2 8 15,-2 1-1-15,-3-3 2 0,2-6 15 0,0 10-15 0,-2-4 8 0,-2-6-6 0,2 8-19 16,-3-8 18-16,4 0-19 0,-2 6 9 0,0-6 12 16,2 0-24-16,-2 0 19 0,2 0-1 0,-2 0 2 15,1 0 11-15,1 0-12 0,-1 0 11 0,2 0-7 16,-2-9-8-16,0 1 17 0,3 8-25 0,-3-10 14 31,3 1-12-31,-3 1 0 0,2 0 9 0,0 0-17 16,-2 0 26-16,4-1-19 0,-3 0 4 0,1 1 16 15,0-2-22-15,3 1 25 0,-3-1-8 0,2 0-23 16,1 0 16-16,0 1-18 0,0-3 8 0,1 0 3 16,-1 0 0-16,14-1 10 0,-14-1-8 15,1 2 11-15,13-3-12 0,-17 1-7 0,5-1 3 0,12 1-6 16,-14 2-1-16,14-1 10 0,-13-2-11 0,13 2 14 0,0 0-4 15,0 1-15-15,-12-1 30 0,12 2-16 0,0 0 2 0,0 3 4 16,0-1-22-16,0 9 5 0,0-9 4 0,0 9 9 16,0-9-20-16,0 9-11 0,0-7-8 15,0 7-26-15,0 0-4 0,0-7-32 0,0 7-31 0,0 0-22 16,0 0-61-16,0 0-25 0,0 0-68 0,0 0-54 16,0 0-35-16,0 0-67 0,0 0-70 0,0 0-85 15,0 0-133-15,0 0-109 0,0 0-70 0</inkml:trace>
  <inkml:trace contextRef="#ctx0" brushRef="#br0" timeOffset="91665.81">6449 11017 2278 0,'0'0'91'0,"0"9"25"16,0-9 43-16,0 12 36 0,0-4-56 0,0-1 18 0,0-7-38 0,0 8 16 16,0-8-4-16,0 8-4 0,0-8 35 0,0 0-8 0,0 0 5 15,0 0 12-15,0 0 0 0,0 0-8 32,0 0-13-32,0 0 2 0,0 0 3 0,0 0 3 0,0 0 29 15,0 0-50-15,0 0-16 0,0 0-29 0,0 0-46 16,0 0-1-16,14 0-16 0,-14-14 9 0,13 2 8 15,-13-1 20-15,12 0 7 0,-12-1-12 0,13-1 2 16,-13-1-12-16,14-2-11 0,-14 0-3 16,14-1-5-16,-14 0-2 0,16 0 1 0,-6-1 11 15,-10 2 1-15,11 0-1 0,-11 1 2 0,0 3-21 0,14-1 8 16,-14 3 0-16,0 1-11 0,0 3 5 0,11 8-26 16,-11-10-4-16,0 10-1 0,0 0-12 0,0 0 4 15,0 0-17-15,0 0-4 0,0 0 24 16,0 0-8-16,0 0 15 0,11 0 16 0,-11 0-18 0,0 12 16 15,14 0-7-15,-4 0-13 16,-10-1 12-16,16 3-14 0,-4-2 16 0,0 2 1 0,-12 0-9 0,15 1 17 0,-2 0-15 16,-1-1 4-1,-12 1 2-15,15-3-4 0,-3 2 5 0,-12-1-31 0,13-1-20 0,0-1-71 0,-13-1-65 16,12-10-54 0,-12 12-48-16,13-1-16 0,-13-11-18 0,0 10-42 0,12-10-75 0,-12 7-39 0,0-7-112 15,0 0-48 1,0 0-55-16,0 0-81 0</inkml:trace>
  <inkml:trace contextRef="#ctx0" brushRef="#br0" timeOffset="91894.31">6533 10908 3331 0,'0'6'51'15,"0"-6"38"-15,0 0 36 0,0 0 44 0,0 0-16 0,0 0-4 16,0 0 1-16,0 0-18 0,0 0-19 0,0 0-13 15,0 0-24-15,12 0-28 0,-1 0-23 0,2 0-15 16,4 0-12-16,-1 0 2 0,3 0 10 0,-2 0-45 16,1 0-65-16,-1 0-118 0,-2 0-140 0,-3 0-118 15,-1 0-161-15,-11 0-111 0,13 0-79 16</inkml:trace>
  <inkml:trace contextRef="#ctx0" brushRef="#br0" timeOffset="92613.47">7306 10890 1697 0,'-5'0'11'16,"0"2"42"-16,2-2 23 0,-2 0 21 0,2 1 9 0,-3-1-16 0,3 0-2 15,-2 3-10-15,2-3-6 0,0 0-8 0,-1 2-5 16,3-1 17-16,-1 0 13 0,1 0 27 15,-1 0 5-15,2-1 3 0,0 1-1 0,0 0-4 16,0 0 16-16,0-1 13 0,0 3 36 0,3-1 6 16,2 0-8-16,0 0-7 0,3 0-43 0,4 1-12 0,1 0-9 15,4 0-23-15,4-1-1 0,4 1-16 0,4 0-7 16,4-1-10-16,5-1 5 0,6 2-20 16,2 0-2-16,6-2-9 0,3 0-4 0,4 1-1 15,1-1 3-15,5 0 16 0,1-1 0 0,-1 0 6 0,0 0 15 0,-2 0 10 16,-1 0 1-1,-4 0 21-15,-4-3-19 0,-8 1-19 0,-4 1 3 0,-5-2-25 0,-4 0 3 0,-8 2-2 32,-4 0-11-32,-3 0 2 0,-6 0-3 0,-3 0-1 15,-2 1-7-15,-2-1-5 0,-4 1-6 0,1 0-4 0,-2 0 6 16,0 0-8-16,0 0 8 0,0 0-5 0,0 0-4 0,0 0 3 16,0 0-8-16,0 0 3 0,0 0-9 0,0 0 18 15,0 0-13-15,0 0 6 0,-3 0 7 16,3 0-30-16,-3 0-10 0,1 0-41 0,2 0-43 15,-2 0-45-15,1 0-31 16,-1 0-43-16,-1 0-48 0,1 0-12 0,-4 0-87 0,0 0-65 0,0 0-59 16,-4 0-74-16,-1 0-41 15,-2 0-32-15,-1-3 45 0</inkml:trace>
  <inkml:trace contextRef="#ctx0" brushRef="#br0" timeOffset="93278.33">8041 10786 3054 0,'0'0'53'16,"0"0"25"-16,0-7 53 0,0 7 39 0,0 0-24 15,0 0 17-15,0 0-35 0,0 0-18 0,0 0-10 0,0 0-17 16,0 0 27-16,0 0 2 0,0 0 17 16,0 0 11-16,0 0-34 0,0 0 24 0,19 10-16 15,-5-10-28-15,0 11 6 0,2-11-38 0,1 11 4 16,3-3 1-16,0-8-10 0,2 11 5 0,1-1-22 15,0-10 2-15,2 12-1 0,-1-3 2 0,-3-9-35 16,1 12-7-16,-3-4-7 0,-3-8-13 0,-2 9 32 16,-14-9 12-16,14 0-17 0,-14 10-6 0,0-10 4 15,0 0-8-15,0 8 8 0,0-8 4 0,0 11 11 0,0-11-8 16,0 11 13-16,0-2-6 0,0 1-12 16,0-10 14-16,-18 14-9 0,3-2 13 0,2 0-12 15,-2-2-3-15,2 3 14 0,-3-2-17 0,3 1 14 0,-2 1-14 0,2-4-7 31,0 3 15-31,13-12-8 0,-16 13 19 0,4-13-13 0,12 13 2 16,-13-13-2-16,13 12-22 0,0-12-12 0,0 0-35 16,-13 10-54-16,13-10-51 0,0 0-46 0,0 0-45 15,0 0-46-15,0 0-66 0,0 0-40 0,0 0-58 0,0 0-73 0,0 0-34 16,0 0-90-16,-12 0 13 0</inkml:trace>
  <inkml:trace contextRef="#ctx0" brushRef="#br0" timeOffset="93992.42">7726 10122 3306 0,'2'-1'87'0,"0"-1"63"0,-1 0 44 0,1 2 47 0,-1 0-46 0,-1-3-39 0,2 3-44 15,-2 0-50-15,2 0-47 0,-1 0-19 0,-1 0 1 16,0 0 6-16,0 3 6 0,2 2-1 0,-1-1 11 15,-1 3 30-15,2 0 8 0,1 2-3 0,0 2-10 16,0 1-11-16,0 2-13 0,2 1 6 0,0 2 16 16,-2-2-19-16,2 2 6 0,1 0 0 15,-3-3-7-15,2 1-2 0,1-1 6 0,-1-3 3 16,-3 2-7-16,1-3 8 0,1-1-4 16,-2-1-6-16,0-1-3 15,-1-2-5-15,-1 1 1 0,0-3-10 0,0 0 9 16,0-3 2-16,0 1 5 0,0 0 10 0,0-1-22 15,0 0 14-15,0 0-6 0,0 0-2 0,0 0 17 0,0-2-27 16,0-1-36-16,0 0-73 0,0 2-96 16,2-2-139-16,-2 1-154 0,0 0-170 0,0 2-160 0,0-2-138 0,0 1 153 15</inkml:trace>
  <inkml:trace contextRef="#ctx0" brushRef="#br0" timeOffset="96375.09">8578 11046 1068 0,'0'1'41'0,"0"0"26"0,0 0 34 0,0-1 45 0,0 0-12 15,0 0 24-15,0 0 1 0,0 0-8 0,0 0 6 0,0 0-6 16,0 0 4-16,0 0 38 0,0 0 14 15,0 0 14 1,0 0 15-16,0 0-20 0,0 0-16 0,0 0-30 16,0-2-27-16,0 1-38 0,0-2-6 15,0 0 1-15,0-1-24 0,0 0 25 0,0-2-9 0,0 2-15 16,0-1 8-16,0-2-27 0,0 0 5 0,0 0 4 16,0 0-5-16,0-2 1 0,0 2-10 0,0-2 9 0,0-1-1 15,-4 0-10-15,4-1 4 0,0 0-13 0,0-1 8 16,0-2 1-1,0 2-2-15,0-1 7 0,0 0-8 0,0-1 13 0,0 2-15 0,4-2-17 0,0 0-6 16,-1 2-16-16,0-3 11 0,2 1 5 16,0 1 8-16,-1-1 4 0,4-1 0 15,0 3-6-15,0-3 7 0,-1 1 3 0,3 1 2 16,-2 0 6-16,0 1-13 0,0-2 5 0,1 2-9 0,-1 0-8 0,2 1 9 16,1 0-11-16,0 0-2 0,0 0 1 0,2 1-5 15,0 1-3-15,1 0 0 0,0 0-1 0,3 1-1 16,-1-1 1-16,3 3 0 0,-3-2 2 0,6 2 3 0,-2-1 0 31,3 0-3-31,1 2-4 0,-1 0-3 0,2 0 1 16,1 1 6-16,-4 1 6 0,3 1-3 0,-1 0 5 0,1 0-11 15,-1 2 3-15,-2 0 2 0,0 0-9 16,3 0 3-16,-4 4-1 0,3 1-8 0,-2-3 7 16,1 3 5-16,-2 0-20 0,1-1 15 0,0 2-2 0,-1 0-4 15,1-1 11-15,0 3-12 0,-1-1 4 0,-2 1-9 16,1 0 2-16,1 0 2 0,-4-1-2 15,5 3 16-15,-4 0-12 0,2-1-2 0,-1 2 5 16,1 0-20-16,0 2 20 0,0-2-4 0,-2 1 5 0,1 3 2 16,-3-3-7-16,1 1 12 0,-1 0-24 0,1 1 14 15,-4 0 5-15,3 0-14 0,-5 0 19 0,3 0-12 16,-3-1-2-16,-1 1 8 0,0 0-14 0,-1 0 22 16,0 0-16-16,0-2 1 0,-2 2 4 0,-1-1-10 15,1 1 20 1,-1 1-1-16,0-1 1 0,-1-2-6 0,-2 2-10 15,2 1 11-15,-2-1-7 0,0 0 6 0,-1 1 8 16,-1 0-17-16,1 0 22 0,-2 0-6 0,2 1-9 16,0-1 13-16,-2-1-20 0,0 1 15 0,0-1 11 0,0 1-8 15,0-1 21-15,-6-1-30 0,3 1 7 0,0 1 1 16,1-3-19-16,-2 2 31 0,0-2-12 16,-1-1 5-16,1 0 12 0,-4-1-13 0,3 1 9 0,1 1-8 15,-3-1 3-15,2 0 6 0,-4 1-13 0,1-1 9 16,2 1-8-16,-1-3-3 0,-2 2 15 0,1-1-7 15,0 1 4-15,0-2 4 0,-3 1-23 0,3 0 21 16,-3 0-5-16,0 0-3 16,0 0 21-16,-3 1-25 0,3-2 12 0,-2 1-10 0,-1 0 5 0,1-2 8 0,-1 0-21 15,1 0 20-15,-2 0-13 16,0-1 0-16,1 0 23 0,1 0-16 0,-1-2 3 16,-2 2 3-16,4-2-26 0,-2 1 17 0,2-2-13 15,0 1 6-15,-1-1 6 0,2 0-13 0,0-1 9 0,-2-1-6 0,1 1-3 0,2 0 1 31,-3-2 12-31,0 2-3 0,0-2-6 0,-3 0 6 0,3 0-20 0,-2-1 12 16,0 0-3-16,2 0-6 16,-4 0 15-16,0 0-12 0,1-3 13 0,-1 0-3 15,-1 2-9-15,1-2 10 0,-1-1-6 0,-1 1 5 16,1-1 4-16,2 1-22 0,-2-1 18 0,2 1-11 16,-1-1-2-16,-1 0 16 0,1 0-27 0,0 0 22 15,-1-2-3-15,1 1-13 0,3 0 28 0,-2 0-27 0,2 1 13 16,-1-1 8-16,0-2-13 0,2 2 15 15,-3-2-16-15,3 0 14 0,1 0 5 0,-1 0-15 0,-1-1 18 16,3 0-18-16,-2-1-9 0,-1 0 19 0,1-3-18 16,-1 0 8-16,3-1 6 0,-3 0-20 0,1-1 7 15,1-1 1-15,-1 0-3 0,0-1 14 0,1 1-6 0,1 0-2 16,-1 0-2-16,2 0-9 0,0 0 2 0,4-1 8 16,-2 1-8-16,0 0 11 0,2-2 2 0,-1 0-19 15,2 1 20-15,-4 1-9 0,3-2 3 0,1 2 8 16,0 1-20-16,0-1 15 15,-1 1-13-15,0 0-1 16,1 1 18-16,2 1-16 0,0-1 5 0,0 2 6 16,-1-1-7-16,1 1 6 0,0 1-8 0,3-1 1 15,-2 2 1-15,2 0-5 0,0 1 21 0,0 0-17 0,0-1 5 16,0 3 6-16,0-1-16 0,2 0 13 0,1 2-20 16,0-2 22-16,1 3-9 0,0-1-9 15,0 0 11-15,-1-1-33 0,3 3 11 0,0-1-1 0,-1 0 0 16,0 0-5-16,0 0-25 0,-2 0 8 0,2 1-21 15,-1 0-19-15,-1 2-12 0,0-1-33 0,-1-1-42 16,0 2-22-16,-1 1-45 0,1-2-69 0,-2 1-61 16,0 1-69-16,1-1-59 0,1 1-70 15,-2-1-105-15,0 1-63 0,0 0-92 0,0 0-86 0,2-2 198 16</inkml:trace>
  <inkml:trace contextRef="#ctx0" brushRef="#br0" timeOffset="96853.82">9111 10931 2990 0,'4'0'80'0,"-1"0"55"0,-2-4 55 0,1 2 59 0,-2-2-37 16,0 1-17-16,0 0-25 0,0 0-32 0,0-1-31 15,-5 0-14-15,2 1-11 0,1-2-23 0,-3 2-8 16,2 0-9-16,-3 0-21 0,0 1-2 0,-2 0-3 16,1 0-10-16,-2 0 9 0,1 1 0 0,0-1-10 15,-3 2-2-15,0 0-5 0,2 0 3 16,-4 5 6-16,2-1-6 0,1 0 0 0,0 0 0 16,-2 4 8-16,4-1-10 0,-2 1 12 0,2 1-1 15,0-1-1-15,1 2 13 0,2 1-13 0,-1 0 10 16,2 0-6-16,0 1 13 15,4 0 6-15,0 0-1 0,0 1 17 0,5 0 4 0,0-1 6 0,1 1 4 0,2 0-2 16,2 0-11-16,2-2 1 0,-1 2-1 0,6-3-6 31,-2 0 5-31,2 0 4 0,2-3-10 0,0 1 9 0,0-2-12 16,2-1-4-16,-3-2 2 0,0 0-4 0,-1-2 8 16,-1-1-3-16,-2 0 9 0,-4 0-14 0,-2-3 2 0,1 2 2 0,-4-2-15 15,0 1-5-15,-4 0-3 16,1 1-6-16,-2 1-9 0,2-2 2 0,-2 0-28 15,0 0-50-15,0-1-76 0,0 0-107 0,0-1-99 16,-4 0-101-16,3 0-117 0,-2-1-130 0,-1-1-150 16,0 0-163-16</inkml:trace>
  <inkml:trace contextRef="#ctx0" brushRef="#br0" timeOffset="97624.16">9992 10946 1056 0,'3'0'10'0,"-3"0"13"0,0 0 13 0,0 0 14 15,0 0 17-15,0 0 16 0,-4 0 7 0,2 0 16 0,-1 0 3 16,1 0 10-16,-1 0 4 0,1 0-4 0,-1 0-1 15,2 0-10-15,-1 0 2 0,0 0-2 0,1 0-8 16,-1 0 6-16,2 0 16 0,0 0 25 0,0 0-6 16,0 2-5-16,0-2-6 0,0 0-11 0,5 2 29 15,-3-1 0-15,1 2 11 0,2-1-15 0,3 0-8 16,2 1-10-16,5 0-26 0,4 0 6 0,4 1-22 0,7-2-13 16,4 2 2-16,4-1-23 0,5 3-11 15,5-2 13-15,4 0-18 0,4 2 14 16,4-2 10-16,0-1-11 0,3 0 9 0,2-1-3 15,-3 0 16-15,1-1 10 0,-3-1 6 16,-3 0-1-16,-3 0 1 0,-5 0-11 0,-7-3 13 16,-3-2-4-16,-6 1-10 0,-5 1 7 0,-4 0-15 15,-7 0 20-15,-4 0-12 0,-3 1-8 0,-3 0-3 16,-4 0-18-16,0 0 1 0,-1 2-14 0,-2 0-10 16,0-3-7-16,0 3-9 0,0 0 21 0,0 0-17 15,0 0-5-15,-2 0 7 0,-1 0-18 0,3 0 9 16,0 0-2-16,0 0-6 0,-1 0-8 0,-1 0-17 15,2 0-25-15,-3 0-57 0,3 0-30 0,-1 0-47 16,-1 0-28-16,1 0-23 0,-1 0-31 0,-3 0-23 16,2 0-74-16,-4 0-77 0,1 0-91 0,-3 0-55 0,-4 0-36 15,1 0-37-15,-1 0 2 16</inkml:trace>
  <inkml:trace contextRef="#ctx0" brushRef="#br0" timeOffset="98488.1">10761 10893 2095 0,'0'0'53'0,"0"0"111"0,0 0 46 0,0 0 57 0,0 0-5 32,0 0-77-32,0 0 6 0,0 0-27 0,0 0 1 15,0 0 1-15,0 0-39 0,0 0-4 0,0 0-33 16,0 0-8-16,0 0 3 0,0 0-30 0,0 0-13 16,0 0-7-16,0 0-18 0,0 0-4 0,0 0 7 0,0 0-15 0,0 0-9 0,0 0 20 15,0 0 10-15,0 0 17 0,0 0 22 16,0 0-4-16,0 0-2 0,14 11-12 0,-3-1 28 0,-11-2-11 15,19 2-15-15,-2 0 16 0,-1-2-33 0,0 2 9 32,3 1 15-32,0-3-15 0,1-8 5 0,-1 12 2 0,0-2-12 15,2-10 2-15,-2 11 1 0,-2-11 5 0,2 12-7 16,-6-12-18-16,1 0-6 0,-14 9-8 0,14-9 12 16,-14 0 17-16,0 0-6 0,0 0-2 0,0 0 0 0,0 0-20 0,0 0 4 15,0 0-4-15,0 0-1 0,0 0 3 0,0 0-9 16,0 0 4-16,16 0-10 0,-16 0 11 0,0 0 0 15,0 0-5-15,0 0 5 0,0 14-14 0,0-3 18 16,0 0-10-16,-20-11-13 0,5 16 37 16,0-1-16-16,0-1 4 0,1 1 9 0,1-1-26 15,-1-2 11-15,1 2-1 0,13-2-1 0,-17 0 6 16,4-1-12 0,13-11 8-16,-14 13-12 0,14-13 5 0,-16 12 6 0,16-12-6 0,0 0 22 0,-14 10-26 15,14-10 11-15,0 0-16 16,0 0-36-16,0 0-2 0,0 0-45 0,0 0-22 0,0 0-34 15,0 0-20-15,0 0-41 0,0 0-43 0,0 0-86 16,0 0-118-16,0 0-124 0,0 0-75 0,0 0-33 0,0-9-56 16,0-2 156-16</inkml:trace>
  <inkml:trace contextRef="#ctx0" brushRef="#br0" timeOffset="99091.11">10741 10373 2304 0,'0'-16'114'0,"0"1"56"16,0 2 66-16,0 1 39 0,0 3-31 0,0 1-12 0,0 8-1 15,0-8 26-15,0 8-45 0,0 0 7 0,0-9-35 16,0 9-40-16,0 0-13 0,0 0-33 0,0 0-24 15,0 0-19-15,0 0-28 0,0 0-16 0,0 0-5 0,0 0-14 16,0 0 9-16,0 0-2 0,0 0 2 0,-15 0 5 16,15 0-2-16,-15 10-2 0,15 1-8 0,-17 2 17 15,6-1-5-15,11 2 6 0,-17 1-6 16,4 2-6 0,13 0-2-16,-14 1-13 0,14 0 14 0,0 0-2 0,-13-1 9 15,13 2 6-15,0-1-2 0,0 0-1 0,0-1-2 16,0 2 30-16,0-2 12 0,0 0 0 0,0 0 6 0,17-1 1 15,-1-1-25-15,1-1 15 0,-2-1 18 16,2-2-22-16,2 0 36 0,5-11-17 0,-2 11-2 16,5-11 1-16,-3 8 4 0,3-8 14 0,-2 0 3 0,2 0 23 15,-4 0-21-15,1 0-5 0,-3 0-19 0,-2-14-17 16,-2 2 12-16,-3-2-4 0,-4 0 2 0,-10-2-6 0,15-1-3 16,-15-1-14-16,0-2-2 0,0-2-12 15,0-2-10-15,0 1 2 0,0-3-2 0,0-1 3 16,-20 1-10-1,1 0 7-15,0 1-21 0,0 1 7 0,-3 2-3 0,1 1-7 0,-2 4 16 0,-1 2-14 16,-1 1 9 0,4 4-2-16,-3 3-7 0,1 7 5 0,2 0-13 15,1 0-6-15,2 0 6 0,-1 0-9 0,4 0 2 16,2 0-3-16,-1 0-7 0,1 0-2 0,13 0-7 16,-16 12-29-16,16 0-13 0,-17-1-21 0,17 1-21 15,-16 1 4-15,16-2-27 0,-14 2-17 16,14-1-24-16,0 1-2 0,0 1-53 0,0-1-54 0,0 0-61 0,0-1-76 0,0 2-83 15,0-1-32-15,0 0-51 0,0-1-143 16,16 0 163-16</inkml:trace>
  <inkml:trace contextRef="#ctx0" brushRef="#br0" timeOffset="100775.25">11059 11061 1536 0,'0'0'36'0,"0"0"38"0,0 0 43 0,0 0 36 0,0 0-7 0,0 0 62 0,0 8-9 0,0-8 4 0,0 0-1 0,0 0-57 0,0 0 3 0,0 0 14 31,0 0 18-31,0 0 4 0,0 0 25 0,0 0-23 16,0 0-34-16,0 0-21 0,0 0-44 0,0 0-39 16,0 0 1-16,0 0-1 0,0-9-14 0,0 9 20 15,16-11 9-15,-16 1-14 0,14 1 2 0,-14 0 3 16,16 0-2-16,-16-3-2 0,14 1 15 0,-14 0 8 15,16-2-18-15,-16 2-9 0,16-4 9 16,-16 1 4-16,17-1 12 0,-17 1 13 0,13 1-14 0,-13-1-35 16,0 1 1-16,17 0 1 0,-17 0-6 0,0 1 17 0,13-1-5 15,-13 2-13-15,17 0-4 0,-17 0-9 0,16-1-9 16,-2 2 3-16,-14-1-1 16,18 0 5-16,-6 0 2 0,-12 1-1 0,18-1 1 0,-1 0 5 0,-2-2-13 15,-1 1 7-15,-2 1 5 0,3-2-9 0,2 2 21 0,-4-2-4 0,4 1 5 16,-4 1-4-16,4 1-9 0,0 1-3 31,-1 0-3-31,0 9-9 0,-2-11 6 0,2 11-3 0,0-13-9 0,1 13 17 0,-1-11-4 0,3 11 5 31,-3-11-5-31,3 11-3 0,-1 0-7 0,0-11 6 16,1 11 10-16,0 0-9 0,0-10 5 0,0 10-11 0,0 0-4 16,0 0-1-16,-1 0-6 0,1 0 5 0,-1 0-2 15,0 0 9-15,-2 0 1 0,0 0-4 0,1 0 1 16,-1 0-8-16,1 0 15 0,-2 0-3 0,3 10-5 15,-3 1 16-15,2-2-30 0,-4-1 7 0,1 2 2 16,-14 0-18-16,19-1 36 0,-3 1-15 0,-4 0 11 16,2-1 2-16,-2 2-21 0,2 0 20 0,-2-1-11 15,1 2 15-15,1 0-1 0,-1 0-7 0,4 1-5 0,-4 1-10 16,3-2 18-16,-2 1-11 0,0 2 12 0,2-1 6 16,-2 0-15-1,-1 0 12-15,1-1-9 0,-3 1 0 0,1 0 10 16,0-1-14-16,-12-1 9 0,14 2-8 0,-4 0-11 0,-10 0 19 0,16 0-6 0,-16 0 9 15,11 0-3-15,-11 0-15 0,12 1 14 0,-12 0-6 16,0 0 7 0,13 0 14-16,-13 1-11 0,0 1 19 0,0 1 2 15,0 0-9-15,0 1 11 0,0 0-18 0,0 1 1 16,0 0 0-16,0 0-2 0,0-2 13 0,0 0-16 16,0 1 2-16,0 0-5 0,0-1-6 0,0 0 25 15,0-1-7-15,0 3-6 0,0-2 0 0,0 0-10 16,0-1 17-16,-13 0 4 0,13-2 1 0,-12 0-2 15,12 1-4-15,-13-2 1 0,13-1-5 0,-16 1 10 0,5-1-8 16,11 1 11-16,-13-2-11 0,-1 0-7 0,14 0 6 16,-13 0-13-16,1-1 9 0,12 0-2 0,-14-1 1 15,1 1-7-15,13-3 12 0,-16 1-12 0,3 0 2 16,13-1 2-16,-17 0 0 0,4-8 3 0,-1 9-4 16,14 0 19-16,-20-3-11 0,5 2 20 0,-2-8-18 15,3 10-11-15,-2-2 15 0,3-8-13 0,-1 10 5 16,-2-3 0-16,4-7-20 0,-4 10 1 0,1-10 19 0,-2 10-10 15,1-10 15-15,-1 9-5 0,-2-9-11 0,3 9 8 32,1-9-8-32,0 8 7 0,0-8-9 0,0 0 13 15,2 9-15-15,-1-9 11 0,0 0 4 0,-2 8-24 16,2-8 18-16,-2 0-15 0,3 0 9 0,-4 0 7 0,4 0 0 16,-4 0-11-16,4 0 3 0,-1 0 11 0,0 0-8 15,0 0 7-15,1 0 0 0,0 0 5 0,-1 0-6 16,3 0 4-16,-1 0-22 0,1 0 4 0,-1 0 18 15,0 0-7-15,1-9 15 0,-2 9-32 0,2-10 22 16,11 2-8-16,-16 8 3 0,0-11 4 0,5 1-22 16,-3 3 8-16,14-1 3 0,-16 8 1 0,2-11-11 0,3 2 10 15,11 0-10-15,-19 2 0 0,6 0 22 0,-2-2-17 16,3 1 5 0,12 8 4-16,-17-12-8 0,3 4 6 0,1-1 1 0,13 0 1 0,-16 1-8 0,16 0 4 15,-14 0-10-15,14-1 6 0,-14 2 0 0,14 7 0 16,-14-12 6-16,14 2-6 15,0 1 0-15,-16-1 0 0,16 0 0 0,-13 1 0 0,13-2 0 0,0 2 0 0,-15 0 0 32,15-2 0-32,0 2 0 0,0 0 0 0,-13-2 0 0,13 1 0 15,0-1 0-15,0 0 0 0,0-1 0 0,0-1 0 16,0-1 0-16,0 0 0 0,0-1 0 0,-16 0 0 16,16 0 0-16,0 0 0 0,0 0 0 0,-13 1 0 0,13-1 0 15,0 0 0-15,0-2 0 16,0 2 0-16,0-2 0 0,0 0 0 0,0 0 0 15,0 0 0-15,0 2 0 0,0-1 0 0,0 3 0 16,0-1 0-16,0 1 0 0,0 1 0 0,0 1 0 16,0-1 0-16,0 3 0 0,0-1 0 0,0 0 0 15,0 2 0-15,0 0 0 0,0 0 0 0,0 8 0 16,0-11 0-16,13 2 0 0,-13 2 0 0,0 7 0 0,17-10 0 16,-17 2 0-16,15 1 0 0,-15 7 0 0,15-11 0 15,-15 5 0-15,15 6 0 16,-15-9 0-16,14 2 0 0,-14 7 0 0,0-7 0 0,13 7-10 15,-13-9 2-15,0 9-21 0,0 0-17 0,12-8-17 16,-12 8-21-16,0 0-38 0,11 0-13 0,-11 0-30 0,0 0-41 16,0 0-26-16,0 0-66 0,0 0-45 0,0 0-55 15,0 0-40-15,0 0-64 0,0 0-69 0,0 0-41 16,0 0-81-16,0 0-10 0,0 0 10 0,0 0-47 16</inkml:trace>
  <inkml:trace contextRef="#ctx0" brushRef="#br0" timeOffset="101224.07">11649 10930 2305 0,'0'7'108'16,"14"-7"32"-16,-14 0 52 0,0 0 58 0,0 0-62 0,0 0 18 15,0 0 3-15,0 0-3 0,0 0-13 0,0 0 9 16,0 0-27-16,0 0-34 0,0 0-11 0,0 0-33 0,0 0-25 0,0 0-9 16,0 0-4-16,0 0-5 0,0 0 3 0,0 0-12 15,0 0 3-15,0 0-38 0,-14 0 10 0,14 0-2 16,-19 0-21-16,3 0 12 0,2 12-11 0,-2-12 12 16,3 11-23-1,13-11 7-15,-18 12 2 0,5-1-4 0,13-3 15 0,-17-8 9 0,17 14-3 0,-16-2-22 16,16-3 24-1,0 4-16-15,-14-1 6 0,14 0 21 16,0 0-5-16,0 0 15 0,0 1 19 0,0 1 9 0,0 1 3 0,0-1 26 16,0 0-33-16,0-2 6 0,15 2 3 15,-2-4-6-15,3-10 18 0,-2 15-3 0,6-4 3 0,-2-11-8 16,4 11-6-16,2-11-16 0,-1 0-3 0,3 12-9 16,1-12-18-16,-2 0 11 0,3 11-17 15,-2-11-16-15,-3 0 26 0,1 0-12 16,-2 0 5-16,-3 0 1 0,-1 0-21 0,-4 0 12 0,-14 0-11 0,14 0 0 0,-14 0-8 15,0 0-62-15,0 0-102 0,0 0-101 0,0 0-133 16,0 0-139-16,0-11-131 0,0 11-174 0,0 0-160 16,0-8-4-16</inkml:trace>
  <inkml:trace contextRef="#ctx0" brushRef="#br0" timeOffset="102075.72">12341 10997 1639 0,'0'3'35'0,"-1"-3"39"0,1 0 35 0,0 1 54 0,0 0 16 0,3 0 6 0,0 0 43 16,0 0-7-1,2 1-14-15,2 0 13 0,0 1-39 0,5 0-8 16,-3 0 4-16,5 1-13 0,2 0-4 0,3 0-6 16,1 0-30-16,3 0-18 0,2 1-13 0,5 0-17 15,2 0 3-15,3 0-18 0,1 1 3 0,6 1-13 16,3 0 3-16,2 2-12 0,6-2-11 0,0 2 0 16,6-1-9-16,-1-1 8 0,2 0-4 15,-1 1 20-15,-3-3 14 0,1 1 16 0,-7 0-12 0,-5-2 0 16,-3-1-5-16,-9-2 11 0,-5 1 31 0,-4-1-5 0,-6 0-4 0,-5-1-10 15,-5 0 4-15,-3 0 3 0,-1 0-18 0,-3 0 0 16,-1 0-19-16,0-4-41 0,0 4 9 0,0-3-18 0,-1 2-8 16,1-2 21-16,-4 2-4 0,1-1-21 15,1 1-7-15,-1 0-36 0,0-1-36 0,1 1-25 16,-2 1-53-16,-1-1-18 0,2-1-24 0,2 2-23 16,-3-2-13-1,1 1-25-15,0-1-47 0,1 2-60 0,-1-2-54 16,0 2-75-16,0 0-26 0,-3 0-52 0,2 0-45 0,-2 0 41 0</inkml:trace>
  <inkml:trace contextRef="#ctx0" brushRef="#br0" timeOffset="102500.16">13158 11007 2748 0,'-4'0'74'0,"3"0"58"0,-1 0 58 0,2 0 55 0,-1-2-43 16,1 2-18-16,-2 0-40 0,2 0-46 0,0 0-20 31,0 0-23-31,0 0-9 0,0 0 3 0,0 0 0 0,2 0-9 0,-1 0 8 16,2 3 6-16,2 1-8 0,0 1 18 0,2 0-5 15,2 2-1-15,0 0 11 0,4 3-14 0,-1-1-8 16,6 4 2-16,-4 1-3 0,3-2-7 0,-1 2 14 0,3 0-18 16,-3 1-10-16,3 0 1 0,-5 0-14 0,2-1-3 31,-2-2-9-31,-1 0 2 0,-2-4-8 0,-1 1 5 0,-3-4 17 16,0 1-11-16,-3-2-6 0,-2 1 5 0,1-2-13 0,-3 0 12 0,0 3 8 15,0-1-2-15,-5 1 26 0,-1 0-6 0,0 1 11 16,-7 0-8-16,2 1-4 0,-3-1-11 0,0 2-15 15,-4-1 9 1,2-2-27-16,-2 2 13 0,-2-1-25 0,3-2-31 16,1 1-38-16,0-1-43 0,4-1-33 0,-2-1-33 0,4-1-43 0,4 0-61 0,-2-1-85 15,5 0-123-15,0-1-103 0,1 0-141 16,2-5 24-16</inkml:trace>
  <inkml:trace contextRef="#ctx0" brushRef="#br0" timeOffset="102807.3">13063 10436 3739 0,'1'0'-1'15,"2"0"-5"-15,-1 0 7 0,-2 0-7 0,0 0 0 0,0 0 10 16,0 4 19-16,0 2 5 0,0 2 6 0,0 1-5 16,0 3-25-16,6 0 12 0,-6 4-9 0,3-1 11 15,-1 2-3-15,1 2-13 0,0-1 13 0,0 0-18 16,2-1 2-16,0 1 4 0,1-3-34 0,2 1-62 16,-2-1-86-16,1-1-153 0,1 0-91 0,1-3-85 15,-1 0-104-15,0-1-34 0</inkml:trace>
  <inkml:trace contextRef="#ctx0" brushRef="#br0" timeOffset="104347.54">13463 11271 1685 0,'0'0'50'16,"0"2"40"-16,0-2 50 0,0 0 36 0,0 0-3 0,0 0-1 0,0 0 27 0,0 0 17 16,0 0 8-16,0 0 10 0,0 0-23 0,0 0-7 15,0 0-11-15,0 0-1 0,0 0-16 0,0 0-19 16,0 0-27-16,0 0-33 0,0-5-5 0,0 3-12 0,3-1-4 15,-1 0 2-15,-1-3-15 0,2 2-14 0,0-1-7 16,0-1 3-16,2 0-9 0,-2-2 5 0,2 0 9 16,0-4-10-16,1 0 0 0,3-1-4 0,-1 0-11 15,1-4-3-15,1 2 2 0,0-2 6 16,1 0 6 0,1 1 5-16,-2-2 2 0,3 2 7 0,-1 1 0 15,-2 0 6-15,4 0-1 0,-4 1-11 0,-1 1 6 0,2-1-4 0,-3 3 5 16,0-4 14-16,0 3-6 15,1-1 3-15,-1 0-19 0,0 0-1 0,0 0-14 0,0-1-19 16,0 0 17-16,0-1-13 0,-2 1 10 0,3-1 2 16,-2-1 2-16,1 1-2 0,0 0 4 0,1-2 6 15,1 2-18-15,-1 0 3 0,5 1-6 0,-4-2 0 16,4 3 12-16,-1 0-14 0,0-1-1 0,1 2 5 0,0 1-10 16,0-1 9-16,1 3-6 0,-2-2 0 15,0 1-1-15,3 2-6 0,-3-1 3 16,2 1-5-16,-2-1 13 0,0 1-4 0,1 2-10 0,1 0-6 0,0 0-6 15,1 0 13-15,-2 1 5 0,2 1 4 0,1 1-9 16,1 0-9-16,-1 1 2 0,0 2 0 0,1 0 10 0,-1 0 1 16,1 0-9-16,-1 3 11 15,1 1-13-15,0 1 5 16,1 1-3-16,-1 1-9 0,4 1 10 0,-2 0-7 16,0 3 14-16,2 1-3 0,0-1-2 0,-1 1-2 0,0 1 1 0,1 0 2 0,-1 3 1 15,-2-1-1 1,2 0 1-16,-4 1-4 0,4 2 9 0,-4-2-3 15,0 1 0-15,-1 1 4 0,0-1-11 0,1-2 6 16,-4 2-2-16,3-1-3 0,-3 0 0 0,-2 0 7 0,1-2-3 16,-2 1 2-16,-1 1 0 0,1-1-8 15,-2 0 14-15,-2-1-8 0,2 1 15 0,0 2-9 0,-4-3-9 16,1 1 17-16,0-1-14 0,-2 3 17 0,1-2-1 16,-1 2-9-16,-2-2 8 0,2 1-7 0,0 0 3 15,-3 2-2-15,2-1 9 0,-2-1-1 0,0 2-3 16,0-2 5-16,0-1-10 0,0 2 12 0,0-2 7 15,-5 2-4-15,-1-3 10 0,3 1-18 0,-2 2 13 16,0-1-13-16,-1 0 4 0,-2 0 8 16,3-1-12-16,-1 0 7 0,-2-1-6 15,2-1-1-15,-4 0-7 0,4 0 1 16,0 1 4-16,-3-2-3 0,-1 0 1 0,3-1-7 0,-1 0-9 0,0 2 7 0,-1-2 9 0,0-2-5 31,0 1 0-31,-1 1-10 0,0-2 6 0,2 2 11 0,0-2-7 16,-3 0 5-16,3 0-20 0,-1 1 15 15,-1-2-2-15,1 2 2 0,-2-1 14 0,-2-3-24 0,2 2 21 16,-3 1 2-16,1-3-10 0,-1 2 19 0,-2-2-20 16,3 2 4-16,-1-1-4 0,0 0 9 0,0-2-6 15,1 2-10-15,-1-2 3 0,1 0-2 0,-1 0 4 16,3 0 12-16,-2-1-13 0,-1 0-2 0,3 0 7 16,-3 0-11-16,3-1 24 0,-1 0-20 0,2 0 16 0,-2 0-4 15,1-1-1 1,1 0 10-16,0-1-22 0,-1 2 13 0,0-2-16 0,1 0 7 0,1-1-4 15,-4 0-6-15,4 1 5 0,-3-1 4 0,0 0 5 0,2 0-7 16,-2 0 0-16,-1 0-6 0,0-2 4 0,1 1-5 16,-1-2 7-16,-1 1-5 0,3 0-3 0,-5-1 18 15,3 0-9-15,1-1 3 0,-1 1-3 0,0 1-8 16,-1-2 5-16,0 1-11 0,2-2 24 0,0 1-19 16,1-1 10-1,-1-1 4-15,1 2-24 0,-1-1 31 0,2 0-27 16,0 0 14-16,-1-2-2 0,0 2-14 0,0-1 18 15,-2 0-17-15,2 0 18 0,1 0 3 0,-2-1 6 16,4 1-5-16,-2-1-21 0,2 2 2 0,-1-2 0 16,1 2 4-16,0-2 24 0,-1 0-16 15,1 0 5-15,-2 1-10 0,1-1 1 0,-2-1 2 0,3-1 0 0,-2 1 10 16,0-2-9-16,1 2 5 0,-2-2-13 0,2 0 3 16,1 1 2-16,0-1 6 0,0-2 0 0,-1 2 4 15,2-1-15-15,1-1 4 0,0 0 8 0,0-1-10 16,2 0 11-16,-2-1-10 0,4-1 1 0,-1 0 14 15,2 0-11-15,1 0 8 0,0 0-13 0,0 1-5 0,0 0 6 32,3 1-2-32,-2 1 15 0,1 3-20 0,3 1 11 0,-4 1-3 0,1 0-16 15,2 3 17-15,-4-2-14 16,4 2 3-16,-3 0 7 0,1 2-1 0,-1-3-19 16,1 3-7-16,0-1-16 0,-1 0-11 0,1 0 13 15,-1 0-17-15,-1 1-9 0,0-1 10 0,0 0-14 0,0 1-16 16,0-2-16-16,0 3-33 0,0-2-47 0,0 2-31 0,0-2-68 15,0 3-89-15,0-3-45 0,0 1-81 16,0-2-81-16,0 1-86 0,0 0-66 0,-3-1-68 0,0-1-61 0</inkml:trace>
  <inkml:trace contextRef="#ctx0" brushRef="#br0" timeOffset="105073.04">14264 11051 2979 0,'0'0'48'0,"0"-3"30"0,0-1 34 16,0 0 33-16,-5 2-2 0,2-2-5 0,0 1-5 0,-2 1-20 0,2-2-28 15,-3 1-10-15,0 0-5 0,-1 1 3 0,-1-3 1 16,-3 5-14-16,3-3-4 0,-3 2-1 0,-1 1-17 16,1 0 3-16,-2 0-22 0,-3 0-2 0,3 4 1 0,-2 1 16 0,0 0 8 15,0 2-8-15,0-1-5 0,0 1-25 0,2 1 7 16,-1 2-12-16,3-1 4 0,1 2 1 0,-1 1-1 31,3 0 11-31,2-1-5 0,1 2 16 16,-1-1-1-16,4 2 12 0,2-1 31 0,0 0-9 0,0 0 7 0,2-1-14 15,4 2-8-15,-1-2 21 0,1-1 6 0,2 0 9 16,3-1 1-16,-1 0-11 0,2 0 7 0,2 1 1 16,1-3-5-16,2 0 12 0,1-1-14 0,1-1-4 0,2 0 1 15,-1 0 5 1,0-2-1-16,2-1 14 0,-3 1-2 0,0-3-12 0,-3 0 16 0,1 0-3 0,-5-1 12 15,-2 0-4-15,-2 0-24 0,1 0-3 0,-5-3-26 16,-2 0 6-16,2 3-10 0,-4-1-3 0,2 0 6 16,-1 0-18-16,-1 0 6 0,0 0-26 0,0 0 2 15,0 0 6-15,0 0-6 0,0 1 16 0,0 0-20 16,2-1 0-16,-2 1-1 0,0-1-36 0,0 0-17 16,0 1-74-1,0-1-57-15,0-1-77 0,0 2-90 0,0 0-44 16,0-3-92-16,0 3-91 0,0-1-124 0,0-1-121 15,0 0-137-15,0-2 57 0</inkml:trace>
  <inkml:trace contextRef="#ctx0" brushRef="#br0" timeOffset="106969.64">11812 12661 2359 0,'4'-7'58'0,"0"0"90"0,-3 1 63 0,1 1 52 0,-2 2-8 16,0-1-58-16,0 3-26 0,0-2-43 0,0 3-25 15,0 0-25-15,0 0-26 0,0 0-8 0,0 0-20 16,0 0-15-16,0 0-12 0,0 0 7 0,0 3 1 16,0 1 36-16,0 1 3 0,0 4 9 0,0 0 21 15,3 2-23-15,2 3 6 0,-2 2-8 0,2 1-25 16,2 2-1-16,0 0-5 0,1 1 4 0,0-3-7 16,1 1 2-16,1 0-4 15,-1-1-14-15,2 0 11 0,-3-3-6 0,0 1-9 16,3-2-19-16,-5-1-54 0,1-1-58 0,-2-1-75 0,-2-4-42 0,0 1-42 15,0-2-65-15,-3-1-9 0,0-1-60 0,-4-2-61 16,-1-1-43-16,-2 0-36 0</inkml:trace>
  <inkml:trace contextRef="#ctx0" brushRef="#br0" timeOffset="109641.77">11712 12662 3572 0,'-11'-17'72'0,"6"0"54"15,-1-2 27-15,2 3 43 0,2 1-41 0,2 2-43 16,4 2 7-16,4 0-17 0,5 2-24 0,3 0 10 16,2 2-8-16,5 1-4 0,4 1 11 15,1 2-15-15,4 2 4 0,1 1-24 0,0 0-8 0,2 5 3 16,-1-1-20-16,0 4 5 16,-2 1-3-16,0-2-12 0,-4 3-10 0,-1-1-3 0,-2 2-5 15,-1 0 1-15,-7 1-3 0,-3-1 3 0,-1 0-2 0,-4-1-6 16,-4 2 13-16,-5-2-5 0,0 2 3 0,-5 2-1 15,-4-3-10-15,-4 2-12 16,-1-1-3-16,-3-1-4 0,-4 0-14 0,-1-1 11 0,1-2-8 0,-4-2 11 0,3-1 18 16,-1-2-5-16,3 0 12 0,2-3 3 0,1 0 1 15,2 0 4 1,2-3-1-16,2 0 0 0,3 1-5 0,3-1 10 0,2 1 10 16,0 0-13-16,1 0 3 0,2 1 8 15,0-1-14-15,0 1 13 0,0 1 1 0,2 0-15 16,3 0 8-16,-2 0-9 0,4 0 2 0,3 4 6 15,2 1-15-15,0-1 18 0,4 1-7 0,3 2-11 16,0 1 5-16,1 1-6 0,1 0 3 0,3-1 2 16,-1 1 17-16,1 0-10 0,1-1-13 0,-1 2 13 15,3-3-16-15,-2 2 7 0,2-1 29 0,0 0-12 0,0-1 4 16,0-1-15-16,-2 0-6 0,2-3 10 16,-2-1 12-16,-1-2-18 0,-2 0-6 0,-3-3-3 15,2-2-2-15,-5-2 37 0,1-1-10 0,-3-1-4 16,-1-2 0-16,-2-2-9 0,1-2-5 0,-4-1 3 0,-1-1-1 15,-1 0 0-15,-3-3 6 16,-3-1 3-16,0 3-5 0,0 0-4 0,-6 3 4 0,-2 0-3 0,0 1-7 16,-3 4 0-16,-2 0 2 15,1 3-16-15,-1 3 9 0,0 1-6 0,-1 3-2 0,1 0 4 0,0 0 0 0,1 5 13 32,3 2 4-32,-1 0 8 0,2 3-12 0,2 0 1 15,3 2-9-15,0 2-1 0,3 1 23 0,0 1 1 16,4 2-3-16,3 0 5 0,2 0-11 0,4-2-21 15,1 2 20-15,5-4-10 0,0 3-4 0,5-2 17 16,3-3-17-16,0-1 9 0,3 0 9 0,1-1 3 16,-1-2 1-16,4-2-6 0,-3-2-3 0,-2-1 1 15,-1-3 4-15,-1 0 6 0,-5-5-7 0,0-1-7 0,-3-2 6 16,-4-1 2-16,-2-2 5 0,0 0 8 0,0-3-20 16,-4-1 3-16,1-3-2 0,-4 1-10 0,0-2 18 15,-2-1 6-15,-3-1 12 0,-1 2 18 16,0-1 10-16,0 2-6 0,-1 2 1 0,-5 3-8 0,2 2-6 15,1 0-11-15,0 4-20 16,-2 3-6-16,2 0-19 0,1 1-2 0,1 1 1 16,-1 2-3-16,0 0 10 0,1 0 4 0,-1 7 9 0,1-2-3 0,-2 3 7 0,3 3-11 15,-2 1 2 1,2 3 9-16,0 4-17 0,6 0 20 0,1 3-11 16,1 2-4-16,3 2 13 0,1 2 3 0,4 0-2 0,0 1-2 15,0 1-1-15,6 2-16 0,0 1 16 16,-1 1-3-16,4 1-5 0,0 1 13 0,1-1-15 15,-1 1 11-15,0-1 0 0,-1 1-5 0,0-3 2 16,-4 0 2-16,1-2 2 0,-4-2-12 0,0-2 6 16,-4-2-4-16,-5-3 16 0,1-4-2 0,-4-3-2 0,-2-1-8 15,-3-5 2-15,0 0 19 0,0-3 5 0,-4-1 6 16,-4-2-7-16,-2-3-11 0,-1 0-1 0,-6-3 1 16,-2-2-1-16,-7-2-3 0,0-3 3 0,-4-2-11 15,-2-1 0-15,-1-4 3 0,-1 1-4 16,1-2 14-16,2-2-11 0,4 2 14 15,2-1-12-15,3 2 0 0,6 0 9 0,0-1-13 0,6 3 9 0,5 0-6 16,5 0-6 0,0 1-2-16,0 0-4 0,7 0 8 0,4 0-5 15,3 0 7-15,1-1-7 0,5 1-4 0,2 1 13 16,1-1-12-16,3-1 15 0,3 1-5 0,-1-1-6 16,2 1 12-16,2-1-1 0,-1-2-6 0,-1 1 10 0,1-1-7 15,-5-3 1-15,3-1 3 0,-2-1-5 16,-7 1-5-16,2-3-5 0,-4-1 8 0,-2 0 0 15,-5 1 1-15,0 0 0 0,-3 0-5 0,-5 0-7 16,-3 3 5-16,0 0-7 0,0 3 9 0,-7 3-9 0,-1 0 3 0,-2 2-1 16,0 2-8-16,0 4 2 0,-2 0 0 15,2 2 1-15,-1 2-7 0,0 1 11 0,0 2-5 16,3 0 1-16,-3 6 5 0,2 1-6 0,1 0-1 16,1 2 7-16,0 3 11 0,2 0-13 0,0-1 9 15,2 2-7-15,3 2-4 0,0-1 11 0,0 2-7 0,6 0 11 16,2 0-4-16,1 1 5 0,1-2 11 0,3-1-10 15,1-1 1-15,0-1 1 0,5 0-3 0,0-2 2 16,2-3 5-16,2 0-3 0,-1-2 10 0,4-3-9 16,-4 1 8-16,2-3 3 0,-1 0-3 15,-2-4 11-15,1-2-9 0,-3-1-4 0,0-1-2 0,-3-1 0 16,-2-1-6-16,0-2 12 0,-2-1-10 0,-2-1 5 16,0 0 0-1,-2 0-10-15,0 0 2 0,3 1-5 0,-5 1 3 0,2 0 1 16,-1 3-2-16,0 0-16 0,-2 1 15 15,1 2 1-15,-2 1-8 0,1 1 13 0,-1 3-16 16,2-1-4-16,-1 1 11 0,3 1 0 0,-1 0-3 16,2 0 1-16,-1 0 3 0,1 3 3 0,1 0-1 15,-1-2-2-15,1 2-1 0,-1-2 6 0,1 1 8 16,-6 0-7-16,3-1 15 0,-4 1-12 0,2-2 2 16,-4 1 21-16,1-1-18 0,2 0 11 0,-4 0-9 15,0-3-13-15,0 1-1 0,0-1-2 0,0 0 2 16,-6 1-4-16,3-1-3 0,0-1 2 15,-2 0-13-15,0 1 9 0,1-2 2 0,-6 2-14 0,2 1 16 0,0-1-9 16,0 3 1-16,-4 0-5 0,1 0 8 0,-2 4-2 0,2 2 3 31,0 1 11-31,-1 0-8 0,2 1-1 0,-1 2 8 16,1 1-5-16,4-1-7 0,0 2 18 0,2 2-13 16,1-1 6-16,3 0-2 0,0 1 7 0,3 1-11 15,4-2 10-15,1 0 9 0,4 1-18 0,1 1 20 0,4-3-8 16,3 0-4-16,0 0 9 0,3-1-11 15,2 0 4-15,1-3 0 0,1-2 2 0,2 0 0 16,-3-3-2-16,1-3 10 0,-2 0-9 0,1-3 15 16,-5-3 5-16,1-2-12 0,-5-1 4 0,2-3-10 15,-3-2-1-15,-2-1 8 0,0-3-5 0,-1-3 1 0,-2-3-13 16,0 0-4-16,-1-3 4 0,-4-2-7 0,0-2 19 0,0-1-9 16,-3 0 15-16,-1 2 17 0,-2-4-8 0,0 5 12 15,0-3 2 1,-3 3-7-16,-3 0 16 0,3 3 4 0,-4 3-11 0,3 2 9 0,-3 2-5 15,2 4-3-15,-1 3-19 0,3 3-20 16,-2 1-17-16,2 5-13 0,1 0 2 16,-1 3-6-16,2 0 0 0,-1 0 9 0,2 4 2 0,-2 3 20 15,-1 0-2-15,3 3 0 0,-3 2 8 0,0 2-10 0,2 1 3 0,-1 4 5 32,2 1-7-32,0 1 5 0,0 1 2 0,6 1-1 0,0 0 6 0,1 1-6 0,3-2 3 0,0 2-13 15,3-1 15 1,3 0 5-16,-2-1-9 0,7 0 14 0,-2-1-21 15,4-1 4-15,-1 0 9 0,5-1-2 0,-1-2 10 16,2-3-8-16,-4 0 15 0,3-3-15 0,-2-2 14 16,-1-3-1-16,-3-3-14 0,-3-3 12 0,0 0-19 0,-1-5 10 15,0-1-17-15,-2-2 10 0,-1-2 4 0,-1-2-5 16,-4-2 10-16,0-2-12 0,-1 1-14 0,-3-2 14 16,-2-2-14-16,-1 1 8 0,-2 0 5 0,0 1-15 15,-3 1 15-15,-2 0-14 16,-3 1-3-16,0 3-11 0,0 1-11 0,-1 3-3 0,-2 0 3 15,1 4-3-15,-1 0 15 0,0 4-6 0,0 0 0 0,1 0 20 16,0 6-19-16,-2 0 20 0,4 3-9 0,-1-1-7 0,1 2 2 31,3 1-19-31,2 1 7 0,-2 1 1 0,5-1 4 0,0 2 10 16,0 0 6-16,0 0 0 0,7 1 6 16,1-3 6-16,1 1 1 0,2 1 5 0,2-2 0 15,4-2-1-15,1-1 17 0,1-1-15 0,1-2 5 16,-1-1-8-16,3-4-7 0,0-1 15 0,-1 0-5 15,1-5 14-15,-1 0-14 0,-2-3-6 0,1-3 7 16,-1 1-7-16,-3-2 15 0,1-2-11 0,-4 0-9 16,1 0 8-16,-1 0-7 0,-2 0 6 0,0 1-6 15,0-1 10-15,-3 3-3 0,1 0 3 0,-1 0 3 16,1 3-7-16,-3-1-4 0,1 3 2 0,0 1-2 0,-1 1-17 16,-1 2 12-16,3-1-1 0,-2 3 8 0,1 0-1 15,-1 0 0-15,0 0-6 0,5 5-7 0,-3-2 25 16,0 1-9-16,3 1-3 0,-3-2 12 0,0 1-15 15,0 1 10-15,0-3 7 16,-4 1-3-16,1-2 8 0,-2 0-7 0,-1-1 19 0,1 0-14 0,-3 0 5 0,0 0 5 16,0 0-20-16,0-2 19 15,0-2-22-15,0 0-5 0,-3 0 6 0,-2-1-10 16,2 0 8-16,-2 0-6 0,-1-2-2 0,1 3 4 16,-1-1-2-16,-2 2 3 0,0-2-17 15,-3 3 0-15,2 0 7 0,-5 2-2 16,2 0 19-16,-1 0-19 0,0 5 3 0,0 1 2 15,0 0-6-15,0 1 22 0,4 2-15 0,-2 0 10 0,5 1 1 0,-1 3-12 0,4-2 12 16,3 1-15-16,0 1 9 16,0 1 7-16,6 1-1 0,3-1 13 0,0 0-14 15,0-1 5-15,4 1 0 0,3-1-4 0,0-1 14 16,3-3-16-16,-1 1 7 0,3-3 1 0,0-4-5 16,-1 0 17-16,-1-3-13 0,0 0 2 15,0-6-4-15,-1-2 0 0,-4-1 12 0,2-3-11 0,-4-2 3 0,1-1-9 16,-4-4 1-16,1 1 5 0,-2-3-1 0,-2-3 12 15,-1 0-11-15,-4-1 4 0,1-1 7 0,-2-3-9 16,0 2 9-16,-8-2 6 0,2-2 3 0,-4 2 11 16,2 0 9-16,-1 3 0 0,-2 0 1 0,1 2-14 15,2 5-13 1,2 2-11-16,-2 5-15 0,5 5-15 0,0 1-4 16,1 4-11-16,1 2 17 0,-1 3 15 0,2 5-1 15,0 1 12-15,0 5-15 0,0 3-3 0,3 5 10 16,1 2 2-16,0 1 4 0,2 4-5 0,1 0 9 15,-1 2-6-15,2-2-7 0,1 0 10 0,-1 0-12 16,0 0 3-16,0-2-35 0,2-2-29 0,-4 0-56 0,2-3-46 16,-2-1-15-16,4-3-45 0,-4-1-27 15,2-2-47-15,-1-4-59 0,-3-2-54 0,2-1-68 0,-3-2-23 16,-1-3-44-16,-2-3-69 0,0 0-89 0,-5-4 117 0</inkml:trace>
  <inkml:trace contextRef="#ctx0" brushRef="#br0" timeOffset="109954.77">14183 12399 2754 0,'-17'-6'44'0,"17"3"53"0,-10 3 54 0,10 0 84 0,0 0 34 16,0 0 17-16,0 0 1 0,0 0-44 0,0 0-45 15,0 0-55-15,0 0-35 0,0 0-25 0,0 0-8 16,13 0-8-16,5 0-2 0,-1 0-12 0,5 0-24 16,5 0-10-16,6 0-9 0,2 0-3 0,3 0-1 31,3 0 0-31,0 0 2 0,-1 6-7 0,-2-6 8 16,0 0-7-16,-7 0-5 0,-1 0-5 0,-6 0-64 15,-2 0-25-15,-5 0-96 0,-17 0-115 0,13 0-97 0,-13 0-96 0,0 0-105 16,0 0-34-16,0-7-2 0,-17-1-69 0</inkml:trace>
  <inkml:trace contextRef="#ctx0" brushRef="#br0" timeOffset="110113.21">13164 12244 3057 0,'-18'0'14'0,"4"0"-15"16,14 0 2-16,0 0 1 0,0 0-21 0,0 0-43 16,0 0-130-16,0 0-128 0,0 0-193 0,0 0-189 0</inkml:trace>
  <inkml:trace contextRef="#ctx0" brushRef="#br0" timeOffset="110953.85">16599 12496 2986 0,'0'0'30'15,"0"0"39"-15,0 0 28 0,9 0 51 0,-9 0 11 16,0 0-20-16,0 0-15 0,0 0-34 0,0 0-42 0,0 0-14 15,0 0-14-15,0 0 3 0,-15 0 2 16,0 0 12-16,0-7 6 0,-4 7-12 0,2-6 10 16,-7 6-11-16,0-7 5 0,-1 7 7 0,0 0-9 15,4-5-8-15,-1 5 0 0,3 0-15 0,3 0 6 0,2 0 1 16,14 0-8-16,0 0-1 0,0 0-16 16,-16 0 9-16,16 0 4 0,0 0 1 0,0 8 23 15,0 0 15-15,-13 1 10 0,13 1 13 0,0 2-2 16,0 2-2-16,0 1-21 0,0 2 2 0,0 2-2 15,0 2-14-15,0 1 0 0,0 2-13 0,0 0-7 16,0 0 15-16,0 3 14 16,0-1-13-16,0 1 0 0,0 0-12 0,0 0-20 0,0-1 11 0,0 0 2 0,0 0-15 15,0-1 13-15,0-1 0 0,0 0-4 0,0-2 6 16,-14-1 1-16,14-2-4 0,0-2 5 0,0 0 0 16,0-3 6-1,0-2 9-15,0-3-1 0,-13 0 20 0,13-9-8 16,0 8 12-16,0-8 18 0,0 10-3 15,0-10 23-15,0 9 5 0,0-9-34 0,0 8-3 16,0-8-5-16,18 8-16 0,-4-8 24 0,2 0-8 0,1 9-14 0,1-9 4 16,-1 0-1-16,5 8 6 15,-2-8-18-15,0 0-4 0,-1 0-16 0,-2 0-5 0,-3 0 17 16,-1 0-7-16,-13 0-4 0,13 0 3 0,-13 0-5 16,0 0-4-16,0 0 16 0,0 0-24 0,0 0-2 0,0 0-36 15,0 0-78-15,0 0-47 0,0 0-88 0,0 0-74 16,0 0-71-16,16 0-106 0,-16-8-58 0,0 1-132 0,13-1-87 15,-13-3-30-15</inkml:trace>
  <inkml:trace contextRef="#ctx0" brushRef="#br0" timeOffset="111170.02">16941 12616 4057 0,'0'0'38'0,"0"0"27"0,0-10 55 0,0 10 20 16,0 0-40-16,0 0-16 0,0-6-49 0,0 6-34 15,0 0 4-15,0 0-31 0,0 0-66 0,0 0-81 16,11 0-131-16,-11 0-134 0,0 0-151 0,14 0-126 16,-14 0-137-16</inkml:trace>
  <inkml:trace contextRef="#ctx0" brushRef="#br0" timeOffset="111336.82">17464 12659 4175 0,'12'0'52'0,"-12"0"47"0,0 0 29 0,0 0 44 0,0 0-49 16,0 0-42-16,0 0-28 0,0 0-47 0,0 0 1 15,0 0-6-15,0 0-16 0,0 0-52 0,0 0-97 16,0 0-143-16,14 0-133 0,-14 0-178 0,0 0-102 31,0 0-42-31,11 0-7 0</inkml:trace>
  <inkml:trace contextRef="#ctx0" brushRef="#br0" timeOffset="111527.65">17115 12987 3458 0,'-17'9'67'0,"5"-4"70"0,12-5 55 0,-14 0 68 16,14 0-48-16,0 8-35 0,0-8-35 0,0 0-62 0,0 0-15 0,0 0-29 16,0 0-29-16,0 0 16 0,0 0-24 0,0 9 5 15,0-9-4-15,0 0-70 0,0 0-89 0,0 0-139 16,0 5-146-16,0-5-171 0,0 0-165 0,0 0-139 16</inkml:trace>
  <inkml:trace contextRef="#ctx0" brushRef="#br0" timeOffset="112103.87">17852 12457 3631 0,'0'0'60'0,"0"-6"50"0,0 6 36 0,0-6 30 0,0 6-44 0,0 0-27 0,0 0-30 16,0 0-37-16,0 0-14 0,0 0-30 0,0 0 1 16,0 0 13-16,0 0-7 0,0 0 6 15,0 9 5-15,0-2 8 0,12 3 12 0,-12 2 6 16,13 1-14-16,-13 3-3 0,14 1 1 0,-14 1-6 16,16 2 4-16,0 2-4 15,-3 0 0-15,-13 0-3 0,20 2 13 0,-4-2 1 16,-2 2-15-16,-3-2 5 0,3 1-11 0,-1-3-29 15,-13-3-44-15,16-2-85 0,-16-1-92 0,14-2-56 16,-14-3-5-16,14-9 24 0,-14 0 0 0,0 0-77 16,0 0-80-16,0 0-89 0,0 0-66 0,0 0 61 15</inkml:trace>
  <inkml:trace contextRef="#ctx0" brushRef="#br0" timeOffset="113369.79">17806 12515 3579 0,'0'-12'76'15,"0"0"61"-15,0 0 42 0,0 1 45 0,0 2-43 0,0 1-43 16,0 1-2-16,0 7-27 0,20-9-20 16,2 9 24-16,1-8-25 0,2 8 0 0,3 0-2 15,4 0-13-15,1 0-2 0,4 0-13 0,-1 0-15 0,3 0-7 0,-1 10-28 16,2 1-7-16,-1 0 23 0,-2 2-39 0,-2 1 25 16,-4 1 3-16,-4 1-22 0,-2 0 21 0,-4 1-22 15,-4 0 3-15,-4 1 5 0,-13 1 8 0,0-2 8 31,0 3 0-31,0 1-4 0,0 0-10 0,0 1 4 0,-14 0 3 16,-3-1 8-16,-4-3-10 0,-5 1-8 0,-2-2-5 16,0-3-10-16,-1-1 15 0,-2-3-11 0,-3-10-10 15,1 10 0-15,5-10 4 0,-1 0 15 0,2 0 8 16,1 0 4-16,2 0 2 0,3 0 6 0,6 0 11 16,15 0-6-16,-18 0-18 0,18 0-8 0,-14-12-4 15,14 1 3-15,0 1 14 0,0-1 5 0,0 0-8 0,0-1-3 0,0 1 11 16,0-1-12-16,0 4-2 0,17 8 9 0,-1-10-14 15,-2 10 6-15,2 0-3 0,-2 0 7 16,2 0-1-16,1 0 4 0,1 0-7 0,2 0-2 16,2 0 1-16,1 15 7 0,1 0-4 0,-1-3 1 15,2 2-2-15,1-2-5 0,-1 1 10 0,4-2-3 16,-1-1-1-16,-1 1 0 16,-2-11 6-16,4 14-2 0,-4-3 4 0,-3-11 5 0,2 11-4 15,-2-11 4-15,-2 0 16 0,0 0-21 0,-5 0-23 16,1 0 1-16,1 0-6 0,-4-14 5 15,3 0 30-15,-16 0-7 0,17-1-21 0,-3-4 12 0,-14 0-15 16,15-1 10-16,-15-4-5 16,0 0 2-16,0 1 16 0,0-2-10 0,0 0 16 15,0 3 9-15,0 1 6 0,0 2 12 0,0 3-9 16,0 3-8-16,0 3-28 0,0 10-14 0,0-7-2 16,0 7-17-16,0 0 19 0,0 0-1 15,0 0 4-15,0 0 13 0,-11 0 3 0,11 12 2 16,0 0 6-16,0 0-4 0,0 2-5 0,0 1 4 0,0 3-2 0,0 0 9 15,0 1-5-15,14 1-3 0,2-1 4 0,-3 1-5 16,2-1 13-16,0-1-5 0,0-2 0 0,0-2-8 0,0-1-7 16,0-13 11-1,0 12 9-15,0-12-9 0,-1 0 9 0,-2 0 0 16,-12 0-13-16,19 0 17 0,-6 0-16 0,3 0 0 16,-16-13-9-16,17-1 4 0,-1-1-4 15,-16-1-13-15,18-1 25 0,-5 0-13 0,-13-1 4 16,17-2 7-16,-4 2-6 0,-13 1 0 0,15 0 6 0,-3 1-9 15,1 1-9-15,-13 2 14 0,16 2-11 0,0 2 4 16,-5-1 1-16,-11 10-4 0,17-8-4 0,-2 8 11 16,-3 0-1-16,-12 0-15 0,19 0 20 0,-5 0-12 15,-1 0-1-15,-13 0 9 0,17 0-7 0,-5 0 0 16,-12 9 11-16,14-9-10 0,-14 10 9 0,0-10 5 16,0 8-5-16,0-8 17 0,9 0-14 0,-9 0 4 15,0 0 3-15,0 0 9 0,0 0 29 0,0 0-6 16,0 0-2-16,0 0-15 0,0 0-15 0,0 0-4 15,0 0-12-15,0 0 5 0,0-9-14 0,0 1 13 16,-19 0 5-16,3 1-10 0,-1 7 9 0,1-10-18 0,1 10 0 16,-2-8 10-16,0 8-17 0,1 0 14 0,2 0-10 15,0 0 3-15,0 0 9 0,14 0-3 0,-16 0 7 16,0 13-1-16,16-1 0 0,0-1-5 0,-13 1 10 0,13 2 2 31,0 0 7-31,0 2-2 0,0 0 5 0,0 1-18 16,0 2 14-16,0-2-2 0,0 0 1 0,18 2-2 0,2-2 3 15,-2-2 9-15,1 0-10 0,1-2 9 16,2 0-10-16,-1-13 5 0,1 9 4 0,3-9 2 16,-3 0 9-16,-1 0-10 0,3 0 5 0,-4 0 0 0,1-13-9 15,-1-3 4-15,-1 1 1 0,-3-3-2 16,1-4-4-16,-4 0 6 0,-13-2-8 0,16-3 2 0,-16 0 0 16,0-4-6-16,0 0-4 0,0-2-2 0,0-1 7 15,0-1 4-15,0-1 7 0,-16 1 2 0,3 0 1 16,-5 1 14-16,2 4-1 0,-2 4 5 0,4 2-19 15,0 5-24-15,14 5-20 0,-14 4-29 0,14 10 20 16,-14 0 4-16,14 0 9 0,0 0 21 0,0 14-14 0,0 3 5 16,-13 4 6-16,13 1 2 0,0 6 2 0,0 2-7 15,0 2 5-15,0 2-6 0,0-1 18 0,0 2 1 16,18 1-7-16,-1 0 7 0,-3 0-19 0,0-1 16 16,2 1 4-16,-2-3-11 0,1-1 17 0,0-1-17 31,0-5-3-31,0-2 7 0,-2-4-12 0,-2-3-3 0,-11-4-10 15,17-3 0-15,-4-10-24 0,-13 0-31 16,14 0-45-16,-14 0-38 0,13 0-67 0,-13 0-89 0,12 0-80 16,-12 0-118-16,0-11-51 0,0-1-83 0,0-2-72 15,0-1-90-15,0-2 87 0</inkml:trace>
  <inkml:trace contextRef="#ctx0" brushRef="#br0" timeOffset="113517.78">18353 12237 4589 0,'-16'0'-16'15,"16"-12"-53"-15,0 2-37 0,0 10-61 0,0 0-80 0,0 0-61 16,0 0-179-16,0 0-211 0,0 0-187 0</inkml:trace>
  <inkml:trace contextRef="#ctx0" brushRef="#br0" timeOffset="114852.64">20307 12509 2024 0,'0'0'22'0,"0"7"42"0,0-7 92 0,0 8 34 0,0-1 2 16,0-7-14-16,0 8-76 0,0-1-25 16,0-3 1-16,0-4-6 0,0 5 0 0,0-5 13 0,0 7-10 15,0-7-6-15,0 0 16 0,0 0 22 0,0 0 18 16,0 0 39-16,0 0 32 0,0 0 1 0,0 0 17 16,0 0-16-16,0 0-37 0,0 0-38 0,0 0-54 15,0 0-28-15,0-9-22 0,0 0 4 0,0-2 25 16,0-1-13-16,0-2 5 0,0 0-3 0,0-2-18 15,0-1 12-15,0-1-8 0,14 1-3 16,-14-1 23 0,0 1-16-16,16 1-2 0,-16 1-11 0,14 2-30 0,-14 2 11 15,0 2 5-15,13 9-5 0,-13 0-5 0,0-7 4 16,0 7 1-16,14 0 11 0,-14 0-5 0,15 0-1 0,-15 13-13 0,17-1-9 16,1 1 26-16,-1 1-10 15,0 2 4-15,1 0 22 0,0 1-27 0,-2 0 3 0,1 2 7 16,1-1-5-16,-1-1 23 0,-1-1-8 0,2-1-2 15,-4-1-4-15,2-2-2 0,0-2-8 0,-2-2 13 16,-14-8-7-16,13 0 2 0,-13 9 18 0,0-9-6 0,15 0 7 0,-15 0-21 16,0 0 17-16,13 0-18 0,-13 0-23 15,0-12 29-15,15 2-9 0,-15-2 17 0,13 0 27 16,-13-2-14 0,14 1-4-16,-14 0 1 0,0 0 0 0,16-1 6 0,-16 1-3 0,16 1 0 0,-16 3-3 15,14 0-28-15,-14 0 9 0,16 9-15 0,-16-7-10 31,13 7 20-31,-13 0-10 0,14 0 4 0,0 0 3 16,-14 0-5-16,15 0 3 0,-1 0-2 0,-1 0 6 0,-3 12-3 16,-10-2-8-16,16 1 10 0,-2 0-5 0,-14 0 7 15,12 2-1-15,-12-1-1 0,0-1-9 0,0 1 6 16,0 0 2-16,0-1 8 0,0-1-8 0,0 0-11 16,0-1 8-16,0-9-5 0,-19 9 13 0,4-9-1 15,-2 0 2-15,3 0-5 0,-5 0 6 0,3 0 7 16,-3 0-12-16,3 0 6 0,-3 0-9 0,4 0 0 15,0-14-3-15,2-1 10 0,13 1-3 0,-18-1-1 16,2-1 12-16,16 0-17 0,0 0 18 0,-14 1-8 16,14 0 2-16,0 2-1 0,0 0-16 0,0 1 19 0,0 0-24 15,0 3 14-15,0-1-4 0,0 3-4 0,12 7 9 16,4-8-2-16,-2 8 3 0,5 0-4 0,2-7 7 0,1 7-3 16,3 0 2-1,2 0 5-15,2 0-1 0,-3 0-1 16,1 0-8-16,2 0 8 0,-4 0 7 0,-3 0 7 15,0 0 23-15,-4 0-18 0,-1-10 0 0,-1-1-10 0,-3 1-4 16,-13-2-2-16,17-2 0 0,-17-1 4 16,14-5-17-16,-14-2 17 0,0-2-2 0,0-2 9 0,0-2 20 15,0-1 2-15,0 0 21 0,0-1-5 16,0 2-16-16,-17 2-11 0,4 2-10 0,13 4 2 16,-17 4-3-16,4 3-2 0,13 2-14 0,0 11-26 0,-11 0 7 15,11 0 5-15,0 0-6 0,0 0 13 0,0 0-2 0,-14 15-11 16,14 1 11-1,0 3 3-15,0 3-11 0,0 2 15 0,0 3-11 0,-11 2 12 0,11 1 0 16,0 0-11-16,0 2 9 0,0-1-19 0,0 1 22 0,0-1-3 16,16-2 7-1,-1 0 0-15,-2-1-8 0,4-2-3 0,-2-2 3 16,2 0 4-16,1-3 2 0,0-2 5 0,4-1-13 16,2-2 14-16,-3-2-13 0,3-3 13 0,1-1-13 0,-2-2-9 0,-2-8-15 0,1 0-55 15,-1 0-35-15,-7 0-65 0,2 0-42 0,-16 0-57 31,17 0-82-31,-3 0-75 0,-14-12-95 0,0 1-44 16,0-1-66-16,0-1-21 0,0-1 26 0,0-1-50 16,0-1 187-16</inkml:trace>
  <inkml:trace contextRef="#ctx0" brushRef="#br0" timeOffset="115069.12">20831 12185 3456 0,'0'-6'27'0,"0"6"23"15,0-8 20-15,0 8 46 0,0 0 7 0,0 0 2 0,15 0 16 0,6 0-3 0,4 0-12 16,7 0 3-16,7 0 5 16,4 0-24-16,6 0-8 0,0 0-23 0,3 0-37 0,0 9-2 15,-2-9-20-15,-2 0 19 0,-3 0-6 0,-4 0-25 16,-7 0 23-16,-7 0-23 0,-6 0 2 0,-4 0 0 16,-17 0-59-16,13 0-66 0,-13 0-103 0,0 0-128 15,0 0-90-15,0-9-63 0,0 1-121 0,-21 8-94 16,3-12-96-16</inkml:trace>
  <inkml:trace contextRef="#ctx0" brushRef="#br0" timeOffset="117442.97">22266 12244 2089 0,'0'7'32'0,"0"-7"30"0,0 7 102 16,0-7 17-16,0 8-11 0,0-1-4 0,0 0-87 0,0 0-7 0,0-3 7 16,0-4-3-16,0 6-1 0,0-6 15 0,0 7 3 15,0-7 26-15,0 5 29 0,0-5 27 0,0 0-6 16,0 0-6-16,0 0-23 0,0 0-31 0,0 0-14 15,17 0-23-15,-4 0-1 0,2 0 1 0,0 0-10 16,1 0-2-16,3-9-1 0,-2-1-13 0,-1 0 3 16,0 0 1-16,-2-2-11 0,0-2-2 0,-14-1 9 15,15 0-18 1,-15-4 2-16,0-2 6 0,0 1 0 0,0-3-3 16,0 0-16-16,0 2-11 0,0-2-20 0,0 1-6 0,0 1 7 0,-22 1-4 15,2 2 4 1,2 2 18-16,-3 2-5 0,5 1-5 0,-1 2-9 0,3 11-3 0,14 0-1 15,-18 0-1-15,18 0 9 0,-17 0 3 0,17 0 3 16,0 0 11-16,-16 0 4 0,16 15-20 0,0-1 0 16,0 0 0-16,0-2-8 0,0 0 20 0,0 0 2 15,0 1 6-15,0-2-9 0,0 0 4 0,17 0-11 16,3-1-5-16,-2 0 20 0,4-1-9 0,4-9 8 0,-1 10 9 16,2-10-7-1,3 0-5-15,-1 0 6 0,-3 0-7 16,3 0 8-16,-4 0 14 0,-1-14 24 0,-5 2 2 15,-2 2 15-15,-2-1-3 0,-15 0-23 0,15 1-1 16,-15 0 4-16,0-1 9 0,0 1 1 0,11 0 6 0,-11 1-29 16,0 9-8-16,0-10-11 0,0 10-14 15,0 0-13-15,0 0-3 0,0 0-6 0,0 0-1 0,0 0 7 16,0 0 5-16,0 0 10 0,0 0-1 0,0 0 14 16,0 15-20-16,0-3 7 0,0 2-4 0,0-2-5 15,0 3 3-15,0 2-6 0,0-1 15 0,0 0-5 16,0 2 9-16,0 0 7 0,0 1-25 0,21-2 18 0,-5 0-1 15,1 0 2-15,-1-1 10 0,6-2-21 0,0 0 11 16,3-2-10 0,-1-1 10-16,5-1 0 0,-1-10 3 0,2 8-5 0,0-8-1 0,-1 0 6 0,-1 0-10 15,1 0 14-15,-1 0 0 0,-3 0-5 0,-1 0-10 16,-2-10 12-16,0 0-4 0,-1-2 13 0,-4-1 4 16,-1-1-18-1,-5-2-3-15,-11-2 7 0,16 1-5 0,-16-1 5 16,0 0 5-16,0-1-14 0,0 2 4 0,0 2-2 15,0 0-4-15,0 1-20 0,0 0 14 0,0 4-6 16,-16 0-7-16,16 10 21 0,-22-12-13 0,4 12 2 16,0 0 1-16,2 0-3 0,-2 0-11 0,0 0 13 15,3 0 11-15,0 0-8 0,0 0 17 0,15 11-10 16,-15 1-15-16,15-1 13 0,0 4-9 0,-16-3-1 0,16 2 3 16,0 1 8-16,0 2-4 0,0 0 6 0,0 0 8 0,0 0-13 15,18-1 4-15,-2 0-3 0,3 0-5 16,2-2 12-16,4-2 1 0,0-1-2 0,4-1 4 15,1-1-6-15,3-9 0 0,2 10-6 0,2-10 9 16,-1 10 1-16,3-10 5 0,-1 0 2 0,0 0-3 16,0 0-5-16,-2 0 11 0,-3 0-4 0,-1 0-1 0,-3-12 5 15,-5-1-13-15,-1 1 11 0,-1-1-9 0,-6 1 5 16,1-2-7-16,-4-1 2 16,-13 1 4-16,14-1-1 0,-14 0 1 15,0 0-6-15,0 1 1 0,0 0-9 0,0 2 4 0,0 0-11 0,0 1 10 0,0 11 4 31,0-12-16-31,-18 12 23 0,1-11-23 0,4 11 2 0,0 0 3 0,-1 0-17 0,-1 0 9 0,1 0-5 32,1 0 27-32,1 0-3 0,-2 15-9 0,14 2 10 0,-17-5-13 15,2 2 7-15,15-1 11 0,-15 0-5 16,15 0-12-16,0-1 15 0,-13 0-13 0,13 0 3 0,0 0 14 16,0-1-17-16,0 0 10 0,0 0-6 0,0 0-6 15,0-3 12-15,0-8 8 0,0 10-2 0,15-10 7 16,-2 8-7-16,2-8 2 0,-2 0-8 0,5 0 1 15,-2 0 6-15,2 0-10 0,0 0 19 0,1 0-9 16,-2 0 11-16,-3-9-10 0,4-1-5 0,-5-1 5 16,-1 0-12-16,-12 0 12 0,14-2-7 0,-14 1 4 15,0-2-5-15,13 1 7 16,-13 1-2-16,0 0-7 0,0 3-6 0,0 9-9 16,0-12 1-16,0 12 10 0,0 0-18 0,0 0-8 15,0 0 4-15,0 0-11 0,0 0 21 0,0 0 7 16,0 0 0-16,0 0 14 0,0 12-3 0,0 0 3 15,0 1-14-15,0 0 5 0,0 2-8 0,0 0 6 16,0-1 20-16,0 0-23 0,0 1 18 0,0-1-23 16,0-2 5-16,0 1 11 0,21-3-5 0,-9-1 12 15,4-9-2-15,-3 10-10 0,-13-10 1 0,20 0 14 16,-4 0-12-16,0 0 12 0,-2 0-7 0,0 0-2 0,-14 0 10 16,21 0-3-16,-7-10 6 0,2-1-12 0,-16 0 4 15,17-3 1-15,-3 0-2 0,-14 0-7 0,16-2 2 16,-16 0-1-16,12-2 8 0,-12 2 10 0,0-1-12 15,14 1-5-15,-14 1-1 0,0 0 4 0,13 2-1 16,-13 1 0-16,0 2-10 0,15 10 3 0,-15-10 1 16,0 10-11-16,15 0 6 0,-15 0-11 0,13 0 10 0,-13 0 2 15,13 0 1 1,1 0 3-16,-14 0-15 0,16 0 11 0,0 0-1 0,-5 12 11 16,-11-1-1-16,17-11-3 0,-4 9 8 15,-13-9-22-15,13 0 19 0,-13 11-4 0,0-11-2 0,0 0 25 0,12 0-12 0,-12 0 8 16,0 0 5-16,0 0-13 0,0 0 4 0,0 0-2 31,0 0-11-31,0 0-1 0,0 0 1 0,0 0-1 0,0 0-7 16,0-12 9-16,0 12-4 0,0-12-4 0,0 12 2 15,0-13-14-15,-17 13 13 0,6-10-16 0,11 10-4 16,-19 0 13-16,6 0-13 0,13 0 41 0,-20 0 6 16,7 0-16-16,13 0 1 0,-19 10-14 0,6 3-6 15,13 0 6-15,-13 0-7 0,13 3-4 0,0-1 12 16,0 2 13-16,0 0-1 0,0 2 0 0,0-2-4 0,0 0-31 15,0 0 14 1,0 0 17-16,17-2 4 0,-1 0 7 0,1-2-9 16,2-1-26-16,-2-1-1 0,5 0 18 0,4-3 3 0,-1 1 9 0,2-9-17 0,3 8 15 15,0-8-5-15,0 0 8 0,2 0 7 0,-1 0-5 16,0 0-1-16,-5 0-4 16,3-9 1-16,-2-2 1 0,-5-1 4 0,-2-3-4 15,1-1 3-15,-4-1-6 0,-4-3-2 16,-13-1-3-16,17-1 8 0,-17-4 3 0,11 0 13 15,-11-1-13-15,0-1 0 0,0 2-17 0,0-1 5 16,0 1-1-16,0 1 2 0,0 4 6 0,0 3-6 16,0 2 0-16,0 1-8 0,0 6-18 0,-14 9-10 15,14 0 8-15,0 0 2 0,0 0 17 0,0 0 7 16,0 0 1-16,-14 18 1 0,14-3 5 16,0 2-7-16,-13 3-1 0,13 3-7 0,0 0 9 0,0 1 3 0,-14-1-5 0,14 0 8 0,0 0-13 15,0 0-1-15,0-2 7 0,0-1-5 16,0-3 8-16,0-4 5 0,0-1-8 15,0-3 5-15,0-9 2 0,0 8 4 0,0-8 22 16,0 0 7-16,0 0-10 0,0 0 10 0,0 0-22 0,0 0-9 16,0 0 1-16,0 0-8 0,0-13 4 0,0-2 5 15,14 1 2-15,-14-2-14 0,16-1 7 0,-16-1 5 16,17 0-12-16,-2 0 16 0,-15 1-2 16,18 0-7-16,-1 2 24 0,0 3-18 0,-4 1-12 15,-13 11 3-15,18 0-22 0,-3-10 12 0,-1 10 1 0,-14 0-7 16,16 0 2-1,-16 0-5-15,19 0 11 0,-5 17 3 16,0-1-3-16,-14 4 5 0,18 0-4 0,-3 1-7 0,-2 3 9 16,-13 0-14-16,17-2 10 0,-17 0 3 15,15-1 8-15,-15-3 2 0,15 1-7 0,-15-2 2 16,0-3-1-16,12 1 6 0,-12-3-1 0,0-2 9 0,0-1-12 16,0 0 8-16,0-9-20 0,0 8-26 0,0-8-20 15,0 0-84-15,0 8-55 0,0-8-67 0,0 0-130 16,0 0-134-16,0 0-222 0,0 0-219 0,0 0-21 15</inkml:trace>
  <inkml:trace contextRef="#ctx0" brushRef="#br0" timeOffset="120024.28">26059 12117 1936 0,'-5'0'28'16,"2"0"33"-16,2 0 16 0,-1 0 20 0,-1 0-10 0,0 0-15 16,1 4 11-16,-1 0-9 0,0-1 9 0,2 1 16 15,1 1 19-15,-2 0 24 0,2 0 6 0,0-1 6 16,0 3-22-16,0-1 2 0,3 1-6 0,0-2-7 15,3 2 12-15,-3-3-2 0,2 1-3 0,2-1-2 16,-2 0-12-16,-1-3 4 0,4 1-8 16,-2-1-17-16,1-1 10 0,-1 0-22 0,3-4-4 15,-2 0 0-15,1-3-31 0,-2 1 2 16,3-4-6-16,-2-2 2 0,1-2 10 0,-2-2-20 16,1-3-6-16,-1-2-8 15,-2-2-7-15,0-3 16 0,-3-2-10 0,-1-1 14 0,0-2 6 16,0-1-3-16,-5-2 21 0,1 0 1 0,-6 1 14 15,2 3-3-15,0 1 21 0,-1 2-13 16,0 4-13-16,1 3 6 0,-1 3-36 0,2 7-3 16,2 2-30-16,0 3-16 0,4 2-11 0,-2 3-21 0,3 0 15 15,-2 0 2-15,2 5 18 0,0 1 2 0,0 5 10 16,0 3 4-16,0 5-5 0,3 3 9 16,-1 5-4-16,1 5 1 0,0 5-5 0,2 2 5 0,1 4-9 15,0 1-2-15,1-1 8 0,1 3-1 0,1-1 4 16,1-2 0-16,1-2 0 0,3 0-7 15,-1-4 4-15,1-1 7 0,2-2-8 0,-1-3 11 0,1-3-9 0,5-3-1 16,-7-2 11-16,7-3-11 0,-4-3 13 0,0-2-4 16,1-3 12-16,-2-2 4 0,1-3 7 0,-3-2 2 15,2-2-7-15,-2-3 14 0,0 0-18 0,1-3 0 16,-1-2-8-16,0-3-11 0,-1-1 3 0,-1-2-1 16,1-3-1-16,1-2-2 0,-3-3 0 0,1-1-8 15,-3-1 0-15,-3-3 1 0,1-3-8 0,-3 2 10 16,-4-3 8-16,0 1-10 0,0-1 2 0,-8-1-8 15,0 1-13-15,-4 1 9 0,-2 2 5 0,-4 0 5 16,1 4-6-16,-4 1 2 0,-1 2-4 0,1 2-6 16,-4 4 0-16,3 3-11 0,0 1-1 0,1 4-3 15,4 1 5 1,1 3-7-16,2 0 10 0,3 6-11 0,1-1 11 16,1 4 15-16,3 0-9 0,-1 0 23 0,2 3-14 15,4 1 3-15,-1 0 5 0,2 1-7 16,5 0 9-16,0 1-13 0,1 0 14 0,7 0-5 0,-2 0-2 0,3-2 9 15,2 1-11-15,2-2 13 0,0-3-4 0,6-1 7 16,0-1-8-16,-2-2 0 0,2-3 7 0,1-2 4 16,0 0 5-16,0-6-13 0,-1-1 13 0,-2-2-21 15,0-3-1-15,-2 1 16 0,-2-3-16 16,0-2 16-16,-4-1 4 0,-4-1-11 0,0 0 6 0,-5-1-2 0,2 2 1 16,-4-3-6-1,-3 3 5-15,0 1-22 0,0 1 8 0,-3 2 14 0,0 2-9 0,-2 1 2 0,1 3-18 16,1 3-21-16,-1 0-3 0,2 4 15 15,1 0 4-15,-1 0 10 0,2 4-8 0,-1 2 11 16,1 2 3-16,-2 1 1 0,0 3 12 0,2 1-16 0,-1 1 3 31,1 1-1-31,0 1 5 0,0 1 3 0,5 0-9 0,1 1 16 0,1-1-4 0,2-1-3 16,2 0 6 0,3-2-3-16,-1-1 6 0,2 0 2 0,0-5 6 0,3-1-11 15,2-2-4-15,0-1 9 0,0-4-3 0,0 0 1 16,2-4 2-16,-4-1 4 0,2-2-6 0,-3-1 8 15,1-3-11-15,-4 0-14 0,-1-1 16 0,-3-3-18 16,0 1 20-16,-4-1-7 0,1 1-7 0,-4-1 5 0,0 1-11 16,-2-3 9-16,-1 5-3 0,0-3 3 15,-6 4-4-15,3 1-1 0,0 0-15 0,0 5 0 0,-1 0-8 16,1 2-15-16,2 3 8 0,-3 0 3 0,4 0 4 16,-3 5 14-16,2 0 1 0,-4 3 1 0,4 1 2 15,-2 2 3-15,-1 1-3 0,3 1 6 0,-1 1-6 16,0 1-4-1,2 1 7-15,0-1 1 0,0 1 4 0,0-1 3 16,0-1 3-16,0-1-8 0,4-2 5 0,-4-2-2 16,1-1-1-16,1-4-3 0,0-1 18 0,-2-1 7 15,1-2 1-15,1 0 16 0,-2 0-23 0,1-2-4 16,4-3-2-16,-4-2-11 0,2-2 3 0,2-2 7 16,0-1-13-16,0-3 15 0,0-1-8 0,1-1-3 15,-2-2 13-15,3-1-17 0,-2 2 5 0,0-1-4 0,-1 0-7 16,1 0 13-16,-1 2-4 0,0 3 3 0,-3 1 6 15,6 1-15-15,-6 4 12 0,3 2-13 0,-3 2-11 16,2 2 5-16,-1-1-15 0,1 3 9 0,-2 0 12 16,1 0-11-16,-1 7 20 0,3-2-10 0,1 4 3 15,-1 1 19-15,4 2-19 0,2 2 6 0,-1 1-1 16,2 0-4-16,3 3 7 0,-1 0 7 0,3-1-8 16,-2 2-5-16,2-1 10 15,2-1-7-15,-1-1 12 0,5-1-3 0,-5-1-11 0,4-1 23 0,-5-3-14 16,3-2 13-16,-2 0-1 0,0-4-20 0,1-1 16 0,-2-2-12 31,-1-1 15-31,1 0-3 0,3-6-4 0,-3-1 6 16,1-1-11-16,1-1 3 0,-2-3-2 0,-2 1 3 15,2-3 1-15,-5 0 3 0,1-1-7 0,-2-1-7 0,-2-1 6 16,-2 0-2-16,0-1 4 0,-3 0 0 0,-1 1-4 16,-2-1-3-16,0 2 1 0,-5-1 0 0,-1 3-9 15,0 3 0-15,-1 0-7 0,-2 1-3 0,-3 3-2 16,0 2 1-16,1 2 2 0,-1 3 4 0,-3 0 14 15,-2 0-16-15,2 7 12 0,-2 1-2 0,4 2-7 16,-4 2 14-16,3 2-8 0,2 0-1 0,0 3 8 16,4-1-5-16,1 1 4 0,2 0 2 0,2-1-3 0,-1 1 5 15,4 0-6-15,0 0 4 0,0-2-1 0,4 0-4 16,1 0 4 0,-1-1 1-16,2-3-1 0,4 1 6 0,0-2-2 0,3-1-3 0,0-2 17 0,4-2-11 15,1 0 5-15,1-3-4 0,1-1-3 0,0-1 9 16,2 0-2-16,-2-5 11 0,-1-2-16 0,2-1 4 0,-5-1-5 15,-1-1 1 1,-2-2 2-16,-1 0-2 0,-2-2 12 0,-3 0 4 16,1 1 6-16,-4 0 6 0,-1 1 0 15,0 0-12-15,-3 3-11 0,0 1-6 0,0 1-16 16,0 2 0-16,0 1-14 0,0 1-5 0,-1 2 5 16,-2 1-21-16,3 0 26 0,-2 0-6 0,2 5 8 0,-2 1 20 15,2 0-13-15,-2 2 12 0,2 1-8 16,0 1 1-16,0 0 8 0,0 2-14 0,0 3 16 0,4-1-4 15,1 0-8-15,0-1 20 0,-1 0-11 0,4-1 0 16,2-1 12-16,-1-1-14 0,3-1 6 0,0-1 1 16,2-2-4-16,0 0 8 0,2-3-1 0,1-1 4 15,0-2 2-15,1 0-5 0,-2 0-1 0,2-5-8 16,-2-2 6-16,-1-3-4 0,0 0-3 0,0-2 15 0,-3-2-16 16,0-1 19-16,1-2-8 0,-5-2-11 0,1-2 6 15,-3-2-14 1,1-3 6-16,-2-1-2 0,-2-2 2 0,-3 0 5 15,0-3 1-15,0 1-6 0,-7-1 2 16,3 0 5-16,-3 2 0 0,1-1 17 0,-3 4 6 16,0 0 4-16,1 3-2 0,-1 4 4 0,1 4-25 15,2 1-21-15,1 7-12 0,-1 2-25 0,1 1 7 0,4 5 2 16,-1 0 12-16,1 5 10 0,-3 3 6 0,1 3 15 16,0 4-3-16,0 4-1 0,-2 4 15 0,-3 5-14 15,7 1 2-15,-3 5 6 0,4 3-7 0,0 1 8 16,0 1-7-16,8 0 5 0,-2-1-7 0,2 0-4 0,1-4 4 15,1 0-7-15,1-4 8 0,1-2 5 16,2-1-9-16,-1-4-14 0,0-2-34 0,0-1-43 0,4-3-34 16,-4-2-43-16,5-2-20 0,-2-1-5 0,1-3-9 15,-3-2-1-15,2-2-29 0,-3-2-57 16,-1-3-43-16,-12 0-90 16,0 0-140-16,0 0-110 0,0-12-145 0,0-1 109 0</inkml:trace>
  <inkml:trace contextRef="#ctx0" brushRef="#br0" timeOffset="120221.8">26872 11631 3623 0,'-17'0'0'0,"17"-5"-21"0,0 1-36 0,0 4-38 0,0 0-49 16,0 0-36-16,0 0-137 0,0 0-131 15,0 0-173-15,0 0-83 0</inkml:trace>
  <inkml:trace contextRef="#ctx0" brushRef="#br0" timeOffset="120987.92">28929 12203 2264 0,'0'0'77'15,"0"0"12"-15,0 0 22 0,0 0-5 0,0 0-75 16,0 0 0-16,0 0-18 0,0 0-8 0,0 0-5 15,0 7 9-15,0-7 14 0,0 5 50 0,0-1 2 16,0-4-8-16,0 6 15 0,0-1-7 0,0-1 10 16,0 1 42-16,0-1 0 0,0-4 8 0,0 4 38 15,0-4-30-15,0 7 8 0,0-7-3 0,14 0-27 16,-14 0 3-16,16 0-28 0,-2 0-5 0,-1 0-4 16,1 0-21-16,-1 0-7 0,-2 0-23 0,-11 0 10 0,17 0-2 15,-6-13 3-15,-11 2 8 0,18 0-20 0,-18-1 4 16,11 0 4-16,-11-3-17 0,0 1-8 0,0-3-6 15,14-1 0 1,-14 0-3-16,0-2 6 0,0 0-19 0,0-1 0 16,0-1 3-16,0 0-8 0,0 1 20 0,0 1-22 0,0-1 3 0,-17 4 1 15,2 0-8-15,15 5 10 0,-15 0-10 0,15 4-6 16,-17 8-2-16,17 0-17 0,0 0 18 0,-15 0-4 16,15 0 18-16,0 0-2 0,0 0 8 0,0 0 10 15,0 13-2-15,0 1 10 16,0 1-13-16,0 3-2 0,20 2-17 15,0 0 19-15,0 4-7 0,4 1-2 0,1 0 7 0,2 0-1 16,3-1-5-16,0 0 10 0,1-1-9 16,1-1-10-16,-5-1 2 0,0-2-2 0,-5-1 7 0,-3-2-4 15,-6-4 17-15,-13-2-12 0,0-3 7 16,0 1 2-16,0-8-5 0,0 6 15 0,0-6 0 16,0 8-5-16,0-8 5 0,-15 7-13 0,-4-7 12 0,-2 0 0 15,-2 0-8-15,-2 0 9 0,0 0-10 0,-2 0-24 16,-2 0-26-16,6 0-23 0,2-8-42 0,0-1-10 15,4 1-22-15,3 1-26 0,1 0-76 0,13 0-70 16,-14-1-71-16,14 1-138 0,0 1-55 0,0 6-29 0,0-11-89 16,0 1 182-16</inkml:trace>
  <inkml:trace contextRef="#ctx0" brushRef="#br0" timeOffset="121269.52">29413 11830 3891 0,'0'-5'39'0,"0"5"42"0,0-8-2 0,0 8 21 0,0-5-43 15,0 5-44-15,0 0-1 0,0 0-29 0,0 0 12 16,0 0 0-16,0 0 13 0,0 9 6 0,0 2-3 16,0 0 20-16,0 4 16 0,0 3 27 0,0 3 4 15,0 1-20-15,0 2-19 0,0 3-22 0,0 1 3 16,13 1-9-16,-1 1 1 15,-1-1-10-15,2 0-1 0,-1 0 8 0,0-1-5 16,2-2-2-16,-1-2 2 16,-1-2-18-16,-3-3-19 0,3-3-49 0,-12-1-61 0,14-5-60 0,-14 0-65 15,9-3-21-15,-9-2-23 0,0-5-66 0,0 0-71 16,0 0-88-16,0 0-101 0,0 0 61 0</inkml:trace>
  <inkml:trace contextRef="#ctx0" brushRef="#br0" timeOffset="122417.48">29332 11970 3297 0,'0'-5'26'0,"0"5"51"0,0-5 20 0,0 5 30 16,0 0-13-16,0 0-45 0,0 0 0 0,0 0-14 16,0 0-7-16,17 0 15 0,1 0-9 0,-1 12-11 15,7-2-8-15,1-1-4 0,4 1-7 0,4 0 3 0,-2 0 3 16,4-2-14-16,-1-8 8 0,0 10-15 0,0-10 8 15,-6 8 14-15,0-8-1 0,-2 0 9 0,-3 0 6 16,-3 0-8-16,-2 0 15 0,-3 0 19 0,-1 0-3 16,-14 0 4-16,14 0-25 0,-14 0-23 0,0-9-19 15,0 9-7-15,0-9 0 0,0 1 9 0,0 8-10 16,0-9-5-16,0 1-6 0,0 1-9 16,0 7 12-16,0-8 4 0,0 8-11 0,0 0 4 0,-14 0-7 0,1 0-3 15,13 0 25-15,-16 0 0 16,2 0 8-16,3 12-17 0,11 0-6 0,-14 0 5 15,14 1 1-15,-16-1 8 0,16 0-7 0,0 2 0 16,0 0-5-16,-11 0 18 0,11 0 1 0,0 0-1 16,0-1 10-16,0-1-6 0,0 2 0 0,0-2 2 15,18-2-7-15,-1-1-1 0,-1-1 7 16,-1-1-4-16,1-7-3 0,2 8 13 0,-2-8-2 16,1 0-14-16,-4 0 17 0,-13 0-15 0,15 0 6 15,-15 0 15-15,15-9-10 0,-15 1-14 0,0 0-7 16,0-4 7-16,0 0-3 0,0 0 9 0,0-2 6 15,0-2 1-15,0-1-12 0,0 1 16 0,0 0-19 0,0 2-3 16,0 0 13-16,0 2-9 0,0 2 9 0,0 10-10 16,0-7-21-16,0 7 1 0,0 0-4 0,0 0 5 0,0 0 29 15,0 0-15-15,0 0 21 0,0 0-20 0,0 0-5 16,0 11 24 0,0 0-36-16,0 1 24 0,0 2-2 15,0 1-19-15,0 2 34 0,0 0-16 0,0-1 7 0,0 0 0 0,0-1-12 0,14 0 16 0,-1-2-3 16,0-1 8-16,0 1-1 0,3-4 3 0,0 0-14 31,1-2 3-31,-1 0 11 0,1-7 25 0,3 0 11 16,-5 0 6-16,1 0 3 0,1 0-36 0,-4 0 11 15,5 0-7-15,-6-13-18 0,2 1 16 0,-1-1-11 16,0-2 12-16,-2-2 8 0,-11-2 0 0,13-2-7 0,-13-1-12 16,12-2 6-16,-12-2-29 0,0-2 12 0,0-1-4 15,0 0-12-15,0-2 16 0,0-1-13 0,0 1-1 16,0-2 9-16,0 3-5 0,0 1 9 0,0 1 4 15,-12 4-5-15,12 3 3 0,0 4-1 0,-13 3-7 16,13 2-6-16,0 5-6 0,0 2-17 0,0 5-1 16,0 0-6-16,0 0 4 0,-11 0 17 0,11 0 7 15,0 0 13-15,-13 9 0 0,13 2-3 16,0 3 2-16,-13 2-3 0,13 2-7 16,-14 1 12-16,14 2-5 0,0 1 3 0,0 5 13 0,0-2-15 0,0 3 8 0,0-1-11 15,0 2 3-15,0 2 1 0,0-2-9 0,0 2 18 16,19-1-9-16,-4-1 5 0,2-1 10 0,0 0-8 15,1-2 4-15,0-2-4 0,3 0 0 0,0-2-2 16,1-4 1 0,-3 0 4-16,5-3-2 0,-2-1 13 0,1-3 2 15,0 0 18-15,-3-4 3 0,2-1-20 0,-3-6-5 16,3 0-10-16,-1 0-14 0,-5 0 20 0,-1 0 0 16,1 0-1-16,0 0 0 0,-3-8-3 0,1-1-4 15,-5-1 0-15,-9-2-1 0,18-1-11 0,-18-1 3 16,11-1-5-16,-11-1 8 0,0-1-7 0,0-2 0 15,0 0-2-15,0 0-4 0,0 1 5 0,0-2 1 0,0 1-4 16,-13 2-4-16,-3 1 0 0,5 2 0 0,-3 2-10 16,1 2 27-16,-1 10-6 0,0-8 0 15,-2 8 14-15,0 0-36 0,-1 0 14 0,-1 0-8 0,1 0 6 16,1 9 9-16,-1 3-1 0,3 0 4 0,1 1-16 16,13 1 2-16,-14 0 8 0,14 1-12 0,-13 0 18 15,13 0 0 1,0 0-2-16,0 1 10 0,0-1 3 0,0 1-1 15,0-1 14-15,19 1-4 0,0 0-5 0,0 0-10 16,5-2-22-16,1-1 6 0,2-1-2 0,1 0 16 0,4-1 0 0,0-3 8 0,-1 0-11 0,-2-2 1 31,-2-6 11-31,0 6-17 0,0-6-14 0,-5 0-70 16,-2 0-49-16,-4 0-53 0,1 0-67 0,-4 0-53 16,-2-6-98-16,-11 0-59 0,0-2-88 0,0 0-24 0,0-1-14 15,0-3-58-15,0 1 88 0</inkml:trace>
  <inkml:trace contextRef="#ctx0" brushRef="#br0" timeOffset="122669.03">30064 11893 3142 0,'0'0'44'0,"0"-5"23"0,0 5 21 0,0 0 16 0,0-3-27 16,0 3-10-16,14 0-20 0,1 0-18 0,7 0-13 0,3 0-18 16,2 0 2-16,4 10-6 0,3-1-16 0,0 1-46 15,3-2-41-15,-1 1-51 0,1 1-59 0,0-1-68 16,-3-2-65-16,-1-7-64 0,-2 9-72 0,-2-9-74 16</inkml:trace>
  <inkml:trace contextRef="#ctx0" brushRef="#br0" timeOffset="123210.56">30975 11730 2927 0,'0'-4'12'0,"0"-1"11"0,0 1-3 0,0 0 14 0,0 1 0 0,11 1-5 16,1 0 25-16,3 0-22 0,2 2-9 0,1 0 7 15,4 0-12-15,1 0 17 0,1 0 3 0,2 7 12 16,-4-1 6-16,1-1 19 0,-4 0 4 0,0-2-18 16,-4 0 3-1,-3 1-28-15,-4-4 4 0,-8 3-5 0,0-3-23 16,0 0-3-16,0 3-16 0,0-3-13 0,0 0 17 0,0 0-4 15,0 3 1-15,0 1 20 0,0-1-17 0,0 3 5 16,0 3-3-16,0 2 3 0,0 4 24 0,0 5 19 16,0 6 34-16,0 3 1 0,0 6-22 0,0 4-5 15,11 3-20-15,-11 3-5 0,16 4 17 0,-5 0-7 0,0 1 16 16,-1-2-1-16,-1 1-24 0,0-3 1 16,-9-3-18-16,13 0-2 0,-3-3 21 0,-10-4-10 15,11 1 6-15,-11-3-10 0,0-1-9 0,9-1 16 0,-9-1-23 16,0-3 15-16,0-2-9 0,0-3-6 15,0 0 11-15,0-5 34 16,0-1 15-16,0-5 24 0,-11 0 29 0,0-4-14 16,0-8 33-16,1 0-12 0,-4 0 14 0,0 0-35 15,-5 0-26-15,-3 0-21 0,-2 0-44 0,-4 0 11 16,-2-11-5-16,-2 0-8 0,0-1 4 0,1 0-3 16,1-1-9-16,3 2 9 0,2 1 0 0,6 3 4 15,1-1-6-15,4 8-1 0,14-7-8 0,-14 7-53 16,14 0-28-16,0 0-82 0,0-7-70 0,0 7-58 15,0 0-121-15,0-4-110 0,0 4-149 0,0 0-141 0,0-6-127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27T03:33:12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1639 1245 994 0,'0'0'31'0,"11"0"29"0,-3 0 48 15,-8 0 34-15,11 0-9 0,-3 0 7 0,-8 0-19 0,11 0-14 16,-5 0 13-16,-6 0 41 0,10 0 2 0,-10 0-10 16,8 0-12-16,-8 0-61 0,6 0 3 0,-6 0 5 15,0 0-7-15,6 3 0 0,-6-3-9 0,0 0-5 0,0 3 3 16,0-3-9-16,0 1-11 0,0 0 15 0,0 0 3 15,0 1 2-15,0-2-2 0,0 1-24 0,0 1 1 16,0-1-1 0,0-1 13-16,0 2 2 0,0-1-9 0,0-1 9 15,0 0-8-15,0 0-1 0,0 1-6 0,0-1-5 16,0 0-9-16,0 1 15 0,0-1-7 0,0 0 3 16,0 0 7-16,0 0-14 0,0 0 17 0,0 0-6 15,0 0 5-15,0 0-8 0,0 0-4 0,0 0-4 16,0 0-10-16,0 0 19 0,0 0 8 0,0 0-13 0,0 0-3 15,0 0-2-15,0 0-16 0,0 0 9 0,0 0-3 16,0 0-9-16,0 0 1 0,0 0-3 0,-11 0-1 16,2 3-5-16,-2 0 10 0,1-1-20 0,-1-1 14 0,0 1-8 15,-3-1-9-15,3 0 21 0,-2 1-12 0,-2 0 10 16,-2 1-16-16,-1-2 16 0,-1 2 2 0,1 0-15 16,-2-1 25-1,2 1-16-15,1 0 4 0,3-1 2 16,1-1-17-16,2 2-4 0,3-1-7 0,8-1 14 0,-11-1 17 0,11 0 0 0,0 0 2 0,0 0 0 31,-8 0-9-31,8 0 15 0,0 0-15 0,0 0 6 0,0 0-7 0,0 0-10 0,0 0 9 0,0 3-5 16,0-3 6-16,0 0 6 0,0 0 1 0,0 0 0 15,0 0 9-15,0 0-20 0,0 0 7 0,0 2-10 32,0 1-16-32,0-2 12 0,0-1-2 0,0 2-11 15,0-1 7-15,0-1 0 0,0 2 6 0,0 1 12 16,0 2 7-16,0-1 7 0,0 4-6 0,0 2 3 0,0 3-4 0,0 1-9 15,0 1-11-15,0 2 15 0,0 1-13 16,0 2 15-16,0 0 8 0,0 2-21 0,0 0 15 16,0 0-9-16,0 1-3 0,0 0 10 0,0 1-19 15,0-3 5-15,0 1-2 0,0-1 4 0,0 1 9 0,0-4-1 16,0 2 1-16,0-5-5 0,0 0-4 16,0-2-13-16,0-1 14 0,0-1-11 0,0-4 12 15,0 0 13-15,0-3-15 16,0 2 8-16,0-3-16 0,0-1-5 0,0 0 14 0,0-2-1 15,0 0 7-15,0 0 6 0,0 0-8 0,0 0 0 0,0 0 3 16,0 0-5-16,0 0-5 16,0 0 8-16,0 0-6 0,0 0-9 0,0 0 10 15,0 0-7-15,10-3 3 0,-10 3 11 0,11 0-9 16,0 0-1-16,0 0 8 0,1-2-1 0,5 2 1 16,0-2 2-16,0 2-10 0,2-3-1 0,-2 3 3 15,-2 0 4-15,0 0-6 0,-2 0-5 0,-3 0 6 16,-10 0-2-16,11 0 14 0,-11 0-23 0,9 0-32 15,-9 0-44-15,0 0-39 0,0-1-17 0,0-1-33 16,0 2-22-16,0-1-94 0,0-1-124 0,0-3-92 16,0 1-128-16,0-1-92 0,0-4-89 0,0 0 136 0</inkml:trace>
  <inkml:trace contextRef="#ctx0" brushRef="#br0" timeOffset="214.7">1345 1594 3255 0,'-8'0'48'0,"8"0"40"0,-6 0 17 16,6 0 26-16,0 0-25 0,0 0-25 0,0 0-9 15,0 0-12-15,0 0-9 0,0 0-6 0,0 0-10 16,0 0 15-16,0 0 8 0,0 0 16 0,0 0 4 16,12 0-33-16,-2 0-15 0,4 0-17 0,4 0 0 0,0 0-3 15,2 0-66-15,3 0-97 0,-1 0-123 16,-1 3-133-16,1-3-124 0,-3 0-112 0,-3 0-78 15,1 0 23-15</inkml:trace>
  <inkml:trace contextRef="#ctx0" brushRef="#br0" timeOffset="458.9">1688 1516 3021 0,'5'1'48'0,"-5"-1"54"0,0 0 43 15,0 0 23-15,0 0-12 0,0 0-22 0,0 0-11 16,0 0-13-16,0 0 16 0,0 0 4 0,14 4-11 0,0-1 9 0,-4 0-33 0,5 0-30 16,2 0-16-16,1 1-26 0,2 0-7 0,2 1-8 31,-2 1-3-31,4 0 2 0,-2 1-10 0,2 0 2 0,-1 1 7 16,1-3-3-16,-5 1-6 0,3 0-59 0,-3 0-72 15,0 0-56-15,-3-2-77 0,-5 1-38 0,3 0-37 16,-6 1-36-16,-8 0-61 0,6-3-45 0,-6-3-67 15,0 0-77-15</inkml:trace>
  <inkml:trace contextRef="#ctx0" brushRef="#br0" timeOffset="670.02">2061 1468 3701 0,'0'-6'66'0,"0"0"72"0,0 1 32 0,0-1 28 0,0 3-46 15,0 3-74-15,0 0-28 0,0 0-21 0,0 0-27 16,0 0 0-16,0 0-5 0,0 0-9 0,-8 0 12 15,8 7 7-15,0-1-1 0,-12 2-1 16,1 2 9-16,1 1-11 0,-1 2 9 0,0 3-4 0,-3 0-15 16,1 1 12-16,0 0 3 0,-2 0-12 0,3-1-20 15,2 0-77-15,10-1-88 0,-13-1-93 0,3-2-97 16,10-1-50-16,-10 0-112 0,10-2-62 31,0-1-86-31,0-4 61 0</inkml:trace>
  <inkml:trace contextRef="#ctx0" brushRef="#br0" timeOffset="2870.52">2581 1452 4202 0,'0'-3'74'0,"0"-1"65"0,0 1 38 0,0 2 32 0,0-2-51 0,0 0-50 16,0-1-22-16,0 3-36 0,0-2-24 0,0 1-11 31,0-1-11-31,0 1-8 0,-10 0 0 16,0 2 1-16,-1 0-14 0,-3 0 24 0,4 0-11 15,-3 0-10-15,-1 0 15 0,0 6-12 0,0 0-5 0,3 2 14 16,-2 1-5-16,2 0 1 0,0 3 7 0,3-1-4 16,8-1 8-16,-11 3-8 0,11-1 8 0,0 0-5 15,-8 0-13-15,8 1 7 0,0-2 22 0,0-2-6 16,0 0 1-16,0 0-3 0,0-2-29 0,11 0 26 15,0-1-7-15,0-1 11 0,2-5 0 0,1 6-12 16,2-6 12-16,1 0-7 0,-1 0 14 0,3 0-7 16,-2 0-4-16,-2 0 7 0,0-8-3 15,0 2 2-15,-6-1 0 0,-9-1-6 0,13 0-1 0,-13-1 17 0,9-1 8 16,-9-1 7-16,0-1 19 16,0 1-9-16,0 0-5 0,0 1 6 0,0 1-13 0,0 2 4 0,0 1-6 15,0 2-15-15,0 1-12 16,0 0-20-16,0 3-4 0,0 0-13 0,0 0 5 15,0 0-10-15,0 0 12 0,0 0 2 0,0 0 16 0,0 5 5 0,0 1 14 16,0 0-7-16,0 1-17 0,0 1 10 0,0 2-16 16,13 0 30-16,0 2-5 0,-2 0 5 0,3-1 1 15,0-1-6 1,2-1 4-16,0-1-8 0,4-1 4 0,-2-2-6 0,4-5-1 16,-2 0 3-16,1 0-5 0,-2 0 8 15,-2 0-4-15,-1 0 10 0,0 0-1 0,-3 0-3 16,-4 0 1-16,-9-9-7 0,13-3-1 0,-13-1-3 0,8-1-7 15,-8-3 12-15,0-1-10 0,0 0 10 16,0 0 6-16,0 1-13 0,0 0 20 0,0 2-15 0,0 1 19 16,0 2-1-16,0 1-10 0,0 3 10 0,0 2-36 15,0 3 1-15,0 3-13 0,0 0-16 0,0 0 17 16,0 0 2-16,0 0 7 0,0 4 9 0,0 4-1 0,0 0 24 16,0 1 8-16,0 3-2 0,0 1-7 0,0 3-27 15,0 0 4 1,0 1 19-16,0 0 4 0,11-2 3 0,-11 0-25 0,0 0 2 0,9-3 3 0,-9-3 6 31,0-3 19-31,0-1-10 0,10-5 16 0,-10 4 4 0,0-4 19 16,0 0-18-16,0 0-1 0,0 0-1 15,0-6-24-15,0-3 22 0,0 0-14 0,0-1 0 16,0-2 8-16,0 0-8 0,0-1 9 0,0-1-11 16,0-1-5-16,0 0-1 0,0 0 2 0,0 1 8 0,0 1-5 15,0 0 2-15,0 2-3 0,11 0-10 0,-11 4 12 16,9 0-30-16,-9 1 5 0,10 3-2 0,-1 0-1 15,-9 2 10-15,13 1-12 0,-2 0 9 0,0 0-7 16,2 4 8-16,-2 4 1 0,3 0 3 0,-1-1-8 16,-2 4 22-16,3 0-9 0,-3 1-5 0,0 1 17 0,0 1-25 15,-1 0 22-15,-1 0-2 0,-1-1-6 16,-8-2 12-16,11 0-7 0,-11 0 3 0,9-3-13 0,-9-2 22 16,0-2-11-16,0-4 9 0,7 0 16 0,-7 0-17 15,0 0 7-15,0 0-1 0,8-5-2 0,-8-2-9 16,11-1 5-1,0-2 4-15,-3-1-7 0,0-3 8 0,1 0 0 0,-9-1 0 0,11 0 10 0,-3-1 19 16,-8 1-7 0,8 1 12-16,-8 2-1 0,0 0-17 0,0 1 4 15,8 2-15-15,-8 2-13 0,0 0-6 0,0 3-15 0,0 1-4 16,0 1 3-16,0 1-23 0,0-1 16 16,0 2-24-16,0 0 8 0,0 0 25 0,8 5-6 15,-8-1 30-15,8 2-11 0,-8 2-13 0,12 1 12 16,-4 2-2-16,2 1 0 0,2 0 9 0,0 2 7 15,0-1-3-15,4 0-7 0,0-1 4 0,1-1-8 16,-1-1-14-16,5-2 23 0,-1-3-13 0,-4-2 3 0,5-3 15 16,-3 0-12-16,0 0 10 0,1-5-9 0,0-4 9 15,-2 1-6-15,-2-2 0 0,0-2-1 0,-2-2-15 16,-1 1 10-16,-2-2 0 0,-10 0-4 0,8 0 3 16,-8-2 1-16,0 2-7 15,0-1 6-15,0 1 4 0,0 0-4 0,0 0 6 0,0 2 1 0,0 1-3 0,0 0-4 16,-10 4 0-16,10-1-8 15,0 4 8-15,-9 1-15 0,9 2-6 16,0 2-17-16,0 0-1 0,0 0 10 0,0 3 4 0,0 2 14 16,0 3 0-16,0 1 7 0,0 3 4 0,0 3 11 0,0 4-4 0,11 4-2 15,-1 1 3 1,-1 2-9-16,2 4 3 0,-1 1-3 0,2 3-2 16,-2 0 3-16,3 1-4 0,-1-1 4 15,1 1-3-15,2 0 7 0,-2-3-2 0,1 0 1 0,-1-1-4 16,1-2 3-16,0-2 0 0,-2-2-1 0,2-4 0 15,-3-3-7-15,-3-3 1 0,1-4 8 0,-9-1 13 16,8-3 1-16,-8-3 17 0,0-4-4 0,0 0-8 16,0 0-11-16,0-7-13 0,0 0-2 0,0-4 0 0,0-3 4 15,0-4-3-15,-11-4 8 0,0-1-1 0,0-4 4 16,1-2-4-16,-2-3-11 0,2-2 0 0,1-1-4 16,0 0 0-16,9-1 1 0,-10 0 3 0,10 2 3 15,0 1-2-15,0 2-10 0,0 3 4 0,0 2-6 16,0 5 8-16,0 2 12 0,11 6-13 0,-2 2 10 15,-1 2-16-15,2 3 8 0,-2 1-3 0,4 3-7 0,0 2 15 32,0 0-18-32,1 0 12 0,2 7-5 0,-2-1 6 0,0 2 0 15,1-1-10-15,-1 4 3 0,1-2 1 16,-6 0 2-16,0 2 11 0,-8-2 1 0,0 0-8 16,9 1 1-16,-9 0 5 0,0-1 5 0,0 0-3 15,0-1 7-15,-12 0-13 0,-1-1-5 0,-1 2 4 16,-1-4-3-16,-3 1 9 0,3-2 2 0,-2-1 3 0,2-2-1 15,3-1 4-15,1 0 3 0,3 0-13 0,8 0 17 16,0 0-25-16,0 0 4 0,0 0 7 0,0 0-13 0,0 0 12 0,0 0-3 16,0 0 0-16,0 0-4 0,0 0 14 0,0 0-5 31,0 0-1-31,8 0 2 0,3 0-6 0,3 0 13 16,4 0-12-16,2 0 13 0,5 0-10 15,1-4-2-15,-1 0 12 0,4 1-8 0,-1-1 12 0,2 0-6 0,-3-2 14 0,0 1-1 0,-2-2 9 16,-1-2 12-16,-2 0-9 0,0-2 10 0,-5-1-11 15,-2-2-6 1,0-1-11-16,-5-2-12 0,-2-3 6 16,-8 0-7-16,0-1-2 0,0-2 13 0,0-3-30 15,0 0 18-15,0-1 11 0,0-1-9 0,-16 0 26 0,0 0-21 0,2 4 17 0,-2 1-9 0,2 2 6 32,3 4 6-32,0 3-36 0,3 5 15 0,8 1-27 15,-9 4 0-15,9 2-10 0,0 2-19 0,0 0 10 0,0 0 4 16,0 5 22-16,0 2-1 0,0 3-12 0,0 2 14 15,0 5 7-15,0 2 5 0,0 3 14 0,0 4-21 0,9 0 5 16,-1 1 10-16,2 1 1 0,2 0 4 16,1 1-12-16,1-2 14 0,0 1-11 0,5-2 0 15,-1 0 7-15,0-2-15 0,0-2 19 0,1 0 7 0,1-4 3 16,0-2-1-16,0-2-17 0,0-1 3 16,1-4 10-16,1-2 0 15,3-1 6-15,-1-6-7 0,0 0-9 0,1 0 5 0,-1-6-1 0,-2-2 1 0,-1-3-19 16,-2-2 6-16,-1 0-2 0,-5-3 0 0,0 1 19 15,-1-3-35-15,-5-1 20 0,-1 1-6 0,-6-1-16 16,0 1 21-16,0-2-35 0,0 1 15 0,0 1 2 16,0 3-3-16,-9 0 5 15,-1 1-31-15,-2 3 1 0,0 2-22 16,0 3-6-16,-1 3 2 0,2 0-3 0,-3 3 24 16,-1 0 15-16,0 6 7 0,0 2 15 0,2 1 4 15,0 3-3-15,-1-1 7 0,2 4-6 16,3-1 8-16,9 1-9 0,-11 2 2 0,11-2 5 0,0 2-8 0,0 0 12 15,0 0 3-15,0-2 1 0,0 2-3 0,14-2 2 16,-1 0 4-16,2-2 5 0,0-1-5 0,2 0 12 0,1-2 10 0,2-3 1 16,2 1 9-16,1-4 0 15,2-1-8-15,2-1-10 16,1-2 2-16,2 0-23 0,-3 0 6 0,3-6 8 0,-3 0-10 0,-2 1 14 16,-4-1-18-16,-1 1 1 0,-4-1 12 15,-2 1-4-15,-4-1 7 0,-2 2-22 0,-8 0 9 16,0 0-2-16,0-1-50 0,0 3-44 0,0-2-91 15,0 0-93-15,0-1-35 0,0 1-34 0,0-1-38 16,0-1-16-16,-10 2-49 16,2-1-78-16,-3-1-77 0,-3 3-61 0,3-2-66 0,-3 2-38 15</inkml:trace>
  <inkml:trace contextRef="#ctx0" brushRef="#br0" timeOffset="3116.3">5276 1170 4527 0,'0'0'63'0,"0"0"38"0,0 0 18 0,0-4 24 0,0 4-71 0,0 0-34 15,0 0-23-15,0 0-21 0,0 0 10 0,0 0-12 16,0 0-18-16,0 0-48 0,0 0-83 0,0 0-82 15,0 0-75-15,0 0-87 0,0 0-54 0,0 4-83 16,0 2-72-16,0-2-46 0,0 3-4 0</inkml:trace>
  <inkml:trace contextRef="#ctx0" brushRef="#br0" timeOffset="3296.47">5274 1331 2674 0,'0'4'42'0,"0"-2"52"16,0-1 45-16,0 0 24 0,14 1-12 0,-1 0-21 0,3 1-31 16,-2-1-26-16,3 0-33 15,1 0-32-15,1 1-1 0,0 0-5 0,3 0 3 16,0 0-14-16,0 0-77 0,-1 0-76 0,-1 2-102 0,-4-2-121 0,-2-1-69 16,-2-2-67-16,-3 0-59 0,-9 0 75 0</inkml:trace>
  <inkml:trace contextRef="#ctx0" brushRef="#br0" timeOffset="3438.77">5265 1439 502 0,'14'0'-3'0,"0"0"-58"16,-3-4-65-16</inkml:trace>
  <inkml:trace contextRef="#ctx0" brushRef="#br0" timeOffset="3978.77">5401 1132 1150 0,'0'1'6'0,"0"0"26"0,0 0 17 0,0-1 22 0,0 0 6 15,0 0-14-15,0 1-3 0,0-1 1 0,0 0 1 16,0 1 17-16,0 0 8 0,0 0-9 0,0 0 3 0,0 0-21 16,0 2-7-16,0-2-3 0,-13 1 40 0,13 0 0 15,0 0-4-15,-8 0-6 0,8-1-28 0,0 0 9 16,0 0 13-16,0-1 37 0,0 0-1 0,0 0 40 16,0 0 30-16,0 0 18 0,0 0 34 0,0 0 2 15,0 0 13-15,0 0-26 0,0 0-18 0,0 0-25 16,0 0-56-16,0-3-13 0,0 0-35 0,0 0-40 15,0 0 12-15,0 0-9 0,0-1-3 16,0 0 2-16,0 1-18 0,0 0-16 0,0 0 2 0,0 0-3 16,0 1-10-16,0 1 5 0,0 1-24 0,0 0 12 15,0 0-6-15,0 0-6 0,0 0 15 0,0 0 6 16,0 3-9-16,0 0 22 0,0 0-21 0,0 0-24 16,0 1 0-16,0 0-39 0,0 2-22 0,0-3-7 15,0 2-40-15,0-1-30 0,0 0-30 0,0 0-76 16,0-1-38-16,-11-1-53 0,11 0-89 0,0 0-72 15,0-2-87-15,-11 0-27 0</inkml:trace>
  <inkml:trace contextRef="#ctx0" brushRef="#br0" timeOffset="4428.54">5333 1528 1242 0,'0'0'43'0,"0"0"25"15,0 0 22-15,0 0 15 0,0 0-21 0,0 0-11 16,0 5-13-16,0-5 7 0,0 4-14 0,-12 0-6 0,12-1 3 16,0-3-14-16,0 4 8 0,-10-1 17 0,10-3 65 15,0 3 34-15,0-1 12 0,0-2 20 0,0 0-23 0,0 0 2 16,0 0 25-16,0 0-14 0,0 0-18 0,0 0-26 16,0 0-33-16,0-5 0 0,12 0-35 0,-1 1-6 15,2 0-4-15,-2 0-29 0,0 1 2 16,1 0-7-16,-2 3-21 0,-2 0 3 0,-8 0-17 15,0 0-2-15,0 0-2 0,11 0 2 0,-11 0 17 0,0 0-1 16,0 0 5-16,0 5 2 0,0-1-12 0,0 1 2 16,0 1-1-16,0 0 1 0,-11 0-2 0,11 0 5 15,-11-1-26-15,11 0-45 0,-11-3-52 0,11-2-71 16,-11 0-84-16,11 0-100 0,0 0-166 0,0 0-150 16,-10-6-88-16</inkml:trace>
  <inkml:trace contextRef="#ctx0" brushRef="#br0" timeOffset="4948.1">5761 1126 3729 0,'0'-3'69'16,"-8"-1"67"-16,8 0 49 0,0-2 27 0,0 2-35 0,0 0-49 0,0-1-37 16,0 0-12-16,0 1-25 0,0-2-9 0,0 3 2 15,0-1-7-15,11 0-9 0,0 1-2 16,-11 1-7-16,11-1 1 0,2 1-8 0,-2 1-5 16,2 1 0-16,1 0-21 0,-3 0 14 0,2 0-5 0,2 6-13 15,-2-1 18-15,1 1-8 0,-1-1 0 0,1 3 3 0,-3-1 2 16,-1 2-2-16,-10 1-6 0,11-2 12 15,-11 2 8-15,0 1 3 0,0-1 8 0,0 2-11 16,0 0-12-16,0 1-1 0,0 1-4 0,0-2 12 0,-14 2-2 31,1 0 6-31,-1-3-16 0,4 0 5 0,-4-1-9 0,3-2-1 0,3-1 24 16,8-2-13-16,-10 1 6 0,10-3-4 0,0-1-15 16,0-2 12-16,0 1-6 0,0-1-2 0,0 0 16 0,0 0 8 15,0 0 19-15,0 0 37 0,0 3 7 16,13-1-12-16,3-2-6 0,5 0-12 0,1 3-9 0,3-3 1 15,3 3 12-15,-2-3-13 0,4 1-2 0,0-1 3 16,-2 3-14-16,1-1-3 0,-1 1 5 0,-1-1-10 16,-2-1-1-16,0-1-7 0,-5 3-5 0,0-1 0 15,-5-1-3-15,-3-1 3 0,-1 0-6 0,-11 0 0 32,0 0 8-32,0 2-2 0,0-2-25 0,0 0-50 15,0 0-71-15,0 0-84 0,0 0-69 0,0 0-71 0,0 0-89 0,-11-2-83 0,-3 1-107 16,-2-1-88-1,-6 2-69-15,-2-4 69 0</inkml:trace>
  <inkml:trace contextRef="#ctx0" brushRef="#br0" timeOffset="6073.85">1750 2258 1369 0,'-24'0'52'15,"4"0"36"1,2 0 49-16,1 0 27 0,4 0-26 0,1 0 39 16,2 0-25-16,10 0-12 0,-8 0 3 0,8 0-68 0,0 0-8 0,-8 0 27 15,8 0-28-15,0 0 17 0,0 0 8 0,0 0-11 0,0 0 27 0,0 0 14 31,0 0-8-31,13 0-8 0,1 0-2 0,2 0-5 16,1-2 3-16,2 1 5 0,5-1-18 0,1 0-8 16,2-1-6-16,3 0 8 0,3 0-7 0,2-1-13 15,3 0-8-15,0 0-22 0,3-2 6 0,3 3-1 16,2-1 7-16,2 0 3 0,0 0-1 0,2-1 5 16,2 1-14-16,3-1-5 0,0 2-9 0,3-1-1 0,-1 1 9 15,1-1 6-15,2 0 12 0,0 2-3 0,2-1-5 16,-2 0-2-16,0-2 4 0,-2 3-6 0,-1-2 2 0,-3 0-4 15,0-1-6-15,-4 1 11 0,2-1-8 16,-4-1 1-16,1 2-8 0,0-3-12 0,-3 1 7 0,-2 0-9 16,3 0-3-1,-2 0 6-15,-1-2-4 0,0 1 1 0,-1-1-18 0,1 0-6 16,2-1 0-16,0 2 3 0,0-1 14 16,0 0 7-16,0 2-8 0,1-2 2 0,-2 2-2 15,2 0-2-15,-1 0 12 0,3 1-17 0,-3 1 13 16,1-1 2-16,-3 2-4 0,2 0 15 0,-1 0-1 15,0-1 5-15,-2 1-3 0,1 0 0 0,-3 1 0 16,2-1-8-16,-2-2 11 0,0 2-2 0,-3 0 4 0,3-1-10 16,-3-1 5-16,2 1-2 15,-2-1-6-15,3 0 4 0,-2-1-15 0,3 0 3 0,3 0-4 0,-2 0 12 16,4 0-4-16,-1 0-9 0,3-1 14 0,-1 2-13 16,2-1 12-16,1 1-5 0,-4-1-8 0,2 1 3 15,-3 0-7-15,0 0 13 0,0-1 0 0,-2 1 0 16,-1-1-3-16,-2 2 1 15,3-1-10-15,-3-1 7 0,-1 2-4 0,1-1 2 0,-3-1 8 0,2 2-4 0,-4-1 2 16,0 0-14-16,-1 1 1 0,-2-1-6 16,2-1 7-16,-2 1 7 15,2 1-4-15,-2-1 8 0,2 1-13 16,-2 0 7-16,-1 0-3 0,2-1 1 0,-4 2 7 16,0 0-7-16,-1 0 7 0,1 3-12 0,-3-3 5 0,-2 3-1 15,-1-3-8-15,1 3 10 0,-6-3-3 0,2 3 3 16,-4 0 17-16,-1 0 0 0,1-2 9 0,-4 2 1 15,4 0-5-15,-4-3 1 0,0 3-3 0,1 0 5 16,-3-4-5-16,3 4 2 0,-4 0 6 0,-10-3-18 16,11 3 14-16,-11 0-8 0,11-2-9 0,-11 2 12 0,0 0-16 15,0 0 1-15,0 0 0 0,0 0-6 0,9 0 4 16,-9 0-4-16,0 0 3 0,0 0-22 0,0 0-52 16,0 0-87-16,0 0-129 0,0 0-118 0,0-6-113 15,0 0-148-15,0 1-151 0,-14 1-178 16,-2-4-29-16</inkml:trace>
  <inkml:trace contextRef="#ctx0" brushRef="#br0" timeOffset="10067.28">2698 2724 1518 0,'0'-4'55'0,"0"0"48"0,0 0 40 0,0 0 98 0,0-1-7 16,0 1-3-16,0 0-8 0,0 0-39 0,0 0 5 0,0 1 13 16,0-1 10-16,0 1-34 0,0-1-17 0,0 1-26 15,0-1-17-15,0 1 12 0,0 0-26 0,0-1-28 16,0 0-20-16,0 0-37 0,0 1-5 0,0 0-1 15,0 0-5-15,-12 0 2 0,1 1-5 0,-2 2-6 16,0 0 1-16,1 0 4 0,-2 0 0 0,-1 0-4 31,3 0 2-31,-1 0-25 0,3 5 11 0,0 0-4 16,10 1 6-16,-13 1 14 0,2 1-14 0,11 1 19 16,-11 2-13-16,11 1 2 0,-12 1 0 0,12 1-6 15,0 0-2-15,0 1 10 0,0 0 4 0,0 2-1 16,0-2 8-16,0 0 3 0,0 0-6 0,13 1 21 0,1-1-5 0,1-1 7 15,2-2 34-15,2 0-16 0,0 1 16 0,5-3-21 0,-2-2-13 16,3 1 21-16,1-3-9 0,0-1 5 0,-1-5 3 16,2 0-14-1,-3 0-6-15,2 0 21 0,-1 0-11 16,-3 0 18-16,-3-9 17 0,2 1-9 0,-4-1 1 16,-1-2-18-16,-3 0-9 0,-1 1-4 0,-1-3 1 15,0 0 26-15,-3-1-9 0,2 0 13 0,-10-1-16 0,12 2-35 16,-2 0 10-16,-10 1-20 0,9 2 10 0,-9 1-8 15,8 2-15-15,-8-1 6 0,11 2-18 0,-11 2 5 16,11 0 9-16,-3 1-19 0,3 3 18 0,0 0 0 16,3 0 1-16,1 0 3 0,2 0-10 0,2 0 6 15,0 7-10-15,3 0 18 0,-3 1-4 0,2 0-4 16,-4 2 12-16,2-2-16 0,-6 2 9 0,1-2 0 16,-3 1-17-16,-11-1 18 0,11-1-9 0,-11 1 6 15,0-1-2-15,0 1-15 0,0 0 18 0,0-2-16 0,0 0 19 16,0 0-3-16,-16 1-9 0,2-3 17 0,-2 2-8 15,0-6 18-15,-3 4-8 0,1-4-2 0,0 0 1 32,-1 0-12-32,0 0 22 0,0-7-10 0,2 0 2 0,3-1 0 0,-2-3-10 0,3 0 7 0,2 0-5 15,11-1 2-15,-12-1-6 0,12-1 0 0,0 0 3 16,0 0 1 0,0-1-1-16,0 0-2 0,0-1-10 0,0 1 3 0,15 1 8 0,-2 0-2 15,4 1 0-15,1 0 2 16,2 4 1-16,2 0-12 0,1 4 12 0,-1 1-8 15,1 4-5-15,1 0 9 0,0 0-5 0,1 0-1 16,-3 8-2-16,2 0-5 0,-3 2 16 0,-1 2-10 16,0 0 12-16,-2 2 9 0,-1 1-12 0,-4 0 8 0,1 0-7 15,-1 2 1-15,-1-2-2 0,-12-1 5 0,12 1 6 16,-12-1-10-16,0-1 9 0,0-2-8 0,0 0-3 16,0-2 17-16,11-3-11 0,-11 0 15 0,0-1-6 15,0-5 4-15,0 0 20 0,0 0-6 0,0 0 11 16,0 0-27-16,0 0-6 0,0-5-6 0,0-2-7 15,0-1 11-15,0-4-8 0,0 1-2 0,0-3 0 0,0-3 0 16,0-1-7 0,0-1 6-16,0 0 0 0,0-1 9 15,0 1 10-15,0 1-11 0,0 3 0 0,0-1-10 0,0 5 9 0,0 1-4 0,15 2-7 0,-15 2 0 32,10 2-18-32,-10 4 9 0,14 0-2 0,-14 0 2 15,11 0 1-15,-1 0 11 0,-10 0-4 0,17 8 9 16,-4 0 5-16,-1 0-8 0,3 4 6 0,-1-1-1 15,0 2-8-15,-1 0 0 0,1 1 7 0,2-2 3 16,0 2 7-16,-2-2-8 0,2 1 8 0,-2-3-10 0,2 1 4 16,-2-3 18-16,3 1-11 0,-2-3 12 0,2 0-12 15,-1-2-1-15,1-4 10 0,2 0-1 0,-1 0 8 16,0 0-1-16,0 0 8 0,-1-7-7 0,-1-1 19 16,0-2-18-16,-3-1-8 0,-1 0 0 0,-1-2-16 15,-3-2 5-15,-8 0-14 0,9-3 2 0,-9 0 4 0,0-1-6 16,0 0 9-16,0 0-7 0,0 0-10 0,0 1 11 15,0 1-4-15,-12 0-1 0,1 2-7 0,-3 3-7 16,4 1-4-16,-1 0 4 0,-1 4-2 0,2 1-10 16,0 1-3-16,10 5-20 0,-12 0 12 0,12 0-2 15,-10 0 14 1,10 0 9-16,0 0 3 0,0 6 18 0,0 2-5 16,0-1 10-16,0 4 2 0,0 0-15 0,0 1 13 15,0-1-11-15,12 3 0 0,2-1 25 0,0 1-23 16,3 0 30-16,1-1-9 0,4 0-11 0,-2 0 14 15,4 0-19-15,-3 0 11 0,1-1-5 0,0-2-5 16,-3 1 2-16,0 0-7 0,-3-3 1 0,-2 0-3 16,-4-1 1-16,-10 0-8 0,0 0 11 0,10-3 5 0,-10 2-2 15,0-1 10-15,0 1-12 0,0-2 18 0,0 1-15 16,-12 1 10-16,-3-2-7 0,0 1-9 0,0 0 11 16,-3-5-4-16,0 3 14 0,-1-3-22 0,2 0 21 15,1 0-16-15,2 0-3 0,1 0 5 0,5 0-17 16,8 0 19-16,0 0-15 0,-12 0 16 0,12 0-5 15,0 0-11-15,0 0 16 0,0 0-14 0,0 0 11 16,0 0-10-16,0 0 11 0,0 0 3 0,14-3-3 0,0 3 9 16,3-5-11-16,1 2 1 0,4 0-8 0,2 0 11 31,-1-1-1-31,3-2 2 0,-1 1 12 0,-1-1-5 16,-1-1 8-16,-1-1 25 0,-4 0 18 0,1-2-3 15,-5-2-2-15,0-1-31 0,-1-3-19 0,-13-2 0 16,11-2-12-16,-11-3 8 0,0-3-9 0,0-4 15 15,0-1-10-15,0-3 1 0,0 0-4 0,0-1-11 16,0 2 24-16,0-1 11 0,-14 3 15 0,-2 3-10 0,5 3 8 16,-2 3-10-16,1 4 0 0,2 2 3 15,1 5-17-15,9 2-5 0,-11 3-17 0,11 2-5 16,0 1-5-16,-11 3-16 0,11 0 7 0,0 0 2 0,0 0 10 16,0 9 15-16,0 0-6 0,0 2 14 0,0 3-14 15,0 3 23-15,0 4-8 0,0 2-9 0,0 1 16 16,11 2-20-16,0 2 13 0,-11 0 2 0,16-1-12 0,-1 1 2 15,-2-2 5-15,3 0-3 0,-2 0 12 0,3-3-2 16,-1-1 2 0,3-3-5-16,-1 0-1 0,4-3 9 0,0-2-9 15,-3-1 11-15,5-1-3 0,-1-4 0 0,-1-1 5 16,-1-2-3-16,-2-2 2 0,3-3-15 0,-3 0 17 16,0 0-7-16,1 0 13 0,-5 0 3 0,-1-7-26 15,2-1 23-15,-5 0-13 0,1-2 12 0,1 0-3 16,-5-2-19-16,1-1 0 0,-9-1-4 0,10-1 7 15,-10 0 0-15,0-2-6 0,0 0-2 0,0 2 5 16,0-1-8-16,0 0 4 0,0 0-24 16,0 1 7-16,-11 3-3 0,11 0-12 0,-14 1 14 0,3 2-25 15,1 1 17-15,1 2-4 0,9 6 2 16,-11 0-10-16,11 0-3 0,-13 0-1 0,13 0-11 0,-8 0 15 16,8 0-9-16,0 9 10 0,0-3-2 0,0 2 2 15,0-2 7-15,0 1-1 0,0 1 25 16,0-2 2-16,0 1 7 0,0 0 0 0,11-2 0 15,2 3 14-15,1-3-10 0,7 0 6 0,-1-5-3 16,5 6 4-16,-2-6 7 0,2 0-4 0,2 0 7 0,0 0-8 0,-4 0 21 16,0-7 6-1,-1-1-1-15,-5 3 9 0,-1-2-23 0,-2 1 11 0,-3-1-12 0,-11 3 1 0,8-1-5 0,-8 5-13 16,0-6-2-16,0 6-17 0,0 0 5 0,0 0-3 31,0-3 12-31,0 3-19 0,0 0 0 0,0 0-16 0,0 0-6 16,0 0 11-16,0 0-1 0,0 0 27 0,0 6-8 15,0 2 15-15,0 1-7 0,0 0-7 16,0 2 8-16,0 3-8 0,0 0 16 0,0 1-15 16,0 0 6-16,0 0 0 0,0 1-7 0,17-1 11 0,-5 0-16 15,0-1 16-15,1-2 1 0,1-1-2 0,2 0 14 16,-2-4-11-16,2 0 3 0,0-2-1 0,0-5 0 16,2 0-2-16,-2 0 3 0,0 0 8 0,0 0-6 15,0-7 7-15,0-1-11 0,-1-1-8 0,0-2 5 16,-3-1 1-16,-1-2 2 0,-11-1 1 0,13-2-8 0,-13-1 5 15,0 0-2-15,0-1-6 0,0-1 3 0,0 2-8 16,0 1 7-16,0 2 2 0,0 0 2 0,0 2-3 16,0 2 3-1,0 4-3-15,0-1-16 0,0 8 2 0,0-4-15 0,0 4 3 0,0 0-2 0,0 0 8 16,0 0 2-16,0 0 1 0,0 6 13 0,0 3-6 16,0-1 6-16,0 4 2 0,0 0 2 0,0 2-10 15,0 1 1 1,0 2 5-16,0-2 1 0,0 2 7 0,0 0 4 15,0-2-10-15,14 0 3 0,-3-1 3 16,3-3-4-16,-2 1 13 0,-1-3-7 0,4-2 7 0,-2-1 1 16,4-2-5-16,-4-4 6 0,4 0-3 0,-2 0-3 15,2 0 4-15,-2 0 1 0,0-9-4 0,-2 0 9 0,1 0-12 16,-4-2 6-16,-1 0-6 0,-9-1 4 0,11-2-1 16,-11 0-17-16,8-1 19 0,-8-1-13 15,0 0-2-15,0-1 10 0,0 2-13 0,0 1 13 0,0 2-3 16,0 1-2-16,0 2-3 0,0 2-17 0,0 0 3 15,0 7-12-15,0 0-4 0,0 0 3 0,0 0 6 0,0 0 0 16,0 0 9-16,0 0 4 0,0 8-4 16,0 1 15-1,0 2-13-15,0 0 13 0,0 2-12 0,0 1 4 16,0 3 6-16,0-2-16 0,13 2 26 0,1 0-24 16,-5-2 9-16,1-1 4 0,2-2-15 0,-2-1 22 15,1-2-10-15,0-2 14 0,0-2 9 0,0-5-6 16,-3 0 4-16,2 0-11 0,-1 0 4 0,2 0-2 0,-3 0-2 15,-8-7 5-15,16-1-7 0,-5-1 16 0,-1-2-13 16,-10-1 1-16,12-2-12 0,-12-1-15 0,13-2 23 16,-13 2-2-16,9-1 12 0,-9-2-2 0,0 3-4 15,0 1-13-15,11 0 2 0,-11 2-3 0,0 0-8 16,11 0 12-16,-11 4-17 0,0 0 11 0,10 2-7 16,-10-1-6-16,12 2 14 0,-12 5-18 0,12 0 16 15,-12 0-9-15,14 0 4 16,-3 0 11-16,0 0-6 0,1 0 13 0,0 0-12 0,-1 0 6 0,1 0-2 0,-2 0-8 0,2 8 12 31,-12-8-10-31,12 6 8 0,-12-6 10 0,0 0-3 0,0 0 19 0,0 0-3 0,9 0 1 0,-9 0 5 16,0 0-10-16,0 0 5 0,0 0-5 0,0 0-6 15,0 0-8-15,0 0-4 0,0 0 1 0,0 0-11 32,0-6-2-32,0 6-1 0,0-5-6 0,0 5 2 15,0 0-3-15,0-6-13 0,-11 6 4 0,11 0 9 16,-12 0 5-16,12 0 7 0,-15 0-9 0,4 11 4 15,-3-1-4-15,4 1 5 0,10 1 0 0,-15 2-20 16,3 0-7-16,12 0-1 0,0-1 9 0,0 3 5 16,0 0 16-16,0-2 10 0,0 1-3 0,0-1 16 15,0 0-13-15,15-2-1 0,1 2-1 0,2-2-7 16,0-1 19-16,7-1-12 0,0-2 6 0,4-1 2 0,1-2-1 16,3-5 8-16,-1 0 3 0,-1 0 4 0,3 0-1 15,-4 0-6-15,-2-9 17 0,-1 2-8 0,-6-2-2 16,-1-2 7-1,-3-1-20-15,-1-1 13 0,-4-1-9 0,-2-2 6 0,-10-1-10 0,10-3-4 0,-10 0 6 16,0 0-12-16,0-1 7 0,0-2-4 0,0 0-2 0,0-2 9 31,0 0 3-31,0 1 11 0,0-1 11 0,0 0 13 16,-13 2 24-16,1 1-2 0,12 2 4 0,-11 2-9 16,-1 1-14-16,12 3-22 0,-9 4-7 0,9 2-15 15,0 2-16-15,-9 1 8 0,9 2-22 0,0 3 5 16,0 0-8-16,0 0 0 0,0 0 12 0,0 5 6 0,0 1 6 15,0 0 4-15,0 3 12 0,0 2-10 0,0 1 0 16,0 5 2-16,0 1-5 0,0 1 7 0,11 4 8 0,-1 0-4 16,0 0-3-16,-2 0-10 0,3 0 1 15,0 0-13-15,-1-2-6 0,2 1 2 0,1-4-32 16,1 0-11-16,-1 1-30 0,4-2-39 0,-4-4-39 16,3 0-46-16,1-4-43 0,0 0-38 0,-1-3-45 15,0-3-81-15,0-3-68 0,-2 0-126 0,-1 0-83 0,-2 0-73 16,1-9 23-16</inkml:trace>
  <inkml:trace contextRef="#ctx0" brushRef="#br0" timeOffset="10303.83">6234 2264 3160 0,'0'3'46'15,"0"-3"76"-15,0 0 65 0,0 0 56 0,0 0-6 0,0 0-56 16,12 0-29-16,3 0-42 0,4 0-22 0,1 0-12 16,4 0-7-16,5 0-21 0,-1 0-17 0,5 0 5 15,0 0-35-15,2 0 15 0,-2 0-1 0,0 0-26 16,-3 0 15-16,-4 0-61 0,-1 0-76 0,-3 0-90 16,-6 0-137-16,-2-3-98 0,-14 2-136 0,0 1-99 15,0 0-60-15,0-5 62 0</inkml:trace>
  <inkml:trace contextRef="#ctx0" brushRef="#br0" timeOffset="10862.93">4063 2357 2217 0,'0'0'22'0,"0"5"94"0,0-5 16 0,0 0 50 16,0 0 5-16,0 2-41 0,0-2 28 0,0 0 1 16,11 0 19-16,1 0 0 0,5 0-11 0,1 0-5 15,4 0-9-15,1 0-18 0,4 0 6 0,1 0-31 16,2-5-20-16,0 5-28 0,2 0-24 0,-1-6-21 16,1 6-13-16,1-6 5 0,-3 6-15 0,-3-5 13 15,-2 5-7-15,-1 0-8 0,-5-5 1 0,-2 5-14 16,-7 0 10-16,-10 0-2 0,11 0 0 0,-11-5-46 0,0 5-84 15,0 0-102-15,0-4-164 0,0 3-136 0,0 1-205 16,0 0-179-16,0-5 29 0</inkml:trace>
  <inkml:trace contextRef="#ctx0" brushRef="#br0" timeOffset="11698.96">7848 2402 1380 0,'11'0'43'0,"-11"0"39"0,11 0 40 16,-11 0 41-16,0 0-11 0,0 0 59 0,0 0 1 15,0 0-6-15,0 0 22 0,0 0-27 0,0 0 33 16,0 0 9-16,0 0 16 0,0 0-55 0,0 0-41 15,0 0-18-15,0 0-43 0,0 0-3 0,0 0-16 16,0 0-19-16,0-6-22 0,-12-1-7 0,12 0-6 16,-15 1 4-16,0-2 4 0,0 2-17 0,0 0-15 15,-3 1-7-15,-1 0-6 0,-3 5 9 0,1 0 4 16,-1 0-14-16,0 0-3 0,0 0-10 0,3 0 7 16,2 9 13-16,4-2 4 0,-1 2 5 0,6 1-9 0,8-2-12 15,-13 4 4-15,13 0 2 16,0 0-4-16,0 2 13 0,0-1-4 0,0 3 7 15,0-1 0-15,0 2 1 0,0-2 1 0,0 0 7 16,0-1 25-16,15-3-7 0,-2 1 12 0,2-1-4 0,1-2-1 16,1-1 18-16,2-1 1 0,0-7 3 0,0 6 2 15,3-6-11-15,-4 0-3 0,-1 0 13 0,-1 0-6 16,0 0 0-16,-2-12 13 0,-2 3-36 0,-2-1 0 16,-10 0 8-16,16-2-23 0,-5 0 16 0,-11-2-8 15,11 0-12-15,-11 0 11 0,0-1-5 0,0 3 10 16,0-2-2-16,0 3-12 0,0 1 2 0,0 2-11 0,0 2-14 15,0 6-7-15,0 0-11 0,0-6-8 0,0 6-2 16,0 0 8 0,0 0 9-16,0 0 0 0,0 0 14 0,0 0-5 15,0 11 3-15,16-1 6 0,-16 1-2 0,14 1 9 0,0 2-7 0,-1-2 10 0,1 3-14 16,2-1 3-16,1 0-18 0,2-2-64 0,0 0-50 16,3-1-71-1,-2 0-76-15,1-2-41 0,1-1-80 16,-2-1-71-16,0-2-85 0,-1-5-81 0,0 0-55 0,0 0-32 15</inkml:trace>
  <inkml:trace contextRef="#ctx0" brushRef="#br0" timeOffset="11971.47">9061 2313 4471 0,'0'0'22'0,"0"0"26"0,0 0 8 0,0 0 3 0,0 0-18 16,0 0-31-16,0 0-10 0,0 0 6 0,0 0-8 31,0 0 2-31,0 0 8 0,0 8-11 0,0 1 6 0,0 2 13 16,0-2-5-16,12 3 5 0,-12 0-1 0,0 2-7 16,13 1-3-16,-13 1 4 0,13 0-5 0,-2 0 5 15,-11 1 3-15,13 1 1 0,-3-1-4 0,0 0-10 16,-10-2-82-16,11 0-91 0,2-3-104 0,-5-1-111 15,-8-3-37-15,8 0-83 0,-8-2-9 0,0-6-99 16,0 0-85-16</inkml:trace>
  <inkml:trace contextRef="#ctx0" brushRef="#br0" timeOffset="12305.48">8960 2304 4199 0,'0'-6'68'15,"0"-2"38"-15,0 0 29 0,0 4 24 0,0 0-62 0,0 4-25 16,0 0-23-16,0-4-11 0,0 4 8 0,0 0 4 16,16 0 10-16,1 0-1 0,3 0 2 0,3 0-19 0,2 0 26 15,5 8-15-15,-2 1-2 0,4 0 12 0,-2 1-31 16,2 0 3-16,-2 1-11 16,-2 1-2-16,-1 0-13 0,-2 1-11 0,-2-1 11 15,-3 0-13-15,-3 1-9 0,-6-3 20 0,-11 2-8 0,0-1 8 16,10 1-18-1,-10 2 5-15,0-2-7 0,0 2 4 0,0 1 28 0,-13-1-13 16,-4 1 4-16,1-1 0 0,-6-2 12 0,0 1-11 16,-2-3-1-16,-1-2-5 0,1-2-4 0,-1-6 20 15,1 6-6-15,5-6-18 0,-1 0-1 0,5 0-53 16,1 0-8-16,1 0-39 0,13 0-63 0,-12 0-35 16,12-5-111-16,0 0-122 0,-10 0-103 15,10 0-160-15,0-1-88 0,0-1-78 0,0-1 154 0</inkml:trace>
  <inkml:trace contextRef="#ctx0" brushRef="#br0" timeOffset="12823.21">9575 2389 4327 0,'0'0'35'15,"0"0"41"1,0 0 20-16,0 0 17 0,0 0-30 0,0 0-39 15,0 0-28-15,0 0-5 0,0 0-15 0,0 7 5 16,0-7 4-16,0 7 2 0,0 0 11 0,0 2-7 16,0 0 13-16,0 3-16 0,0 2 3 0,14 0 3 15,-14 4-10-15,14-1 5 0,-14 0 2 0,13-2-3 16,-13 2-3-16,12-3 7 0,-12 0-9 0,13-2 5 16,-13-1 0-16,0-1 3 0,11-2 5 0,-11-1 4 0,0-2 8 15,0-5-15-15,0 0-7 0,0 0-28 0,0 0-19 16,0 0-59-16,0 0-32 0,0 0-52 0,0-8-32 15,0-1 13-15,0-1 20 0,0-2 43 0,0-2 27 16,0-2 42-16,-13-1 9 16,2-3 31-16,11 0 25 0,-14-1-5 0,3-1 1 0,11 0 32 0,-14-1 58 15,14 0 81-15,-16 0 50 0,16 2 11 0,-16 1-19 0,16 0-36 16,0 3-16-16,-12 2-3 0,12 2-22 0,0 3-19 31,0 2 19-31,0 2-26 0,0 1-14 0,0 5-4 0,0 0-58 0,0 0-10 16,0 0 1-16,0 0 1 0,0 0 17 0,0 0 3 15,0 0 10-15,0 0-4 0,0 0 15 0,14 0-5 16,3 0-11-16,4 0 12 0,1 4-27 0,3-4 7 16,1 5-5-16,0-1-18 0,-1-4 18 0,-2 5-21 15,1-5-3-15,-4 4-1 0,-4-4-8 0,0 0 14 16,-5 0 1-16,-11 4-2 0,11-4-7 0,-11 0-29 16,0 0-44-16,0 0-85 0,0 0-59 15,0 0-86-15,0 0-70 0,0 0-64 0,0 0-100 0,0 0-123 16,0 0-137-16,0 0-144 0</inkml:trace>
  <inkml:trace contextRef="#ctx0" brushRef="#br0" timeOffset="13029.32">9579 2510 2866 0,'0'5'93'16,"0"-5"96"-16,0 0 90 0,0 0 65 0,0 0-31 0,0 0-66 0,0 0-44 15,13 0-46-15,4 0-53 0,-1 0-13 0,3 0-29 16,3 0-18-16,0 0-3 0,1 0-33 0,0 0-1 16,-1 0-3-16,-2 0-15 0,-2 0-50 15,-2 0-111-15,-2 0-127 0,-2-3-156 16,-3 1-147-16,-9 2-156 0,0 0-204 0,0-4 160 0</inkml:trace>
  <inkml:trace contextRef="#ctx0" brushRef="#br0" timeOffset="13477.19">10068 2638 1898 0,'0'8'44'0,"8"-2"45"0,-8-1 83 0,0 1 36 0,11-2-22 16,-11 0-6-16,0-1-42 0,0 0 4 0,0-1 52 15,0-2 22-15,0 0 30 0,0 0 33 0,0 0-27 16,0 0 1-16,0 0-5 0,0 0-33 0,0 0 1 16,0 0-48-16,0 0-47 0,0-6-47 0,0 0-30 15,0-1-3-15,0-1 2 0,0 0 16 0,0-3-4 16,0-1 3-16,0-2-14 0,0-1 3 0,0-1-5 16,0-4-4-16,0 1-9 0,0-3-4 0,0 1 12 15,0-2-16-15,0-2 1 0,0 1-13 0,0-1-25 16,0 1 9-16,13 0 7 0,-1 2-2 0,2 1 17 0,-4 2-13 15,1 3-2-15,2 2 2 0,-13 4-11 0,13 2 12 16,-13 4-17-16,13 4 7 0,-1 0-10 0,-12 0-4 16,15 0 19-16,-4 0-8 0,2 0 13 0,1 9-6 15,2 0 3-15,0 4-4 0,-2 0 13 0,2 2-4 16,-2 3-11 0,4 0 15-16,-4 0-10 0,0 1 11 0,-1-1-8 0,-13 2-4 15,15-3-5-15,0 0-2 0,-3 1-14 16,-12-3-55-16,0 2-61 0,10-2-42 0,-10-1-42 15,0 0-19-15,0-2-9 0,11-1-76 0,-11 0-107 0,0-2-75 0,0-2-127 0,0 0-80 16,0-2-48 0,0-5 73-16</inkml:trace>
  <inkml:trace contextRef="#ctx0" brushRef="#br0" timeOffset="13710.14">10063 2474 3111 0,'0'0'53'16,"0"0"61"-16,0 0 45 0,0 0 30 0,0 0-7 0,0 0-15 16,0 0-12-16,0 0 8 0,0 0-36 0,0 6-31 0,18-6-33 15,2 0-25-15,2 0-1 0,-1 5 5 0,6-5 2 16,1 0-13-16,1 0-9 0,-1 0-15 16,-3 0-9-16,-1 0 8 0,-6 0 2 0,-3 0-37 0,-2 0-60 15,-13 0-122-15,0-7-185 0,0 4-196 0,0-1-153 16,0 4-111-16,0-8 46 0</inkml:trace>
  <inkml:trace contextRef="#ctx0" brushRef="#br0" timeOffset="14226.33">11829 2277 2939 0,'0'-7'86'0,"0"0"99"0,0-1 70 0,0 1 54 0,0 1-3 15,0-1-60-15,0 3-29 0,0 0-42 0,0 1-77 16,0 3-31-16,0-3-47 0,0 3-6 0,0 0-15 16,0 0-8-16,0 0 3 0,0 0-10 0,0 0 2 0,0 5 5 31,0 1 15-31,0 1-6 0,0 4 16 0,0 2-12 16,13 2-5-16,-13 3 4 0,14 2-6 0,-14 0 20 15,13 3-13-15,1-1 3 0,-14 0-2 0,16 0-11 16,-4-1 5-16,1-1 3 0,-13 0 0 0,17-1-45 15,-4-3-53-15,0 0-96 0,-13-2-102 0,13-3-77 16,-4-3-50-16,-9 0-41 0,0-2-14 0,0-6-51 16,0 0-48-16,0 0 0 0</inkml:trace>
  <inkml:trace contextRef="#ctx0" brushRef="#br0" timeOffset="15458.65">11622 2314 2978 0,'0'-5'41'15,"-11"0"34"-15,11 2 12 0,0 0 11 0,0 0-19 16,0 1 4-16,0 2 20 0,0 0 14 0,11 0 17 16,5 0-6-16,4 0-6 0,3 0 5 0,5 6-12 15,2-6-8-15,4 5-20 0,2-5-10 0,5 5-13 16,-2-5-7-16,0 0 2 0,-3 0-12 0,0 0-6 16,-3 0 0-16,-1 0-20 0,-4 0 27 0,-7 0 2 15,-1-7-12-15,-1-2 7 0,-6 0-28 0,-13-1-6 16,11-1-9-16,-11-1 13 0,0-1-5 0,0 2-1 15,0-1 2-15,0 0-19 0,0 1 6 16,0 0-3-16,0 4-2 0,-17-1 12 0,1 4-17 0,16 0-8 16,-13 4-11-16,13 0-7 0,-11 0 12 15,11 0 9-15,0 0 10 0,-14 8 9 0,14 3 1 16,0 1-10-16,0 2 16 0,0 3-5 0,0 2 10 0,0 4 7 16,0 2-18-16,0-2 5 0,17 1-16 0,-2 1 9 15,0 0 1-15,0-3-1 0,0 2 7 0,1-3-3 16,0-4 1-16,-2 1 1 0,0-3-1 0,-1-2-12 15,-2-4 17-15,-11 0 0 0,13-4 22 0,-13-5 15 16,0 0-5-16,9 0-2 0,-9 0-10 0,0 0 4 16,0 0 2-16,12-10 6 0,-12 2-21 0,0-2-3 0,0-2 2 15,12 1-2-15,-12-3 23 0,0 2-1 0,0 0-29 16,0 1 1-16,0 2-12 0,11 2-7 0,-11 2 11 16,0 5 4-16,0 0-12 0,0 0-18 0,0 0 31 0,0 0-13 15,13 0 2-15,-13 0 21 0,9 0-30 31,-9 0 0-31,15 0 7 0,0 0 4 0,-2 9-2 16,4 3 2-16,-1-1 4 0,3 1-6 0,2 0 2 0,-4-1 5 16,5 0-3-16,-1 0-13 0,-2-1-1 0,5-2 8 15,-3-1 2-15,2-2 37 0,1-5 17 0,-2 0 11 16,1 0 13-16,-3 0-3 0,1 0 0 0,-2 0-16 0,-3 0-7 16,1-11-14-16,-2 1-12 0,-1-3-3 0,-14-2-6 0,16 1-8 0,-4 1 7 31,-12-3-7-31,0 1-2 0,0-3-5 0,0 1-2 15,0 1-10-15,0 1 7 0,0-1 2 0,0 1-6 0,0 0 0 0,-20 2-5 16,4 3-17-16,4 2-1 16,-1 1 8-16,0 3-10 0,2 4 4 15,-1 0 4-15,0 0-1 0,1 0 14 0,-3 11 14 0,14 0-9 0,-14 1 9 0,1 1-8 16,13 1-3-16,-11 0 12 0,11 1 4 0,0-1-10 0,0 1 1 16,0 0 0-16,0 0-16 0,0 1 15 0,0-3 1 31,0 1-4-31,0 0 12 0,0 0-1 0,0-2 0 15,16-3 11-15,-2-1-6 0,-2-1 1 0,0-7 15 16,-1 0-14-16,0 0 7 0,5 0 4 0,-3 0-16 16,-1 0 17-16,1-9-14 0,-1 0 8 0,1-2-11 0,-13-1-4 15,15 0 3-15,-15-2 0 0,14-1 0 0,-14 1-10 16,0 0 9-16,0 0-15 0,0 1 17 0,0 2-13 16,0 2 7-16,0 0 1 0,0 2-16 15,0 1 16-15,0 6-21 0,0 0-9 0,0 0-3 0,0 0-14 16,0 0 22-16,0 0 0 15,0 0 18-15,0 0 5 0,0 0 2 0,0 11 0 0,0-2-6 0,14 1 10 16,-14 0-11-16,0 0 4 16,16 0 1-16,-16 1 0 0,14-1-5 0,-14 1 6 0,17-2 6 0,-5 1-2 0,-2-1 4 15,3 0 2 1,0-3-2-16,3-6 2 0,-2 6 14 0,3-6-14 0,0 0 11 0,1 0-3 0,-1 0-9 16,-1 0 21-16,0-14-12 0,-3 2-2 0,-1 0 7 15,-1 0-9-15,-11-2 9 0,13-3 9 0,-13-1-1 31,14-1 1-31,-14 0 2 0,0-4-4 0,11-2 4 0,-11-1-14 16,0-2-14-16,0 1 2 0,0-1 0 16,0-1 24-16,0 0 1 0,0 3 16 0,-16 1-15 0,2 3 2 15,14 2 9-15,-13 3-20 0,13 4 4 16,-12 5-26-16,12 0-32 0,0 5-8 0,0 0-5 0,-10 3 0 16,10 0 27-16,0 4-6 0,0 1 10 0,0 3 16 15,0 1-15-15,0 3 20 0,0 3-15 0,0 2 0 0,0 3 17 16,0 3-11-16,0 0 8 0,0 2-13 0,0 0 6 0,0 3 2 0,10-2-1 31,1 3 12-31,0-2-21 0,0 0 10 0,2-1-5 16,0 0-1-16,0-4 8 0,0 0-10 0,1-2 12 15,-2-3-9-15,0-2 8 0,2-1 0 0,-2-3-10 0,0-2 9 0,1-3-18 16,-2 0-6 0,3-6-26-16,-1 0-60 0,-1 0-47 0,1 0-77 15,0 0-73-15,-1 0-53 0,1-11-74 0,-1 1-95 16,-2-1-69-16,-10-1-131 0,11-2-107 0,-11 0-57 15</inkml:trace>
  <inkml:trace contextRef="#ctx0" brushRef="#br0" timeOffset="15690.42">12939 2200 3195 0,'0'0'39'0,"0"0"54"16,0 0 34-16,0 0 45 0,0 0 5 0,0 0-26 0,0 0 6 15,0 0-10-15,17 0-20 0,4 0-1 0,3 0-20 0,4 0-8 16,4 4-4 0,1-4-6-16,4 0 8 0,0 0-18 0,-2 3-14 15,0-3-20-15,-2 0-12 0,-1 0-10 0,-7 0-10 0,-1 0 6 16,-7 0-18-16,-3 0-2 0,-4 0 16 0,-10 0-33 16,0 0-57-16,0 0-89 0,0 0-133 15,0 0-155-15,0 0-140 0,0 0-192 0,0 0-178 16,-16 0 115-16</inkml:trace>
  <inkml:trace contextRef="#ctx0" brushRef="#br0" timeOffset="18754.3">15077 2251 2024 0,'0'0'64'16,"0"0"110"-16,0 0 68 0,0 0 66 0,0 0 2 0,0 0-60 15,0 0-34-15,0 0-35 0,0-4-36 0,0-1-44 16,0 0 9-16,-14 0-21 0,14-1-20 0,-12-1 25 16,0 0-27-16,2 0-12 0,-1 0-1 0,-3 0-12 0,1 0-18 15,-2 0 18-15,0 2-12 0,-5-1-6 0,4 3-5 16,-3 0-17-16,2 3-7 0,3 0-6 0,-2 0 4 15,1 0-2-15,4 0-5 0,11 0 7 0,-15 8 2 16,15 0-1-16,-13 1 20 0,13 1-8 0,0 1-4 31,0 2-1-31,0 2-5 0,0 1 8 0,0 1 14 16,0 1 10-16,0 1-1 0,0 0 1 0,0-1-4 0,0 0 6 16,13-3 5-16,1 2-11 0,-2-3 3 0,3-2 5 15,2-1 2-15,0 0 9 0,1-4-2 0,-1 1-1 16,-1-8-2-16,3 6-1 0,-5-6 12 0,4 0 19 0,-5 0 13 15,0 0-2-15,-1 0-3 0,-12-9-24 0,14 1 10 16,-14-1 6-16,12 0 1 0,-12 0-5 16,0-2-20-16,0 0-1 0,0 2-11 15,0-3-4-15,0 1-1 0,0 0-8 0,0 1-9 16,0 0 2-16,0 2-17 0,0 1 4 0,0 1-12 0,0 6-2 0,0 0-7 16,0-5-7-16,0 5 2 0,0 0-5 0,0 0 22 15,0 0-12-15,0 0 14 0,0 0 8 0,0 7-8 16,0 1 16-1,0 0-8-15,0 1 3 0,0 1-2 0,0 0-6 16,0 0 6-16,0-1-8 0,0 0 13 0,13-2-9 16,-2 0 8-16,0-1 0 0,3-6-14 0,-2 8 21 15,0-8-9-15,2 0 8 0,-1 0 11 0,3 0-10 16,-2 0 2-16,-1 0-11 0,-1 0 7 0,1-8-8 0,-2-1 5 16,-11-2 4-16,16-1-18 0,-2-2 10 15,-14-1-4-15,15-2-6 0,-15-2 12 0,13 1-3 0,-13 0-3 16,12 1 3-16,-12 0-10 0,11 0-1 0,-11 3-2 15,12 2 0-15,-12 0 8 0,13 2-5 0,-13 0 12 16,13 3-17-16,-13-1 4 0,14 4 1 0,0-1-2 0,-3 1 5 16,-11 4-13-16,21-3 15 0,-9 3-22 0,-12 0 23 15,18 0-3 1,-4 0-1-16,-3 0 9 0,-11 0-8 0,18 5-5 0,-9 0-1 0,-9-5 6 0,14 3-2 16,-14-3 20-1,0 3-4-15,0-3-5 0,0 0 8 0,0 0-5 0,0 0 17 0,0 0-5 0,0 0 4 31,0 0 7-31,0 0-9 0,0 0 16 0,0 0-17 16,0 0-7-16,0 0-10 0,0-2-7 0,0-1 1 0,-17 0 4 16,4 0 0-16,-2 0-10 0,2 1-1 0,-1 2-3 15,1 0-4-15,0 0-3 0,-1 0 6 0,0 0 3 16,-2 0 5-16,2 8 8 0,-2 0-1 0,5 2-9 16,-3 0 2-16,3 0 5 0,-1 3-9 0,12 0 12 15,-15 1-4-15,15 0-9 0,-12 1 17 0,12-1-20 16,0 1 21-16,0 1 1 0,0 0 6 0,0 0 8 15,0 1-19-15,0-2 10 0,0-3-10 0,20 1 3 16,-1-2 11-16,1-1-8 16,1-2 2-16,2-2 1 0,1-6-12 0,3 5 4 15,1-5 1-15,1 0-2 0,-2 0 11 0,1 0 0 0,-1 0-3 0,0 0 4 0,-2 0-5 16,-1-10-7 0,-5 0-2 15,2-3 4-16,-3 1-8 1,0-2 4 0,-2-4 1-16,-2 0-12 0,-3-2 9 0,2 1 0 0,-13-2-2 0,14 2 4 0,-14 1-6 0,12 1 4 0,-12 2 0 0,12-1-3 0,-12 4 8 0,14 1-16 0,-14 1 16 15,0 4-4-15,11-1-8 0,-11 3 12 0,10 0-31 0,-10 0 31 0,13 1-12 0,-13 2 4 0,12 1 14 0,-1 0-38 0,1 0 32 0,-2 0-15 16,2 0 8-16,1 0 11 0,-2 0-18 0,0 0 8 16,0 0 6-16,-11 3-2 0,13-3-4 0,-13 4 14 0,0-4-12 15,11 0 11-15,-11 2 8 0,0-2-2 16,0 0 6-16,0 0 36 0,0 0 20 15,0 0 8-15,0 0 14 0,0 0-36 0,0 0-23 0,0-2-21 16,0-1-15-16,0 2-3 0,0-2-9 0,0 1 8 16,0-1-8-16,-11 0 3 0,11 2 0 15,-11-1-7-15,11 0-11 0,-11 2-6 0,11 0 8 0,-14 0 7 0,3 0 10 0,-1 5 3 32,2 1 0-32,0 0-8 0,-4 2 4 0,4 1-1 0,-1 2-4 15,0 0 0-15,11 0 7 0,-13 1 2 0,2 1 7 0,11-2 1 16,-10 1-6-16,10 2-8 0,0-1 9 0,0 0-4 0,0-1 9 0,0 2-3 15,0-2-14-15,0 2 16 0,0 0-15 0,15 0 17 16,0 0-1 0,3-2-1-16,0-1 5 0,6 0 7 0,2-1-12 15,1-1-2-15,3 0 4 0,2-3-15 0,1-1 11 0,0-5 3 16,1 6 4-16,0-6 4 0,1 0 14 0,-3 0-3 16,-2 0-6-16,0-6 9 0,-2-2-1 15,-1-1 2-15,-3-1-8 0,-2-3-8 0,-4-1-12 16,0-1 1-16,-2-2 1 0,-2-1 4 0,-2-1-7 0,-12 1-1 15,10-2 5-15,-10 2-12 16,0 1 11-16,0 1-15 0,0 1-1 0,0 1 12 0,0 2-14 0,0 1 4 16,0 3-32-16,-15 0-3 0,3 3-2 0,12 1-1 15,-17 2 25-15,4 2-13 0,1 0 14 0,12 0 2 16,-16 6 4-16,4 0 15 0,12 3-11 0,-15-1 4 16,15 3-4-16,-14 1 11 0,14 2-2 0,0 0 7 15,0 2 1 1,0 0-19-16,0-1 23 0,0 2-7 0,0 0 2 0,0-1 1 0,0 1-2 0,17-1-12 31,2-1 19-31,-3-1-11 0,6-2 1 0,0-1 15 0,2-3-22 16,3-1 16-16,0-2-13 0,1-5 5 0,2 0 6 15,-1 0 2-15,-1 0 2 0,-1 0-10 0,0 0 15 16,-3-5-10-16,-2-4-5 0,-2 0 2 16,-3-2-13-16,-2-4 18 0,-4 1-6 0,2-4 6 15,-13-1-16-15,9-2-9 0,-9 0 10 0,0-1-4 0,0 0 6 0,0-1 5 16,0 2-1-16,0 1-4 0,0 0 9 0,0 3-1 15,0 2-3-15,-9 3 2 0,9 3-8 0,-13 1-8 16,13 4-6-16,0 1 1 0,0 1-16 0,0 2-6 16,0 0 25-16,0 0-11 0,0 8 28 0,0 1-6 0,0 3-1 15,0 2 15-15,0 4-14 0,0 2 22 16,0 5-21-16,0 2 3 0,0 3 10 16,14 1-7-16,-2 1 10 0,-1 4-15 0,1-1 1 0,3 0-3 0,-2 2-1 31,2-2 8-31,-1 1-2 0,-1-3 1 0,0 0 5 0,1-2-10 15,-5-3 12-15,4-2-8 0,-13-2-8 16,12-2 9-16,-12-4-6 0,10-4 5 0,-10-2-1 0,0-3 0 16,0-1 5-16,0-5 2 0,0 0 21 0,0-3-4 15,0 0-1-15,0 0 10 0,0 0-17 0,0-6 4 0,0-2-22 16,0-1-1-16,0-3 7 0,0-2 0 16,0-4 13-16,-13-1-17 0,13-3-1 0,-11-2 13 15,11-2-6-15,-12-3 10 0,12-3-13 0,0 1-16 0,0-4 7 16,0 0-6-16,0 0 1 0,0 0-7 0,0 2 5 15,15 3-6-15,-2 1 11 0,-2 2 9 0,5 4-18 16,-3 3 15-16,2 3-9 0,0 3 11 0,0 3-5 16,1 2-8-16,2 2 7 0,-4 2-12 0,2 1 13 15,-2 3-11-15,2 1 1 0,-2 0 6 0,2 0 1 16,-2 6 0-16,-2 1-2 0,1 0-4 0,1 2-4 16,-14 1 14-16,13 0-2 0,-13 1 9 15,0 1-4-15,0 0 5 16,0 1-7-16,0 0-5 0,0 1 18 0,0 0-13 0,0-2-7 0,0 2 12 0,-14-3-27 0,-2 1 19 15,-3-2 6-15,0 0-2 0,-3-4 3 0,-1-1-10 32,2-5 15-32,-1 0-21 0,1 0 19 0,0 0-5 15,4 0 2-15,0 0 14 0,7 0-3 0,10 0-1 16,0 0-16-16,-11 0 12 0,11 0-16 0,0 0 13 0,0 0-7 16,0 0-14-16,0 0 18 0,0 0-13 0,0 0 13 0,0 0-6 15,0 0 1-15,0 0 9 0,11 0 4 0,3 6 13 16,4-6-15-16,2 5 1 0,2-5 0 15,2 7-6-15,0-3-5 0,4-4 7 0,-1 0-2 16,-2 0 8-16,2 0 19 0,-3 0 0 0,0 0 15 16,1 0 5-16,-3 0 0 0,-2 0-11 0,1-9-17 0,-3-1-2 15,-1-4-8 1,-1 0-2-16,0-4-1 0,-2-1-11 0,-3-1 3 0,2-2 14 0,-4-2-15 0,-9 1 4 16,11-3-12-1,-11-1-12-15,0-2 25 0,0-2-14 16,0 2 14-16,0-3-11 0,0 0-3 0,-12 1 19 15,-1 1-18-15,2 1 27 0,-1 3-13 0,0 0 8 16,12 4 16-16,-13 4-8 0,13 2 12 0,-12 3-40 0,12 2 3 16,0 6-11-16,-9 1-13 0,9 2 21 0,0 2-31 15,0 0 7-15,0 0 12 0,0 5-15 0,0 1 27 0,0 4-5 16,0 1-5-16,0 3 26 0,0 3-9 16,0 3 10-16,0 3-12 0,0 1 0 0,0 1 7 15,8 0-10-15,-8 0 23 0,13 0-24 0,-1 0 12 16,-1 0 6-16,1 0-6 0,-2-2 17 0,4 1-31 0,-3-1 20 15,0-2-10-15,3-2 1 0,-1 1 18 0,3-3-23 16,-2-1 16-16,2-2-3 0,2 0-2 0,-1-5 3 16,0 0-12-16,4-2 12 0,-1-1-7 0,1-2 10 15,1-4-5-15,0 0-8 0,2 0 7 0,-3 0 0 16,1-8 0-16,-1 0 7 0,-3 0-23 0,1-3 12 16,-3 0 1-1,0-1-8-15,-3-1 21 0,0-1-35 0,-3-2 16 16,-10 1-4-16,11 0-2 0,-11-1 10 0,0 0-15 15,0 1 2-15,0 0 10 0,0 2-7 0,0 0 8 16,0 3-13-16,0-1-16 0,0 3 10 0,0 2-6 0,0 0 1 0,0 3-38 0,-13 0-16 16,13 2-10-16,-11 1 2 0,11 0 30 0,-14 0 5 15,14 2 17-15,-13 2 4 0,13 0 11 0,-15 2 7 16,15-1 0 0,-11 3 1-16,11-2 7 0,0 1-1 0,0 1 3 0,0 1 4 15,0-1-2-15,0 0 0 0,0-1-2 0,0 2 6 16,12 1-5-16,4 0 13 0,0 0-4 15,4 0 4-15,2-1 0 0,-1 2-1 0,5 0 4 16,-3-1-1-16,1-2-5 0,-2 2 2 0,-1-3-15 0,-1 0 0 16,-4 0 2-16,-2-1-7 0,-3-1-1 0,-11-1-3 15,13 0-2-15,-13-1 1 16,0 0 13-16,0 0-3 0,0 1 1 0,0-1 3 0,0-1-1 16,0 2 3-16,0 1 0 0,0 1-2 0,0 0 0 0,0 0 7 0,0 0-4 15,-16 0-1-15,3 0-2 0,1-1-9 0,-1 1-1 31,-3-6-21-31,5 6-46 0,-3-6-55 0,-2 0-70 16,-1 6-42-16,1-6-52 0,-3 0-38 0,1 0-44 0,0 0-79 16,-3 0-61-16,4 0-110 0,-5 0-53 0,4-8-39 15,-1 0-44-15</inkml:trace>
  <inkml:trace contextRef="#ctx0" brushRef="#br0" timeOffset="19093.59">17181 1971 3067 0,'0'3'75'0,"-14"-3"76"0,14 0 67 16,0 0 58-16,0 0-23 0,0 0-40 0,0 0-23 15,0 0-13-15,0 0-35 0,0 0 2 0,0 4-13 16,0-1-25-16,21 0 16 0,-3-2-5 0,2 1-23 15,5 0 0-15,0 1-7 0,5-2-15 0,0 1 10 16,3-2-24-16,-1 3-25 0,0-3 0 0,-2 0-9 16,-2 0 14-16,-3 0 8 0,-5 1-11 0,-2-1 11 15,-3 0-7-15,-3 0 3 0,-12 0-2 0,0 0-27 16,0 0 8-16,0 0-21 0,0 0 6 0,0 0-4 16,0 0-14-16,0 0-18 0,0 0-64 0,0 0-62 0,0 0-85 15,0 0-80-15,0 0-40 0,0 0-58 16,0 0-83-16,0 0-66 0,0 0-119 0,0 0-109 0,0 0-25 15</inkml:trace>
  <inkml:trace contextRef="#ctx0" brushRef="#br0" timeOffset="21869.12">19542 2246 2079 0,'0'0'110'0,"0"2"52"16,0-2 22-16,0 2 45 0,0-1-105 0,0 0-28 0,0 0 11 15,0-1-25-15,0 3 6 0,0-3-29 0,0 1-20 16,0 0-11-16,0 1 9 0,0-2 16 0,0 2-5 16,0 0 1-16,0 0-13 0,0-1 1 0,0-1-10 0,0 4 11 0,0-1 8 15,0 0 1-15,0 0 21 0,0-1-12 16,0 3 11-1,0-5-1-15,9 4-5 0,-9 0 5 16,13-4-15-16,1 0 15 0,-3 4 5 0,-1-4 16 16,4 0 21-16,-3 0 7 0,3 0-14 0,-1 0-13 15,1-6-2-15,-3 0-21 0,2-2 0 0,-13-1-14 16,16-1-11-16,-5-1-10 0,-11-1-12 0,12-2 3 0,-12-2-16 16,0 1-7-16,12-2 6 0,-12 0-9 0,0-1 0 15,0 0 3-15,0 1 0 0,0 0-1 0,0 0-3 16,0 1 10-16,-16 0-7 0,2 3 2 15,2 0 0-15,-2 3-3 0,1 2-11 0,-2 0-3 0,0 3-2 0,3 1-13 16,1 3-4-16,11-1-17 0,-13 2 5 0,13 0 3 16,0 0 15-16,0 6 19 0,0-2-2 0,0 3 11 15,0-1-2-15,0 3 16 0,0 1-11 0,14 3 8 16,4-1-4-16,-1 1-1 0,5 0 6 0,3 1-10 16,2-2 4-16,2 2-12 0,-4-2 11 0,2 2-8 15,0-2 11 1,-3 0 3-16,-2-1-5 0,-8 0 1 0,3-2-7 15,-4 2 3-15,-13-2-6 0,11 0 1 0,-11 0 7 16,0-1 5-16,0 0 6 0,0 0 5 0,0-1-6 0,0 1 7 0,0-1-11 0,0 0 2 0,-14 0 6 16,-2-2-6-16,0 1 3 0,-1-2 5 15,-1-4-8 1,-2 5-12-16,-2-5 13 0,4 0-12 0,1 0 4 16,1 0-11-16,2 0 4 0,14 0 0 0,-13 0 0 15,13 0 15-15,0 0-16 0,0 0 5 0,0 0-7 0,0 0 11 16,0 0-7-16,0 0 6 0,0 0 9 0,0 0-11 15,0 0 10-15,0 0-12 0,0 0 0 16,22 0 3-16,1 0-2 0,4 0 15 0,4 0-5 16,3 0 5-16,2 0 17 0,3 0-16 0,-2 0 14 15,1-8-7-15,-3 2-9 0,-1 0 10 0,-2 1 8 0,-2-1 18 0,-5-1 2 16,0-1-6 0,-6 0-17-16,-3-2-22 0,-2-1-4 0,-3-1 3 15,-11-2-13-15,13 0 9 0,-13-2-5 16,0-1-9-16,0 0 24 0,0 0-27 0,0 0 11 0,0 0 5 15,0 2-19-15,-13 3 22 0,1 1-12 0,-1 2-5 16,0 1-16-16,-1 3 1 0,2 2-2 16,-4 3 5-16,3 0 12 0,0 0-6 0,-1 7 5 15,1 2 9-15,0 0 6 0,1 0-5 0,12 3 1 16,-12 1-7-16,12 0 5 0,0 1 9 0,0 1 1 0,0 0-1 16,0 0 2-16,0 0-2 0,0 0 6 0,0 0-6 15,17-1 3-15,2 0 7 0,-3-1-7 0,4-1 16 16,-2-2-12-16,6 0 3 0,-2-3 1 0,3-1-3 15,3-1 13-15,-2-5-6 0,2 0 3 0,2 0-14 16,0-7-3-16,1-2 2 0,-5-1 4 0,1-3-11 0,-5-2-5 16,2-2 2-16,-7-1-8 0,2 0 12 0,-4-4 11 15,-15 0-13-15,15-3 5 0,-15-1 2 0,11-3-9 16,-11 0 1-16,0-2 3 0,0 0 1 0,0 0 6 16,0 1 2-16,0 2-2 15,0 2-1-15,0 3 3 0,-14 5-1 0,14 2-6 0,-16 3-3 0,16 5-6 16,0 1-11-16,0 4-1 0,-12 3-6 0,12 0 10 15,0 0 2 1,-16 9 3-16,16 1 4 0,-13 3-10 0,13 2 12 16,-14 5-7-16,14 2 15 0,0 1-4 0,0 3-4 15,0-1 15-15,0 1-7 0,0 0 4 16,0 1-1-16,0-1 4 0,0-2 0 0,21 2 8 0,-7-3-13 0,2 0 5 0,-2 0 5 16,2-3-10-16,-2-2 21 0,3-1-39 15,2-1-11-15,-1-2-39 0,0-3-24 0,0 0-5 16,3-3-61-16,-3-3-13 0,-2-5-41 15,2 0-65-15,-6 0-51 0,4-5-62 0,-5-3-44 16,-1 0-77-16,-10-3-23 0,0-2-40 16,0-1-29-16,0-2 85 0</inkml:trace>
  <inkml:trace contextRef="#ctx0" brushRef="#br0" timeOffset="22103.94">20320 1953 2070 0,'-17'-1'39'16,"5"0"82"-16,12-1 35 0,0 1 25 0,0 1 7 0,0 0-49 31,0 0 13-31,0 0 7 0,0 4-17 0,21 0-4 16,0-1-12-16,5 1-8 0,6-1 8 0,1 0-3 15,5 0 0-15,3-1-11 0,0-1-22 0,1 1-9 16,0-2-24-16,-4 0-18 0,-1 0-15 0,-4 0-8 16,-3 0-16-16,-7 0 3 0,-1 0 3 0,-7-3 2 0,-1 1-5 15,-14 0 1-15,11 1-18 0,-11-2-65 16,0 3-80-16,0-3-90 0,0 1-117 0,0 1-42 0,0-1-71 15,0 0-68-15,0 1-30 0,-13-2-78 0</inkml:trace>
  <inkml:trace contextRef="#ctx0" brushRef="#br0" timeOffset="23238.5">22075 1944 2952 0,'8'-5'76'16,"-8"-2"58"-16,0-1 53 0,0 1 41 0,9 0-35 0,-9 0-20 0,0 0-30 16,0 0-24-16,0 3-29 0,0-1-32 0,0 0-32 15,0 1-12-15,0 1-8 0,0-1-8 0,-12 3 4 0,0-2-11 31,-2 3 8-31,-2 0-1 0,-1 0 6 0,-2 6 2 16,-2-1-15-16,-1 2-2 0,-1 1 7 0,2 1 3 16,-1 2-7-16,2 1 14 0,0 0-9 0,2 1-1 0,0 1 0 0,7-1-3 0,0 1 6 0,11-2-4 15,-12 2 17-15,12-2-7 0,0 1-3 16,0-3 6-16,0 1 2 0,0 0 16 0,0-2-8 16,13 0 11-1,0-3-11-15,4 2 2 0,1-4 4 0,4 1-8 0,2-2 14 16,3-3-3-16,-3 0 1 0,1 0 15 0,2-6 4 15,0 1-6-15,-4-2 16 16,1-2-17-16,-7-1-11 0,1 0-10 0,-6-4-16 0,1 0 8 0,-13 0-3 16,0-2 1-16,0 0 4 0,0-1-9 0,0 1-11 15,0-1 5-15,0 1 1 0,0 1-8 0,-13 2 8 0,2 1-7 16,-3 2-6-16,-2 2 8 0,2 2 0 0,-2 2-1 16,1 2-4-16,0 2-6 0,0 0 10 0,3 0-5 15,3 6 4-15,9 2 11 0,-14 0-7 0,14 0 0 16,0 2 2-16,0-1-4 0,0 1 0 0,0 0 10 15,0 0-2 1,0 0 3-16,0 0 1 0,18 0-7 0,-1-3 8 0,1 0-10 0,0-3-2 0,2-1 1 16,2-1 5-16,0-2 13 0,-2 0-10 0,2-5 18 31,0-2-13-31,-5-1-4 0,4-2 23 0,-5-2-2 0,-2-1 34 16,-1-1-15-16,-13-3 0 0,13 0 5 0,-13-2-20 15,0 1 16-15,0-1-10 0,0 0-4 0,0 0 21 16,0 3-7-16,0 1 5 0,0 1-15 0,0 3-26 0,0 4-9 15,0 0-26-15,0 3-22 0,0 4-14 0,0 0 1 16,0 0 29-16,0 0 14 0,0 12 6 0,0 0 17 16,0 5-19-16,0 1 18 0,0 6 5 0,0 2-3 15,0 4 6-15,0 2-7 0,0 1-15 0,0 3 14 16,0-1-3-16,0 2 0 0,17 0 10 0,-17 0-13 16,14-1 9-16,-3 2 12 0,2 0 0 0,-3-2 6 15,3-1-16-15,3-1-1 0,-3-2-10 0,2-1-7 16,0-5-8-16,-1-2 11 0,-1-3 9 0,1-2-5 0,2-4 15 15,-2-1-16-15,2-5 10 0,0 0-2 0,-1-9 11 32,0 0-6-32,3 0 3 0,-5 0 7 0,3 0-9 15,-3-14 1-15,1-1 0 0,-5-2-14 0,-9 1-3 16,13-5-1-16,-13 0-7 0,0-4 6 0,0-1-5 0,0-2-4 16,0-2-14-16,0-1 13 0,-21-1-5 0,-1 0-1 0,-1 2 8 0,0 1-8 15,-4 3 18 1,-3 2 2-16,4 2 7 0,-1 3-4 0,3 5-11 0,3 3 4 15,6 3-1-15,3 2-4 0,12 1-4 0,0 3 1 16,0 2 0-16,0 0 3 0,0 0 6 0,0 0 15 0,0 0 1 0,0 7 9 16,0-1 5-1,18-1-16-15,6 2 3 0,1 1-4 0,2 1 4 0,4-1 15 0,3-1 8 16,0-1 3 0,0 1 0-16,-1-2-15 0,-1 0-5 0,-2 0-2 0,-4-2 2 0,0-3 0 0,-6 0-4 15,-2 3 0-15,-4-3-27 0,-5 0 4 0,-9 0-2 16,0 0-4-16,0 0 20 0,0 0-57 0,0 0-79 15,0 0-85-15,0 0-118 0,0-3-99 0,0 0-120 16,0 0-153-16,0-2-137 0,13 2-47 0</inkml:trace>
  <inkml:trace contextRef="#ctx0" brushRef="#br0" timeOffset="24299.17">24062 2059 3337 0,'0'-6'35'16,"0"-3"42"-16,0-2 22 0,0 2 24 0,-11-1-2 0,11 2-28 0,-15-2-4 15,3 1-6-15,12 2-31 0,-13-2 3 16,13 2-20-16,-15 1-17 0,15 1 2 0,-13 1-17 15,1 0-3-15,1 2 0 0,-1 1-6 0,2 1-4 16,-3 0 10-16,0 0-7 0,0 5 7 0,-4 0 5 16,4 2-13-16,-1 0 7 0,0 2 0 15,0 1-5-15,0 0 21 0,2 1-11 0,3 1 2 16,9 0 9-16,-14 2-11 0,14-2 25 0,0 2 7 16,0-2 6-16,0-1 9 0,0 1-7 0,0 0 9 0,0 0-2 0,0-2-19 0,14-1 18 15,-1 1 0 1,-1-4 12-16,7 2 6 0,-2-3-20 0,1-2-7 0,-1-3 1 15,-1 0 5-15,1 0 18 0,0 0-1 0,-4 0-20 16,-1-7 2-16,-1-2 1 0,-11 1-2 0,16-2 12 16,-16-2 2-16,12 0-12 0,-12-2-17 0,0-1-13 0,0-1 1 15,0 1 9-15,0-1 8 0,0 2 12 0,0 1-10 16,0 3-20-16,0-1-7 0,0 5-11 0,0-1-15 16,0 4-6-16,0 2-7 0,0 1-20 0,0 0 15 15,0 0 7-15,0 0 2 0,0 4 21 0,0 3-6 16,0-1 13-16,0 2 3 0,-12 1 9 0,12 2-11 15,0-1-12-15,0 1 8 0,0 1-8 0,0 0 19 16,0 1-2-16,0-1-16 0,0 0 8 0,0-1 9 16,0 1 5-16,14-3 10 0,2 2 0 0,0-3-12 15,-1-1 1-15,1-1 4 0,5-1-5 0,-4-5 5 16,1 3-1 0,0-3 7-16,-2 0-12 0,0 0 8 0,-2-5 1 15,0-1 2-15,-2-1 7 0,-2-4-20 0,-10 0 12 0,13 0-16 16,-13-4-1-16,0 0 7 0,10-3-9 0,-10-3 0 0,0 0-3 15,0-4-3-15,0-1 3 16,0-1-1-16,0-2-8 0,-13-1 10 16,-1 0 2-16,3 1-5 0,-1 0 12 0,0 3 5 0,12 5-9 0,-13 1 12 15,13 6-6 1,-12 3-15-16,12 2-18 0,0 5-10 0,0 4-18 0,0 0 2 16,-11 0 13-16,11 0 5 0,0 6 23 0,0 4 1 15,0 1 4-15,0 5-7 0,-12 2 8 0,12 3-5 0,0 2 2 0,0 3 9 0,0 1-13 16,0 1 18-16,0 0-3 15,0 1-7-15,0-1 15 16,0-2-16-16,12 1 7 0,2-1 7 0,-1-3 4 16,-1 0 8-16,7-2 0 0,-2-1 10 0,1-3-9 15,1 0 16-15,0-3 0 0,0-2 2 0,1-3 7 16,1-3-2-16,-2 0 1 0,1-6 8 0,-2 0-16 0,2 0-1 0,-2-6-9 16,1-2-13-16,0-2-6 15,-2-2-15-15,0-3 9 0,-2-1-15 0,0-4 14 16,-2 0-4-16,1-3-5 0,-2-1 3 0,-12-3 2 15,9-1-6-15,-9-3 1 0,0-1 7 0,0 0-10 0,0-3 10 16,0 1-8-16,0 0 5 0,0 2 5 0,0 3-11 16,-9 5 18-16,9 2-17 0,-13 5-1 0,13 4-18 15,-13 3-39-15,13 6 2 16,0 1 1-16,0 3 25 0,-8 0 9 0,8 0 16 0,0 12-8 16,-9 0 3-16,9 5 17 0,-13 2-17 0,13 2 10 0,0 5-4 0,-9 2 1 15,9 0 10-15,0 1 4 0,0 0-4 0,0 0 1 16,0 0 3-1,0-1-6-15,16 0 9 0,-1-2 2 0,0-1 1 16,2-3 1-16,-1 1 8 0,4-3-8 0,-1 0 2 16,4-3-2-16,-1-2 2 0,-2-3 7 0,-1-1-16 15,-1-2-23-15,0-4-33 0,-5-1-26 0,0-4-54 0,-13 0-38 16,16 0-104-16,-16 0-119 16,11-5-135-16,-11-2-164 0,0-2-148 0,0 0-179 15,0-5 99-15</inkml:trace>
  <inkml:trace contextRef="#ctx0" brushRef="#br0" timeOffset="25118.62">25746 2042 1168 0,'0'2'1'15,"-11"1"30"-15,11 0 51 0,0 2 45 0,0-1 36 0,-12-1 19 0,12 3-19 16,0-1-15-16,0-1 37 0,-12 1-22 0,12 1-25 0,0-1 3 15,0-1-48-15,0 1-2 0,0-1 10 0,0 1 12 16,0-2-17 0,0 0 12-16,0 0 12 0,0 0-18 0,0 0 36 15,0-1 3-15,0 0 14 0,0-2 0 0,0 1 6 16,0-1-17-16,0 0-7 0,0 0 6 0,0 0-38 16,13 0 8-16,3 0-23 0,-3 0-13 0,1 0 10 15,0 0-20-15,0-5-7 0,0-2-3 0,-1-1-5 16,1-1 1-16,-2 0-14 0,1-3-13 0,-1-1-13 15,-1-2-3-15,1-2 8 0,-12-1-3 0,12-1 0 16,-12 1-2-16,0-2-1 0,0 1-2 0,0 1-1 16,0 0-16-16,0 3 8 0,0 1-10 0,0 1-3 15,0 4-2-15,0 0-6 0,-13 3 16 0,0 0-17 16,13 3-4-16,-13 3-7 0,13 0-15 0,-14 0 0 0,2 0 6 16,12 0 0-16,-15 9 12 15,15-3 15-15,-12 2 12 0,12 0 5 0,0 1-8 0,0 1 3 0,0 1 12 16,0 1-9-16,0 1 9 0,0 1-5 15,15 1-23-15,3 2 28 16,2-2-10-16,4 2 4 0,0 1 6 0,1-1-10 16,2-2 10-16,0 0-2 0,-2 1 1 0,0-3-10 0,-5 0-14 0,-3-2 14 0,-4-2-7 0,-1-1 6 31,-12-1 8-31,0 0-3 0,0-3 15 0,0 0-4 16,0 1 8-16,0-2-3 0,0-3-9 0,0 6 15 15,-15-6-12-15,-2 3-3 0,-1-3 6 0,-3 0-34 16,-1 0 4-16,-2 0-24 0,-1 0-20 0,-2 0-12 0,2-6-43 15,2 1-2-15,-2-2-43 0,5 2-34 0,2-1-43 16,3 0-86-16,3 1-73 0,12-2-112 0,0 1-64 16,0-2-44-16,0 1 12 0,0-1 25 0</inkml:trace>
  <inkml:trace contextRef="#ctx0" brushRef="#br0" timeOffset="25391.62">26201 1765 3350 0,'8'-6'51'16,"-8"-1"34"-16,0 0 31 0,0 4-13 0,0 0-41 0,0 3-28 0,0 0-36 0,0 0 15 15,0 0-21-15,0 3-2 0,0 2-4 16,0 1 0 0,0 1 24-16,0 3 1 0,0 2 11 0,0 3 3 0,0 1-9 15,0 2 15-15,0 2 4 0,0 1 3 0,0 1 10 16,0-1-9-16,0 1 1 0,0-2-3 0,0 1-15 15,12-1-10-15,-2-1-6 0,2-1-3 0,-3 0 3 16,2-3 14-16,-1-1-10 0,-1-2-10 16,4-1-51-16,-4 0-80 0,1-4-78 0,-1 0-58 0,-9-3-33 0,11 1-94 15,-11-5-81-15,0 0-65 0,10 0-80 0,-10-5 88 16</inkml:trace>
  <inkml:trace contextRef="#ctx0" brushRef="#br0" timeOffset="27964.41">26028 1900 3109 0,'0'-2'51'15,"-8"0"25"-15,8 0 22 0,0 0 38 0,0 1-48 16,0 1 0-16,0 0-5 0,8 0-20 0,6 0 23 16,2 3 10-16,4 0-4 0,4 0 2 0,1 1 3 15,7 0-9-15,0 0-11 0,4 1-13 0,-3-1-18 16,-2 1-24-16,3-2-7 0,-4 1 5 0,-2 0-3 0,-4-2-9 15,-2 0 7-15,-1-2-3 0,-5 0-7 0,-2 0-5 16,-14 0 17-16,13 0-13 0,-13 0 3 0,0 0 11 16,0 0-18-16,0 0 8 0,0 0-5 0,0 0 1 15,0 0-3-15,10 0 6 0,-10 0-8 16,0-2 11-16,0 2 5 0,0 0-16 0,0-2-1 16,0 2-5-16,0 0-1 0,0 0-4 0,0 0 19 15,0 0-9-15,0 0-4 0,0 0 12 0,0 0-9 0,0 0 5 16,0 0 2-16,0 0 7 15,0 0 1-15,0 0 7 0,0 0 15 0,0 0-9 0,0 0 12 16,0 0-15-16,0 0-6 0,0 0 12 0,0 0-10 0,0 0 17 16,0 0-3-16,0 0-12 0,0 0 2 15,0 0-10-15,0 0-4 0,0 0-3 0,0 0-4 0,0 0 8 16,0 0-8-16,0 0 3 0,0 0 0 0,0 0-7 0,12 0 3 16,-12 0 5-16,0 0-17 0,0 0 8 15,11 0 6-15,-11 0-2 0,0 0 21 0,0 0-15 0,12 0-3 16,-12 0-3-1,0 0 0-15,0 0 10 0,10 0-3 0,-10 0 1 16,0 0-7-16,0 0-4 0,0 0 7 0,0 0-4 16,0 0 6-16,0 0 1 0,0 0-15 0,13 0 12 15,-13 0-10-15,0 0 0 0,0 0 11 0,0 0-5 16,0 0-2-16,0 0 2 0,0 0-3 0,0 0 5 0,10 0 5 16,-10 0-2-16,12 3-1 0,-12 0-9 0,12 0-1 15,-12 2 6-15,13-1 2 0,-2 0-6 16,1 3 8-16,-4-2-3 15,4 2-13-15,-2 1 16 0,2 1-3 0,-1 0 5 0,1 0-8 0,1 0 0 0,0 1-7 0,-4 0 2 32,2 1 8-32,-1-2-5 0,-1 2 10 0,-9-2-11 15,10 0 16-15,-10 1-9 0,0-1-2 0,12-2 12 16,-12 1-15-16,0-2 13 0,0 0-12 0,0 1 0 16,0-3 5-16,0 0-3 0,0 1 5 0,0-2-13 15,0 0 15-15,0-3 0 0,0 3 1 0,0-3 15 16,0 0-19-16,0 0 4 0,0 0 12 0,0 0-3 0,0 0 54 0,0 0 5 0,0 0-14 15,0 0-4-15,0 0-40 0,0-7 1 0,0-1 2 16,0 1 1-16,0-3 6 0,0-1-16 16,0-1 7-16,0 1-7 0,0-4-16 15,0 1 3-15,0-1-3 0,10-2 4 0,-10 2 1 0,13-3-4 16,-3 1 5 0,0 1-1-16,0 1 6 0,-10 1 6 0,10 1-9 15,-10 2 3-15,12 2-6 0,-12 1 13 0,0 2-5 0,0 3-8 0,9-2 6 0,-9 4-24 16,0 1 9-1,0 0 2-15,0 0-5 0,0 0 6 0,0 0-8 16,0 0-11-16,0 0 5 0,0 0 0 0,0 0-7 16,0 0 12-16,0 0-9 0,0 0 13 0,0 6 3 15,0-2 7-15,0 2 3 0,0 0-20 0,0 2 22 0,0 1-5 16,0 2 7-16,0 0 8 0,0 1-15 16,0 1 3-16,0 1-3 0,13 0-1 0,-13 0 10 15,13 0-1-15,-3 0 0 0,0-2 14 0,1 0-20 0,0-1 3 16,0 0 8-16,0-1-16 0,2-2 16 15,0 0-8-15,-1-2-1 0,2-1 7 0,-2-1-1 16,3-1 5-16,-3-3-7 0,1 0 3 0,0 0 0 0,1 0-3 16,-2 0 5-16,-3 0-2 15,4-5-5-15,-5-2 8 0,1-1-13 0,-9 0-2 0,14-1 11 0,-14 0-14 16,11-2 7-16,-11-1-2 0,12 0-2 0,-12 0-2 16,0-2 7-16,0-1 1 0,0-1-11 0,0 2 10 15,0 1 0-15,0-1-8 0,0 2 4 0,0 1 8 16,0 2-7-16,0 1 0 0,0 2-12 0,0 1-14 15,0 2-2-15,0 3 6 16,0 0-5-16,0 0-1 0,0 0 0 0,0 0 3 16,0 0 14-16,0 7 2 0,0 0 11 0,0 1-6 0,0 0 6 15,0 2 4-15,0 1-14 16,0 1 12-16,0 1-4 0,0-2 1 0,0 2 6 16,0 0-5-16,0 0 4 0,0-2-3 0,0-1 0 15,0 1-4-15,0 0-6 0,0-2 3 0,0-3 4 16,0 2-3-16,0-2 0 0,10-2 9 0,-10-1-6 0,0-3 10 15,0 0-1-15,0 4-6 0,0-4 3 16,0 0-2-16,0 0 3 0,0 0 3 16,0 0 0-16,0 0 8 0,0 0 1 0,0 0-16 0,0 0-3 15,0-5-2-15,0 2-1 0,0-2 8 0,0-2 6 0,0-1-23 0,0-1 1 16,0 0 13-16,0-3-5 0,0-1-1 0,0 0 7 16,0-3-13-16,13 1 7 0,-13 0 10 0,13-2-6 15,-13 0-6-15,9 1 1 0,-9 0-4 0,13 1-4 16,-13 2 15-16,14 1-5 0,-3 1 6 0,-11 1-5 15,14 2-1-15,-2 2-2 0,-12 1-6 0,12 1 2 16,-12 1-14-16,13 3 5 0,-13 0-2 0,11 0 14 16,-11 0-14-16,14 0 3 0,-14 7 4 0,13 2-5 15,-13 0 7-15,13 1 0 16,-13 2 9-16,14 0-12 0,-14 2 20 16,13 0-8-16,-3 2-2 0,-10-1 9 0,16 1-8 15,-3 0-3-15,-4-1-1 0,-9 0 13 0,13-1-8 16,-13 0 9-16,11-1 1 0,-11-2-17 0,0 0 13 15,10-2-1-15,-10-1-5 0,0-2 4 0,0-2 1 0,0 1-6 16,11-5 12-16,-11 3 5 0,0-3 0 16,0 0 11-16,0 0-11 0,0 0 9 0,0 0-14 0,0 0-1 0,0 0 2 0,0-5-16 15,0-1 8-15,0 0-2 0,14 0 1 0,-14-3-2 16,13-2 0-16,-13 1-8 16,12-3 1-16,-2 1 3 0,-10-2 0 0,12-1 0 15,1-1 2-15,-4 0 0 0,3 2-4 0,-2-1 10 16,2 1-14-16,-3 0-2 0,2 2 8 0,-1 1-6 0,-10 2 8 15,14 2-1 1,-5 0-7-16,-9 4-6 0,13 0 3 16,-4 3 0-16,-9 0-5 0,15 0 18 0,-4 0-8 15,1 0-1-15,0 5 10 0,-3 0-4 0,5 0-11 16,-2 1 15-16,0 0-8 0,-3-1 0 0,-9 0 13 16,10-1-13-16,-10-1 14 0,0-1-18 0,9-2 19 0,-9 0-1 15,0 0-1-15,0 0 19 0,0 0-16 0,0 0 10 16,0 0 3-16,0 0 17 0,0 0 21 0,0-3-12 15,0 3 1-15,0-4-25 0,0 0-18 0,0 0-1 16,0 0-23-16,0-2 10 0,-10 1-17 0,-2-1-9 16,3-1 16-16,-4 3-18 0,4 0 18 0,-7 1 4 15,2 3-1-15,-2 0 0 0,-2 0 0 0,1 0 5 16,-1 8-1-16,0 1 10 0,-3 0-3 0,5 2-8 16,-1 0 18-16,3 2-14 0,0 0 10 0,2 1 2 15,12 1-14-15,-12-3 8 0,12 1-6 0,0 0 9 0,0 0-3 16,0-1 8-16,0 0-9 0,0 0 8 0,0-1 2 15,0-1 1 1,0 1 14-16,16-3-15 0,1 1 4 0,-1-3-5 0,3 1 3 0,-2-3 9 0,4 1-4 16,-1-5-1-1,-1 0-10-15,0 0 6 0,0 0-5 0,-3 0 4 16,1 0 1-16,-4-8 0 0,-2 0-3 0,3 1-3 16,-4-3 10-16,1 1-17 0,-11-3 4 0,9 1 9 15,-9-1-7-15,8 0 6 0,-8-3-6 0,0 2 16 16,0 1-2-16,0 1 2 0,0 1 19 0,0 2-26 15,0 0-16-15,0 4 7 0,0 1-29 0,0 1-3 16,0 2 1-16,0 0-20 0,0 0 12 0,0 0 21 0,0 5-5 0,0 0 21 16,0 2-7-16,0 4-7 15,0-1 19-15,0 4-10 0,0 2 18 16,0 2-3-16,0 3 5 0,0 1-8 0,0 1-4 0,0 1-8 0,14-1 3 16,-4 3 13-16,-10 2-4 0,13-1 16 0,-3 1-19 15,0 1 5-15,-2 0 1 0,3 0-10 0,-11 1 8 16,11 1-18-16,-3-2 3 0,-8 0-1 0,14-1 12 15,-14 0 3 1,10-2-8-16,-10-2 4 0,0 0-11 0,0-4 12 16,10-2 0-16,-10-3-6 0,0-3-4 0,0-2 2 0,0-2-1 15,0-4 7-15,0-4 10 0,0 0-5 16,0 0 3-16,0 0-14 0,-12 0-2 0,-2 0 6 16,3-9-5-16,-2 1 23 0,-4-3-18 0,2-1 8 15,-3-1 0-15,2-4-10 0,-3 1 9 0,3-3-2 16,2-1 6-16,1 0-5 0,2 0 4 0,11 0-12 15,-9-1 1-15,9 1 7 0,0 0-20 0,0-1 8 0,0-1-5 16,0 1-1-16,0-1 9 0,13 0-6 16,4 0-2-16,-1 1 4 0,4 1 3 0,0 2 1 0,1 0-5 15,3 0 5-15,1 3 7 0,0 1-16 0,-1-1 23 16,0 1-14-16,1-1 4 0,-3 1 8 0,0 2-14 0,-2-2 10 16,-2 0-8-16,-5-1-2 0,3 1 4 0,-7-1-6 15,-9 1 8-15,10-3-5 0,-10 1 0 0,0-3-8 16,0 0-7-16,0 0 9 0,0 1 8 0,0 0-7 15,0 1-2-15,0 1 0 0,-13 0-19 0,0 4-1 16,4 1-4-16,0 2-12 0,9 3 12 0,-10 0 2 16,10 2-9-1,-12 1 19-15,12 3-2 0,0 0-4 0,0 0 22 16,0 0-18-16,0 0 0 0,0 0 20 0,0 0-11 0,0 0 3 16,0 4 8-16,0 2-5 0,0-1 11 15,0 1 4-15,0 1-4 0,0 1-2 0,15 2 3 16,-2 1 5-16,3 2-1 0,-2 0-5 0,2 2 0 15,1 0-2-15,-1 0-4 0,-2-1 3 0,0 0-8 16,-2 1 5-16,0-1 5 0,-12-1-9 0,11 0 11 0,-11 1-10 16,0-2-3-16,0-1 10 0,0 1-7 0,0-1 21 15,0-1-13-15,0 1 5 0,0 0 9 0,0-1-25 16,0-2 26-16,0 1-5 0,0-1-12 0,0-1 18 16,-12-2-23-16,12 0-34 0,-15-1-25 0,6-1-46 15,-4-1-37-15,2-2-31 0,-1 0-60 0,-3 0-63 16,0-3-112-16,-3-3-84 15,-2-1-118-15,-4-2-89 0,-2-1-32 0,-1-3 89 0</inkml:trace>
  <inkml:trace contextRef="#ctx0" brushRef="#br0" timeOffset="28150.59">26896 1514 3312 0,'-8'-1'3'16,"8"-2"2"-16,0 0 4 0,0 1-2 0,0 2-7 0,0 0 7 0,0 0-34 16,0 0-65-16,0 0-66 0,0 0-123 0,0 0-77 15,0 0-30-15,0 5-24 0,0-1-8 0,0 1-32 16</inkml:trace>
  <inkml:trace contextRef="#ctx0" brushRef="#br0" timeOffset="31160.08">2488 4000 2023 0,'0'0'48'0,"0"0"97"0,0 0 37 0,0 0 56 16,0 0 16-16,0-7-51 0,0 2 13 0,0-3-10 0,0 3-24 15,0-2-19-15,0 1-16 0,0-1-26 16,0 1 3-16,0 2-20 0,0-2-32 0,0 6-12 15,0-5-48-15,0 5 2 0,0-6-6 0,0 6-11 16,0 0-3-16,-11 0-4 0,11 0 1 0,-14 0 5 16,1 0 3-16,-1 0-4 0,1 11 9 0,-1-1-13 15,-2 2 2-15,2-1 5 0,1 3-20 0,-2 1 16 0,5 2-8 16,-1 2 2 0,0-1 13-16,11 0 3 0,0 1-4 0,-8 1 7 0,8-1-7 0,0 0-3 0,0-1 17 15,0-1-6-15,0-2 20 0,13 1 14 16,4-2-1-16,0-1 5 0,3-1-5 0,3-1-16 0,1-3 11 15,6-2-8-15,0-1-7 0,3-5 6 0,0 0-13 16,-1 0-3 0,1 0 18-16,-1 0-12 0,-2-7 20 0,-3-2 23 15,-4 1-9-15,-3-2 9 0,-5 0-12 0,0-1-33 16,-15-3 0-16,12-2-15 0,-12-1 5 0,0-2-2 16,0-3-3-16,0 1 10 0,0-1-11 0,-14 0 1 15,-2 0-15-15,-3 0-4 0,-4 1 9 0,-3 2-3 16,2 4 15-16,-3 0-2 0,1 3-14 0,-3 3 16 0,1 1-9 15,3 8 2-15,1-4-8 0,3 4-6 0,2 0-4 16,5 0-7-16,1 0 10 0,2 0-14 0,11 0 17 16,0 9 8-16,0 0 0 0,0-2 8 0,0 1-1 15,0 0 7-15,0-1 1 0,0 1 5 0,0 1-5 16,13 1-5-16,3-2-5 0,0 2 6 0,4-3 0 16,4 1 3-16,-1-2 2 0,3-6-12 0,4 0 2 0,0 0 1 15,0 0 7-15,-3 0 13 0,3 0 5 0,-3 0-5 16,-2-10 2-16,-3 2 0 0,-3 8-10 0,-2-8 13 15,-2-1 0 1,-3 3 3-16,-12 0 14 0,11-1-14 16,-11 0 3-16,0-1 2 0,0 2-7 0,0 6 11 0,0-6-19 15,0 6-25-15,0 0-2 0,0-6-18 0,0 6 8 16,0 0 5-16,0 0-6 0,0 0 18 0,0 0-10 16,0 0 20-16,13 0-3 0,-13 12-5 15,14 0 1-15,-14 2-9 0,13 0 16 0,1 3-12 0,-1 3 7 16,-1-1 3-16,3 0-21 0,-2 3 16 0,1-1-3 15,0-1-1-15,-2-1 9 0,1-1 3 0,0-2-10 16,-2 1 13-16,-1-3-7 0,-10-2-1 0,13-2 5 16,-13-2-7-16,10-2 12 0,-10-6-9 0,0 0 14 0,0 0 9 15,0 0-1-15,0 0 0 0,0 0-8 0,0 0-5 0,0 0-14 16,0-12 6-16,0 0 6 16,0-1-7-16,0-1 12 0,0-4-17 0,0-1 7 0,0-1 0 0,0 0-3 15,0 0 16-15,0 0 4 0,0 1-4 16,0 2-1-16,0 1 8 0,0 3-4 0,0 3 6 15,0 1-6 1,0 9-18-16,0-6-6 0,0 6-5 0,0 0 2 0,11 0 5 0,-11 0-7 0,13 0-2 16,-13 0 7-1,13 0-5-15,-1 0 3 0,-1 0 11 0,2 8-12 16,3-8 10-16,0 9 3 0,1 1-9 0,3-2 11 16,-2 0-5-16,2-1-7 0,2-7 4 0,-2 9 10 15,0-1 6-15,0-8 5 0,-2 0 0 0,4 0-6 16,-3 0 3-16,-2 0-18 0,2 0-2 0,-3 0-2 15,0 0-3-15,-2-14 19 0,-1 2-4 0,-13 3 5 0,13-2-12 16,-13-1 6-16,0 0-5 0,0-2-6 16,0 0 14-16,0 2-27 0,0-3 5 0,0 1-12 0,0-1-11 15,0 2 9-15,-21 3 7 0,3 0 18 0,-2 2-6 16,1 2 0-16,0 6-11 0,0 0-6 0,3 0 5 16,1 0-6-16,0 0 17 0,3 0-13 0,2 12 4 0,10-2 11 15,-13 1 5-15,13 2 3 0,-12 1 3 0,12 0-10 16,0 1-3-16,0 1-1 0,0-1 5 0,0 2 10 15,0-2-9-15,0 2 4 0,14-2-4 0,2 2 8 16,-1-2 7-16,3-1-8 0,4-2 0 0,2-1 4 16,1-2-11-1,1-1 35-15,2-8-28 0,1 0 14 16,1 0 6-16,-2 0-9 0,2 0 31 0,0 0-32 16,-2 0 0-16,3-8-12 0,-3-1 8 0,0-2 26 0,-1-2 4 15,-4 0 11-15,-1-1-18 0,-2-1-5 0,-2-3-15 16,-3 0-6-16,-2-1-3 0,-1 1-14 0,-12-3 6 15,13-1-5-15,-13 1 1 0,0-1 0 16,0 1 6-16,10 1-6 0,-10 1 11 0,0 1-5 0,0 5-2 16,0 1 5-16,0 1-13 0,0 2-3 0,0 1-6 15,-13 3-6-15,13 5-13 0,-13 0-2 0,13 0 4 0,-12 0 6 16,12 0 10-16,-15 0 11 0,15 0 1 0,-13 9-10 16,13-1 10-16,-13 1 0 0,13 0-9 0,0 1 11 15,-13-1-9-15,13 1 7 0,0 0 5 0,0-3-2 16,0 1 0-16,0-1 7 0,0 0-2 0,0-7 6 15,0 8 8-15,16-8-12 0,-3 7 12 0,1-7 15 16,0 0 4-16,3 0-12 0,-2 0 6 0,2 0-10 16,-1 0-2-16,0 0 13 0,-4 0-23 0,2 0 2 0,-4 0-10 31,-10 0 0-31,11 0-5 0,-11 0-10 0,0 0 6 16,0 0-5-16,0 0 13 0,13 0 2 0,-13 9 8 15,0 0-1-15,0 1 6 0,0 0-10 0,0 2 6 16,9 1-5-16,-9 0-4 0,0-2 4 0,0 1 6 0,0 1 2 0,10-3-1 0,-10 1-1 15,0-2-14-15,0 1 6 16,0-1 8-16,14-2-6 0,-14 2-1 0,0-1-14 16,0-8-3-16,0 10-30 0,0-10-51 0,10 8-14 15,-10-8-57-15,0 8-30 0,0-8-20 0,0 0-77 16,0 0-86-16,0 0-100 0,0 0-218 0,0 0-247 16,0 0 106-16</inkml:trace>
  <inkml:trace contextRef="#ctx0" brushRef="#br0" timeOffset="32257.21">5816 3718 2298 0,'10'-5'105'0,"2"-1"26"0,-2 2 45 15,-10-1 44-15,10 2-70 0,-10 1 10 0,0 2-18 16,0 0-33-16,0-1-25 0,0 1-31 0,0 0-18 15,0 0-13-15,0 0-16 0,0 0-3 0,0 0-7 16,0 0-4-16,0 0 11 0,0 0-3 0,-15 0-2 16,-2 3 8-16,1 3-8 0,-3-2-2 0,0 0 4 15,2 1 1-15,-2-1 9 0,3-1-6 0,0 2 6 16,3-1-3-16,-1-1-9 0,5-3 4 0,9 4-2 31,-10-4-7-31,10 2 0 0,0-2 5 0,0 0-10 16,0 0 18-16,0 4 3 0,0-4 24 0,0 5 28 15,0-1 14-15,0 0 28 0,11 3-18 0,-1 1-7 16,4 0-22-16,-1 2-16 0,4 0-5 0,-1 1-12 16,1 0-1-16,2 1-10 0,-5 0-6 0,4 0-8 0,-5 1 7 15,-1-2 0-15,2 2-2 0,-14-1 1 0,10 0 4 0,-10 2-7 16,0-3 16-16,0 1 1 0,0 1-10 0,0-3 12 0,0 2-19 16,0-1 9-16,0 0-1 0,-11 1-2 15,-3 0 3-15,1-1-5 0,-1 0-2 0,-1-1-3 16,1 2 6-16,-3-4-3 0,1 0 8 0,2 0-11 15,-2-2 10-15,3-6-3 0,2 7-5 0,-1-7 22 16,12 0-11-16,0 0 16 0,-11 0 20 0,11 0-2 0,0 0 15 31,0 0 3-31,0 0-2 0,0 0-18 0,0 0-11 16,0 0-3-16,0 0-19 0,0 0 12 0,0 0-11 16,0 0-4-16,0 0 3 0,0 0-15 0,0 0 6 0,9 0-22 15,-9 0 0-15,14 0 3 0,-14 0 6 0,13 0 5 0,-13 0-1 16,11 11 5-16,-11 1-2 15,13-2 3-15,-13 2 6 0,0 1-8 0,0 3-6 0,0-2 7 16,0 3-9-16,0 1 11 0,0 2 6 0,0-2-9 0,0 1 3 16,0 1-5-16,0-2 7 15,-13 0-4-15,13-3-6 0,0 1 13 0,0-4-13 0,0 1 7 16,0-3 3-16,0-1-7 0,0-1 11 0,0-2 1 0,0 2 2 16,0-8 4-16,19 9-6 0,0-9 14 15,0 8-13-15,1-8-2 0,2 0 1 0,1 7-12 16,1-7 8-16,-1 0-3 15,1 0 4-15,-2 0-6 0,0 0 12 0,-1 0-17 16,-4 0-21-16,-1 0-13 0,-3 0-64 0,2 0-65 0,-15-5-84 0,10 1-127 0,-10-1-86 16,0 5-132-16,0-5-82 0,0-2-74 0,0 1 58 31</inkml:trace>
  <inkml:trace contextRef="#ctx0" brushRef="#br0" timeOffset="32684.89">6302 3962 4087 0,'0'-11'59'0,"0"0"41"0,0 2 25 16,0-1 10-16,0 3-43 0,0 7-48 0,0-8-29 15,0 2-13-15,0 6-14 0,0 0-3 0,-14 0 14 16,2 0-13-16,0 0 2 0,-1 0 15 0,0 0-11 15,1 13 15-15,-1-1-8 0,-2 0-3 0,3 1-1 16,12 1 1-16,-15 0 5 0,15 1-10 0,0 1 8 0,0-1-3 16,0 0-1-16,0-1 10 0,0 0-1 0,0 0 6 15,0-2-4-15,0 0 5 0,17-1 7 16,2-2 6-16,-3 0 6 16,4-2 10-16,-2-7-4 15,2 0 12-15,1 0 1 0,-2 0 10 0,1 0 12 0,2 0-3 16,-4 0 26-16,-1 0-1 0,-1 0 1 0,-2-10 8 15,-3 1-27-15,-11-1-2 0,14-1-18 0,-14-2-10 16,12-2 2-16,-12 1-35 0,0-2 7 0,0-3-18 0,0 2-12 16,0-4 11-16,0 1-13 0,0 2 7 0,0-2-6 15,0 3-5-15,-19 1-1 0,4 3-9 16,0 2-38-16,5 3-63 0,-1 8-54 0,-3-6-50 16,14 6-25-16,-15 0-22 0,2 0-75 0,1 0-78 15,1 11-113-15,11 1-57 0,-17 0-47 0,17 1-96 0</inkml:trace>
  <inkml:trace contextRef="#ctx0" brushRef="#br0" timeOffset="32917.37">6713 3963 3684 0,'0'0'21'0,"0"0"34"0,10 0 8 0,-10 0 18 0,0 0-32 0,0 0-35 0,0 0 3 15,0 0-22-15,0 0 12 0,0 0 10 0,0 9-7 16,0-1 1-16,0 1 0 16,0 0-10-16,0 2 4 0,0 1 5 0,0 1-6 15,0-1-16-15,0 1-83 0,-10 1-114 0,10 0-101 16,0-2-153-16,0 0-65 0,0-2-64 0,0-3-111 16</inkml:trace>
  <inkml:trace contextRef="#ctx0" brushRef="#br0" timeOffset="33169.5">6939 3763 3985 0,'0'-4'41'16,"0"0"15"-16,0-1 3 0,0 5-6 0,0 0-36 15,0 0-21-15,0 0-5 0,0 0 9 16,0 0-2-16,0 0 16 0,0 10 9 0,0-2-5 31,0 3 4-31,0 1-6 0,0 2-13 0,16 1 13 0,-16 1 0 16,0 1-2-16,11 1 4 0,-11 0-9 0,0 1-7 15,17-1-12-15,-17-1-64 0,11-1-87 0,-11-3-103 16,0-1-97-16,10-1-85 0,-10-1-38 0,0-10-52 16,0 0-49-16,0 7 15 0</inkml:trace>
  <inkml:trace contextRef="#ctx0" brushRef="#br0" timeOffset="33849.78">7124 3535 3368 0,'0'-4'54'0,"0"1"49"0,0-1 54 0,14-2 43 0,-14 2-48 16,15 0-13-16,-2 0-16 0,0 0-38 0,1 0 5 15,1-2-17-15,0 6-30 0,3-5 8 0,-1 5-14 16,1 0-8-16,2 0 0 0,-1 0-8 16,-3 0-4-16,3 0-13 0,-5 0-10 0,0 0-1 0,-1 9-5 31,-2-2 5-31,-11 2 4 0,14-2-5 0,-14 2 15 16,13-1-7-16,-13 2-1 0,0 1 0 0,0 2-3 15,0-1 18-15,0 0-12 0,0 2 1 0,0 1 7 16,0 1-25-16,0-1 22 0,0 0 4 0,0 2-11 15,0 0 15-15,0 0-13 0,-13 0 3 0,13-1 2 0,-12 3-2 16,12-2 3-16,0 0-6 0,-11 0 13 0,11-1-8 0,0 0-4 16,0-3 4-1,0 0-11-15,0-2 4 0,0 0 16 0,0-1 1 0,0-3 2 0,0-7 18 16,0 8-6-16,15-8 19 0,-3 0 5 0,-1 0-13 16,1 0-6-16,-1 0-15 15,2 0-6-15,0 0-7 0,-2 0 16 0,4 0-15 16,-5-10 1-16,-10 2 16 0,16 3-22 0,-16-1-6 15,13 6 4-15,-13-8-7 0,0 8 1 0,0 0 7 16,0-6-14-16,0 6-5 0,0 0 6 0,0 0-20 16,0 0 15-16,0 0 2 0,0 0-8 0,0 0 21 0,0 0-3 15,0 8 1-15,0 1 7 0,0-2 4 16,0 2-18-16,0 1 7 0,0 1 0 0,0 1-3 0,0 0 17 16,0 0-8-16,0 1-9 0,0 0-8 0,0-1 14 15,0 1-7-15,0 0 13 0,0 1 1 0,14 1-10 16,0 1 6-16,-3 1 15 0,-11-1-6 0,16-2-6 0,-2 2-10 15,-14-1-3 1,14-1 14-16,-14 1-4 0,13-1 9 0,-13-1-14 16,0 1-9-16,0-1 20 0,0-1-11 0,0-1 16 0,0-1 6 0,0 0-18 0,0-3 25 15,-14 1-15-15,-2-8 17 0,-2 7 23 0,1-7 0 16,-3 8 11-16,0-8-19 0,-2 0-15 0,1 0-11 31,1 0-1-31,-2 0-26 0,2 0 18 0,1 0-23 0,-2-11 10 16,2 3 10-16,2 1-83 0,-2-2-37 0,4 0-85 15,-2 1-92-15,4 1-84 0,1-1-124 0,-1 2-170 16,2-1-151-16,11 7-133 0</inkml:trace>
  <inkml:trace contextRef="#ctx0" brushRef="#br0" timeOffset="34997.75">9306 3643 3447 0,'0'0'90'0,"14"-6"81"0,-14 0 56 16,0 1 32-16,0 5-55 0,0-6-77 16,0 6-43-16,0 0-31 0,0 0-34 0,0 0-18 0,0 0-8 15,0 0-7-15,0 0-3 0,0 0 6 0,0 0 4 16,-19 0 7-16,2 9-7 0,-1-1 7 0,1 1-7 15,-1 0-5-15,1 2 20 0,4 1-4 0,-4-1-3 16,6 3-6-16,11-1-15 0,-12 0 20 0,12 0 0 16,0 0 11-16,0-1 6 0,0 2-20 0,0-2 14 15,0 0 2 1,0-1 11-16,12 0 16 0,1-1-10 0,7-2 17 0,-1-1-17 0,5-7 5 0,1 0 12 0,1 0-4 31,2 0 30-31,2 0-13 0,-2 0 9 0,-1 0-8 16,-3-9-6-16,-2 0 11 0,-3-2-17 0,-4 0 6 0,-15-3-23 0,13-2-10 0,-13 0-19 15,0-2 16-15,0-3-23 16,0 1 14-16,0-1-9 0,0-2-27 0,0 2 27 0,-15-1-15 16,0 2 16-16,-3 2-2 0,-4 1-16 15,-1 3-8-15,1 2 1 0,-1 3-10 0,3 4 9 16,-2 5 7-16,5 0-5 0,1 0 9 0,2 0-1 0,1 0-4 16,13 14 9-16,-14-3 2 0,14 1 10 0,0 1 0 15,0 0-2-15,0 2 0 0,0-1 3 0,0 1-6 16,0-1 8-1,0 0 1-15,0 0-12 0,19-1 4 0,-2 0 1 0,3-3 1 0,0 0 2 0,4-3 7 16,-2 1-14-16,3-8 8 0,2 0 3 0,-2 0-5 16,0 0 9-16,1 0-9 0,-4 0 4 0,2-9 22 15,-1-2 0 1,-3-1 6-16,0-2 5 0,-3-2-27 0,1-2 18 16,-3-3 5-16,-5 1-22 0,-10-3 22 0,0-3-6 0,0 0-4 15,0 0 34-15,0 0 6 0,0-2 3 16,0 1 10-16,0 2-12 0,0 2-6 0,0 2-17 15,-13 4-8-15,13 2-6 0,-14 4-32 0,14 4-7 16,0 7-15-16,-13 0-20 0,13 0 11 0,0 0 5 16,0 0 2-16,-15 0 15 0,15 16-4 0,0 0 11 0,-13 2 4 15,13 6-1-15,-16 2 0 16,16 3-9-16,0 2 10 0,0 3 7 0,0 1 1 0,0 2-1 0,0 1-5 0,0 2 4 0,0 0 16 31,21 1-4-31,-4-1 4 0,-1 0-9 0,3 1 0 0,-1-3-4 0,0-1-9 16,2 1 0-16,0-4-3 0,0-2 2 0,1-3-2 15,1-1 13-15,3-4-12 0,-3-3 5 0,4-4 14 0,-4-3-19 16,3-1 16 0,-1-5-2-16,-2-8-2 0,-1 0 15 0,-1 0-2 0,-1 0 10 0,-6 0-4 0,1 0-1 15,-3-14 0-15,-11-1-15 0,13-2 3 0,-13-2-14 16,0-3-7-16,0-2 6 0,0-4-14 0,0-1 10 31,0 0-15-31,0-3-3 0,-15 1 11 0,-5-2-11 0,1 2 11 16,-5 1-5-16,1 2-3 0,-6 2 2 15,1 3 3-15,-2 3-10 0,0 3 9 0,1 2-4 0,1 6 7 16,1 1-2-16,5 8-15 0,0-5 9 0,4 5-9 16,4 0 4-16,14 0 1 0,-11 0-5 0,11 0-3 15,0 0 1-15,0 0 7 0,0 0 7 0,0 8 11 16,0-1 21-16,0-2 11 0,22 3 18 0,3-2 6 0,2 0-17 16,6-6 1-16,2 9-24 0,3-9 7 0,5 7 8 15,0-7-11-15,-1 0 9 16,-2 0-5-16,-4 0-3 0,-1 0 1 0,-7 0-9 0,-4 0 0 15,-6 0-1-15,-4 0 2 0,-14 0-7 0,13 0-59 16,-13 0-79-16,0 0-72 0,0 0-106 0,0 0-102 0,0-6-149 16,0 2-199-16,0 4-170 0,0-6-112 0</inkml:trace>
  <inkml:trace contextRef="#ctx0" brushRef="#br0" timeOffset="37567.75">11540 3778 3656 0,'9'4'28'0,"-9"-4"24"0,0 0 5 0,0 0-1 0,0 0-31 0,0 0-27 16,0 0 0-16,0 0-4 0,0 6 6 0,0-6 19 15,0 5-4-15,0-5 9 0,0 7 6 0,0-1-12 16,13 0 6-16,-13-1 29 0,0 1 1 0,11-6 22 15,-11 7 25 1,0-7-4-16,11 6 22 0,-11-6 21 0,0 0 22 16,10 0 2-16,-10 0 4 0,0 0 0 0,0 0-31 0,14 0-40 15,-14 0-14-15,11-8-25 0,-11-2 0 0,14-1 16 16,-14-3-12-16,13-2 0 0,-13-1-9 0,12-2-4 16,-12-2 8-16,0-1-15 0,0-1-6 15,0-1 15-15,0 1-13 0,0-2 5 0,0 1 8 0,0 0-7 0,0 1 9 0,0 4-6 16,0 1-8-16,-14 1-11 0,14 5-18 0,-11 2-10 31,11 3-15-31,0 3-3 0,0 4-10 0,0 0-5 16,0 0 15-16,0 0-13 0,0 0 25 0,0 0 3 15,0 8-10-15,0 2 15 0,0 1-9 0,0 2-1 0,0 3 4 0,0 3 2 16,0 1-2-16,0 3 12 16,0 1-1-16,0 1 2 0,11 0-5 0,3 0-8 15,-1 2 4-15,4 0 4 0,1-1 2 0,2-2 6 16,4 1 1-16,-3-1 2 0,4-2 2 0,0-2-4 15,0-1 2-15,4-3-3 0,-2-3 2 0,3-2-8 16,-3-1 3-16,2-10 0 0,-1 0 6 0,0 0 5 16,-4 0-11-16,3 0 1 0,-5 0 0 0,-3-11-6 15,1 0 13-15,-3-3-8 0,0-2-3 16,-4-1-6-16,-1-1-13 0,-12-3 18 0,0-1-15 0,0 0 18 0,0-1-10 16,0 0-15-16,0 0 9 0,0 4-8 0,0 0 7 15,-20 1 0-15,-4 4-1 0,6 2-15 0,-1 1 5 16,2 3-7-16,-2 4 4 0,0 4 18 0,2 0-13 15,-1 0 5-15,2 0-5 0,-1 7-6 0,-2 2 14 0,5 3 0 16,-2 1 9-16,5 1 0 0,11 2 5 16,-13 0-3-16,13 2-2 0,0-1 6 0,0 2-11 15,0-1 4-15,0 0 11 0,0-1-9 0,0 1 7 0,0-1-5 32,16 0 3-32,3-1 4 0,-3-1-4 0,3-1 3 15,1-1-11-15,4-1 6 0,2-2 5 0,2-1-4 16,2-9-3-16,0 6-1 0,3-6-3 0,-1 0 12 15,0 0-5-15,-2 0 1 0,-2-9 5 0,-3-2-18 0,-1-2 13 0,-3-1-9 16,-1-1-1-16,-3-2 14 16,-2-2-3-16,-4-1-5 0,-11 1 6 0,14 0-8 15,-14-1-5-15,0 3 4 0,0 1-5 0,0 2 7 0,0 1 1 16,0 4 2-16,0 0-16 0,0 4-10 0,0 5-18 16,0 0-26-16,0 0 10 0,0 0 3 0,0 0 22 0,0 0 13 15,0 0 3-15,-14 11 11 0,14 1-5 16,0 1 17-16,-11 1-5 15,11 2 0-15,0 0-1 0,0 0-9 0,0 2 2 16,0-1-2-16,0-1-6 0,0-1 2 0,0-1 7 0,0-2-12 0,0-1 5 0,0-2 2 16,0-1 5-16,0-8 9 0,0 0 17 0,0 0 6 15,0 0-1-15,0 0-3 0,0 0-22 0,0 0 17 16,0 0-25-16,0-13 13 0,13 1-3 0,-13-2-22 16,12-2 36-16,-12-1-18 0,11-1 7 0,-11-1 2 15,14 1-13-15,-14-2 23 0,13 1-5 16,-13 1 0-16,11 1-14 15,-11 0 3-15,14 4 5 0,-14 1-2 0,10 2 4 16,-10 3-26-16,0 0-2 0,14 7-2 0,-14 0-2 0,11 0 0 16,-11 0 14-16,13 0-7 0,1 0 11 0,-3 11 0 15,3 0-2-15,-1 1 6 0,3 2 3 16,-4 1 10-16,4 1-15 0,-2 2 5 0,-1-1-3 0,1 0 0 16,-4-1 14-16,-10 2-14 0,17-2 12 0,-6-2-10 15,-11-2-2-15,0-1 9 0,14-2-16 0,-14-1 16 16,0-8 3-16,0 0 17 0,0 5 14 0,0-5-11 15,0 0 6-15,12 0-26 0,-12 0-6 0,0 0-5 16,12-11-3-16,-12 0 9 0,14-1-2 16,-1-1 3-16,-13-2-8 0,17-2-1 0,-1 2-8 0,-2-2 8 0,-14 0-6 15,18 0 13 1,-2 0-2-16,-3 1-3 0,-13 2 12 16,17 0-17-16,-3 4 11 0,0 0-14 0,2 1-3 15,-2 3-6-15,2 3 5 0,-2 3 14 0,2 0-8 16,3 0 9-16,-3 0-15 0,1 0 2 0,-1 0 0 15,3 9 4-15,-3-1-5 0,0-1 3 0,-2 0 3 0,-1 0 4 16,-4-1 4-16,-9 0-8 0,13 0 4 0,-13-6-1 16,0 5 11-16,0-5 7 0,0 0 3 0,0 0 13 15,0 0 0-15,0 0 7 0,0 0 1 0,0 0 0 16,0 0-5-16,0 0-1 0,0 0-17 0,0 0-11 16,0-6 2-16,0 0-13 0,0 0 12 0,0-2-7 15,0 2-12-15,-14-2 12 0,2 2-10 0,12 0-1 0,-18 1 7 16,1 2-7-16,0 3-4 0,-2 0 1 0,0 0 0 15,-3 0 2-15,0 0 1 0,1 0 3 0,-1 11 4 16,2 0 0-16,6-1 7 0,-4 1-6 0,18 2 1 16,-13 0-2-16,13 0 0 15,0 0 4-15,0 1-4 0,0 0 3 0,0-1 3 0,0 1 7 0,0 0-10 16,0 2 17 0,0-4-13-16,0 1-1 0,13 0 4 0,1-1-10 15,2-4 15-15,3 0-4 0,2-8-5 0,-4 7 5 16,2-7-9-16,-1 0 13 0,0 0 1 0,-2 0-6 15,0-8 8-15,-3-1-15 0,1-2 15 0,-3-1-6 16,-11-1-3-16,14-1-2 0,-14-1-1 0,13-1 0 16,-13 0 5-16,10 1 15 0,-10 1 1 0,0 1-4 15,0 2 2-15,0 2-2 0,0 1-18 0,0 2 5 0,0 6-25 16,0 0-7-16,0 0-6 0,0 0 2 0,0 0-1 0,0 0 14 16,0 0 3-16,0 8 0 0,0 1 17 0,0 2-14 15,0 3 14-15,0 2 2 0,0 6 1 16,0 3 2-16,15 2 5 0,0 3-6 0,-3 2 4 15,2 2-13-15,2 3 5 0,-1 0-1 0,2 2-13 16,-1 0 11-16,3-1-6 0,-5 2-2 0,3-2 12 0,2-1-12 16,-5-2 6-1,4-1 5-15,-6-2-4 0,0-2 3 0,0-2-2 0,-12-2-6 0,11-2 0 0,-11-4 11 16,0 0-9 0,11-3 10-16,-11-3-4 0,0-4-6 0,0 0 6 15,0-3-12-15,0-7 3 0,0 0-3 16,-14 0-13-16,1 0-14 0,-6 0-6 0,-1 0-5 15,-1-8 5-15,-6-2 14 0,1-1 12 0,-3 0 11 0,-1-2 12 16,3-2-2-16,0 0-2 0,5 0 4 16,0-1-3-16,3 0 13 0,5 1-2 0,14-2-6 0,-14 2-5 15,14 0-7-15,0-3 6 0,0 0 5 0,0-1-7 16,0-3 0-16,15-2 2 0,1-2-10 0,3-1 16 0,3 0-3 16,3-2 4-16,1 0-4 0,3 0-4 0,-1-2-5 15,0 2-15-15,1 0 13 0,-1 0-4 0,-1-2 13 16,-2 0 3-16,-4 0 0 0,-1-1-5 0,-1 0 3 15,-4-1-6-15,-4-1-2 0,-11-1 9 0,0-1-4 16,0-1 1 0,0-1 1-16,0-3 10 0,0 0-5 0,0 2 22 0,0-1 12 0,-15 3-7 15,3 2 17-15,-1 3-14 0,13 4-12 0,-11 7-16 0,11 4-11 16,0 5-14-16,-14 3-8 0,14 2-4 0,0 7-9 16,0 0-6-16,0 0 7 0,0 0 4 0,0 10 14 15,0 2 7-15,0 3 5 0,0 3 3 0,0 4-3 31,0 4 6-31,0 2-2 0,0 2 9 0,0 2-8 16,14 0-3-16,-14 0 8 0,16-1-8 0,-4-1 12 0,1 0 8 16,-3-1-10-16,4 0-1 0,-1 0 8 0,2-3-11 15,1 0 7-15,2-3-5 0,4 1-6 0,-3-2 12 16,3-3-4-16,-2-1 9 0,1-3-11 0,0-3 4 16,0-1-3-16,-1-5 7 0,-3-6-3 15,-1 0-4-15,3 0 6 0,-2 0-9 0,-1-9-5 16,1-5 6-16,-1-1-13 0,-2-3 8 0,-2-3 0 15,0-3 4-15,-12-1-7 0,14-2 2 0,-14-2 3 0,0 0-3 0,0-2 6 16,0 1-14-16,0 1 19 16,0 0-18-16,0 4 14 0,0 2 5 15,0 2-3-15,0 3 0 0,0 4-15 0,0 3-3 16,0 4-7-16,0 3-1 0,0 4-24 0,0 0 2 0,0 0-8 16,0 0 13-16,0 0 28 0,0 8-1 0,0 3 11 15,0 1-6-15,-14 3 8 0,14 3-10 0,0 2 8 0,0 2 0 0,0 2-3 0,0-1 14 31,0 1-15-31,0 1 8 0,0-2-9 0,0 1 10 0,0-4-4 16,0 0 0-16,0-3 4 0,0-2-10 0,0-3 8 16,0-2-2-16,0-3 21 0,0-7 2 0,0 5 15 15,0-5 2-15,0 0-19 0,0 0 6 0,0 0-29 16,0-6 1-16,0-2-1 0,14-1 1 0,-14-1 12 16,10-3-4-16,-10-1 10 0,14-1-11 0,-14 1 9 15,13-2 7-15,-2 0-4 0,-11 1-4 0,14 1 0 0,-3 2-11 16,-11 1 9-16,13 3-1 15,-13 1-18-15,9 2 3 0,-9 5-17 16,0 0 4-16,13 0-1 0,-2 0 10 0,0 8 5 0,-1 1-7 16,2 0 11-16,4 5-15 0,0 1 9 0,1 1 1 0,1 2-2 0,-4 0 2 15,2 2-17-15,-2 0-15 0,0 0-36 0,-3 0-44 0,-11-1-43 32,17 0-47-32,-17-1-35 0,15-1-47 0,-15-3-46 15,12 0-55-15,-12-5-62 0,0-1-23 0,10-2-69 0,-10-6-40 16,0 0-78-16,0 0-107 0</inkml:trace>
  <inkml:trace contextRef="#ctx0" brushRef="#br0" timeOffset="37796.44">13401 3437 3314 0,'-10'0'36'0,"10"0"30"0,0 0 23 0,0 0 33 15,0 0 15-15,0 0 12 0,0 0 18 0,0 0 7 16,0 7-34-16,16-1-28 0,0 1-31 0,0-1-29 16,6 1-16-16,3-1-6 0,2 0-11 0,3 0-11 15,2 1 3-15,-1-3-22 0,1 1-56 0,-2 0-104 16,-2-4-162-16,1 2-150 0,-5-3-192 0,-2 0-149 16,0 0-32-16</inkml:trace>
  <inkml:trace contextRef="#ctx0" brushRef="#br0" timeOffset="38269.04">14794 3600 3675 0,'-11'-6'98'0,"11"0"58"15,0-3 63-15,-15 3 12 0,15 0-64 0,0 1-29 0,0 0-47 16,0-1-8-16,0 1-14 0,0 1-8 0,0 1 0 16,0-2 3-16,0 5-16 0,16-4-23 15,0 4-5-15,-2-5-4 0,2 5-10 0,2 0 8 0,0 0-12 16,0 0 7-16,1 8-4 0,1 1-7 0,-2 0 7 16,2 2-14-16,-2 1 5 0,1 2 1 0,-5 1-6 15,0-1 11-15,-14 3 5 0,13 0-18 0,-13 0 12 0,0 1-1 16,0 0-18-1,0-1 39-15,0 1-20 0,0 1 4 0,-21-1 7 0,2-2-23 0,-1 0 19 16,1-1-27 0,-3-1 16-16,1-2 0 0,2-1-14 0,0-1 16 0,3-4-1 15,2-6 4-15,14 8 20 0,-14-8-1 0,14 0-9 16,0 0 5-16,0 0 20 0,0 0 23 0,0 0 23 16,0 0-4-16,0 0-52 0,0 0-21 0,0 0-16 0,0 0-4 0,0-9 16 15,13 4 10-15,-2 5-13 16,5-7 6-16,1 7-2 0,0 0-12 15,2 0 8-15,2 0-2 0,1 0-4 0,-2 0 14 0,1 8 2 0,1-8-6 16,-3 13-2-16,0-4-17 0,0 1-68 16,-2-3-82-16,-1 1-91 0,-2-1-146 15,-1 0-93-15,-2-2-80 0,-11 1-153 0,18-6-123 0,-6 6 36 0</inkml:trace>
  <inkml:trace contextRef="#ctx0" brushRef="#br0" timeOffset="38416.89">15766 3878 4816 0,'0'0'23'0,"0"0"18"0,0-8 8 0,0 1-9 0,0 7-24 16,0 0-50-16,0 0-125 0,0-4-149 0,0 4-223 0,0 0-250 0,0 0-227 16,0 0 71-1</inkml:trace>
  <inkml:trace contextRef="#ctx0" brushRef="#br0" timeOffset="39460.53">5073 4950 1604 0,'0'0'52'0,"0"7"58"0,0-7 58 0,0 0 97 0,0 5-4 0,0-5-9 0,0 0-18 15,0 4-49-15,0-4 13 0,0 0 9 0,0 0 6 16,0 0-5-16,0 0-24 0,0 0-22 0,0 0-10 16,0 0-6-16,0 0-14 0,0 0-17 0,0 0-22 15,0 0-28-15,-14 0-13 0,14 0-2 0,-14 0-24 16,0 0 4-16,-2 0-6 0,-1 0-18 0,-3 0 19 16,-5 0-9-16,-2 0-15 0,0 8 10 15,-1-8-10 1,1 8-6-16,0-8 7 0,2 8-3 0,-1-8-10 15,3 9 9-15,1-4 2 0,6-5-11 0,-1 7 16 16,4-7-24-16,13 6 13 0,-14-6-6 0,14 0-1 16,0 0 12-16,0 7-8 0,0-7 9 0,0 0-2 15,0 8 22-15,0-8-7 0,0 10 23 0,0-3 21 16,0 1-1-16,19 2 20 0,-1-2-14 0,-2 2-30 16,5-1 3-16,-2 1-8 0,5 1-3 15,-1-1 20-15,1-1-15 0,-2 0-12 0,2-1-6 16,-2 1-9-16,-2-2-1 0,-2 1-1 0,1 0 4 0,-6-2-5 0,-13-6-5 15,12 6-1-15,-12-6 11 0,0 8-11 0,0-8 22 16,0 7-2-16,0 1 3 16,0-2 8-16,-17 3-16 0,-5 0 11 0,-1 1-13 0,-5 1-3 0,-4 0 1 15,-5 0-4-15,0 0 3 0,-1-1 10 0,2 0-12 0,1-1-6 16,3-1 0 0,4 0-13-16,6-8 5 0,1 8-8 15,9-1 5-15,12-7-4 0,0 7 24 0,0-7-2 16,0 0-5-16,0 10 11 0,0-10-11 0,0 7 12 15,0-7 4-15,14 9 11 0,5-1-7 0,3-1-8 16,2-7 9-16,6 9-19 0,6-9 14 0,0 8 14 0,1-8-3 16,4 8 14-16,1-8-11 0,0 0 8 0,-1 7-10 15,0-7 0-15,-2 0 4 0,-2 0-12 0,-2 0 0 16,-5 0-1-16,-3 0 4 0,-4 0-10 0,-7 0 4 16,-2 0-6-16,-14 0-9 0,13 0-9 0,-13 0-54 15,0 0-83-15,0 0-92 0,0 0-107 0,0 0-78 16,14-8-114-16,-14 1-110 0,0 0-169 15,0-2-174-15,11-2 135 0</inkml:trace>
  <inkml:trace contextRef="#ctx0" brushRef="#br0" timeOffset="39662.71">5649 5212 4116 0,'0'0'59'0,"0"0"57"0,0 0 31 0,0 0 32 0,0 0-43 16,17 0-45-16,-4 0-42 0,-13 0-21 0,19 0-24 0,0 0-4 16,0 0 15-16,0 0-14 0,1 0-13 0,-1 0-85 15,3 0-166 1,-1 0-181-16,-4 0-190 0,2 0-125 0,-6 0-66 16,1-5 30-16</inkml:trace>
  <inkml:trace contextRef="#ctx0" brushRef="#br0" timeOffset="39831.94">5693 5318 3440 0,'0'4'66'16,"0"-4"74"-16,0 0 39 0,13 0 39 0,2 0-46 0,3 0-57 0,-1 0-23 16,5 0-55-1,-1 0-8-15,0-8-17 0,-1 4-12 0,-1 4 6 0,2-5-42 0,-5 5-85 0,-1-5-138 0,-5 5-106 31,-10 0-186-31,0 0-131 0,0 0-138 0,0-6 64 0</inkml:trace>
  <inkml:trace contextRef="#ctx0" brushRef="#br0" timeOffset="44977.68">6202 4943 1274 0,'0'-7'35'0,"0"7"23"0,0 0 28 0,0-6 21 0,0 6 5 15,0-6 6-15,0 6-9 0,0-6-4 0,13 6-8 16,-13-5 45-16,9 5 8 0,-9-4 7 0,13 4-8 16,-13 0-66-16,0 0 8 0,0 0-21 0,0 0-14 15,0 0 11-15,0 0-14 0,0 0 11 0,0 0 8 16,0 0-9-16,0 0-32 0,0 0-6 0,0 0-24 15,0 0-15-15,0 0 18 0,0 0-21 0,0 0 17 16,-14 0 0-16,1 0-7 0,-3 0 11 0,2 0-2 16,-2 0-3-16,2 0 2 0,-2 0 3 0,3 0 2 0,1 6 0 15,1-2-2-15,11 0-5 0,-13-4-13 16,13 4 6-16,-14-4 2 0,14 5 4 0,0-5 4 0,0 0 6 16,0 4-15-16,0-4 2 0,0 5-5 15,0-5 5-15,0 4 19 0,0 0 4 0,0 2 5 0,0-1 26 16,0 2-2-16,0 2 1 0,14 0 18 15,-14 1-40-15,16 0-7 16,-5 1 1-16,2 0-25 0,-13 0 14 16,14-2 2-16,-14 1-17 0,14 1 12 0,-14-2-5 15,11 2-7-15,-11-2 21 0,0 2-9 0,0 1-10 16,0 0 18-16,0 0-12 0,0-1-2 0,0 1 4 16,-14 1-6-16,14-2-3 0,-16 0 16 0,3-1 1 15,-1-1-12-15,3 0 5 0,0-3 3 0,11 0-1 16,-16-2 36-16,5-4 23 0,11 0 18 0,0 4 24 0,0-4 7 15,0 0-5-15,0 0 5 0,0 0-9 0,0 0-16 0,0 0 3 16,0 0-14-16,0 0-15 0,0 0-11 0,0 0-24 0,0 0-9 16,0 0 2-16,0-6-18 0,0 6 3 15,16 0-15-15,-16 0 5 0,14-6 9 0,-14 6-5 16,0 0 2-16,0 0-16 16,0 0 12-16,0 0-16 0,0 0 15 0,0 0-3 15,0 0-2-15,0 11 16 0,0-2-14 0,0 0 10 16,0 1-8-16,0 2 10 0,0 1-2 0,0-1 3 0,0 3-8 0,0-1-8 15,0 2 6-15,0-1 0 0,0 2 4 0,0-2-1 16,0 1 8-16,0 0-10 16,0 0 6-16,0 2 1 15,0-2-6-15,0-1 1 0,15 0 5 0,-15-1 0 0,17 0 13 0,-3-1 2 0,0-1-4 16,2-1 2 0,3-1-22-16,0-10 17 0,3 10-7 0,0-10-3 15,-2 0 8-15,0 0 2 0,0 0-20 0,-3 0 17 0,-4 0 3 16,-1 0-9-16,-12 0 16 0,15 0-58 0,-15 0-33 15,0 0-64-15,0 0-111 0,10 0-123 0,-10 0-127 16,0 0-167-16,0 0-89 0,0 0-97 0,0-11 135 16</inkml:trace>
  <inkml:trace contextRef="#ctx0" brushRef="#br0" timeOffset="45404.52">6574 5126 3834 0,'0'-6'72'16,"0"1"36"-16,0-2 37 0,0 2 36 15,0 5-68-15,0-6-37 0,0 6-40 0,0 0-31 16,0 0 0-16,0 0-3 0,0 0 0 0,0 0 9 16,0 0-19-16,0 0 13 0,0 9-5 0,-13 1-19 15,13-1 14-15,-14 0-6 0,1 3 1 0,13 0 8 16,0 1 11-16,-13 0-9 0,13 0 3 0,0-1 6 15,0 0-5-15,0 0 12 0,0 0 8 0,0-1-11 16,0 0 23-16,17 1 17 0,-2-2-3 0,-2-1 16 16,4 0-12-16,1-2-18 0,2-1 23 15,-1-6 12-15,2 7-2 0,2-7 8 0,-1 0 17 0,2 0-16 0,-5 0 4 16,3 0 18-16,-4 0 6 0,-1 0 3 0,-2-8 16 0,-1 0-19 16,-14 0-24-16,14-1-6 0,-14-1-15 0,12-1-12 15,-12-1-19-15,0-2-15 0,0-1-10 0,0-2-1 16,0 0-3-1,0-1 4-15,0 1-3 0,-20 0-10 0,0 0 1 0,2 4-8 16,-1 0-10-16,0 1-4 0,0 3-29 16,0 2-36-16,0 7-38 0,2-5-27 0,1 5-27 15,0 0-16-15,5 0-4 0,11 0-44 0,-17 6-33 16,7 3-93-16,10 0-83 0,-10 2-100 0,10 1-72 16,0 2-44-16,0-1-84 0</inkml:trace>
  <inkml:trace contextRef="#ctx0" brushRef="#br0" timeOffset="45652.78">7151 5267 4227 0,'0'0'17'0,"0"0"24"0,0 0 8 0,0 0 7 0,0 0-17 0,0 0-26 16,0 0-8-16,0 0-6 0,0 0 2 0,0 10 8 15,0-3 0-15,0-1 4 0,0 0 4 0,0 3-14 16,0-1 6-16,0 2-2 0,-13 0-43 0,13 0-73 16,-12 1-99-16,12 0-118 0,0-1-77 0,-12 0-82 15,12-1-47 1,0 0-41-16,0-3-106 0,0-1 151 0</inkml:trace>
  <inkml:trace contextRef="#ctx0" brushRef="#br0" timeOffset="45878.08">7366 5116 4205 0,'0'-7'39'16,"0"1"31"-16,0 2 7 0,0 4 0 0,0 0-38 0,0 0-26 0,0 0-16 16,0 0 4-16,0 0-7 0,0 0 6 0,0 5 9 15,0 2-11-15,0 2 2 16,0 0-8-16,0 2 14 0,0 1 10 0,0 2-11 15,0 1 9-15,0 2-22 0,0-2 0 0,0 2 7 0,0-1-81 0,0-1-85 16,0-1-108 0,0-1-102-16,0 0-94 0,14-3-32 15,-14 0-56-15,0-3-102 0,13-3 74 0</inkml:trace>
  <inkml:trace contextRef="#ctx0" brushRef="#br0" timeOffset="46594">7478 4907 3249 0,'0'-7'56'16,"10"-1"59"-16,-10 0 64 0,0-1 45 0,0 3-16 16,12 0-8-16,-12 6-44 0,0-8-28 0,13 8-21 15,-13-7-31-15,11 7 4 0,-11 0-12 16,14-7-8-16,-14 7-5 0,15 0-21 0,-15 0 3 15,17 0-6-15,-4 0-17 0,-13 0-10 0,15 0 1 16,0 0-5-16,-15 0-2 0,17 0 3 16,-4 0-1-16,-13 0-8 0,15 7-4 0,-15-7 5 0,13 9-9 15,-13-2 5-15,16 3 15 0,-16-1-8 0,0 0-2 16,0 1 7-16,11 1-16 0,-11 1 18 16,0 1-2-16,0 2-11 0,0 0 16 0,0 1-11 0,0 1 10 15,0 0-1-15,0-1-8 0,0 0 5 16,0 1-10-16,0-2 10 0,0-1 6 0,-11-1-17 15,11 0 10-15,0-3-1 0,0 1-7 0,0-3 15 16,-14 1-11-16,14-3 2 0,0 0 5 0,0-6 10 16,0 5 3-16,0-5 12 0,0 4-8 0,0-4-4 15,0 0 8-15,15 7 20 0,-2-7 21 0,0 0 21 0,4 0-4 16,-4 0-6 0,3 0-13-16,-4 0-14 0,-12 0 28 0,18 0-21 0,-18 0 12 0,0 0-18 0,14 0-25 15,-14 0-11 1,0-5-4-16,0 5-1 0,0 0-11 0,0 0 7 15,0 0-17-15,0 0 5 0,0 0-2 0,0 0-9 16,0 0 6-16,0 0-2 0,0 8 5 0,0-1 0 16,0 2 6-16,-16 3-14 0,16 0 13 0,-19-1 2 15,6 3-6-15,13 1 12 0,-14-1-3 0,14 1 1 16,0 1 5-16,0 0-1 0,0 0-9 0,0 1 4 16,0 0-5-16,0 3 17 0,0-2-3 0,0 2 3 15,0 1-1-15,0-2-4 0,19 2 0 0,-6-1 5 16,-13 0-5-16,17-2-15 0,-4 1 9 0,-13-1-8 15,14-3 1-15,-14 2 11 0,0-3-6 0,0-2 0 16,13-2 4-16,-13-3 0 0,0-7 13 0,0 12 25 0,0-4 43 0,0-8 47 0,0 8 19 16,0-8-9-16,-23 8-5 0,1-8-28 15,0 7-25 1,-3-7 5-16,0 0-27 0,2 0-10 0,-2 0 4 0,0 0-14 0,7 0 1 16,0 0-11-16,5 0-11 0,2 0-3 0,11 0-16 15,0 0 2-15,0 0 9 16,0 0-24-16,0 0-14 0,0 0-61 0,0 0-95 0,0 0-109 15,0 0-110-15,0 0-101 0,0 0-125 0,0 0-117 16,0 0-189-16,0 0-281 0</inkml:trace>
  <inkml:trace contextRef="#ctx0" brushRef="#br0" timeOffset="51110.65">4664 6570 2839 0,'12'-7'66'15,"-12"1"57"-15,0-3 59 0,0 3 59 16,0-3-35-16,0 3-8 0,0 6-13 0,0-10-27 0,0 3 10 0,0 7-7 0,0-8-14 16,0 8 1-16,0 0-5 15,0-7-24-15,0 7-13 0,0 0-23 0,0 0-9 0,0 0-16 32,0 0-16-32,0 0 0 0,0 0-33 0,0 0 11 0,0 0-6 15,0 0-2-15,0 0 12 0,0 0-12 0,0 0 20 0,0 12 14 16,0 1 4-16,0 1 10 0,0 2-10 0,0 1-21 0,0 2 4 15,0 1-8 1,0 2 9-16,0-3-2 0,0 1-8 0,0 1-3 16,0-2-18-16,0-2 5 0,0 1 0 0,0-1-2 15,0-2-1-15,0-1 1 0,0-2-8 0,0-1 8 16,0 0 1-16,0-4 0 0,0 1 6 0,0-8-6 16,0 8 9-16,0-8 2 0,0 0 20 0,0 6 22 15,0-6 15-15,0 0-1 0,0 0 1 0,0 0-25 16,0 0-3-16,0 0 3 0,0 0-2 0,0 0-3 0,10 0 3 15,-10 0-11-15,16 0-16 16,-4 0 16-16,4 0-18 0,0 0 1 0,4 0-4 0,-2 0-20 0,4-5 5 0,0 5 4 16,3-6 2-16,-2 6 3 0,-1-5-13 15,-2 5 9-15,-1-6-3 0,0 6-2 0,-4 0 7 16,0-4-11-16,-5 4 5 0,-10 0 0 0,12 0-2 0,-12 0 12 16,0 0-22-1,0-3 18-15,0 3 6 0,0 0-12 0,0 0 16 0,0 0-15 16,0 0-26-16,0 0-55 0,0 0-49 0,0 0-60 0,0 0-53 15,0 0-34-15,0 0-80 0,0 0-118 0,0-6-151 16,0 1-221 0,0 5-183-16,0-11-56 0</inkml:trace>
  <inkml:trace contextRef="#ctx0" brushRef="#br0" timeOffset="51341.82">5328 6524 3538 0,'0'0'45'16,"0"0"68"-16,0 0 43 0,0 0 56 0,0 0-8 15,0 0-48-15,0 0-20 0,0 0-27 0,0 0-19 16,0 0-4-16,17 0-14 0,-17 0-12 0,16 0-10 16,1 0-16-16,-1 0-6 0,1 0-13 0,3 0-14 15,0 0-2-15,0 0-5 0,0 0-48 0,2-9-82 16,-5 9-123-16,-1-6-131 0,-2 6-117 0,-14 0-152 15,0 0-121-15,0-10-102 0</inkml:trace>
  <inkml:trace contextRef="#ctx0" brushRef="#br0" timeOffset="51563.39">5299 6640 2238 0,'-11'9'121'0,"11"-4"65"0,0-1 54 0,0-4 73 0,0 5-50 15,0-1 14-15,0 2 3 0,13-6-19 0,1 6-38 16,2-6-34-16,0 9-31 0,1-9-34 0,2 7-15 0,2-7-33 16,-1 0-28-16,2 0-13 0,0 0-17 0,-4 0-10 15,2 0-1-15,-5 0 9 0,0 0-2 16,-2 0-2-16,-13 0-12 0,11 0-19 16,-11 0-61-16,0 0-64 0,0 0-87 0,0 0-123 15,0 0-116-15,0 0-176 0,0 0-134 0,0 0-140 0,0-9 162 0</inkml:trace>
  <inkml:trace contextRef="#ctx0" brushRef="#br0" timeOffset="52620.18">6417 6196 2098 0,'0'0'52'0,"13"0"111"15,-13 0 29-15,0 0 49 0,9 0-15 0,-9-4-75 0,0 4-15 0,0 0-26 16,0 0-2-16,0 0-23 0,0 0 0 0,0 0-7 16,0 0-32-16,0 0 5 0,0 0-12 0,0 0-5 15,0 0-9-15,0 0-19 0,0 0-1 0,0 0-1 16,0 0 6-16,0 0-2 0,0 0 2 0,-14 0-2 15,-2 0 2-15,2 7 12 16,-2-1-4-16,0 0 10 0,-4 0-1 0,1-6-9 16,1 8 4-16,1-1-8 0,1 1-4 0,2-3-9 0,3 1-3 0,11-6 5 15,-14 6-11-15,14-6 7 0,0 6 2 0,0-6-8 16,0 0 24-16,0 7 18 0,0-7 44 0,0 7 19 16,0-7 22-16,0 9 18 0,0-1-16 15,14 1-3-15,-1 1-9 0,2 0-14 16,3 1-11-16,1 1-8 0,1 1-24 0,1-1-15 15,1 1-17-15,0-1-6 0,-4 1-6 0,4-1 9 16,-5 2-17-16,-1-2 6 0,-2-1-5 0,-14 1-4 16,13 0 18-16,-13 1-20 0,11-2 10 0,-11 0 3 15,0 1-2-15,0 1 2 0,0-1-7 0,0 1-8 0,0-1 5 16,-13 1 6-16,-1-1 3 0,1 1-1 0,-1-4 2 16,2 1-7-16,0 0 16 0,-3-4-10 0,15-6-10 15,-13 9 12-15,13-9 2 0,-14 0 21 0,14 6 1 16,0-6 4-1,0 0 3-15,0 0 7 0,0 0 15 0,0 0 10 16,0 0-3-16,0 0-13 0,0 0 2 0,0 0-17 0,0 0 2 16,0 0-5-16,0 0-12 0,0 0 0 0,0 0-5 15,0 0-2-15,0 0 4 0,0 0-5 0,0 0-14 16,0 0-5-16,0 8-10 0,12-8 1 0,-12 11 4 16,13-2 0-16,1 0-6 0,-14 0 5 15,13 0-3-15,-1 4 4 0,-12 0 8 0,0 2-3 16,10 1 7-16,-10 0 4 0,0 0-3 0,0 2-10 15,0 1-1-15,0 0-1 0,0-1 7 0,0 0 3 16,0-1-5-16,0-1 0 0,0-2-7 0,0 0 14 0,0-1-8 16,0-2 0-16,0-2-1 0,0 1 1 0,0-2 16 15,0-1-7-15,13-7 7 0,-13 11-13 0,15-4 1 16,0-7 10-16,-1 10-9 0,-1-10 14 0,2 0-9 16,-2 8 1-16,3-8-2 0,-3 0-3 0,-1 0 2 15,2 0-9-15,-2 0 3 16,-12 0-1-16,14 0 4 0,-14 0 3 0,12 0-3 0,-12 0 5 0,0 0-9 0,0 0-58 15,0 0-56-15,0 0-92 0,0 0-101 16,0 0-64-16,0 0-123 0,0 0-133 16,0-8-154-16,0 0-167 0,0 0-49 15</inkml:trace>
  <inkml:trace contextRef="#ctx0" brushRef="#br0" timeOffset="53074.75">7103 6484 3710 0,'0'0'54'0,"0"-8"35"16,0 0 26-16,0 8 11 0,0 0-72 0,0 0-34 15,0 0-18-15,0 0-20 0,0 0 28 0,0 0-4 16,0 9 1-16,-17 0 4 0,17 2-6 0,-14 1-2 0,1 1 5 15,13 1 17-15,-13 3 3 0,13-2 20 0,0 3 4 16,-12-2 2-16,12-1 5 0,0 2-5 0,0-2 2 16,0 2-2-16,0-2 12 0,0-1 1 0,17 1-5 15,-1-4 0-15,0 1 5 0,3-3-2 0,-2 1 5 16,2-3 3 0,-1-7 0-16,2 6 11 0,-1-6 14 0,0 0-11 0,0 0 15 0,-1 0 20 15,-1 0-6-15,-3 0 27 16,0 0 0-16,-4-11-31 0,-10 2-1 0,15-1-24 15,-15-1-36-15,10-1-2 0,-10-2-26 16,0 0 6-16,0-1-7 0,0-2-5 0,0-1 3 0,0-1-20 0,0 1 11 0,0-1-7 0,-13 1-1 16,-2 1 1-1,0 2-18-15,0 0 3 0,0 1-15 0,-2 4-3 0,-1 2-24 16,1 8-55-16,0 0-43 0,3 0-40 16,-2 0-22-16,3 0-19 0,0 0-35 0,13 10-42 0,-20 1-61 15,9 0-76-15,11 1-49 0,-14 1-103 0,14 0-79 16,0 0-40-16,0 0-14 0</inkml:trace>
  <inkml:trace contextRef="#ctx0" brushRef="#br0" timeOffset="53491.71">7506 6491 4216 0,'0'-9'48'15,"0"1"35"-15,0 8 28 0,0 0 9 0,0 0-49 16,0 0-34-16,0 0-25 0,0 0 5 0,0 0-10 16,0 0 4-16,0 0-11 0,0 0-15 0,-13 12 22 0,13-1-8 15,-12 3 7-15,12 0 5 0,-11 1-9 16,11 1 10-16,0-1-1 0,0 0 9 0,0 2-1 0,0 0 2 16,0-2 5-16,0 0-7 0,0-1 21 0,0 0 13 15,0-2 15-15,16 0 8 0,-2-2-5 0,-1-2 9 16,1-8 14-16,4 7 15 0,-4-7-24 0,5 0 12 15,-2 0 4-15,-1 0-7 0,1 0 28 0,-2 0-6 16,0 0 7 0,-4 0-21-16,-11-7-3 0,16-1-18 0,-16-1-42 0,13-2 9 15,-13 2-16-15,0-2-14 0,0-1 1 0,0-2-12 16,0 0 3-16,0-3 0 0,0 2-5 16,0 0-3-16,0-2 3 0,-13 2-10 0,-3 0-3 15,5 1-1-15,-4 3-20 0,2 0-14 0,-1 2-32 16,1 9-65-16,-1-8-67 0,3 8-30 0,-2 0-62 15,13 0-23-15,-16 0-34 0,5 0-89 0,0 0-69 16,11 10-94-16,-11-1-62 0,11 1-77 16,0 0-25-16</inkml:trace>
  <inkml:trace contextRef="#ctx0" brushRef="#br0" timeOffset="53709.12">8063 6675 4086 0,'0'6'34'15,"0"-6"35"-15,0 0 38 0,0 0 13 0,0 0-14 0,0 0-26 16,0 0-8-16,0 9-14 0,0-9-16 0,0 10-12 16,0 0-16-16,0-2 2 0,0 1 1 0,0 0-2 15,-15 3-13-15,15-1-69 0,-15 1-104 0,3-1-200 16,0 2-249-16,12-1-201 0,-16-1-228 15</inkml:trace>
  <inkml:trace contextRef="#ctx0" brushRef="#br0" timeOffset="56740.49">8624 6407 1555 0,'4'0'36'0,"-1"0"41"0,0-3 35 0,0 1 37 0,3 0 6 16,-4 0 1-16,-1 0-9 0,1 1 13 0,-2-1 6 15,0 1 5-15,0 1 11 0,0-1-1 0,0 1-28 16,0 0-3-16,0 0-6 0,0 0-22 0,-2 0 10 0,2 0-27 15,0 0-11-15,0 0 6 0,0 0-20 16,0 0-7-16,0 0-24 0,0-2-22 0,-3 0-22 0,-3 1 0 16,3 0 4-16,0 0 5 0,-2 0 1 0,2-1-10 15,-4 2-12-15,1 0 0 0,-5 0 9 0,3 0 4 16,-3 0 12-16,0 5-21 0,-2 0 7 0,-1-1-10 16,0 1-4-16,3 1 9 0,-2-2-13 0,0 4 5 31,1-1 11-31,1 1 2 0,1 0 2 0,0 1-8 15,3 3-5-15,-1 0-2 0,3 1 7 0,-1 0 5 0,3 0-3 0,0 2 9 16,3-1-16-16,0 1 11 0,0 0 9 0,6 1-16 16,2-1 17-16,-2 0 2 0,2 2-10 15,0-3 46-15,6 0-4 0,-1 1 14 0,4-3 13 16,1 2-35-16,2-3 17 0,2-2 5 0,2 1 3 0,-2-2 2 16,4-2-19-16,-1-1 15 0,3-2 4 0,-3-1 12 15,1-2 27-15,-2 0-14 0,-1-5 10 0,1 1 8 16,-5-3-7-16,0 1 4 0,-3-3-23 0,-2 1-3 15,-3-1-19-15,0-5-22 0,-3 2-1 16,-3-3-23-16,1 0-1 0,-4-3-4 0,1 0-5 0,-3 0-1 16,0-4-2-1,-6 1-8-15,-1 0 1 0,-4-1 5 0,0 1-12 16,0 2 3-16,-5-1-10 0,0 4-21 0,-4-1-23 16,-1 3-19-16,-1 3-40 0,0 1-31 0,0 1-14 15,0 2-28-15,0 3 14 0,-2 4 4 0,5 0-2 16,-2 0-6-16,1 4-14 0,1 3-22 0,-2 0-47 15,5 1-43-15,-1 0-85 0,3 1-19 16,1-1-9-16,0 0-34 0,4 2-11 0,3-2-86 0,1-1 81 16</inkml:trace>
  <inkml:trace contextRef="#ctx0" brushRef="#br0" timeOffset="57112.1">9184 6358 3645 0,'0'0'73'16,"0"-8"50"-16,0 2 33 0,0 6 29 0,0 0-50 0,0 0-38 0,0 0-46 15,0 0-19-15,0 0-43 0,0 0-7 0,0 0 7 16,0 0-12-16,0 0 19 0,0 0 3 16,0 0 7-16,0 12 19 0,0-1-15 0,0 3-3 0,0-2 9 15,0 4-11-15,0 0 22 0,0 3-8 16,0-1 0-16,0-1-14 0,0 3 9 0,0-2 5 0,0 0-12 16,0 0 9-16,14-4-17 0,-14 1 10 15,11 0-8-15,-11-3 7 16,0 0 6-16,13-1-5 0,-13 1 7 0,14-2-5 0,-14-1-12 0,10-1-35 0,-10-1-67 15,0-1-93-15,12-6-115 0,-12 6-87 0,0-6-129 16,0 0-134-16,0 0-193 0,11 0 113 0</inkml:trace>
  <inkml:trace contextRef="#ctx0" brushRef="#br0" timeOffset="57444.6">9746 6603 1809 0,'0'8'40'0,"0"-8"35"0,0 7 43 16,0-7 87-16,0 8-16 0,0 0-25 0,0-2-28 0,0 3-80 0,0 0-25 15,0-1-9-15,-13 3-9 0,1 0-4 0,12-1 0 0,-15 2 4 16,4-2-1-16,11 1-4 0,-16-1 2 0,5-1-20 16,11 0-69-16,-14-1-139 0,14 0-121 15,-13-8-130 1,13 7-119-16,-13-1 76 0</inkml:trace>
  <inkml:trace contextRef="#ctx0" brushRef="#br0" timeOffset="58837.05">10093 6311 3406 0,'0'0'78'0,"10"0"71"0,-10 0 61 0,0 0 50 16,0-8-44-16,0 8-38 0,0 0-43 0,0 0-33 0,0 0-30 0,0 0-22 0,0 0-17 15,0 0-26-15,0 0 4 0,0 0-8 0,0 0 6 16,0 0 25-16,0 0-8 0,13 12 20 0,-13-1 2 16,14 1-11-16,-14 0 8 0,12 1-19 0,-12 1-11 31,16 0-6-31,-16-1 1 0,15 2 1 0,-2-1 11 15,-13 0 4-15,13 1-22 0,-13 0 4 0,14 0-8 0,-14 0-2 0,0 0 6 16,13-2 7-16,-13 0-10 0,0-1 6 16,13-2 5-16,-13-2-14 0,0-8 10 0,0 10 0 0,0-10-3 15,14 9 1-15,-14-9 2 0,0 0-2 16,0 0 12-16,0 7 2 0,0-7-7 0,0 0 3 0,0 0-6 16,0 0 12-16,0 0 3 0,0 0-13 15,0 0 5-15,0 0-21 0,0 0-57 0,0 0-63 16,0 0-118-16,0 0-149 0,0 0-160 0,0 0-167 0,0-7-140 15,0 0-126-15</inkml:trace>
  <inkml:trace contextRef="#ctx0" brushRef="#br0" timeOffset="59407.98">10613 6311 2786 0,'0'-8'69'15,"0"2"64"1,0 0 66-16,8 1 47 0,-8 5-14 0,0-7-4 0,0 7-25 16,0-8-21-16,0 8-31 0,0-6-22 0,0 6-20 0,0-8-16 15,0 8-14-15,0 0-31 0,0 0-28 0,0 0-6 16,0-6-23-16,0 6 3 0,0 0 11 15,0 0-15-15,-12 0 15 0,12 0-13 0,-13 0 0 16,13 0 11-16,-13 8-3 0,13 1 3 0,-14 0 3 16,14 0 5-16,-13 3-1 0,13 1-7 0,-12 1 9 15,12 1-5-15,0 0-8 0,0 0 4 0,0-1-12 0,0 1-3 0,0 0 23 16,0 0 19 0,0-2 1-16,0-1 14 0,0 2-14 0,0-1-1 15,0 1 13-15,0-3-12 0,12 0 18 0,0 0 2 16,0-3 20-16,1 1 3 0,1-9-7 0,0 11 10 15,2-11-40-15,0 8 4 0,0-8 12 16,1 0-2-16,-2 0 13 0,3 0 11 0,-2 0-6 0,-2 0 4 16,-1 0 4-16,1 0 7 0,-2 0-12 0,-12-11-16 0,13 0 1 15,-13 0-28-15,13-1 10 0,-13 0-16 0,0-2-6 16,10-1-2-16,-10-1-8 0,0-1-7 16,0-1-2-16,0-2 2 0,0 2-8 0,0-1 15 0,0 1-19 15,-16 0 6-15,3 2-11 0,-3 4 14 0,4-3-2 16,-2 4-1-16,1 2 6 0,-1 3-15 0,1 6 5 15,-1-8-10-15,1 8-14 0,2 0-30 0,-3 0-15 16,14 0-31-16,-16 0-22 0,0 0 6 0,16 0-29 16,-14 11-36-16,0-2-3 0,14 0-65 0,-13-1-20 15,13 0-75-15,-12-1-116 0,12 2-104 0,0 2-153 16,0 0-127-16,0-2 76 0</inkml:trace>
  <inkml:trace contextRef="#ctx0" brushRef="#br0" timeOffset="59649.28">11330 6577 2738 0,'0'7'9'16,"0"-7"20"-16,0 6 36 0,0 1 10 0,0-1-8 15,0-1-14-15,0 2-23 0,0 1-1 0,-14 1-6 16,14-1 0-16,-15-1-9 0,4 1-12 0,11 0 9 0,-16 1-14 16,16-2 1-16,-16 1-25 0,16-2-174 0,-14 2-151 15,14-8-216-15,0 9-195 0</inkml:trace>
  <inkml:trace contextRef="#ctx0" brushRef="#br0" timeOffset="60659.07">11635 6302 3800 0,'0'-6'79'0,"9"6"69"16,-9-8 55-16,0 8 27 0,0 0-50 0,0 0-51 0,0-8-58 15,0 8-24-15,0 0-16 0,0 0-20 0,0 0-4 16,0 0 0-16,0 0-21 0,0 0 13 0,0 0 8 16,0 0-12-16,0 0 5 0,0 0-8 0,12 11 11 15,-12 1 11-15,0-2 6 0,0 0 2 0,12 2-6 16,-12 2 5-16,0-2 15 0,14 1-20 0,-14-1 13 15,0 0-24-15,13 0-4 0,-13 0 17 0,0 0-35 16,13-2 37-16,-13 0-16 0,0 0-9 16,14-1 27-16,-14 0-23 0,0-1 4 0,12-8-23 0,-12 10-70 0,0-10-72 15,12 9-116-15,-12-9-106 0,0 5-63 0,0-5-141 16,0 0-133-16,0 0-154 0</inkml:trace>
  <inkml:trace contextRef="#ctx0" brushRef="#br0" timeOffset="60924.21">12005 6197 3677 0,'0'-8'78'0,"0"1"64"0,0-2 30 16,0 3 32-16,0 6-79 0,0 0-48 0,0 0-39 0,0 0-33 0,0 0 0 15,0 0-23-15,0 0 25 0,0 0-8 16,0 0 22-16,0 0 20 0,0 8 17 0,0 1 27 15,14-1-8-15,-14 2 2 0,0 1-34 16,14 1-19-16,-14 1 1 0,0 0 4 0,0-1 3 0,15 2-1 16,-15 0-1-16,0-2-31 0,0 2 11 15,0 0-7-15,14 0-1 0,-14-1 19 16,0 0-12-16,0-1 9 0,12-2-18 0,-12 1-8 16,0-11-33-16,0 10-47 0,0-10-80 0,16 8-83 0,-16-8-86 0,0 9-84 0,0-9-34 0,0 0-149 31,0 0-148-31,0 0-39 0</inkml:trace>
  <inkml:trace contextRef="#ctx0" brushRef="#br0" timeOffset="61707.52">12267 5923 3353 0,'0'-4'43'0,"0"-2"41"0,0 1 42 0,0-1 33 0,0 3-16 0,0 3-13 16,0 0-24-16,0-4-8 0,0 4 9 0,0 0-12 15,13-5-4-15,-13 5-2 0,13 0-3 0,-13 0-12 16,17 0 3-16,-6 0-33 0,-11 0-20 0,17 0-4 16,-4-6-13-16,-13 6 15 0,17 0-18 0,-4 0 6 15,-2 0-4-15,3 0-11 0,-1 0-3 0,0 0 0 16,-2 0 7-16,2 10 7 0,-1-3-1 0,1 1 5 31,2-1-3-31,-3 0-4 0,2 0-2 0,-2 2-3 0,0-2-15 16,-12 1 0-16,17 0 15 0,-6 0-9 0,-11-1 13 15,0 2 5-15,12 0-12 0,-12-1 1 16,0 2 8-16,0 0-3 0,0 1 6 0,0 1 1 0,0 1-4 16,0 1-1-16,0 1 5 0,-15 0 3 0,4 2-9 15,11-2-4-15,-19 2 2 0,6-2 4 0,13 2-3 0,-15-2 11 16,15 2-17-16,-13-2 10 15,13-1 0-15,0 0-6 0,0 1 20 0,0-1-16 0,0 0 16 16,0-1-4-16,0-1 13 0,0-1-11 0,0 3 3 0,0-3 24 16,14 1-4-1,3-2 37-15,-1-10-4 0,2 11 12 0,-4-11 4 0,3 10-37 0,0-10 13 0,-4 0-17 0,2 0 5 16,-15 0 42-16,15 0-13 0,-15 0 5 0,11 0-11 31,-11 0-20-31,0 0-1 0,0 0-10 0,0 0-4 0,0 0-19 16,0 0-4-16,0 0-12 0,0 0-16 0,0 0 7 15,0 0-17-15,0 0-6 0,0 0-4 0,0 0 4 16,0 0 8-16,0 0-4 0,0 0 13 0,0 0-12 0,0 0 8 16,0 11 7-16,0-1-5 15,0-1 7-15,0 3-12 0,0 1 3 0,0 2 6 0,0 2 4 16,0 3 9-16,0-1-5 0,0 2 1 0,0 0 3 16,0 2-9-16,19 0 10 0,-4 0 0 0,0 0-18 15,0 0 29-15,0-2-14 0,0 2 2 0,-1-3 10 16,-1 1-20-16,-13-1 12 0,13 0-5 0,-13-5 0 15,0 2-7-15,13-2 4 0,-13-2 8 0,0 1 10 0,0-3 4 0,0-1 4 16,0 1 16-16,-20-3 5 0,-1 0 25 16,2 1 3-16,-4-2 3 0,0-7 5 0,-2 7 4 15,0-7 1-15,1 0-15 0,3 0-5 0,-1 0-34 16,5 0-9-16,1 0-4 0,2 0-10 0,1 0 10 16,13 0-8-1,-14 0-23-15,14 0 8 0,-11-7-35 16,11 7-82-16,0-7-108 0,0 7-141 0,0-9-196 0,0 2-201 15,0 1-239-15,0 6-377 0,0-10 221 0</inkml:trace>
  <inkml:trace contextRef="#ctx0" brushRef="#br0" timeOffset="75200.23">4675 8836 2135 0,'-2'2'48'0,"-1"-2"34"0,1 0 29 0,-2 0 24 0,1 0 12 16,1 2 1-16,-1-2 9 0,-2 3-23 0,4 0-40 15,-3 0-15-15,3-1-11 0,-3 0-1 0,3-1-6 16,-1 1-13-16,1-2-2 0,-2 1 10 0,3 1-2 16,-2 0 5-16,2-2-11 0,0 2-4 0,0-1-9 15,0 0 13-15,0-1 7 0,2 2-2 0,4-2-3 16,-3 0-24-16,2 0 4 0,3 1 22 0,0 0 26 15,4 2 18-15,3 0-8 0,2 3-18 16,5-2-2-16,-1 3-2 0,7 0-7 0,2-1 1 16,5 2-19-16,0-2 3 15,4 0-1-15,-1-2 5 0,5 1 5 0,1 0-16 16,-1-1 4-16,6-2-16 0,-5 1 1 0,2-3 1 16,0 2-5-16,-2-1 2 0,-3 0 16 0,-4 0 4 15,-4-1-9-15,-1 0 10 0,-4 0-17 0,-3 0-18 0,-4 0 14 0,-4 0-3 0,-1-3-11 16,-3 1 26-1,-4-1-9-15,-1 2-3 0,-2 0 18 0,-1 1-18 16,-3-1 11-16,-1 1-10 0,1 0 2 0,-2 0-13 0,0 0-11 16,0 0 9-16,0 0-15 0,0 0 19 15,-3 0-7-15,0 0 1 0,1 0-21 0,-1 0-21 16,-1-2-32-16,1 0-44 0,-3 0-51 0,2-1-52 0,-3 1-74 16,-1-1-90-16,0-1-70 0,-3-1-95 0,-3 1-13 15,-2 0 1-15,2 0-24 0,-5-1 24 0,3 0 20 16</inkml:trace>
  <inkml:trace contextRef="#ctx0" brushRef="#br0" timeOffset="75621.69">5217 8781 2766 0,'-3'-5'101'0,"2"3"67"16,-1-1 43-16,-1 1 44 0,-1-1-56 0,3 2-18 0,-1 0-15 0,1 0-11 15,-1 1-34-15,2 0-29 0,0 0-8 16,0 0-7-16,0 0-9 0,0 0-8 16,3 0-24-16,-1 0-10 0,1 0-3 0,0 0-5 15,-1 2 5-15,0 1 7 0,1 1 19 0,0 0 34 16,3 2-7-16,0 0 5 0,1 1 4 0,1 1-36 16,4 2 14-16,-1 1-20 0,3 0-32 0,1 0 26 15,2 1-15-15,1 0 6 0,0 1 5 0,2 1-19 16,0 0-1-16,-1-1-4 0,0-1 3 0,0 0-10 15,1-2 7-15,-4 1-9 0,0-1-3 0,-2-1 2 0,-1-1 2 0,0-1 0 0,-4-1 2 16,-2 0-8 0,0-1 1-16,-4-1-2 0,-1 0-5 15,0-1 7-15,-2 1 4 0,0 0 3 0,0 0 6 0,-7 0 1 16,0 3-12-16,-3 0 9 0,-1 1-7 16,-3-1 7-16,-1 2 7 0,-5-1-15 0,2 2 13 15,-2-2-7-15,-2-1-6 0,4 0 3 0,-2-1-7 0,1 1 2 16,3-3 8-16,0 0-3 0,5 1 0 0,-3-3-1 15,5 1-14-15,1-1-18 0,1-1-62 0,2 0-80 16,-2-1-83-16,4 0-75 0,1 0-86 0,2 0-105 16,0-3-54-16,0 3-76 0,0-1-108 0,5-4 51 0</inkml:trace>
  <inkml:trace contextRef="#ctx0" brushRef="#br0" timeOffset="76485.07">5936 9001 1344 0,'0'2'63'16,"0"1"35"-16,0 0 56 0,-1 0 32 0,-1 0-29 15,2 0 9-15,-3 3-18 0,0-1-1 0,0 1-4 16,0-1 1-16,1 1 0 0,1 0-5 15,-1 0-15-15,-1 0-10 0,1-1-12 0,-1 2-7 16,1-4 26-16,2 3-22 0,0-2-2 0,-1 0 0 0,1 0-11 16,0-1 9-16,0-1 1 0,0-1 0 0,1 1-6 15,3-2-1-15,-3 0 19 0,-1 0-17 0,2 0 27 16,-1 0 4-16,1 0-6 0,0 0 50 0,-1 0-12 16,1 0 24-16,-1-3-15 0,1 0-29 0,1 0-33 15,0-3-34-15,0 0-10 0,0-2-6 0,1-1 10 0,-1-3 8 16,3-3-10-16,1-2-17 0,0-3-13 15,1-1-9-15,0-3 9 16,0-1 4-16,3 1 4 0,-3-3-6 0,0 1 5 0,1 0 5 0,-1 2 25 0,-3 2 12 16,2 2-15-1,-1 1 10-15,0 2-38 0,-1 3-2 0,-2 3 1 16,0 3-25-16,-1 2 17 0,-1 1-25 0,1 2 3 16,-2 1-4-16,2 1-8 0,-2 1 4 0,0 0-4 15,0 0 4-15,1 0 0 0,-1 4-1 0,0 0 2 16,0-1 2-16,2 4-3 0,-2 1 6 0,3 3-3 0,1 2 6 15,1 2-8-15,-2 2 2 0,2 2 8 0,0 2-13 16,0 1 6-16,1-2 2 0,0 1-5 0,1-2 10 16,-1 1 1-16,2 0 1 0,0-3-11 0,0-1 1 0,0 0-4 15,0-2 0-15,-1-1 2 0,0-1-3 16,-1-1-1-16,-1-1-27 0,0-1-32 0,2-2-28 16,-4 1-25-16,1-2-7 0,-3-1-17 0,1 0-33 15,1 0-33-15,-3-3-15 0,2-1-14 0,-2 2 3 16,0-2-14-16,0-1-50 0,0 0-70 0,0 0-106 0,-3-4-105 15,-2 3-78-15,-2-1-77 0,-2-3-14 0</inkml:trace>
  <inkml:trace contextRef="#ctx0" brushRef="#br0" timeOffset="76733.17">5876 8963 2624 0,'0'2'35'0,"0"-2"62"0,5 0 64 0,-2 0 81 0,2 0 10 16,0 0-6-16,3 0-35 0,1 0-45 0,1 0-4 0,4 0-32 15,0 0-23-15,2 0-5 0,3 0-26 0,-2 0-16 16,4 0-5-16,-4 0-29 0,2-2-5 0,-3 1-9 16,0-1-9-16,-2 0 15 0,-3 1-36 0,-1-1-16 0,-4 1-28 15,1-1-42-15,-3 1-24 0,-1 0-42 0,-1-1-83 16,-2 2-93-16,0-2-116 0,-6 1-104 0,-1-1-83 15,-1-1-89-15,-3 0 142 0</inkml:trace>
  <inkml:trace contextRef="#ctx0" brushRef="#br0" timeOffset="78327.72">5608 9035 1374 0,'1'3'45'31,"-1"-2"36"-31,2 0 41 0,-2-1 36 0,0 1-6 0,0-1 5 0,0 0 2 0,0 0-11 0,0 1-5 32,0-1 14-32,0 0-18 0,0 0 27 0,0 0-16 15,0 0-5-15,0 0-3 0,0 0-13 0,0 1 38 16,0-1-20-16,0 0 5 0,0 0-9 0,0 0-33 15,3 0-3-15,0-4 0 0,-1 0-17 0,2 0-8 16,-2 0-4-16,1-2 6 0,0 2 9 0,-1-2-4 16,1-2 6-16,0 1-4 0,1-3 10 0,-1 1-16 0,3 0-18 15,-3-2-15-15,0-3-24 0,0 2 27 0,-1 0-2 16,1-3 4-16,0 1-10 0,-1-1-5 0,1 3-4 0,-1-1-7 16,-1-1 8-16,3 0-8 0,0 0 12 0,-1 1-7 15,0 0 2 1,-1-1 3-16,1 0-8 0,0 0-1 0,1 0 5 0,-1 0-5 0,0 1 11 0,3 0 7 15,-3 1-10-15,4 0-7 0,-3 0-7 0,1 0-15 16,2 0 2-16,0 0 2 0,0 0-10 0,2 1 23 16,-1-2-13-1,0 0 4-15,1 1 7 0,1 1-13 0,1 1 10 16,0-1 5-16,-1 0-5 0,2 1 3 0,-2 0-9 16,-1 1-3-16,5 2-7 0,-4-2 9 0,0 1-1 15,0 0-10-15,2 1 22 0,-3 0-22 0,0 2 10 0,1-2-6 16,0 1-8-16,-1 0 5 0,0 1-12 15,1 0 12-15,1 3-11 0,-3-3 0 0,2 1 6 16,0 0-2-16,0 2-2 0,-2-1 4 0,0 1-11 16,3 1-1-16,-3 0 8 0,0 0-4 0,1 1 13 0,-3 0-10 15,2 0-3-15,2 0-3 16,-1 0 8-16,4 0 3 0,-2 4 1 0,3 0-3 16,2 0-2-16,0-1 2 0,4 2 1 0,-2 0-1 0,2 1-2 0,0 0-3 15,0 1 2-15,0 1 10 0,1-1-14 0,1 1 14 16,-1 1-8-16,-2 0-2 0,1 1 3 0,-1 0 5 15,-1-1-4-15,2 1-6 0,-4 0 7 0,0 1-11 16,-2 0 8 0,2-1 9-16,-2 1-5 0,0 1-4 0,-4-1 4 15,4 0-15-15,-4 1 19 0,-1 0 2 0,3 0-12 16,-2 1 19-16,0 0-23 0,-1 0 9 0,2 0 6 16,-3 1-7-16,3 1-6 0,-3-1 12 0,3 0-2 15,-3 1 2-15,1-1-4 0,-2 1-6 0,-1-3-7 16,1 1 8-16,-1-1 17 0,-2 1-13 0,1 0 4 15,0-1-9-15,-2 1 6 0,-1-1-10 0,1 2 15 16,0-2 0-16,-1 1-6 0,1 0 6 0,-2 1-14 16,-1-2 4-16,0 0-2 0,0-1 2 0,0 1 10 15,0 0-2-15,0-1 1 0,0-2-2 16,0 2-2-16,-4 0-1 0,-1-1 4 0,4 0-2 16,-3 0 8-16,1 0-11 0,1 0 10 0,-1 0-9 0,-2 0-7 0,2-1 12 15,-3 0-5-15,2 0 17 16,-3 0-8-16,2 0 7 0,0 0-19 0,-1-1 2 0,0 0 4 0,1 1 0 15,-3-2 4-15,2 1 1 16,-2-1-4-16,2 0 1 0,-1 0 3 0,-1-1-10 16,0 0 10-16,-1 1-9 0,1 0 12 0,0-1-7 15,-1-1-6-15,-1 2 5 0,2-2-1 0,0 2 8 16,-4-2-2-16,4 0 4 0,-2 0-14 0,1-1 7 16,-1 1 3-16,2 0-16 0,-2 0 15 15,2-2-10-15,-2 2 11 0,-1-1 2 0,3-1 5 0,0 2-7 16,0-1 3-16,-1 0-4 0,-1-1 6 0,2 0 2 15,0 1-2-15,-1-1 2 0,0 1-10 0,-1 0 8 16,-1 0-4-16,0-1 6 0,1-1-6 0,-4 3 1 0,3-2 0 16,-1 1 9-16,-3 0-7 0,1-1 9 0,3 1-4 15,-3-1-12-15,1 0 13 0,0-1-18 0,-2 1 8 16,4 0 10-16,-1-1-6 0,-2-1 7 0,3 1 2 16,-3-1-11-16,3-1-3 0,1 2 0 0,0-1-12 15,0-1 4-15,3 2 7 0,-2-1-2 0,0-1 13 16,1 0-1-16,-2 0 0 0,1 0 8 0,-1 0 5 0,-1 0-19 15,0 0 10-15,2 0 1 0,-1-3-15 0,-1 0 19 32,0 1-18-32,1 0 7 0,0 0-4 0,-2-1 14 0,1 0-4 0,0 0-8 0,-2 0 17 15,3 0-10 1,0-2-1-16,-1 2-7 0,-2-1-13 0,4-1 2 16,-1 2 5-16,-2-2-2 0,4 1 5 0,-2-1-10 15,-1 2 10-15,3-2-9 0,0 1 2 0,-1-1 7 0,-2 2-14 0,3-1 15 16,1-1-10-16,1 1 3 0,-3 0 8 15,1 0-9-15,1-1-1 0,1 0 3 0,-3 0-2 16,2 0 5-16,-1 1 6 0,-1-1-2 0,3 0 0 16,-2 0-1-16,1-2-3 0,-1 2-13 0,-1-2 12 15,1-1 5-15,0 1 1 0,-1 0-5 0,1 0-5 16,0-1 2-16,0-1-5 0,0 0 15 0,-1 0-22 16,2 1 10-16,-1 0 3 0,1 1-5 0,0-2 24 0,-1 1-24 15,3 0 11-15,1 0 7 0,-1 1-9 0,1 0 7 16,0 0-13-16,1 1 3 0,1-1-8 0,1 1 12 15,-1 0 11-15,1 0-26 0,-3-1 20 0,4 0-16 16,-1 2-5-16,-1-1 13 0,2 1-12 0,-1 0 11 16,-1 0-7-16,2-1 7 0,0 2-5 0,-3 0-8 15,3 0 14 1,0 0-8-16,0 1 0 0,0-1 1 0,0 1-22 16,0 0-23-16,0 0-28 0,0 0-37 0,0 0-41 0,0-2-47 15,0 2-52-15,0 1-91 0,0-1-124 0,0-1-110 0,0 1-119 16,0-1-168-16,-3 0-96 15,0 0-237-15</inkml:trace>
  <inkml:trace contextRef="#ctx0" brushRef="#br0" timeOffset="81245.56">6793 8789 1007 0,'0'0'18'0,"0"0"29"0,0 0 25 0,0 0 31 16,0 0 10-16,0 0-4 0,0 0-8 0,0 0-23 0,0 0 4 15,0 0-7-15,0 0 8 0,0 0 4 0,0 0-24 16,0 0-1-16,0 0-9 0,0 0-1 0,0 0 8 15,0 0-11-15,0 0 5 0,0 0-2 0,0 0-3 16,0 0-2-16,0 0-5 0,0 0 6 0,0 0 18 16,0 0 40-16,0 0 12 0,0 0 3 0,0 0 7 15,3 0-4-15,1 3 2 0,-1-1 9 0,0 0-24 16,2 0-5-16,3-2-7 0,1 0 8 0,1 0 3 16,1 0-12-1,1 0 8-15,1 0-31 0,1 0 2 0,1 0 3 0,0-3-13 16,1 1 3-16,0 1-3 0,0-1-18 0,1 1-12 15,1 0 3-15,1-1-6 0,-1 0 15 16,3 1-1-16,0-1-9 0,1 2 6 0,-3-2-15 0,3-1 10 16,-2 3-8-16,1-2 5 0,1 0-9 0,0 1-5 15,-1 0 18-15,1 0-16 0,0 0 14 0,0 0-1 16,-1-1-4-16,1 1-17 0,-2 0 4 0,1 1-1 16,1-2-8-16,0 1 20 0,-1 0-19 0,1 1 3 15,0 0 2-15,-3 0 1 0,3 0 3 0,-1 0-2 16,1 0 4-16,-1 0-5 0,-1 0-4 0,2 0-4 0,-1 0-2 15,2 0 0-15,-1 0 15 0,-2 0 1 0,-1 0-14 16,-1 0 11-16,-2 0-18 0,0 0 11 0,-2 0-4 31,2 0-1-31,-2 0-7 0,2 0 5 0,-3 0-2 0,1 0 3 16,0 1 12-16,-1-1-5 0,1 0 6 16,-1 0-20-16,1 0 6 0,-3 0-12 0,0 3 6 15,0-3 6-15,-3 0-2 0,2 0 1 0,-1 0-6 0,-1 0 3 0,-2 0-1 16,1 0-3-16,2 1 11 15,-3 0-12-15,-1-1-6 0,-2 0 4 0,2 0-4 0,-3 0 11 16,1 0 5-16,0 0-4 0,0 0 3 0,-3 0-6 16,2 0-2-16,-1 0 1 0,1 0-1 15,-2 0 4-15,0 0-2 0,1 0 1 0,-1 0-1 16,0 0 0-16,0 0 2 0,0 0-3 0,0 0 4 0,0 0-6 16,0 0 6-16,0 0-2 0,0 0-12 0,0 0 19 15,0 0-10-15,0 0-3 0,0 0 12 0,0 0-14 16,0 0 11-16,0 0 4 0,0 0-10 0,0 0-30 15,0 0-56-15,0 0-72 0,-3 0-61 0,0 0-62 16,3 0-57-16,0-2-68 16,-3 0-122-16,0 0-82 0,0 2-66 0,-2-3-65 0,-1 1-16 15</inkml:trace>
  <inkml:trace contextRef="#ctx0" brushRef="#br0" timeOffset="85622.81">7024 8035 1213 0,'0'-1'22'0,"0"0"34"0,0-1 40 0,0 2 25 0,0-2 17 0,2 1 3 0,0 1-21 16,-2 0-7-16,0 0-7 0,0 0-16 15,0 0 5-15,0-2 9 0,0 2-19 0,0 0 1 16,0 0 30-16,0 0-7 0,0 0 30 0,0 0-14 0,0 0-32 16,0 0 13-16,0 0-22 0,0 0-1 0,0 0 15 15,0 0-19-15,0 0-16 0,-4 0 3 0,1 0-21 16,0 0 0-16,-2 0 1 0,2 0-8 0,1 0-11 16,-2 0-16-16,-1 0-13 0,2 5 9 0,-2-5-4 31,2 3-8-31,-2-1 1 0,0 0 4 0,1 0-10 15,2 1 10-15,-1 0 7 0,0 1-11 0,1 1 9 16,1-2-6-16,-1 2-6 0,-1 2-8 16,0-1 13-16,-2 2 5 0,-1-1-4 0,1 3 10 0,-1 0-5 15,1-1-3-15,0 2 8 0,0-2-16 16,-1 2 10-16,3-1-5 0,0 1-2 0,0-2 16 16,1 0-21-16,-1-1 10 0,3 1 1 0,0-1-6 15,0-1 21-15,0 0-15 0,3 0 23 0,0-1-7 16,2 2 0-16,-2-2 18 0,3 0-32 0,1 0 37 15,-1 2-24-15,2-2 4 0,1 1 14 0,-1-1-21 16,0-1 26-16,0 2 3 0,3-3 1 0,0 1-4 16,-1-1 0-16,2-1-4 0,0 0 4 0,0-3 17 0,-2 2 1 15,-1-1 9-15,2-1 3 0,-3 0 14 0,-2 0 5 16,3-3-2-16,-5 1-2 0,2-1-18 0,-1-1-13 16,0 0 6-16,1-2 4 0,-2-1-22 0,2 1-9 15,-2-3-21-15,1 1-9 0,-2-4 7 0,-1 1 0 16,1-1 10-16,-1 1-12 0,-1-1 8 0,-1-1-10 15,0 0-12-15,0 1 9 0,0 0-10 0,-5 1 21 16,2 0-9-16,0 0 3 0,-2 1-10 0,-1 2-2 16,2-1 8-16,-1 1-15 0,0 1 18 0,-2 1-18 0,1 0 2 31,0 1-3-31,-2 2-21 0,3 0-6 0,-1 0-22 0,-2 2-16 0,2-1-5 0,-1 1-9 0,-1 1-10 16,2 0 8-16,0 0-1 0,1 0-14 0,0 3 19 31,2 0-30-31,-2-1-3 0,2 0-13 0,0-2-28 15,1 1 3-15,-2 0-49 0,4 0-30 0,-2 0-37 0,2 0-17 0,-1 0-2 16,-1 1-8-16,2 0 4 0,0 0-39 0,0 1-1 16,0-1 3-16,0 1-39 15</inkml:trace>
  <inkml:trace contextRef="#ctx0" brushRef="#br0" timeOffset="86664.4">7348 8227 2414 0,'2'0'43'0,"-1"0"44"0,1-3 58 0,-2 3 14 0,2 0-27 16,-2-2-42-16,0 2-66 0,0 0-7 0,0 0-21 15,0 0-13-15,1 0 11 0,-1 3-12 0,0 1 8 16,0 0 7-16,0 1 13 0,0 1-2 0,2 1-3 0,-2 0 12 15,0 3-19-15,0-2 9 0,0 1 10 0,0 3-7 32,0-4-3-32,0 1 6 0,0 0-11 0,0-1-3 0,-3-1-19 15,1 0-99-15,-1-1-63 0,3-1-81 16,-3-1-54-16,0-1-22 0,3-1-42 0,-2-1-56 0,2-1-6 16</inkml:trace>
  <inkml:trace contextRef="#ctx0" brushRef="#br0" timeOffset="86903.21">7527 8009 3782 0,'0'-9'75'16,"0"9"50"-16,0-11 52 0,0 3 30 0,0 8-53 0,0 0-35 15,0 0-63-15,0 0-24 0,0 0-27 0,0 0-26 16,0 0 20-16,0 0-11 0,0 0 15 0,0 0 0 15,0 0-9-15,0 12 17 0,0-1-13 0,0 2 15 16,0 1-2-16,0 0-18 0,0 2-4 0,16 0-64 16,-16 1-103-1,0 0-136-15,11 1-139 0,-11-3-144 0,11 0-126 0,-11-2-140 16</inkml:trace>
  <inkml:trace contextRef="#ctx0" brushRef="#br0" timeOffset="88052.43">8471 8642 2641 0,'2'-3'84'0,"-1"1"55"0,-1 1 44 0,0 0 44 0,0 0-51 0,0 1-29 15,0 0-21-15,0 0-48 0,0 0-25 0,0 0-19 16,0 0-19-16,0 0 0 0,0 0-5 0,0 3-18 16,0-1 10-16,2 1 11 0,0 1 16 15,-1 1 35-15,2 1-1 0,2 3 24 0,-1 0 10 16,3 4-16-16,-1 0 7 0,1 3-6 0,2 0-7 16,-1 2 0-16,0-1-7 0,0 3-15 15,1-2-20-15,1 1 17 0,-1-1-18 16,-1 0 5-16,0 0 0 0,-2-3-19 0,-1 2 14 0,2-2-25 0,-3-2 8 0,-1 0-8 0,0-2-12 31,1-2 20-31,-3 1-13 0,2-3-4 0,-1 1 20 0,0-2-13 0,-1-1 14 16,1-1 5-16,1-2-20 0,-3 1 9 0,2-2-16 15,-1-1-6-15,-1 0-44 0,0 0-52 0,0 0-67 0,0 0-84 16,0-3-122-16,0 0-156 0,0 0-134 0,0-3-150 31,-4 1-37-31</inkml:trace>
  <inkml:trace contextRef="#ctx0" brushRef="#br0" timeOffset="88741.92">8517 8679 3577 0,'0'-7'67'15,"0"1"54"-15,0 0 74 0,0 0 44 0,0 1-16 0,0 1-32 16,0-1-28-16,0 2-19 0,0-1-22 0,1 0 7 15,2 1-14-15,1-1-3 16,-1-1-18-16,3 1-6 0,-1-1-14 0,0-1-7 16,2 1 1-16,3 2-19 0,1-3-17 0,0 3 2 15,2-1-14-15,1 0 2 0,-1 0 3 0,1 1-15 16,2 0-2-16,-2 1-1 0,2 0-2 0,-2 1-16 16,2 1 14-16,0 0-14 0,0 0 4 0,0 5 15 15,-1-2-23-15,-2 3 12 0,1 0-9 0,-3 0 6 16,3 2 21-16,-6 0-13 0,0 1-1 0,0 1 3 0,-2 0-12 15,-1 0 5-15,-2 2 1 16,-1-1-11-16,-2 1-3 0,0-1-17 0,0 1-3 16,-7 1-2-16,1-1-17 0,-3 0 18 0,-1-1-10 15,-1-1-6-15,-3-1 25 0,1-1 1 0,-1 0 16 16,1 0 7-16,-1-4 4 0,2 0 3 0,0-1-9 16,2 0 14-16,0-2-4 0,3-1 7 0,3 0 8 0,-1 0 3 15,2-2 30-15,3-2 2 0,-1 1 5 0,1 1-8 16,0-1-13-16,0-1-6 15,4 0-9-15,2 0 9 0,-1-1-26 0,3 1-2 16,-1 0-3-16,3 0-11 0,0 1 16 0,3 2-15 0,1 0 8 0,0 1 5 16,5 0-11-16,-3 5 12 15,4 1-17-15,1 2 12 0,0 0-6 0,-1 2 3 0,2 1 13 16,-3 1-12-16,0 1 4 0,2 1 0 0,-5 1-6 0,1-1-5 0,-4 1 9 31,-1 0-1-31,-1 1 7 0,-3-1-6 0,-3 0 10 16,-2-1-9-16,-1-2 9 0,-2 2 6 0,0-2-8 15,-3 0 9-15,-2 0-7 0,-2 0 27 0,-1-1 6 0,-2 0 12 16,-2-1 19-16,0-2-7 0,-4 1 1 0,0-2-4 0,-1-1-11 16,-2 0 19-16,0-2-11 0,0-1 6 15,0-1 3-15,0-1-28 0,0-1 12 0,1 0-16 16,0 0-11-16,2-5-11 0,-2 0-10 0,4 0 6 16,-2 0-11-16,5 0 15 0,-3-1-15 0,3-1 0 0,1 2 8 0,1-1-13 15,3 1 1-15,1 0-42 0,0 0-64 0,0-1-43 16,4 2-77-16,-1-1-56 0,-1 0-21 15,3 1-48-15,-1-1-19 0,-1-1-28 0,2 3-69 16,0-1-86 0,-1-1-45-16,-1 2-68 0,-1-1-67 0,-1-1 58 0</inkml:trace>
  <inkml:trace contextRef="#ctx0" brushRef="#br0" timeOffset="90654.29">8123 8739 1191 0,'0'2'26'0,"-2"-1"49"0,2 0 42 0,0-1 37 0,0 0 16 0,0 0-24 15,0 0-11-15,0 0-14 0,0 0-19 0,0 0 1 16,0 0-11-16,0 0-2 0,0 0 2 0,0 0 23 16,0 0-1-16,0 0 1 0,0 0-1 0,0 0-30 15,0 0 4-15,0 0 8 0,0 0 2 0,0 0 12 16,0 0 11-16,0 0-3 0,0 0 12 0,0 0-14 16,0 0-6-16,0 0 0 0,0 0-9 0,0 0-2 15,0 0 6-15,0 0-18 0,0 0-14 0,0-3 7 16,0 1-5-16,-3 1 5 0,2 1 3 15,-2-2-9-15,1 0-9 0,1 0-1 0,-1 1 4 16,1-3-8-16,-1 1-3 0,2 0-1 0,-2 0-4 16,2 0 21-16,0-1 6 0,0 0-5 0,0-1-10 15,0 1-4-15,0-1-12 0,0-1 10 0,0 0 9 16,2-2-2-16,1 1-5 0,0-2-12 0,-1-1-4 16,4 1-18-16,-3-2 6 0,4-1-5 0,-3 0 2 15,3-2-5-15,0 2-18 0,1-1 16 16,0-1-14-16,0 1 10 15,3-1 3-15,-3 0-8 0,2 1 22 0,2-1-13 16,-2 1 19-16,-1 0-12 0,4 1-18 0,-4 0 16 0,1 1-18 16,4-1 17-16,-3 1-13 0,-1 0-14 15,4 0 11-15,-3 1-14 0,0 0 10 0,3 0 1 16,-1 0-11-16,0 1 5 0,1 0 4 0,0 0 0 16,-1 0-4-16,4 0 9 0,-1 1-12 0,1 0 2 0,-1-1 11 15,3 2-19-15,0 0 11 0,0 0-4 0,0 1-2 16,1 0 5-16,-2-1-3 0,1 3 1 0,-3 0-3 15,1 0 13-15,-1-1-12 0,3 2 6 0,-5 0 4 16,5-1-14-16,-2 1 14 0,-1 1-7 0,5 1-1 16,-5-1-1-16,4 2 5 0,-1-1-1 0,0 1-8 15,2 0 9-15,-2 0-17 0,1 0 23 0,1 3-19 0,-2 0 2 16,1 0 18-16,2 1-24 0,-4 0 18 0,4 0-6 31,-3 1-9-31,0 0 7 0,-2-1 0 0,1 3-1 16,-1-2 8-16,2 1-9 0,-3 2 9 0,1-2-3 0,-1 2-1 15,3-1 4-15,-3 2-6 0,1-1-4 16,-1 1-3-16,1-1 5 0,-2 1-4 0,2 0 7 0,0 0 0 16,-4 1 1-16,4 1 6 0,-1 0-4 0,-3 0-8 0,4 2 5 15,-4-2-8-15,3 1 14 0,-3 1-6 0,-1-1 0 16,1 1 0-16,-1 1-5 16,-2-1 14-16,-2 0-17 0,0-1 8 0,-2 2-3 0,0-2 3 15,-1 2 9-15,0 1-5 0,0-1-2 0,2 1 1 16,-2-1-6-16,0 1 6 0,1 0 4 0,-1 1-5 0,0-1 5 15,1 0-2-15,0 2 0 0,-2-1-10 16,0 0 17-16,0 1-13 0,-1-1-2 0,0 1 22 16,0-3-28-16,0 1 14 0,0 0-3 0,-1-1-3 0,1 0 15 15,-3 1-9-15,0-1 0 0,2 1-17 0,-2-1 8 0,0 1 5 32,0-1-2-32,0 1 12 0,0-3-12 0,0 2 4 15,0-2 1-15,0 1 2 0,0-1-11 0,-4-2 3 16,1 1-5-16,3 1 7 0,0-2 2 0,-1 0 0 15,-1 0 9-15,-1-1-11 0,2 0 12 0,-1-1-11 16,-1 0-1-16,1 0 2 0,1-2-1 0,-1 2 4 16,-1-2-1-16,1 0-1 0,-1 1-2 0,1-2 5 15,1 0-3-15,-2 1 1 0,-2-1-1 0,2 0 8 16,0 1-11-16,0-2 8 0,-1 1 3 0,0 1-10 16,0-2 7-16,0 3-10 0,0-3 7 0,-2 1-7 0,2 1 10 15,0 0 3-15,1-1 1 0,0 1 8 16,1-2-5-16,-3 1-9 0,2 2 2 0,-3-2 1 15,-2 0-13-15,2-1 21 0,-1 1-11 0,-2 0-6 0,1 1 23 16,0-2-24-16,0 1 12 0,-1 0 4 0,1-1-9 16,0 1 14-16,0 0-15 0,-1-1 12 0,1 0-7 15,0 1 2-15,-3-1 18 0,3-1-23 0,0 2 27 16,-2 0-16-16,0-1 7 16,0-1 14-16,0 2-15 0,-2-1 9 0,2 1-13 0,-2-2-4 0,1 3-1 0,-2-3 5 15,-1 2-10-15,1 0-8 0,-1-1 11 0,0 2-8 31,-2-1-1-31,2 0 9 0,-2-1-12 0,0 2 9 16,0-1-2-16,0-1-2 0,-1 2 4 0,1-2-12 0,1 0 11 16,-2 0 4-16,2-1-12 0,0 0 8 0,0-1 10 15,4 0-3-15,-1-1 8 0,-2-1 1 16,3 2-1-16,0-2-8 0,0 0 7 0,0 0 0 0,-1 0-21 16,0 0 14-16,0 0 2 0,2-3-3 0,-1 1 7 15,-1-2-13-15,0 1-1 0,1 0 0 0,-3-2 3 16,3 3 0-16,-1-2-13 0,0-1 7 0,1 2-2 15,-1 0 7-15,1-1-1 0,1-1-3 0,-1 2 6 0,0-2-13 16,1-1 13-16,1 3-12 0,-2-2-12 0,1 0 17 16,-2 0 2-16,1-1 1 0,-3 1 2 0,1-1-18 15,-3 0 3-15,0 0 5 0,-1-1-8 0,-1 0 32 16,1 1-32-16,-2 0 11 0,2-2 7 0,-2 2-25 16,1 0 24-1,0-1-20-15,1 0 20 0,0 1-4 0,1-2-5 16,-1 2 15-16,2-2-26 0,0 2 15 0,2-2 0 0,-1 1 0 15,3 0 8-15,-3 0-13 0,4 0 15 0,2 2-8 16,-1-2 7-16,1 0-7 0,0 1-11 16,3 0 9-16,-1 0-3 0,-2-1 15 0,2 0-15 15,1 0 6-15,0-1 2 0,0 1-10 0,1-1 14 16,-2 0-7-16,1 0-14 0,0-1 13 0,0 1-1 16,0-2-2-16,2 1 5 0,-2-1-11 0,1 0 10 0,-1 0-3 15,2-2 10-15,-2 3 2 0,0-2-20 0,2 0 15 16,-2-1-20-16,1 0 2 0,-1 0 20 0,2 0-24 15,-2 1 27-15,2 0-10 0,1-1-7 0,-3 2 9 16,2-1-17-16,-1 0 13 0,1 2 4 0,0-1 5 16,1-1-5-16,-1 3-2 0,1 0 2 0,-1-1-13 15,3 1 14-15,-2 1-1 0,1 0-6 0,-1-2 15 0,2 2-7 16,0-3 6 0,0 2-15-16,0-4 1 0,0 3-3 0,0-2-18 0,3 2 20 0,-1-2-15 0,1 0 3 15,2 1 6-15,-2-1-2 0,0 2 7 0,3 0-9 31,-3 0 8-31,2 1-13 0,-3-1 9 0,1 3 11 16,0 0-18-16,-1 1-5 0,0 1-23 0,-1 0-23 16,-1 2-13-16,2-2-23 0,-1 3-46 0,-1-1-40 15,2 1-62-15,-2 0-78 0,0 0-77 0,0 1-81 0,0-1-91 16,0 0-131-16,0 1-139 0,0 0-209 0,0-2 21 0</inkml:trace>
  <inkml:trace contextRef="#ctx0" brushRef="#br0" timeOffset="91796.39">9609 8778 1235 0,'0'0'33'0,"0"0"35"0,0 1 29 0,0-1 23 0,0 0-1 16,0 0-11-16,0 0-6 0,0 0-15 0,0 0-16 15,0 0-3-15,0 0-1 0,0 0 13 0,0 0-1 16,0 0 1-16,0 0-7 0,0 0-1 0,2 0 14 16,0 0 35-16,-2 0 6 0,1 0 4 0,1 0-4 15,0 0-23-15,1 0 11 0,1 0-8 0,-1 0-6 16,2 4-7-16,1-1-12 0,1-3 13 0,1 0 0 31,-1 0-12-31,2 0-1 0,2 0-21 0,-1 0 3 16,2 2-9-16,1 0-4 0,1 0 9 0,-2-1-11 15,4 0 4-15,-2 1 8 0,2 0-7 16,0 0-1-16,0-1-5 0,0 1-16 0,-1 0-4 0,3-1 11 0,-1-1 7 0,2 2 11 0,-3 0 8 16,3-1-17-16,-3 1-2 0,1 0-21 15,-1 0 7-15,4-1 9 16,-2 2-19-16,-1-2 24 0,0-1-7 0,1 0-20 16,-1 0 13-16,1 0-2 0,1 0-9 0,-2 0 1 15,2 0 1-15,-2 0-10 0,1 0 9 0,1 0 1 16,1 0 11-16,-2 0 0 0,2 0 6 0,-4 0 10 0,3 0-15 15,0 0 6-15,-3 0-11 0,1 0-5 0,1 0 6 16,-1 0-12-16,-1 0-2 0,1 0-3 0,1 0 10 16,-1 0-5-16,0 0 8 0,-1 0-1 0,2 0-18 15,-2 0 9-15,-1 0-11 0,3 0 5 0,-3 0 10 16,2 0-18-16,-2 0 14 0,1 0-13 16,1 0 2-16,-2 0 7 0,0 0-16 0,1 0 12 0,0 0-9 0,-2 0-7 15,2 0 17-15,0 0-1 0,0 0 3 0,-2 0 10 31,3 0-19-31,-2 0 5 0,-1 0-17 0,-1 0 12 16,0 0 12-16,0 0-7 0,-3 0 19 0,2 0-17 16,-2 0-1-16,1 0-6 0,-2 0 6 0,1 0-1 0,-2 0-1 15,1 0 10-15,-1 0-25 0,0 0 9 0,-1 0-6 0,0 0-1 16,-2 0 10-16,1 0 6 0,-1 0-8 16,0 0-4-16,0 0 11 0,1 0-19 0,-3 0 17 15,2 0-1-15,-2 0-10 0,-1 0 4 0,-1 0 7 0,1 0-11 16,-2 0 10-16,0 0 0 0,0 0-8 15,0 0 18-15,0 0-10 0,0 0 0 0,0 0-12 16,0 0 8-16,0 0 3 0,0 0 12 16,0 0-12-16,0 0-28 0,0 0-45 0,0 0-64 15,-2 0-68-15,-1-3-50 0,2 1-39 0,-3-3-24 16,1 0 2-16,1-1-58 0,-5 0-59 0,2 0-89 16,-1-1-56-16,-1 1-69 0,-1 0-47 0,1-1 67 0</inkml:trace>
  <inkml:trace contextRef="#ctx0" brushRef="#br0" timeOffset="92881.5">10009 8175 866 0,'0'0'20'16,"0"0"31"-16,0 0 10 0,0 0 38 0,2 0 13 16,-2 0 9-16,0 0 18 0,0 0-1 0,0 0 3 0,0 0-10 15,0 0 4-15,0 0 1 0,0 0-4 16,0 0 7-16,0 0 15 0,0 0 17 0,0 0 14 0,0 0-6 15,0 0 8-15,0 0-26 0,0 0-9 16,0 0 3-16,0 0-33 0,0 0-6 0,0 0-4 0,0 0-5 16,0 0-15-16,0 0-6 0,-2 0-27 0,-1 0-17 15,0 0 10-15,0 0-16 0,0 0 10 0,-3 0-7 16,1 0-19-16,-2 0 5 0,-2-2-18 0,-2 2 4 16,3 0 3-16,-2 0-14 0,0 0 9 15,0 0-5-15,0 0-6 0,2 0-7 16,-2 3 1-16,2 0 2 0,-1 2-1 0,2 1 4 0,-1 0-5 15,0 2-1-15,1 1 18 0,0 0-6 16,2 3-4-16,-1-1 9 0,-1 0-16 0,4 1 7 16,0 2 1-16,0-2-2 0,1 0 9 0,-1-1 3 15,3 0-1-15,0-1-1 0,0 0-9 0,5-1 18 0,-2 0 0 16,0-1 14-16,3 0 21 0,1 0 0 0,1 1 24 16,1-2-23-16,2 0-1 0,3-2 7 15,-1 1-8-15,3 1 17 0,0-3-17 0,3 0-8 0,-2 0-8 16,2-1-4-16,-1-2 12 0,0 1 1 0,0-2 12 15,-4 0 21-15,-1 0 3 0,1-3 18 16,-4-1-9-16,0 0-18 0,-3 1 6 0,-1-2-26 0,-1-2 6 0,0 1-20 16,-2-3-23-16,3 0 3 0,-4-1-21 0,-1-2 20 15,-1 0-8 1,0-1-7-16,0-1 11 0,-3 0-27 0,-3 0 18 0,1 1-4 0,-1-2-6 0,-1 1 12 16,-1 0-15-16,-1 2 5 0,0 2-25 0,-1 0-17 15,-1 1-35 1,0 1-43-16,1 1-16 0,0 2-41 0,-2 2-25 15,3 0-12-15,-2 0-33 0,3 3-22 16,-2 0-8-16,3 0-51 0,0 5-42 0,1-1-59 0,-1 4-56 16,3-1-64-16,-2 2-57 0,2-1-19 0</inkml:trace>
  <inkml:trace contextRef="#ctx0" brushRef="#br0" timeOffset="93126.27">10346 8358 3980 0,'0'0'38'0,"0"0"42"16,0 0 33-16,0 0 21 0,0 0-45 0,0 0-42 16,0 0-24-16,0 0-25 0,0 0 21 0,0 0-5 15,0 0-14-15,0 0 13 0,0 10-12 0,0-3-11 16,0-7 23-16,0 10-16 0,0-2 4 0,0-8 13 15,0 11-17-15,-13-2-17 0,13-1-72 0,-15-1-73 16,15-7-99-16,-13 8-78 0,13-1-22 0,-14-7-89 0,14 0-70 0,0 0-26 0,0 7-123 31,0-7 151-31</inkml:trace>
  <inkml:trace contextRef="#ctx0" brushRef="#br0" timeOffset="93352.47">10471 8111 4518 0,'0'-12'90'0,"0"1"57"0,0-1 48 0,0 12 33 0,0-9-73 15,0 9-56-15,0 0-40 0,0 0-38 0,0 0-25 32,0 0-11-32,0 0-10 0,0 0 12 0,0 0 1 15,0 0 17-15,0 0-8 0,0 8-1 0,0 3 9 0,0-1-14 16,0 3-12-16,0 3-77 0,0-1-85 0,0 3-90 0,13-1-107 0,-13 0-93 15,0 1-132-15,0-1-125 0,14 0-143 0,-3-1 81 16</inkml:trace>
  <inkml:trace contextRef="#ctx0" brushRef="#br0" timeOffset="97194.11">11067 8851 1168 0,'0'0'33'16,"-1"-1"28"-16,1 1 29 0,0 0 22 0,0 0-2 0,0 0 4 15,0 0-6-15,0 0 6 0,0 0-2 0,0 0-2 0,0 0-2 31,0 0-2-31,0 0-9 0,0 0-7 0,0 0 1 16,0 0 24-16,0 0-3 0,0 0 12 0,0 0 4 16,0 0-44-16,0-4 19 0,0 2-10 0,0 0-23 15,0 1 18-15,0-1-5 0,0 2-10 0,0-1 17 0,0-1-15 0,0 1-7 16,0 0-2-16,0-1-18 0,0-1 11 0,0 2-21 16,0-1 6-16,0 0 28 0,0 2-8 0,0-2 3 15,0-1-4-15,0 1-17 0,-3-2 9 0,1 1 4 16,0-1-7-16,1-2 11 0,-1 0-19 0,2 0 9 15,-1 0 8-15,1 0-12 0,0-1 11 0,0 1-2 16,0-2-18-16,0 0-6 16,0 0-4-16,3 0 12 0,0-1 8 0,-1 0 6 15,1-1-4-15,0-1-19 0,1 0-3 0,0 0 4 0,0-2 3 16,1 2 2-16,0-1-3 0,1-1 6 0,2 1 2 16,0-1 6-1,0 0 5-15,2 0-12 0,0 2-6 0,-2-1 1 0,4 0-6 0,-2 1 8 0,0-1 4 0,1 1-1 31,-2 0 7-31,1 2-18 0,0-1 6 0,0-1-22 0,0 1 7 0,-2 2 6 16,4-1-13-16,-2 1 12 0,1 0-13 16,0 0-7-16,0 0 0 0,-1 2-3 15,1 0 9-15,0-1-11 0,0 1-6 0,2 0 12 16,-2 0-23-16,3 0 15 0,-3 3 7 0,2-3-11 0,1 0 21 16,-3 3-22-16,3-1 0 0,-1 1 4 15,-1-1-11-15,1 1 18 0,0 3-9 0,-1-3-1 0,1 1 0 16,1 0-3-16,-1 1 12 0,1-1-16 15,-1 0 15-15,0 2-4 0,2 0-8 0,1-1 15 0,2 1-15 16,-2 0 6-16,2 0 6 0,0 0-11 0,1 4 9 16,0-1-9-16,1 0 2 0,-2 0 9 0,2 0-10 15,-2 2 14-15,2-1-11 0,0 1 1 0,-2 0 11 0,3 0-14 16,-1 0 9 0,-1 1 1-16,0 0-12 0,0-1 1 0,0 1 2 0,-2 1-4 0,-1-2 5 0,1 1-4 15,-2 1 4 1,1-2-3-16,-2 1 13 0,0 1-4 0,0 0-6 0,-1 0 5 0,1 1-11 0,-1-2 11 31,1 2-2-31,-1-2-14 0,-1 3 13 0,1-2-5 0,-2 1 5 16,0 0 8-16,0 1-12 0,-1-1 1 0,-1 1 4 15,1 2-5-15,-1-2 9 0,2 3-5 0,-3 0-4 16,2 0 10-16,2 0-4 0,-4 1 4 0,4-1-7 16,-2 2 6-16,0 0-8 0,-2-2 6 0,3 3-2 15,-2-1-6-15,-1 1 13 0,0-2-12 0,0 3 14 16,-2-1-14-16,2-1 3 0,0 1 10 0,-2-1-8 15,1-2 17-15,-2 1-20 0,1 0 7 0,-3 0-1 16,2 1-7-16,-1-2 17 0,0 3-21 0,-1-1 5 0,-2 1 7 16,1 0-12-16,1-1 16 0,-1 0-10 0,-1-1 4 15,1-1-3-15,-2 2-1 0,2-2 14 0,-1 2-13 16,-1-2 19-16,0 0-17 16,0 1-1-16,0-1 6 0,0 0-9 0,0 0 20 0,0-1-17 0,0 0 1 0,-3-1 6 31,3 2-12-31,-2-2 10 0,-1 0-5 0,2 1 2 0,-1-1 1 0,0 0 4 15,1 1-4-15,-1-3-9 16,1 2 11-16,-3-2-2 0,0 1 3 0,2-1 6 16,-1 0-18-16,0 1 9 0,0-2 3 0,0 2-5 15,-1-2 17-15,1 0-15 0,2-1 0 0,-3 2 10 16,0-2-6-16,-1 2 10 0,2-3 4 0,-2 2-16 16,0-1 9-16,2 0 10 0,-2 0-6 0,-1 0 8 0,2 1-5 15,-3-1-9-15,2 0 5 0,-3 0-1 16,2 0-2-16,-2 0-2 0,2 0 14 0,-2 1-6 15,-3-1-7-15,3 1 13 0,0-1-34 0,-3 0 15 0,2 0-8 16,-1-1 1-16,-1 0 8 0,2 0-7 0,-3 0 21 16,0 0-20-16,1 0 6 0,-1-1-3 0,0 2-5 0,3-1 9 15,-4 0-4-15,0-1 0 0,2 0-3 0,-3 0-4 16,3 0 10-16,-2 0 4 0,2 0-2 0,0 0-5 16,3-2-2-16,-3 1 7 0,2 0-1 0,1-1 1 15,-3 1 6-15,1-1-9 0,0 0 9 0,0 0 4 16,0-1-4-1,-1 1 3-15,0 0-22 0,2 0 18 0,-3-1-5 16,0 1 0-16,2-1 16 0,1 0-24 0,-4 1 15 0,5-2-18 0,-1 1 11 0,-1 0 3 31,-1-1-16-31,3 0 24 0,-1 0-20 0,1 0 13 16,0 0-1-16,0 0-11 0,-1 0 12 0,1 0-14 0,1 0 5 0,-2 0-10 0,0 0 13 16,2 0-8-16,-1 0 6 0,-3 0 11 0,3 0-27 15,0 0 18-15,0 0-14 0,-1-2 5 0,1 0 15 16,0 1-5-16,-3 0 10 15,3 1-22-15,0-2 10 0,0 0-5 0,1 1-5 16,0-1 27-16,-1 2-24 0,0-2 19 0,1-1 3 0,0 3-16 16,-1-2 18-16,2 0-27 0,-2 0 16 0,0 0-7 15,0-1-3-15,2 1 15 0,-5-1-28 0,5 2 20 16,-1-3-15-16,-1 1 3 0,2 0 17 0,-3 1-23 16,2-1 27-16,-1 0-12 0,2 0-1 0,-2 0 13 15,0 0-31-15,0 1 19 0,2-2-4 0,-2 1 2 16,0 0 16-16,0-2-25 15,0 3 18-15,0-1-14 0,2-1 9 16,-2-1 8-16,1 2-23 0,-2 0 17 0,3-1-9 16,-2 1 4-16,1 0 10 0,-2-1-14 0,1 1 6 15,2-1-9-15,-1 1 4 0,0-1 3 0,1 0-16 16,-1-1 16-16,2 3-12 0,0-2 11 0,-1 1 3 16,0 0-9-16,1 0 13 0,-3 0-18 0,3-1 10 15,1 1 3-15,-2-1-18 0,-1 1 20 0,2 0-11 0,-3-1 6 16,2-1-1-16,0 2-9 0,0-1 13 15,-1-1-11-15,1 0 11 0,-2 1 2 0,0-1-15 0,2 0 15 16,-1 1-13-16,2-2 8 0,-2 1 3 0,2 1-17 16,0-1 25-16,2 0-10 15,-2 1 10-15,0-2-3 0,1 1-12 0,-2 1 8 16,-1-2-11-16,2 1 15 0,-1 0-3 0,1 1 0 0,-1-1 6 0,3 0 0 16,-2 0 10-16,0 0-9 15,2 2 2-15,-2-3-5 0,2 2-6 0,0 0 8 16,-3-2-5-16,3 1-5 0,-2 1-2 0,2-2 5 0,-2 0-3 0,3 1 7 15,-1-2-10-15,0 1-3 0,-3 1 6 0,4-2-3 16,-1 0 18 0,0 1-14-16,0-1 1 0,0 1 4 0,-1-1-14 15,3 0 16-15,-2 0-12 0,1 0 5 0,0 0 2 0,-2 0 1 16,2-1 4-16,1 0-21 0,-1 0 5 0,1 0-6 16,-1-2 7-16,0 2 18 0,-1-1-22 0,0 0 11 15,1 1-7-15,1-1-7 0,-1 0 25 0,0 0-18 16,-1-2-1-16,-1 3 5 0,2-2-13 0,2 1 14 15,-1-1-12-15,-1 0 19 0,1-1 1 0,-1 2-16 0,2-2 12 16,-2 0-22-16,2 1 9 0,0 0 15 16,-1-2 5-16,1 3-11 0,0 1-5 0,0-2-4 0,0 3-6 15,-2-2 16-15,2 1 2 0,0-1 4 16,0 1-12-16,0 0 4 0,0-2-10 0,0 2 5 0,0-1 6 16,3 0-12-16,-1 0 21 0,1 3-24 0,-3-2 16 15,2 2-1-15,-1 0-4 0,1 0 9 0,1 2-16 16,0 0 18-1,-2 1-18-15,-1 0 7 0,2 0 0 0,0 1-4 16,-1 1 6-16,-1-1-13 0,0 1 17 0,0 0-16 16,2-1 3-16,-2 2 14 0,0 0-10 0,0 0 15 15,0 0-19-15,0 0-2 0,0 0-3 0,0 0-17 16,0 0-1-16,0 0-39 0,0 0-11 0,0 0-29 16,0 0-39-16,0 0-28 0,0 0-81 0,0 0-94 15,-3 0-131-15,3 0-117 0,-2-3-132 0,-1 0-134 16,-3 1-53-16,0-1-133 0,1-1 89 0</inkml:trace>
  <inkml:trace contextRef="#ctx0" brushRef="#br0" timeOffset="99772.73">11431 8817 1117 0,'0'0'24'16,"0"0"27"-16,0 0 39 0,0 0 40 0,0 0-5 0,0 0 8 0,0 0-5 15,0 0-12-15,0 0 8 0,0 0-2 0,0 0-12 16,0 0 13-16,2 0 0 0,-1 0 0 0,-1 0 28 16,2 0 1-16,-1 0 1 0,1 0-9 0,2-4-11 15,-2 4-9-15,-1-3 10 0,3 0-9 0,-1 2-4 16,0-2-2-16,0 0-24 0,-1 0 4 0,1 0-21 16,0 1-10-16,-1-2-10 0,2 1-3 0,0-1-11 15,0 1-16-15,1 1 23 16,-2-2-7-16,2 0 24 0,-2 1-7 0,2-1-16 0,0 0-3 15,-1 0-22-15,1 0 20 0,0 0-6 0,2-1 15 16,-3 0 5-16,4 0-3 0,-2 0-6 0,-1 0-18 16,3 0 8-16,0 2-13 0,-2-2 7 0,0 1 8 15,1 0-10-15,-1 0-14 0,2 0 26 16,-2-1-18-16,-1 2-8 16,2 0 12-16,-1 0-26 0,0 0 20 0,0 1-11 0,-1-2 8 0,0 2 1 0,0 0-6 15,-2-2 15 1,3 2-7-16,-3 0 1 0,2 0-7 0,1-1-4 0,-2 1 10 15,0-1-13-15,2 0 14 0,-1 2-6 16,0-2-10-16,1 1 23 0,-1-1-15 16,0 0 7-16,1 1-1 0,-1 1-11 0,0-1 5 15,-1 0-5-15,1 0 12 0,0 0-8 0,1-1 0 0,-1 2 3 16,-2-1-7-16,2 2 8 0,-2-3 0 0,2 3-3 16,-2-1 2-16,2 0 6 0,-1 0-18 0,1 0 15 15,-2 0-10-15,1 1-11 0,-1-1 16 16,0 0-20-16,0 1 9 0,0-2 0 0,2 2-7 15,-2 0 20-15,0 0-11 0,2 0-5 0,-2 0 10 0,2 0-11 0,0 0 7 0,2 0 7 0,-2 0-12 32,0 0-2-32,1 0 5 0,1 0-4 0,0 0 15 0,-2 0-10 0,0 3 3 15,1-3-12-15,1 3-1 0,-2 0 12 0,1-1-13 16,-2-1 15-16,1 2-12 0,0-1-4 0,-2 0 12 16,2 0-10-16,1 0 16 0,0 1-2 0,-1 0-9 15,0 0 6-15,0 0 2 0,0 0-12 0,2 2 13 16,0-1-4-1,-1 0-10-15,-1 0 18 0,1 1-14 0,2 0 2 16,0 0 2-16,-2 1-4 0,2 0 4 0,0-1-1 0,-2 2-8 16,1-2 9-16,-1 2-4 0,-1-1-1 0,-1 0 8 0,0 0-14 15,-3 1 2-15,1 0 16 16,-1 0-9-16,1 0 8 0,-2 2 3 0,3-2-9 16,-1 1-3-16,1 0 5 0,0 0 2 0,2-1-10 15,-2 0 14-15,2 0-10 0,-1 0-2 0,0-2 7 16,-1 2-4-16,0-1-5 0,0 3 1 0,2-2-5 15,-2 2 0-15,0 1 18 0,0-2-5 0,-1 2-1 0,-1-1 7 16,1 0-20-16,0 1 9 0,-1-2 2 0,1 1 3 16,-1-1 8-16,-1 1-3 15,2-1 1-15,-2 0-6 0,0 0 3 0,0-1-6 0,0-1 1 0,0 2-6 16,0-2 8-16,0 2 2 0,0-2 0 0,0 1-2 0,0-2-2 16,-2 2-4-1,-1-2 4-15,2 3 12 0,-1-2-17 0,0 0 12 0,2 0-8 0,-1 0-4 0,-1-1 14 16,1 1-8-1,-1-1 7-15,-1 0 0 0,2 0-8 0,-1 0 7 0,-1 0-5 0,1 0 7 0,-1 0 1 16,0 0-3 0,0 0 3-16,-1 1-7 0,1-2 12 15,-3 1-3-15,3-1 9 0,0 1-6 0,0-2-4 0,-1 1-2 16,1 0-1-16,2-1 14 0,-1 0-12 0,0 0 7 16,2 1-6-16,-3-2-6 0,2 1 17 0,-3-2-4 15,2 2-3-15,-2 0-9 0,1-2 3 0,0 2 2 16,-2 0 8-16,0-1 1 0,2 1-11 0,-2 0 3 15,-1 0-1-15,2-2 5 0,0 2 6 0,-2-1-8 16,1 0-10-16,0 1 24 0,-2-2-16 0,0 2 9 0,3-2 10 16,-3 1-24-16,2-1 18 0,-1 1-13 0,0-2 4 15,1 1 2-15,2 0-6 0,-2 0 13 0,0 1-12 0,2-2 4 32,-3 3-9-32,1-3-3 0,0 1 14 0,2 1-18 0,-2-1 11 0,-1-1-2 0,0 0-8 15,1 0 15-15,0 0-10 0,-1 0 8 0,1 0-6 16,2 0-4-1,-3 0 4-15,1 0-10 0,2 0 5 0,-2 0-7 16,0 0 10-16,0 0-13 0,-2 0 12 0,2 0 1 16,0 0-5-16,-1 0 0 0,-1 0-7 0,0 0 10 15,2 0-11-15,0 0 24 0,1 0-24 0,-3 0 6 16,2-1 6-16,-2 1-15 0,0-3 29 0,2 3-25 16,-1 0 12-16,1 0-2 0,-1 0-10 0,0-1 16 15,1-1-16-15,0 2 16 0,0 0-13 0,1-2 1 16,-2 1 2-16,1 0-5 0,-2 1 10 0,3-1-4 15,-1 1 6-15,0 0-10 0,-1-2 9 0,1 2 2 0,0-1-7 16,-1 1 10-16,1-2-6 0,0 2 2 0,-1 0 12 16,0-1-9-16,1 0 2 0,0-1 3 0,0 1-5 15,-2 1 4-15,2-3-2 0,0 1 5 0,1 1-8 16,-1 0-5-16,0-2-8 0,-3 2 3 0,4-2 1 16,-1 1 4-16,0 0 14 0,0 0-23 0,0 0 1 15,-1-1 4-15,0 0-11 0,1 2 21 0,0-3-14 16,0 1 11-16,1 0-2 0,-2 2-5 15,3-2 12-15,-2-1-13 0,0 1 10 0,0 0-2 0,0 0 4 0,-1-1-12 32,1 1 8-32,2-1-6 0,-2 1-3 0,-1-2 18 0,1 1-14 0,0 0 7 0,1 0 0 0,-1-1-5 31,0 0-1-31,2 0 6 0,-2 1-8 0,0-1 9 0,2 1 2 16,-1-1-15-16,1 0 16 0,0-1-14 0,-1 2 8 0,3-1 8 15,-1 0-3-15,-1 0 9 0,1 0-18 0,1 0 10 0,-1 0 3 16,2-1-13-16,-2 0 13 15,2 1-16-15,-1-2-5 0,-1 2 12 0,2-1-12 16,-4-1 12-16,4 1-18 0,0-1 7 0,0 1 11 16,0-1-10-16,4 0 7 0,-1 0-12 0,-1 0 7 15,0 0-3-15,-1-1 12 0,1-1-2 16,-2 2-18-16,2-1 17 0,-1 1-13 0,2 0 7 0,-3-2 10 0,2 3-19 16,1-3 11-16,0 1-6 0,-1 1-5 0,2-1 15 15,-1-1-13-15,2 2 0 0,-1 0 11 0,0 1-11 16,0-2 9-1,0 2-4-15,2 0-10 0,-1 0 17 0,0 1-8 0,1 1 5 0,-1-3-7 0,0 3-14 16,-2-2 13-16,3 1 2 0,-1 0 5 16,0 1-3-16,1 0-10 15,-1 0 4-15,1 1 1 0,-3 1 7 0,2-1-9 16,0 1 11-16,-2 0-7 0,0 0 0 0,1 1 7 16,-1-1-26-16,-2 2 21 0,2 0-6 0,-3 0 9 15,2 0 0-15,-2 0-20 0,0 0 19 0,0 0-11 16,0 0 14-16,0 0 0 0,0 0-23 0,0 0 21 15,0 0-17-15,0 0 0 0,0 0-6 0,0 0-48 16,0 0-7-16,0 0-41 0,0 0-28 0,0 0-16 16,0 0-40-16,0 0-51 0,0 0-76 0,-5 0-56 15,5 0-69-15,0 0-61 0,0 0-73 0,0 0-105 16,0 0-66-16,0 0-105 0,0-4 50 0</inkml:trace>
  <inkml:trace contextRef="#ctx0" brushRef="#br0" timeOffset="100981.1">11769 8844 1130 0,'2'2'24'0,"1"-2"40"0,-1 0 34 0,-1 0 35 0,1 0 11 0,2 0-6 15,-4 0-8-15,2 0-4 0,-1 0 0 0,-1 0-7 16,2 0-4-16,-2 0-8 0,0 0-6 16,2 0 31-16,-2 0 18 0,0 0 5 0,0 0-11 15,0 0-12-15,0 0-14 0,0 0-3 0,0 0 12 16,0 0-10-16,0 0-12 0,0 0 6 0,0 0-1 0,0 0-6 16,0 0 12-16,0 0-14 0,0 0-27 0,0 0 8 15,0 0-18-15,0 0 0 0,0 0 4 0,0 0-13 31,0 0 20-31,0 0-15 0,0 0 12 0,0 0-16 16,0 0-9-16,0 0 19 0,0 0 0 0,0 0 11 16,0 0-20-16,0 0-12 0,0 0 0 0,-4 0-10 15,4 0 13-15,0 0-9 0,-3 0 1 0,3 0-19 16,-1 0-3-16,-4 0 2 0,2 0-16 16,0 0 11-16,1 0-6 0,-3 0-5 0,2-3 8 0,-2 1 2 15,-1 0-10-15,-3 1 5 0,4-2-8 16,0 2-5-16,-1-1 11 0,1 0 0 0,-1 1-11 15,1 0 4-15,0 0-14 0,2 1 8 0,-2 0 4 16,2 0-6-16,0 0 11 0,1 0-5 0,-2 0-8 16,1 0 6-16,1 0-2 0,-1 5-1 0,0-2 17 15,-2-2-15-15,3 2 5 0,-1-2-6 0,0 2-1 0,-3 0 12 0,4 1-7 0,-2-1 2 16,0 0 0-16,0 0 0 0,0 2 1 16,-1-2-4-16,2-1 2 0,-1 1 8 0,1 0-10 15,-2 1 3-15,3-1-2 0,-1 0-5 16,0 2-1-16,0-1 3 0,-1-1 4 0,1 1-7 15,-3 2 15-15,3-2-8 0,0 1-3 0,1 1 8 0,-1-2-8 16,1 1 4-16,1 1-3 16,-1-1-1-16,-1-2-3 0,1 3 7 15,1-1 0-15,-1 1-7 0,1 0 14 0,-1 0-12 16,2 0 7-16,0 0-3 0,0 2-2 0,0-1 9 16,0 0-4-16,0 0 7 0,0-1-1 0,3 1-13 15,0 0 10-15,-1-1-7 0,1 0 7 0,2 2 8 16,-2-2-6-16,2 1 16 0,-2 1-17 0,5-3 22 0,-3 1-5 15,1 0-2-15,-1 0 26 0,1 0-16 16,3-1 15-16,-2 0-2 0,1-1-9 0,0 1 17 16,1-1-4-16,-1 0-3 0,2-1 2 0,-1 1-22 0,1-1 9 15,-1 0 2-15,2 1-13 0,-1-2 6 0,-1-2-17 16,2 3 2-16,-3-1 14 0,2-1-2 0,-2 0-2 16,2 0 10-16,-3-1-8 0,1 1 10 0,-2-1 13 0,2 0-10 15,-2 0 5-15,1 0-9 0,-1 0 1 16,-1 0-10-16,1 0-3 0,-1 0 9 0,1 0-12 15,-1-3 15-15,0 2-3 0,2-4 1 0,-2 5 10 0,2-4-8 16,1 1 3-16,-2 0-14 0,0 0-2 0,0 0-1 16,-1 0 2-16,0 0-2 0,2 0-4 0,-3 1-10 15,1 0-8 1,-2-1 5-16,-2 2-12 0,1-1 10 0,0 1 3 0,-2 0-12 0,1 0 21 16,-1 0-23-16,0 1 1 0,0 0 12 0,0 0-17 15,0 0 27-15,0-1-30 0,0 0-53 0,0 1-36 16,0 0-99-16,0 0-64 15,0-2-85-15,0 2-99 0,0 0-65 0,0-1-188 16,0-1-173-16,-3 0-248 0,3-2-1 0</inkml:trace>
  <inkml:trace contextRef="#ctx0" brushRef="#br0" timeOffset="104778.9">12463 8625 768 0,'0'0'5'0,"0"0"3"0,0 0-2 0,0 0 5 0,0 0-12 15,0 0 0-15,0 0 6 0,0 0-5 16,0 0 15-16,0 0-15 0,0 0 7 0,0 0-10 16,0 0 11-16,0 0 15 0,0 0-15 0,0 0 22 15,0 0-14-15,0 0-3 0,0 0 16 0,-14 0-9 0,14 0-5 16,0 0 4-16,0 0-2 0,0 0 7 0,-13 0 12 16,13 0-4-16,0 0 2 0,0 0-6 15,0 0 2-15,-12 0-8 0,12 0 0 0,0 0-1 0,0 0-23 16,-11 0 15-16,11 0-8 0,0 0 14 0,0 0 20 15,0 0 10-15,0 0 14 0,0 0 0 0,0 0 8 16,0 0 6-16,0 0 2 16,0 0 10-16,0 0-1 0,0 0 0 15,0 10 9-15,0-10-2 0,0 0 68 0,0 0-11 16,0 0-12-16,0 7 6 0,0-7-47 0,0 0-18 0,9 0-4 16,-9 0 4-16,13 0-9 0,-13 0 24 15,13 0 19-15,-1 0-22 0,-4 0-9 0,-8 7 10 16,14-7-10-16,-1 0-7 0,-13 0-1 0,14 0-3 15,0 8-9-15,-4-8 30 0,0 0-21 0,2 0 5 0,-1 0 10 16,0 0-11-16,3 0 14 0,-1 0-18 16,-1 0 7-16,3 0-13 0,1 0 11 0,-4 0-5 15,4 9-10-15,0-9 5 0,1 0-5 0,-2 0-1 0,0 0-6 16,3 0 0-16,-1 0-11 0,4 0 1 0,-4 0 11 16,4 0-15-16,-2 0 4 0,3 0 6 0,0 0-28 15,-3 0 2-15,1 9 19 16,-1-9-20-16,2 0 4 0,-2 0 20 0,5 0-17 0,-7 0 4 0,5 0 7 0,-3 11-4 15,0-11-12-15,0 0 16 0,0 0 6 0,0 0-26 16,-2 0 24-16,-1 0-7 0,2 9-6 0,-4-9 18 16,3 0-19-1,-1 0-3-15,1 0 1 0,0 0-10 0,0 0 9 16,-1 9-17-16,3-9-1 0,-5 0 0 0,3 0-3 16,2 0 11-16,-3 0-5 0,1 0 9 0,-1 0-16 15,3 0 17-15,-4 0-10 0,3 9 1 0,-3-9 10 16,3 0-18-16,-3 0 22 0,2 0-15 0,0 0 1 15,-1 0 5-15,2 0-4 0,-4 0-2 0,3 0 6 16,-1 0-6-16,-2 0-6 0,4 0 12 0,-3 0-11 0,2 0 13 16,-2 0-7-16,1 0 0 0,0 0 1 15,-2 0-8-15,3 0-3 0,-4 0-2 0,4 0-3 0,-1 0 3 16,2 0 2-16,-4 0-2 0,3 0 3 0,-1 0-2 16,-2 0 7-16,1 0-4 0,-1 0 6 0,-3 0-17 15,5 0-3-15,-5 0 13 0,0 0-3 0,-11 0 14 16,17 0-14-1,-4 0 0-15,-1 0-6 0,0 0-6 0,-3 0 19 0,2 0-14 0,2 0 8 0,-2 0 5 0,-2 0-13 32,4 0 7-32,-13 0 3 0,16 0-12 0,-3 0 9 0,0 9 3 0,-13-9-18 0,13 0 15 0,1 0 3 15,-14 0-8-15,13 0 8 0,-3 0-7 0,-10 0-2 32,14 0 0-32,-14 0 8 0,11 0 0 0,-11 0 1 15,14 0-9-15,-14 0-2 0,13 0-4 0,-13 0 4 0,11 0 8 16,-11 0-3-16,14 0 8 0,-14 0-4 0,13 0-9 15,-13 0 12-15,12 0-5 0,-12 0-4 16,12 0 10-16,-12 0-24 0,0 0 18 0,11 0-4 0,-11 0 7 0,0 0 4 0,0 0-12 16,10 0 12-1,-10 0-17-15,0 0 14 0,0 0-18 0,0 0 3 16,0 0 12-16,0 0 0 0,0 0 11 0,12 0-20 16,-12 0 6-16,0 0-8 0,0 0 5 0,0 0 9 0,0 0-15 15,0 0 5-15,0 0 7 0,0 0-5 0,0 0 5 0,0 0-1 16,11 0-5-16,-11 0 11 15,0 0-14-15,0 0 14 0,0 0-13 0,0 0-4 16,0 0 17-16,0 0-14 0,0 0 7 0,0 0 4 0,0 0-9 16,0 0 4-16,0 0 1 0,0 0-14 0,0 0 16 15,0 0-11-15,0 0 8 0,0 0 9 0,0 0-7 16,0 0 8-16,0 0-19 0,0 0 5 0,0 0 0 16,0 0-8-16,0 0 20 0,0 0-12 0,0 0-1 15,0 0 11-15,0 0-18 0,0 0 17 0,0 0-3 16,0 0-10-16,0 0 21 0,0 0-18 0,0 0 2 15,0 0 4-15,0 0-4 0,0 0 3 0,0 0 11 0,0 0-13 16,0 0 3-16,0 0-3 16,0 0-38-16,0 0-58 0,0 0-76 0,0 0-100 0,0 0-59 15,0 0-99-15,0 0-165 0,0 0-118 0,0 0-199 16,0 0-129-16,0-10 40 0</inkml:trace>
  <inkml:trace contextRef="#ctx0" brushRef="#br0" timeOffset="108551.35">14066 8544 827 0,'0'0'6'0,"0"0"12"0,0 0 23 0,0 0 19 0,0 0 16 0,0 0 4 16,0 0-25-16,0 0 6 0,0 0 10 0,0 0 0 15,0 0 28-15,0 0-4 0,0 0-12 0,0 0 20 16,0 0-4-16,0 0-2 0,0 0-1 0,0 0-10 15,0 0-12-15,0 0 66 0,0 0-11 0,0 0-7 0,0 0-16 16,0 0-69-16,0 0-3 0,0 0-10 0,0 0 1 16,0 0 11-16,0 0-16 0,0 0 24 0,0 7-5 15,0-7-21 1,0 0 24-16,0 0-32 0,0 0 16 0,0 0 6 0,0 0 5 16,0 0 17-16,0 5 5 0,0-5-5 0,0 0-14 15,0 0 2-15,0 0 0 0,0 7 31 16,0-7-8-16,0 0-2 0,0 7 10 0,10-7-38 15,-10 0 17-15,0 7-2 0,0-7-12 0,0 0 14 16,0 0-5-16,0 6 7 0,0-6 0 0,0 0 1 16,0 0-6-16,11 0-3 0,-11 0 6 0,0 0-15 15,0 8 17-15,0-8 0 0,0 0-12 0,13 0 13 0,-13 0-23 0,0 0-3 0,0 8-12 16,0-8 1-16,0 0 8 0,0 0-7 0,13 0 22 16,-13 8 3-16,0-8 12 15,12 0-14-15,-12 0-3 0,0 0-17 0,11 9-6 16,-11-9 6-16,13 0-5 0,-13 9 11 0,14-9-11 15,-14 0 23-15,14 10-2 0,-1-10-3 16,-13 8 3-16,16-8-24 0,-1 10 8 0,-2-10-9 0,1 10-1 0,1-10 11 16,-1 9-21-16,-2-9 11 0,3 11-16 0,-1-2 5 15,0-9 3-15,0 9 8 0,-2-9 6 0,2 12-21 32,-14-12 8-32,16 11-19 0,-2-11 19 0,-14 0-1 15,16 11-7-15,-16-11 8 0,15 10-17 0,-15-10 17 16,13 0 2-16,-13 10-14 0,0-10 12 0,14 0-12 15,-14 11 8-15,0-11 5 0,0 0-16 0,16 0 9 16,-16 0-9-16,0 10 11 0,0-10 7 0,13 0-2 16,-13 0-6-16,0 0-5 0,0 0 10 0,0 0-10 0,0 0 17 15,0 0-10-15,0 0-10 0,0 0 5 16,0 0 3-16,0 0-9 0,0 0 13 0,0 0-5 0,0 0-20 16,0 0 26-16,0 0 1 0,0 0-3 0,0 0 19 15,0 0-21-15,0 0-9 0,0 0 12 0,0 0 5 16,0 13 13-16,0-13-7 0,0 0 6 0,0 0-16 0,0 11 16 15,0-11-4-15,0 0-1 0,-13 0 1 16,13 12-23-16,-16-12 33 0,16 12-29 0,-16-12 7 0,-1 12 2 16,17-1-31-16,-16-11 32 0,-1 14-5 15,4-2 7-15,13 0-3 0,-19-1-3 0,7-2-4 0,-4 1-8 32,3 1 31-32,13-1-41 0,-17-2 20 0,4-8 9 0,13 13-27 15,-16-1 30-15,4-12-22 0,12 13-10 0,-15-13 32 16,15 12-18-16,-14-12 12 0,14 10-1 0,0-10-22 15,-13 0 12-15,13 11-3 0,0-11 1 0,0 0 10 16,0 0 7-16,0 0-13 0,0 9 0 0,0-9 6 16,0 0 2-16,0 0 4 0,0 0 16 0,0 0-32 15,0 0 15-15,0 0-4 0,0 0-7 16,0 0 28-16,0 0-37 0,0 0 38 0,0 0-21 0,0 0-16 16,0 0 28-16,0 0-39 0,0 0 21 0,0 0-5 15,0 0 6-15,0 0 8 0,0 0 1 0,0 0 13 0,0 0-24 16,0 0 1-16,0 0 3 0,0 0-17 0,0 0 22 15,0 0-2-15,0 0-16 0,0 0 18 0,0 0-12 0,0 0 4 16,0 0 4-16,0 0-3 0,0 0-4 0,0 0 8 16,0 0 1-16,0 0-13 0,0 0 7 0,0 0-16 31,0 0 13-31,0 0 6 0,0 0 6 0,0 0 0 0,0 0-15 16,0 0 8-16,0 0-7 0,0 0 6 0,0 0-6 15,0 0 7-15,0 0-11 0,0 0 4 16,0 0 12-16,0 0-16 0,0 0 24 0,0 0-25 15,0 0 5-15,0 0 11 0,0 0-17 0,0 0 30 16,0 0-28-16,0 0-11 0,0 0 10 0,0 0-43 16,0 0 2-16,0 0-21 0,0 0-39 0,0 0 6 0,0 0-12 0,0 0 0 0,0 0-13 15,0 0-22-15,0 0-39 0,0 0-45 0,0 0-69 16,0 0-47-16,0-7-36 0,0 7-80 0,0 0 5 0,0-9-20 31,0 9-46-31,0-11-10 0</inkml:trace>
  <inkml:trace contextRef="#ctx0" brushRef="#br0" timeOffset="111191.36">14546 8916 1157 0,'0'0'24'16,"0"0"21"-16,0 0 38 0,0 0 26 0,0 0 0 0,0 0-2 15,0 0-8-15,0 0 3 0,0 0 0 0,0 0 3 16,-5 0-3-16,5 0-4 0,-2 0 10 0,2 0-3 15,-3 0 7-15,2-2 23 0,1-1-13 0,-2 2 10 16,0-1-23-16,2 1-24 0,-1-1 10 0,-1 1 0 16,0-2 1-16,2 1-19 0,-3 0-6 0,3 1 2 15,-1-1-8-15,-2-2 28 0,3 2-17 0,-2 0-12 16,2 1 15-16,-1-2-10 0,-1 1-1 0,2-2-9 0,-3 1-5 16,1-1-13-16,1 0 8 0,-1 0-3 0,2 0-9 0,-1 1-3 15,-3 0-16-15,3-1 10 0,-1 1 10 0,2 0 1 31,-2 1 13-31,1-1-15 0,-1 2-11 0,2-2-15 16,-1 1 9-16,-2 1 3 0,3-1-6 0,-2 1 8 0,2 0-12 0,-1 0-5 0,1 1-1 16,-2 0 8-16,2 0-15 0,0 0 5 0,0 0 9 0,0 0-14 15,0 0 20-15,0 0 7 0,0 0-8 32,0 0-5-32,0 0-1 0,0 0 0 0,0 0-2 15,0 0 18-15,0 0-18 0,0 0 20 0,0 0-3 0,0 0-12 16,0 0 15-16,0 0-25 0,0 0 15 0,0 0 4 15,0 0-6-15,0 0 10 0,0 0-2 0,0 0-4 16,0 0 15-16,0 0 1 0,0 0 0 16,0 0 14-16,0 0-14 0,0 0-10 0,0 0 0 0,0 0 1 15,0 0 2-15,3 0-3 0,-1 0-3 16,-2 0-2-16,0-2-2 0,0-2 8 0,0 1-7 0,0-1 2 16,4-1-12-16,-4-1 0 0,0-1 7 15,3 0-11-15,-1-1 16 0,0 0-7 0,-1-1-11 0,-1 0 1 0,2-1-7 0,0-2 14 31,-2 0-4-31,1 1 7 0,1-1-4 0,-1-1-16 0,1-1 19 16,3 0-25-16,-2-1 12 0,1 1 6 16,1 0-11-16,-2 0 15 0,1 0-12 0,0 1 6 0,1 1-8 15,0-2 9-15,3 2 5 0,-4-1-9 0,1-1 9 16,0 1-11-16,1-1 10 0,2 1-2 0,-2 0 4 0,1 0-2 16,-1 0-11-16,-1 0 16 15,3 1-7-15,-4-1 5 0,4-1-9 0,-3 2-11 16,3 0 12-16,1 0-10 0,-1 0 19 0,2 2-5 0,1 0-9 0,-1 1 13 15,1-1-15-15,-1 1 15 0,0-1-6 0,-2 3-5 16,4-1 5-16,-2 1-8 0,0 0 5 0,1 0-10 0,-2 0 7 16,1 2-6-16,1 0-2 0,0 0 15 15,-1 1-17-15,0 0 6 0,1 0-5 0,-1-1-7 16,2 2 9-16,-2 2 6 0,3-1-7 0,-1-1 8 16,0 2-2-16,1-1-6 15,0-1 12-15,1 3-15 0,1-2 11 16,-2 2-4-16,2 0-3 0,-2 0 14 0,1 0-17 15,1 0 6-15,-2 0-1 0,2 0-6 0,0 2 7 16,0 1-8-16,2 0 8 0,-2 0-2 0,2 0 6 16,-3 0-4-16,3 2-12 0,-1-1 17 0,0 0-14 15,0 0 2-15,0 1 16 0,-2 0-25 0,3-1 16 16,-4 2 4-16,4-1-8 0,-4-1 6 0,4 3-8 0,-4-2 5 16,3 3 1-16,-2-2 1 0,2 2-5 0,-2-1 3 15,2 1-4-15,-2 1 0 0,2-1 9 0,-2 1-10 16,3 0 10-16,-2 1-4 0,2 0 3 0,-1 0 2 0,1 0-16 15,-1-1 11-15,2 3-9 0,-2-3 7 0,-1 1 1 16,1 0-9-16,-2 0 13 0,-2 0-11 0,1 0 10 16,-3-1 8-16,-2 0-18 0,1 1 4 0,1-2 5 15,-4 2-8-15,1-3 13 0,0 2-7 0,0-2-1 16,-1 2 2 0,-1-1-1-16,1 2 9 0,-1-1-13 0,1-1-2 15,-1 3-2-15,-2-1 11 0,4 1 2 0,-2 0 4 16,-1 1-2-16,1 0-13 0,-1 0 13 0,0 1 5 15,0-1-13-15,0 2 7 0,1 0-3 0,-4-1-3 16,2 1 7-16,2 1-13 0,-4 0 7 0,1 0-1 16,-1-1 6-16,-1 0 10 0,2 1-18 0,-2-1 3 15,0-1-9-15,0 3 11 0,0-1-2 0,0-1-1 16,0 3 12-16,0-1-12 0,0 0 16 0,-3 0-10 0,0-1-5 16,-2-1 5-16,4 1-11 0,-2-1 15 0,-1-1-3 15,1-1-10-15,0 0 10 0,0 0-19 0,-1 0 18 16,1-1 5-16,2 0-12 0,-4 0 19 0,1-1-16 15,0 0 10-15,1 0 4 0,-2 0-1 0,2 0 13 16,-2-1-19-16,2 0 14 0,-3 1-4 0,1 0-8 16,0-2 13-16,-3 1-11 0,4-1 6 0,-4 1-7 0,2-1 3 31,-1 1-7-31,1-1-5 0,-2-1 16 0,0 2-12 16,0-2 12-16,2 2-6 0,-2-3-1 0,-3 3 8 0,1-3-10 15,2 3 17-15,-2-2-12 0,-2 0 8 16,4-1 2-16,-2 2-14 0,-2-2 11 0,3 2-7 15,-1-2-1-15,-1 1 0 0,2-2 6 0,-2 1 1 16,1 1-7-16,0-3 8 0,0 2 1 0,2-1-6 0,0-1 9 16,1 1 3-16,-2-1-14 0,1 0 3 0,2 0 7 15,-2 0-11-15,-1 0 2 0,0-1 8 0,0 1-7 16,-2-1 13-16,3 0 1 0,-2-1-2 0,0 0-10 16,0-1 4-16,0 2 4 0,2-3-4 0,-4 2 8 15,2-1-13-15,-2 0 1 0,4 0-7 0,-2 0 6 16,2-1-13-16,-2 1 5 0,0-1 4 0,2 0-8 0,-3 0 14 15,1 0-12-15,2 0 11 0,-1-3-6 16,0 3 0-16,-1-4 9 0,-1 3-18 0,3-1 16 0,-1 0-15 16,-1 0 15-16,-1-1-8 0,2 1 0 0,-1-1 13 15,1 0-25 1,-1 1 23-16,2-1-20 0,-1 0 9 0,1 0 3 0,0 0-16 0,1 0 20 0,-2 1-15 31,1-1 5-31,2 0-2 0,-1 0-12 0,-2 0 20 0,3 0-13 16,-2 0 11-16,1-2 6 0,-2 2-29 0,1 1 13 15,0-1 0-15,0-1-3 0,1 1 14 0,-1 0-7 16,1-1 1-16,-1-1-5 0,-1 2 7 0,4 0-9 16,-3-1-5-16,2 0 14 0,-1-1-12 0,-2 2 19 15,3-1 5-15,-1-1-11 0,-1 2 17 0,1-1-23 16,-1-2 2-16,1 1 10 0,1 1-25 0,-2-1 28 16,2-1-8-16,-2 1-9 0,1-2 24 15,1 2-20-15,-1-1 4 0,0-1 6 0,1 0-13 0,-2 0 23 0,0-1-7 16,3 0-1-16,-1 1 8 0,-1-1-29 0,1-1 15 15,-2 1-13-15,2 0 4 0,1 1-1 0,-1-2-1 16,-1 1 8-16,0 0-14 0,0 1 14 0,3-2-12 16,-3 0 18-16,1 0-8 15,-2 2-5-15,2-1 7 0,1 0-24 0,0-1 32 0,-1 2 1 0,0 0-8 0,3-2 14 32,-4 2-18-32,2-1 10 0,2 0-2 0,-2-1-5 15,2 2 15-15,0-1-23 0,0-1 18 0,2-1-5 16,-1 1-12-16,0-2 9 0,-1-1-18 0,1 1 12 15,1-1-12-15,-1 2 1 0,-1-2 11 0,1 1-11 16,2-1 12-16,-1 1-4 0,1 2-3 0,0-2 2 0,0 2-9 16,0 1 21-16,-2 1-17 0,2 1 10 0,0 1-5 15,-1 2-13-15,1-1 23 0,-2 2-14 16,2 0 8-16,-3 2-3 0,3-2-12 0,0 1 11 0,0-2-6 16,0 2 6-16,0-2-2 0,0 1 5 0,0 0-6 15,0-1 6-15,0 2-2 0,0-2-8 16,0 1 15-16,0 0-15 0,0 1 2 0,0-1-4 15,0 1 8-15,0 0 0 0,0 0 8 0,0 0-7 0,0 1-4 16,0 0-1-16,0 0-3 16,0 0 13-16,0 0-17 0,0 0 6 0,0 0-7 15,0 0-22-15,0 0-5 0,0 0-38 0,0 0-12 16,0 0-16-16,0-3-13 0,0 2-3 0,0-1-42 16,0 2-26-16,0 0-65 0,0 0-89 0,0 0-71 0,-3 0-114 0,3-1-74 0,0 0-127 15,0 0-93-15,-5 0-98 0,0 1-91 0</inkml:trace>
  <inkml:trace contextRef="#ctx0" brushRef="#br0" timeOffset="111639.2">14965 8718 2570 0,'0'-5'94'0,"1"-1"73"0,-1 0 52 0,0 2 68 0,0 0-17 15,0 0-18-15,0 3-13 0,0-1-42 0,0 2-67 0,0-1-21 32,0 0-25-32,0 1-23 0,0 0 2 0,0 0-37 15,0 0-6-15,0 0-7 0,0 2-11 0,0 1-3 16,0 0 0-16,0 0 3 0,0 1 1 0,0 1 13 0,0 2-4 16,3 0-3-16,-1 3 2 0,1 1-3 0,0 2 5 15,1 0 7-15,2 0 3 0,-3 1-3 0,2-1-1 16,-1-1 3-16,0 1-4 0,1-1-12 0,-2-1-9 15,3 0-1-15,-5-2-4 0,4 1 26 0,-2 0-5 16,0-3-3-16,1 1 9 16,-1-2-16-16,0 1 10 0,-1-2-23 0,-1-2-51 0,2 1-73 0,0-1-85 0,-3-1-76 15,2-1-98-15,-1-1-85 0,-1 0-79 0,0 0-157 16,0-3-101-16</inkml:trace>
  <inkml:trace contextRef="#ctx0" brushRef="#br0" timeOffset="112180.43">14923 8709 2941 0,'-6'-3'55'0,"6"-2"39"0,0 2 47 0,0 0 59 15,0 1-14-15,0 1 4 0,0-2-15 0,0 2-25 16,0-1-8-16,0-1-31 0,0 0 1 0,6 0-3 15,-3 0-20-15,2-1 11 0,-1 1-7 0,0-1-16 16,3-1-4-16,0 2-11 0,1-1-23 0,0-1 14 0,2 1 4 16,-1 0-8-16,2-1 12 0,1 0-26 0,0 2-17 15,-1 0 4-15,3 0-8 0,-3 0 5 0,2 1-9 16,1 1-3-16,-1-1 2 0,1 2-3 0,-1 0 16 16,4 0-8-16,-4 0-15 0,3 6 7 0,-2-1-14 0,3-1 10 15,-1 3 5-15,0 0-23 0,-2 1 23 16,3 1-11-16,0 1-2 0,-2 1 13 0,0 0-12 15,0 1 9 1,-4 2 2-16,1 1-2 0,-2-2-3 0,0 3-10 16,-2-3 8-16,0 1 0 0,-4-1 0 0,0 1-2 0,-1-1 8 15,0 0-9-15,-3-1 3 0,0 2 18 0,0-1-21 0,0-1 7 16,-5 2-1-16,0-3 0 16,1 0 9-16,-4 1 10 0,0-2 5 0,0-1 4 0,-2 0 16 15,0-1 8-15,-2-1 12 0,-2-2 13 0,2 1-14 16,-1-1 8-16,-3-1 9 0,2-2-9 15,-4 1 1-15,1-3-16 0,1 0-17 0,-1 0-11 16,-1 0 3-16,3-3-16 0,0-1-1 0,-2-1-1 0,3 0-9 16,-2-1 8-16,5 0-6 0,0 0-13 0,-2-2-10 15,4 2-51-15,1-1-69 0,-1 0-89 0,0 2-89 16,3-2-37-16,1 2-48 0,-1-2-51 0,2 2-68 0,-1 1-93 16,1-1-61-16,0 1-65 0,0 0-38 0</inkml:trace>
  <inkml:trace contextRef="#ctx0" brushRef="#br0" timeOffset="112841.68">14484 8646 886 0,'3'4'22'0,"-3"-4"7"0,0 0 10 0,0 0 26 15,0 0-7-15,0 0 9 0,0 0 10 0,0 0-20 0,0 0 7 16,0 0 3-16,0 0-3 0,0 0 16 0,0 0-4 16,0 0 9-16,2 0 7 0,1 3-8 0,-2 0-7 15,2-1-16-15,-1 0-12 0,1 2-2 0,-1-1-3 31,0 0 4-31,1-1-6 0,0 3-1 0,0-1-7 16,0 1 1-16,-1 0 1 0,1 1 3 0,-2 0 5 16,2 1-6-16,-3 1 7 0,2 1 7 0,-2 0 7 0,0 2 41 15,0-1-19-15,0 2 5 0,0 0 3 16,0-1-49-16,0 0 17 0,0 0-17 0,0 0-14 0,0 0-2 0,0 0-10 16,0-1-12-16,3 1 7 0,-1-1-7 0,0-2 11 15,-1 0 2-15,-1 0-22 0,2 0 32 0,-1-3-18 16,1 2-7-16,0-3 13 0,-1 1-41 0,2 0-45 15,1-1-97-15,-2-1-101 0,0-2-121 0,0 1-126 16,-2-2-138-16,1 0 96 0</inkml:trace>
  <inkml:trace contextRef="#ctx0" brushRef="#br0" timeOffset="117703.04">15296 8113 1016 0,'0'0'27'15,"0"0"14"-15,0 0 23 0,0 0 0 0,0 0-16 16,0 0-5-16,0 0-17 0,0 0 1 0,0 2 5 16,0-2-8-1,0 0-5-15,0 0 4 0,-3 0-8 16,3 0-3-16,0 0 23 0,0 0-1 0,0 0 4 15,0 0 10-15,0 3-13 0,-6-1 10 0,3-1 4 0,2 1 6 16,-3 0 2-16,1 1-3 0,0-1-7 0,0 0-1 16,-1-1-2-16,0 1 11 0,-1 0 8 0,2-1 11 15,0 1 3-15,1 0-6 0,-1-1 1 16,1 0 7-16,1-1 1 0,-1 1 37 0,2-1 31 0,-1 0-14 16,1 0 25-16,-2 0-15 0,2 0 1 0,0 0 22 0,0 0 9 15,0 0-8-15,0 0-3 0,0 0-27 0,0 0-30 16,0-3-7-16,0 1-23 0,0-1-5 0,0 1-15 15,0-2-6-15,3-1-12 0,-1-1-6 16,-2 0 21-16,1-2-2 0,1-2 1 0,0-1 3 0,-1 0-15 16,3-2-16-16,-1 1 8 0,0-1 0 0,1 1-1 15,1-3 12-15,0-1-13 16,0 1 0-16,1-1-9 0,2-1-1 16,-2 0 11-16,1-1 4 0,-3 1 5 0,4 0 2 0,0 1-24 0,2 0 1 0,-4 0-4 15,2 0 5 1,1 0 11-16,2 0-6 0,-1 1 16 0,1 0-16 15,0 1 3-15,0 2 4 0,0-1-20 0,-1 1 6 0,1 0-1 0,0 1-3 16,-2 0-2-16,-1 2-13 16,5-2 7-16,-4 1-7 0,4 2 7 0,0-2 5 15,-1 1-13-15,6 0 1 0,-4 0-3 0,2 2 2 16,1 0 3-16,0-1-7 0,2 1 3 0,-3 1-1 16,1 0-7-16,0 0 6 0,0 1 10 0,-1 0-11 15,-1 1 7-15,1 2 0 0,0-1-7 0,-1 0 4 0,0 2-7 16,0-1 5-16,0 2-4 0,0 0 1 0,0 0 8 15,1 0-2-15,1 0-3 0,-2 3-7 0,2 1 11 16,-3 0-10-16,4-1 2 0,-1 2 6 0,0 0 1 16,1 0 4-16,-2 0-5 0,1 1-6 0,-3 0-14 15,3 2 19-15,-4-1 2 0,5 2 7 0,-4-1-4 0,0 0-9 16,0 2 4-16,-1-2 3 16,1 3 0-16,1-1-10 0,-1 0 3 0,-1 0-6 0,0 0 12 0,-3 0 0 15,1 2 0 1,3-3-3-16,-2 2 1 0,-2 0 3 0,2-1-4 0,-6 0 6 0,2 1-7 0,0 1 1 15,-4-1-1 1,0-1 3-16,0 2-1 0,-2-1-2 0,0 1 13 16,-1 0-11-16,2 0 10 0,-1 0 0 0,-2 0-15 15,3 1 15-15,-3 1-13 0,3-1 3 0,-1-1 2 16,-2 2-11-16,0 0 20 0,0 1-10 0,0-3 8 16,0 1-3-16,0-1-14 0,0 0 11 0,0 0 0 15,0 2 2-15,-5-2-5 0,2 0 1 0,1 0-1 16,-1 1 5-16,0 1 2 0,1-2-8 0,-1 0 0 15,0 0 3-15,0 0 6 0,0-1-5 0,-3 2-4 0,1-1-1 16,-2 2 2-16,1-2 7 16,-4 1 2-16,3-1-5 0,-1 0 1 0,-2 0-6 0,-1 0 4 0,3-1-6 15,0 0 7-15,-1 0 2 0,-2 0-15 0,1-1 17 16,2-1-3-16,-1 1-12 0,-1-2 21 0,2 2-4 16,-1-2-7-16,1 0 11 0,0 0-10 0,0-1-2 15,-1 0 4-15,1 0-4 0,2 0 3 0,-2-2 2 16,-2 1-9-16,2-1 7 0,0 1 2 0,0-1-6 15,-1-2 12 1,3 1-2-16,-2 1 3 0,0-1-1 0,-1-2-10 16,0 1 4-16,1 0-2 0,-1 1 5 0,0-1 8 15,-1-2 4-15,-1 1-2 0,3 0-5 0,-3 1 7 16,0-3-2-16,2 2-2 0,-1-1 3 0,0 0-15 16,-2-1 8-16,4 0-4 0,-3 0 8 0,0 0-4 15,0 0-5-15,0 0 6 0,0 0-5 0,-1 0 15 0,2 0-11 16,-2-2 3-16,1-2 1 0,1 1-2 0,-2 1 5 15,4-1-5-15,-3 1 6 0,3-1-14 0,0 1 16 16,0-1-22-16,2 1 2 0,0-1 9 0,1 1-17 16,0 0 25-16,0-1-15 0,2 1-3 0,-1-1-3 15,2 1-6-15,-1 1 6 0,2 0 6 0,-1-1-4 0,0 1-9 0,2-1-37 32,-1 1-54-32,-1 0-35 0,2 0-61 0,0 0-31 0,0 0-24 0,0 1-27 15,0-2-20-15,0 1-55 0,0 0-105 0,0 0-10 16,0 1-125-16,0 0-75 15,0 0-5-15,0-10-67 0</inkml:trace>
  <inkml:trace contextRef="#ctx0" brushRef="#br0" timeOffset="118235.75">15751 8270 2818 0,'0'0'46'0,"0"-5"44"0,0 5 38 0,0 0 52 0,0 0-1 16,0 0 13-16,0 0-22 0,0 0-22 0,0 0-40 16,0 0-44-16,10 0-16 0,-10 0-19 0,0 0 0 15,0 0-12-15,0 0 4 0,0 0-15 0,0 0 0 16,0 0 1-16,0 0-17 0,0 0 14 0,0 0-15 16,0 6 6-16,0 2 21 0,0-2-11 0,0 3 18 15,0-1-9-15,0 1 0 0,-14 1 1 0,14 1 1 31,-16 0 3-31,16 1 10 0,-12-2 2 0,12 1-5 16,-13 1 5-16,13-3-16 0,0 0-11 0,-13 0 11 0,13-1-12 16,0 0 1-16,-14 0 16 0,14 0-26 15,0-2 13-15,0-6-2 0,0 11-11 0,0-4 15 16,0-7-3-16,0 10 1 0,0-10 0 0,0 9-12 16,0-3 6-16,0-6 18 0,0 10-3 0,0-10 27 0,0 9-2 15,0 0 6-15,0-9 28 0,0 11 6 0,0-4 22 16,0-7 5-16,0 12-3 0,17-1 1 0,-2-3-11 15,2-8-22-15,2 14 3 0,2-4-51 0,2 1-7 16,3-2 14-16,1-9-18 0,0 12 40 0,1-1-8 16,1-11 2-16,-3 12 8 0,-2-12-11 0,0 11 8 0,-5-11-13 15,-2 9-11-15,-2-9 9 0,-15 0 7 16,17 0 5-16,-17 0 2 0,11 0 7 0,-11 0-16 16,0 0-13-16,0 0-2 0,0 0-17 0,0 0 13 0,0 0-20 15,0 0 12-15,0 0-21 0,0 0-31 16,0 0-34-16,0 0-88 0,0 0-49 0,0 0-81 15,0 0-54-15,0 0-54 0,0-7-150 0,0-1-76 0,0-1-143 16,0 0-151-16,0-4 70 0</inkml:trace>
  <inkml:trace contextRef="#ctx0" brushRef="#br0" timeOffset="118871.07">16911 7803 2613 0,'0'0'34'0,"0"0"26"0,0-5 46 0,0 5 21 16,0 0 1-16,0 0 3 0,0-4-45 0,0 4-15 0,0 0-34 0,0 0-32 16,0 0-1-16,0 0-4 0,0 0-5 0,0 0 5 15,-11 0 7-15,11 0-3 0,0 0 17 0,0 8 3 16,-14-1-6-16,14 2 7 0,-13 0 4 0,13 1 11 15,-14 0 3-15,4 2-2 0,10 1-11 0,-14 1-7 16,14 1 9-16,-12 0-1 0,12 1-7 0,-13 0-7 16,13-1 10-16,0 0-1 0,-13-1 6 15,13-1 5-15,0-1-9 0,0-1 21 0,0-1 30 0,0 0 18 16,0 0 29-16,0 0-10 0,0-1 9 0,0 0 4 16,14-1-21-16,-1-8 28 0,-1 10-10 0,3-10-11 15,-1 11 20-15,0-11-12 0,2 0-27 0,-2 0 3 16,-1 0-4-16,1 0-23 0,-1 0 34 0,1 0-15 31,-14 0-24-31,16-12 3 0,-2-1-26 0,-14 1-6 0,13-1 1 0,-13 1-12 16,0-5-23-16,12 1 0 15,-12-2-15-15,0-1-2 0,0 1 5 0,0-2-6 16,0 0 4-16,0 0-13 0,0 1 9 0,-15 0-1 0,0 2-6 16,1 2 21-16,1 0-11 0,-2 3 4 0,15 2-3 15,-18 1-20-15,1 9-28 0,4-7-59 0,13 7-22 16,-15 0-54-16,15 0-30 0,-17 0-18 0,5 0-34 15,12 0-21-15,-13 0-57 0,13 0-20 0,-14 8-33 16,14 2-77-16,-11-1-9 0,11 2-43 0,0 0-131 0,0-1 131 16</inkml:trace>
  <inkml:trace contextRef="#ctx0" brushRef="#br0" timeOffset="119085.61">17197 8033 3187 0,'14'0'17'0,"-14"0"14"0,0 0 3 0,0 0-1 15,0 0-21-15,0 0-2 16,0 0-5-16,0 10 5 0,0-10-1 0,0 8 7 16,0 1-10-16,0-2 8 0,0 0 1 0,0 1-23 15,0 1 20-15,0 1-9 0,-15 0 2 0,15-1 3 16,0 1 6-16,-12 0-17 0,12-1-41 0,0 1-105 15,-14-2-216-15,14 1-185 0,0-1-170 0,0-2 15 0</inkml:trace>
  <inkml:trace contextRef="#ctx0" brushRef="#br0" timeOffset="119335.8">17442 7743 4192 0,'0'-9'55'16,"0"3"32"0,0-3 22-16,0 4 9 0,0 5-40 0,0 0-27 0,0 0-27 0,0 0-19 0,0 0-11 31,0 0-3-31,0 0 5 0,0 10 5 0,0-2-2 16,0 3 4-16,11 3 1 0,-11 1 13 0,0 2 0 15,0 3-10-15,13 1-20 0,-13 3-63 0,0 0-102 16,0 2-145-16,0-1-149 0,0 0-194 0,0 1-154 15,0-4-44-15</inkml:trace>
  <inkml:trace contextRef="#ctx0" brushRef="#br0" timeOffset="120293.2">13145 8244 1567 0,'13'0'45'0,"-13"-8"54"0,0 8 34 0,0 0 40 0,0-5 41 0,0 5-16 15,10 0-18-15,-10-7-16 0,0 7-46 0,0 0-38 16,0-4-8-16,0 4-9 0,0 0-28 0,0 0 0 16,0 0-11-16,0 0-10 0,0-5-19 0,0 5 1 15,0 0 6-15,0 0-12 0,0 0 5 0,0 0 0 32,-12 0-7-32,12 0 4 0,-11 9 0 0,11-1-2 15,-13-1 15-15,13 2-1 0,0-1 13 0,-11 1-19 0,11 1-11 16,0-2 14-16,0 1-22 0,0-1 35 0,0 0-7 15,0 0-14-15,0 0 16 0,0-1-15 16,0 0 20-16,0 0 0 0,0 0-1 0,0-1 12 0,13 0-11 0,3-6 32 16,-7 8-5-16,5-8 24 0,-1 5 26 0,-1-5-8 15,1 0 20-15,0 0-9 0,-1 0 2 0,-2 0 1 16,0 0 13-16,-10 0-5 0,12 0-7 0,-12 0-8 0,11 0-29 16,-11 0 0-16,0-10-28 0,0 1 1 15,0 0-9-15,11 0-21 0,-11-2 9 0,0 2-16 16,0-1 4-16,0-1 3 0,0 0 0 0,0 0 1 0,0-1 0 31,0 1 0-31,0 3-7 0,-14-2-1 0,14 3-19 0,-13 7 2 0,13-8-2 0,-17 8-25 0,17 0-13 31,-13-8-43-31,13 8-45 0,-15 0-15 0,15 0-29 16,-13 0 0-16,13 0-17 0,-13 0-35 0,13 0-58 0,0 9-37 16,0-9-29-16,0 11-36 0,0-2-20 0,0-1-74 15</inkml:trace>
  <inkml:trace contextRef="#ctx0" brushRef="#br0" timeOffset="120505.05">13483 8300 2833 0,'0'7'13'0,"0"-7"10"15,0 0 11-15,0 0 1 0,0 0-20 0,0 0 4 16,0 0-26-16,0 0 3 0,0 7 20 0,0-7-12 15,0 7-3-15,0-2 15 0,0 2-3 0,0-1-8 16,0 0 28-16,0 0-40 0,-11 1-3 0,11 0-43 16,0 0-156-16,-11-7-93 0,11 9-125 0,0-9-73 15,0 9-18-15,-10-9 71 0</inkml:trace>
  <inkml:trace contextRef="#ctx0" brushRef="#br0" timeOffset="120749.82">13711 8143 3456 0,'0'0'42'0,"0"-10"49"16,0 3 25-16,0 7 3 0,0 0-25 0,0 0-47 0,0 0-20 0,0 0-17 16,0 0-22-16,0 0 7 0,0 0-5 15,0 0 19-15,0 0-1 0,0 9-5 0,0-1-6 16,0 0 5-16,0 2 4 0,0 1-1 0,0 0 13 15,0 1-11-15,0 0 4 0,0 1-6 0,0 0-6 0,0-1-28 0,0-1-85 32,0 3-124-32,0-2-113 0,0-1-175 0,0-1-86 15,0-2-142-15,0 1 94 0</inkml:trace>
  <inkml:trace contextRef="#ctx0" brushRef="#br0" timeOffset="122888.76">16283 9381 587 0,'0'2'13'16,"0"-1"19"-16,0 0 8 0,0 0 28 0,0 0 9 15,0 0 2-15,0 0 3 0,0 0-3 0,0-1-1 16,0 0 4-16,3 0 15 0,-3 2 9 0,4-2-4 16,-4 0-7-16,0 0-8 0,0 0-7 0,0 0-8 15,0 0-10-15,0 0-9 0,0 1-14 0,0-1-8 16,0 0-15-16,0 0-8 0,0 0-13 0,0 0 2 16,0 2 10-16,0-2 2 0,0 0 0 0,0 0 8 15,0 0-5-15,0 0 9 0,0 0-2 0,0 0-6 16,0 0-1-16,0 0-12 0,0 0 10 0,0 0-4 15,0 0-1-15,0 0 0 0,0 0-17 0,0 0-22 16,0 0-46-16,0 0-65 0,0 0-79 0,0 0-85 16,0-3-61-16,3 0-34 0</inkml:trace>
  <inkml:trace contextRef="#ctx0" brushRef="#br0" timeOffset="124020.71">11902 10199 1051 0,'0'2'23'0,"0"1"40"0,0 1 37 0,0 0 37 0,0-1-4 16,3 0-1-16,-1 2 2 0,-2-1-15 0,1 0 4 16,-1-2-1-16,0 2-17 0,0-1 0 15,0-1 2-15,0 0-13 0,0-2 40 0,0 2 25 32,0-1 11-32,0-1 37 0,0 0-16 0,0 0 10 0,0 0 34 15,0 0-20-15,0 0 5 0,0 0-3 0,0 0-34 16,0 0-17-16,0-3-39 0,0-1-37 15,0 0-8-15,0-1-11 0,0-2 6 0,0-2 4 16,0-2-6-16,0-1-2 0,3-5 10 0,-1 2-4 0,1-3-22 16,-3-1-2-16,2-2-10 0,-1 1-15 15,1 0 13-15,-2 0-4 0,0 0-2 0,0 2-2 0,0 0-4 0,0 3 6 16,0 1-15-16,0 3-6 0,0 1-9 0,0 4-17 16,0 0 1-16,0 2 3 0,0 1-9 0,0 3 0 15,0 0-12-15,0 0 2 0,0 0 3 0,0 0-14 16,0 0 4-16,0 2-22 0,0 0-14 0,0 0-11 0,0 1-19 15,0 1-10-15,0-1-30 0,0 1-32 16,0 1-16-16,0 0-44 0,0 0-27 0,0 2-26 0,0-2-47 31,-3-1-33-31,-2 2-40 0,3-2-21 0,-2 0-38 0,-2 0-54 16,1-1-66-16,-3 0 63 0</inkml:trace>
  <inkml:trace contextRef="#ctx0" brushRef="#br0" timeOffset="124433.67">11660 10006 2271 0,'-2'0'36'0,"2"0"33"0,0 0 25 16,0 0 28-16,0 0 18 0,0 0 8 0,0 0 7 16,0 0-19-16,0 0-11 0,0 0-11 0,0 0-3 15,0 0 38-15,0 0-5 0,0 0 7 0,0 0 20 16,0 0-30-16,5 0-11 0,-2 0-5 0,2 0-25 15,0-3 3-15,1-2-2 0,2 1-13 0,2-1 3 0,1 0-13 16,1-1 17-16,1-1-15 0,1-2 1 0,0-1 3 16,4 0-26-16,-4-1 25 0,3-2-24 0,-1 1 15 15,1 0-10-15,-2 0-2 0,-1-1 6 0,-3 2-16 32,-1 2-1-32,-1 0-9 0,-1 0-6 0,-2 2-3 0,-1 1-16 0,0 0-23 15,-2 4-6-15,0 0-7 0,-1 1 0 16,-1 0-6-16,-1 1 0 0,2 0 4 0,-1 4 13 0,-1 0 9 15,2 2-5-15,1 2 5 0,2 2-10 0,0 2 5 16,6 2 6-16,-2 1-5 0,1 1 11 0,2 2-2 16,1-1 4-16,-2 0-10 0,3 0-1 0,-1 0-5 15,0-2-3-15,-2 0-26 0,0 0-55 0,1-2-61 16,1-1-80-16,1 0-49 0,-3-4-65 0,1 1-62 16,0-4-100-16,-4 1-109 0,0-3-100 0,-3 0-167 15,-1-3 125-15</inkml:trace>
  <inkml:trace contextRef="#ctx0" brushRef="#br0" timeOffset="126802.43">10743 10904 2118 0,'0'0'24'15,"0"0"27"-15,0 0 67 0,0 0 37 0,0 0-14 16,0 0 3-16,0 0-43 0,0 0-17 0,0 0 12 16,0 0 19-16,0 0 12 0,0 0 36 0,0 0 37 15,0 0 11-15,0 0 0 0,0 0-10 0,0 0-21 16,0 0-10-16,0 0-21 0,0 0-13 0,11 0-7 16,-11 0-29-16,14 0 12 0,-3-8-13 15,-11-2-10-15,16 0-11 0,-5-2-11 0,-11 0-11 16,15-2-2-16,-15-1 8 0,15 0-20 0,-15-3 19 15,12 0-8-15,-12-1-11 0,0-2 32 16,13 0-37-16,-13 0 28 0,0 0-5 0,0 1-3 0,0 1 16 16,0 1-26-1,0 2 6-15,0 1-26 0,0 3 7 0,0 2-9 16,0 10-11-16,0-9-9 0,0 9-22 0,0 0 3 16,0 0-20-16,0 0 16 0,0 0-2 0,0 0-6 15,0 0 24-15,0 0-8 0,0 12 16 0,0 2-10 16,0 3-4-16,0 4 17 0,0 2-32 0,-13 3 26 0,13 1-10 15,0 2-10-15,0 2 25 0,0-1-16 0,0 2 23 16,0-1-8-16,0-1-1 0,0-1 3 0,0-1-22 16,13 0 20-16,-13-3-2 0,13 1 1 0,1-2 14 15,-14-2-19-15,16 0 8 0,-3-2-4 0,1 0-1 16,-1-2 9-16,3-3-15 0,-2-1 14 0,2-2-5 16,1-12 3-16,-1 14 10 0,3-14-14 0,0 0 10 0,1 0-17 15,-4 0-1-15,5 0 5 0,-2 0-9 0,-2 0 29 16,-3 0-16-1,-1-17 5-15,-13 2 5 0,19-1-19 0,-19-1 12 0,14-2-10 0,-14 0-7 0,0-1 4 16,0-1 6-16,0-1-6 0,0 1 3 0,0-2-3 16,0 3-8-16,0-1 4 0,0 1-10 0,0 1-2 0,-20 0-3 31,-1 2-2-31,-1 2 5 0,0-1 2 0,-2 2 1 16,-1 1 16-16,1 1-17 0,-1 3 6 0,3 0-2 0,3 9-21 15,0-8 9-15,4 8-21 0,1 0 2 16,14 0-3-16,0 0-9 0,-14 0 16 0,14 0-7 15,0 0 13-15,0 0 22 0,0 0-12 0,0 0 20 16,0 0-4-16,0 11-1 0,0-1 9 16,0-2-8-16,0 1 13 0,0 0-15 0,18-1 5 0,-1-8 2 0,3 12-6 15,-2-3 10-15,6-9-2 0,2 11-9 0,0-11 9 16,0 0-5-16,2 0 0 0,0 0 8 0,-3 0-5 16,2 0 10-16,-3 0 5 0,-5 0-7 0,0 0 1 15,-2 0-4-15,-3 0 0 0,-14-9 5 0,13 0 7 16,-13 0-6-16,0-1-4 0,14 0 6 0,-14 1-14 15,0-1 7-15,0 0 6 0,0 2 1 0,0 8 7 0,0-11 3 16,0 11 1-16,0-10-18 0,0 10-4 16,0 0-12-16,0 0-9 0,0 0 4 0,0 0-2 15,0 0 7-15,0 0 5 0,0 0 7 16,0 0-7-16,0 0 7 0,0 0-13 0,0 12 4 0,-14 1 6 16,14-2 3-1,0 0 13-15,0 1-7 0,0 2 1 0,0-2-3 16,0 2 2-16,0-2 4 0,14 0 2 0,-1-1-18 0,1 1 10 15,1-4-7-15,3-8-1 0,-2 10 15 0,3-10-18 16,1 0 10-16,0 0-2 0,0 0 6 0,-1 0 1 0,-1 0 1 0,-1 0 8 16,-3 0-5-16,3 0-1 0,-5-11-3 0,-1-2-10 15,-11 2 6-15,14-4-1 0,-14 1 5 0,13-1-3 16,-13-2-6-16,0 2 7 0,0-1-17 0,0 1 19 16,0 1-4-16,0 2-10 15,0 0 26-15,0 3-22 0,0 1 2 0,0 8-5 0,0 0-20 16,0-7 5-16,0 7-6 0,0 0 9 0,0 0 1 15,0 0 7-15,-13 0 7 0,13 0 4 0,0 9-5 16,0 1-1-16,0 1 7 0,0 3-2 0,0-1-4 16,0 0 15-16,0 1-10 0,0 1-3 0,0-1 10 15,0 0-16-15,0-1 0 0,0-2 5 0,0 0 5 16,0-2-3-16,0-9 11 16,0 9-9-16,0-9 9 0,0 0 10 0,0 0-6 15,0 0 19-15,0 0-15 0,0 0 3 0,0 0-10 16,0 0-7-16,0 0 6 0,13 0-13 0,-13-14 15 15,0 0-9-15,15-1 4 0,-15-2 2 16,13 0 7-16,-13-2 20 0,0 0-8 0,14 1 18 16,-14-1-4-16,11 0-11 0,-11 2 4 0,0 2-4 0,14 2-16 15,-14 2-4-15,0 2-18 0,10 9-17 0,-10-9-5 16,0 9-15-16,0 0 19 0,13 0-10 0,-13 0 15 16,0 0 25-16,15 0-13 0,-15 11 16 0,15 2-6 15,2 1-12-15,-4 2 8 0,2 0-9 0,-2 1 9 16,1 1 2-16,2 0-6 0,-2 0 13 0,2-1-6 15,-2-2 5-15,-14 0 2 0,16-1-9 0,0-2 0 16,-16-2 2 0,14-1 0-16,-14-9 12 0,16 9 4 0,-16-9 1 15,0 0 10-15,0 0-10 0,13 0 4 0,-13 0-16 0,0 0-7 16,0 0 13-16,14-13-11 0,-14 0 15 16,14 1-3-16,-14-2-15 0,0 0 4 0,16-2-3 15,-16 0 7-15,16 1 6 0,-16-1-4 0,13 1-7 16,-13 0 0-16,14 1-2 0,-14 0 1 0,0 3 5 0,14 1-9 15,-14 2-6-15,0 8 2 0,16-11-13 0,-16 11 6 16,14-9 3-16,-14 9-7 0,17 0 18 0,-4 0-5 16,3 0-4-16,-2 0-1 0,2 0-9 0,-3 0 4 15,2 0 4-15,1 12 5 0,0-4 8 0,-2-8-7 16,-2 11 12-16,-12-3-3 0,15-8 0 0,-15 10 0 16,15-10 1-16,-15 9 7 0,0-9 2 0,0 0 13 15,0 0-5-15,0 0 7 0,0 0 0 0,0 0-11 0,0 0 2 16,0 0-12-16,0 0 4 0,0 0-4 0,0 0-11 15,0 0-5-15,0-10-8 0,0 0 19 0,0 10-2 16,-18-10 8-16,2 10-14 0,0-8-7 0,2 8 5 16,-2 0 0-16,-1 0 11 0,4 0-17 0,-4 0-4 15,3 0 9 1,-2 0-6-16,16 0 8 0,-18 11-8 0,3 0-7 16,15 0 9-16,-18 0 4 0,18 2 11 0,0-2-3 15,-14 3-13-15,14-2 6 0,0 0-1 0,0 1 0 16,0 0-2-16,0-1-17 0,0-1 6 0,0 0-14 15,0-1 3-15,19 1 10 0,-3-2-14 0,0-9 28 16,1 11 9-16,0-11 2 0,4 10 17 0,-5-10-22 16,4 0 13-16,-4 0-6 0,3 0-2 0,-6 0 17 15,1 0-18-15,-14-12 13 0,18 3-3 0,-18-2-20 16,15-1 14-16,-15 0-12 0,0-2 10 0,0 1 19 0,0 2-2 16,0-3 2-16,0 2-4 0,0 1 4 0,0 0-7 15,0 11 9-15,0-10-15 16,0 10-13-16,0-8-13 0,0 8-13 0,0 0 2 15,0 0 0-15,0 0 6 0,0 0 10 0,0 0 13 16,0 0 3-16,0 0 6 0,0 14-6 0,0-2-11 16,0-1 5-16,0 3-1 0,0-1 7 0,0 0 0 0,0 1-3 0,0 0 2 0,0 0 1 31,16-1 2-31,-2-1-7 0,-1-1 13 0,4-1-6 16,-2-1 0-16,4-9 3 0,-2 8-4 0,0-8-1 15,2 0 17-15,2 0 10 0,-1 0 6 0,1 0 21 0,-2 0-10 16,1 0 2-16,1-9-12 0,-3-2 8 0,-1 0-8 15,-1-1-6-15,-2-3 16 0,0-2-28 0,-14 0 18 16,16-2 3-16,-5-3 6 0,-11 0 18 0,0-1-13 16,14 1 6-16,-14-3-11 0,0 1-13 0,0 0 6 15,0 0-12-15,0 1 0 0,0 3 9 0,0 0 4 16,0 3 20-16,0 5-14 0,0 0-28 0,0 12-16 16,0-10-38-16,0 10-1 15,0 0-2-15,0 0-2 0,0 0 23 0,-14 0-3 16,14 0 22-16,0 11 0 0,0 0-9 0,0 3 9 15,0 4-10-15,0 2 12 0,0 3-11 0,0-1 4 16,0 2 0-16,0 1-4 0,0 0 11 0,0 0-4 0,0 1 5 0,0-2-5 0,0-2-8 16,14 1-9-16,-14-2-28 15,16-2-37-15,1 0-38 16,-4-3-15-16,0-1-7 0,3-2-15 0,-2-3-14 0,2 0-40 16,-16-10-41-16,17 10-40 0,-6-10-15 0,-11 0-48 15,14 0-126-15,-14 0-157 0,0 0-158 0,0 0-193 16,0 0 138-16</inkml:trace>
  <inkml:trace contextRef="#ctx0" brushRef="#br0" timeOffset="127109.58">11352 10394 3904 0,'-5'-4'26'0,"1"-3"25"0,2-1-7 0,0 2 2 0,-1 1-23 15,1 2-24-15,2 1-2 0,0 0-3 0,0 1-24 16,0 0-57-16,0 1-103 0,0 0-154 0,0 0-98 15,0 0-80-15,0 4-58 0,7 1-78 0,-1 0 104 16</inkml:trace>
  <inkml:trace contextRef="#ctx0" brushRef="#br0" timeOffset="127856.81">11820 11698 3082 0,'0'0'20'0,"9"0"31"0,-9 0 27 0,0-6 38 0,0 6 32 15,0-7 9-15,0 7-1 0,0-7-8 0,0 7-20 16,0-7-22-16,0 7-3 0,0 0 2 0,0-8-32 16,0 8-19-16,0 0-16 0,0-8-17 0,0 8-9 31,0-7-4-31,0 7 2 0,0 0-17 0,0-7 3 15,0 7 5-15,-16 0-3 0,4 0 4 0,12 0-5 16,-16 0 8-16,0 0-3 0,16 0-22 0,-14 0 15 16,0 0 1-16,14 0-14 0,-13 0 16 0,13 0-7 15,0 0 2-15,-14 8 2 0,14-8 10 0,0 6 4 0,0-6-10 16,0 9 11-16,0-9-6 0,0 11 3 0,0-3 6 16,0 1-9-16,0-2 1 0,0 2-5 0,17 1 0 15,-1 0 21-15,1 1 4 0,4 0 6 0,-2 1-15 0,3 0 4 16,2 1 0-16,1 1-4 0,-1 2 1 0,1-1-21 15,-1 0-1-15,-1 0-3 0,-5-1 6 0,1 0 6 16,-6-2-9-16,-13-2 19 0,14-10-1 0,-14 14 1 16,0-6 13-16,0-8-1 0,0 12 11 0,0-12 16 15,0 12 27-15,0-12-19 0,0 12-10 0,-21-12-2 32,-1 10-32-32,3-10 3 0,-3 0 6 0,-1 0-21 15,-3 0 4-15,2 0 3 0,-1 0-15 0,3 0 4 0,-2 0-27 16,5 0-42-16,-1 0-37 0,2-10-64 0,2 0-45 15,2 10-42-15,3-10-95 0,11 1-83 0,-13 9-136 16,13-10-117-16,0 10-64 0,0-12 44 0</inkml:trace>
  <inkml:trace contextRef="#ctx0" brushRef="#br0" timeOffset="128132.14">12166 11649 4062 0,'0'-8'48'16,"0"8"26"-16,0-7 28 0,0 7 25 0,0 0-46 15,0 0-19-15,0 0-20 0,0 0-18 0,0 0-17 16,0 0-12-16,0 0 1 0,0 0-11 0,0 0 13 16,0 0 9-16,0 8-11 0,16 1 4 0,-16 0 10 15,0 3-15 1,14 1 13-16,-14 1-3 0,13 1 0 0,-13 1 13 15,14 0-12-15,-14 0-11 0,14 1-60 0,-14-3-71 16,14 1-86-16,-2-1-86 0,-12 1-50 0,9-3-92 16,-9-2-32-16,0-1-22 0,0-9 8 0,0 11 13 15,13-11 22-15</inkml:trace>
  <inkml:trace contextRef="#ctx0" brushRef="#br0" timeOffset="129248.82">12096 11712 3106 0,'-14'0'3'16,"14"-6"32"-16,0 6 10 0,0-5 8 0,0 5 4 0,0 0-32 15,0 0-2-15,0 0 19 0,0 0 2 16,0 0 36-16,0 0 5 0,18 0-21 16,2 0 14-16,1 6-28 0,6-6 8 0,3 7 1 0,1-7-13 15,4 7 4-15,0-7-12 0,-2 7 4 0,3-7-9 16,-1 0-4-16,-2 0-14 0,-3 0 10 0,0 0 4 15,-6 0 14-15,-3 0 20 0,-1 0 12 0,-7 0-6 16,-1 0-5-16,-12 0-4 0,0 0-32 16,13 0 5-16,-13 0-4 0,0 0-11 0,0 0-1 0,0-7-8 15,0 7-11-15,0-9-3 0,0 9 1 0,-14-8-6 16,0 8 6-16,1-7 6 0,-2 7-14 0,0 0 4 16,0 0-5-16,-2 0 5 0,0 0 7 0,4 0 0 15,-2 0-5-15,2 0-5 0,13 11 4 16,-16-1 7-16,5-1-4 0,11 0 2 0,0 0 9 0,-13 0-15 0,13-1 19 15,0 4-3 1,0-3-6-16,0 1 5 0,0 0-4 0,0 0 0 0,0-1 2 16,0 1 0-16,18-3-3 0,-1-7 5 0,-1 11-9 0,1-11 3 0,1 0 2 15,1 7-6-15,1-7 18 0,-4 0-11 0,3 0-12 16,-4 0 8 0,-2 0-8-16,0 0 10 0,0 0 16 0,-13 0-3 15,13-8-7-15,-13-1 5 0,12 1-17 0,-12 1 2 16,0-3 17-16,0 0-7 0,0 2 22 0,0 0-5 15,0 0-5-15,0 8 0 0,0-10-8 0,0 1 6 16,0 9 1-16,0 0-15 0,0 0-6 0,0-7-14 0,0 7 1 16,0 0 2-16,0 0-5 0,0 0 11 0,0 0-2 0,0 0 15 15,0 0-4-15,0 0 1 0,0 0-2 16,0 12 2-16,0-3 4 16,0 0-8-16,0 0 14 0,14 0-11 0,-14-1 13 0,15 1-14 15,0-9 9-15,-2 10-3 0,3-10-11 0,-2 11 24 0,3-11-18 0,0 0-2 16,1 9 3-16,0-9-6 0,-1 0 9 15,4 0 31-15,-5 0 37 16,1 0 16-16,-4 0 0 0,-13-13 12 0,18 2-42 0,-18-1-1 0,17 1 3 0,-17-4-22 16,15 1 16-16,-15-4-29 0,15-2-4 0,-15-1-1 15,0-2 1 1,0-2 23-16,0-1-1 0,0-1-6 0,0 0 1 16,0-4 15-16,0 1-2 0,0 0-4 0,0 2 2 15,0 2-7-15,-13 1 8 0,13 3 8 0,-16 3-17 16,16 4-18-16,0 3-24 0,-14 12-27 0,14-10-3 15,0 10-10-15,0 0 2 0,0 0 8 0,0 0 12 16,0 0 6-16,0 0-1 0,0 11 12 0,0 2-11 16,0 1 7-16,0 2 5 0,0 4-3 15,0 2 2-15,0 0-3 0,0 3 1 0,0 1-7 0,0-1-1 0,0 0 12 16,13 2-3-16,0-2 3 0,0-1 17 0,1 0-19 16,2-1 4-16,1 0 10 0,1-4-16 0,3 0 14 15,1-1 6-15,-3-2-13 0,4 0 10 0,1-4-16 16,-3 1 3-16,6-4 1 0,-2 0 4 0,0-9 4 15,2 0 0-15,-2 9 12 0,-1-9-5 0,2 0 21 0,-3 0 0 32,-1 0-4-32,-1 0-4 0,-4-9-9 0,2-1-18 0,-5-1 5 0,-1 0-4 0,0-1 1 15,-13-3 11-15,13 1-13 0,-13-2 8 16,0 0-15-16,0 1-2 16,0 0-5-16,0 0-1 0,0 2 13 0,0 1-8 15,0 2 19-15,0 1-8 0,0 2-15 0,0 7 18 16,0-8-25-16,-15 8 11 0,1 0 0 0,1 0-16 15,0 0 18-15,-1 0-9 0,1 0 7 0,-2 0-2 16,0 13 0-16,0-1 2 0,0 0-1 0,2 0 16 0,13 2-17 0,-15-2 5 16,15 3 5-16,-14-1-6 0,14 0 23 15,0 0-14-15,0 2-5 0,0-2 7 0,0 1-12 16,0-1 17-16,16 1-1 0,-3-1-2 0,4-1 2 16,2 0-2-16,1 0 4 0,2-3-13 0,4-10 13 15,-4 12-14-15,3-12 14 0,2 8 5 0,0-8-24 16,-2 0 10-16,0 0-27 0,-2 0-38 0,-3 0-35 15,2 0-52-15,-6 0-36 0,1 0-51 0,-4 0-53 0,-13-11-70 16,16-1-97-16,-16 0-59 0,0 1-121 0,0 0-60 16,0 0-64-16,0-1-44 0</inkml:trace>
  <inkml:trace contextRef="#ctx0" brushRef="#br0" timeOffset="129484.46">12780 11468 3306 0,'0'0'19'15,"0"0"-3"-15,0 0 46 0,0 0 53 0,18 0 27 16,5 0 48-16,4 0-24 0,4 0-28 0,7 0-18 0,5 0-27 16,1 0-16-16,3 0-34 0,0 0-23 0,-2 0-5 15,-2 0-7-15,-3 0 10 0,-4 8-7 0,-8-8-17 16,-4 0-17-16,-3 0-30 0,-9 0-49 0,-1 0-89 15,-11 0-110-15,0 0-101 0,0 0-188 0,0 0-122 16,0 0-104-16</inkml:trace>
  <inkml:trace contextRef="#ctx0" brushRef="#br0" timeOffset="130375.89">15623 10175 872 0,'1'3'17'0,"1"-1"28"0,-1 0 24 0,-1 1 24 0,2-2-1 16,-2 2 2-16,4 0-1 0,-2-1-16 0,-1 0 5 16,1 1-10-16,0-1-15 0,-1 0 28 0,1 1 1 15,-1-1 6-15,-1 0 25 0,2 0-1 0,-2-1 12 16,0 0 15-16,0-1 22 0,0 0 31 0,0 0 25 16,0 0 36-16,0 0 16 0,0 0 16 0,0 0-8 15,0-2-24-15,0 0-40 0,0 0-79 0,0-2-43 16,0 1-34-16,0-3-18 0,0-2 7 0,0 0 5 15,0-3-12-15,-2-1 2 0,-1-2-13 0,2-2 0 16,-1 1 17-16,0-2-3 0,1 1 13 16,-2-1-13-16,-2-2-18 0,2 1-3 15,2 1-11-15,-4-1 7 0,1 0-11 0,1 1-2 0,2 1 0 0,-1 1-12 0,0 2 10 16,2 2-7-16,-1-1 6 0,-1 3-4 0,2 2-7 31,-1 2-1-31,1 1-10 0,0 0 3 0,-2 4 6 16,-1 0-24-16,3 0-28 0,0 0-35 0,0 0-61 15,0 0 3-15,0 0-13 0,0 3-20 0,0 0-14 16,0 0-58-16,0-1-50 0,0 3-78 0,0-1-22 0,-3 2-8 16,0-3-33-16,1 4 14 0,-1-2-56 0,0-1-17 15</inkml:trace>
  <inkml:trace contextRef="#ctx0" brushRef="#br0" timeOffset="130760.22">15374 9915 2281 0,'-1'2'16'0,"1"-2"17"0,0 0 25 16,0 0 20-16,0 0 16 0,0 0 18 0,0 0 25 15,0 0 9-15,0 0 11 0,1 0 11 0,2 0-1 16,-1 0 10-16,1 0 3 0,2 0-19 0,-1 0-5 16,4 0-18-16,1 0-21 0,1-4-3 0,1-1-19 31,2 1-3-31,1-1-14 0,1 0 4 0,0-2 3 15,1-1-11-15,0 0 9 0,-2-1-26 0,4 0-4 0,-4-1 0 16,2 0-3-16,-2-1 10 0,-2 0-20 16,0 0 5-16,-3 2-3 0,0 0-14 0,-1 1 10 0,-3 2-21 15,0 0-10-15,-2 2-4 16,2 0-20-16,-4 1 9 0,1 3-11 0,-1 0-2 0,-1 0 6 0,0 0-1 0,0 0 7 0,0 0-9 0,0 3 13 16,0 2-8-16,0 0 10 0,4 1 4 15,1 2-1-15,-2 2 3 0,2 1 5 0,-1 1-4 16,4 1-5-16,0 1-29 0,-2 1-49 0,2 0-35 15,2 1-51-15,-2-3-24 0,1 1-5 0,-1 0-18 16,1-2-35-16,-1 0-66 0,1-1-82 0,0 0-39 16,0-1-52-16,-1-1-33 0,5-1-62 0,-4-1-16 15</inkml:trace>
  <inkml:trace contextRef="#ctx0" brushRef="#br0" timeOffset="131072.34">16367 10051 3106 0,'0'-9'65'0,"0"3"71"0,0-1 74 0,0 7 58 0,0-7-26 16,0 7-22-16,0 0-64 0,0 0-58 15,0-7-39-15,0 7-58 0,0 0 0 0,0 0-11 16,0 0 1-16,0 0 12 0,0 0-13 0,0 0 12 16,0 0-10-16,0 9 4 0,0 1 5 0,0 0-12 15,0 2 22-15,17 3-14 0,-17 1 18 0,16-1-12 16,-16 3 8-16,14-1 1 0,-14 0-18 0,13 0 21 0,-13-2-34 16,19 0-49-16,-8-1-85 15,-11 1-102-15,16-3-102 16,-16 0-129-16,11-2-49 0,-11-10-26 0,0 11-61 0,14-11 32 0</inkml:trace>
  <inkml:trace contextRef="#ctx0" brushRef="#br0" timeOffset="132716.84">16228 9988 3694 0,'-16'-10'38'16,"16"-1"45"-16,0-1 19 0,0 3 21 0,0 2-19 15,0 7-24-15,0-7 10 0,0 7-10 16,0 0 12-16,0-8-9 0,22 8-4 0,0 0 3 16,3 0-16-16,2 0 4 0,2 0-16 0,6 0-7 15,1 0 4-15,2 0-11 0,0 15-12 0,3-2 5 16,-3 0-22-16,0 0 1 0,-1 2-3 0,-6 0-6 16,1 1 1-16,-5-1-12 0,-4 2 14 0,-1-2-7 15,-6 1-1-15,-3 1-1 0,-13-1-9 0,0 0 10 16,0 0 11-16,0 0 11 0,0 0-11 15,0 0 15-15,0-1-19 0,-18 1-8 0,-3-1 22 16,0-1-15-16,-8 0 1 0,-1-3 13 0,-2 0-20 0,-1-11 6 16,-4 10 13-16,0-10-16 0,2 0 14 0,-1 0-16 15,1 0-8-15,2 0 25 0,1 0-15 0,5 0 3 16,2 0 7-16,6-13-12 0,2 2 16 0,1 1 0 16,16 0 6-16,0 1 2 0,-13-1 2 0,13 0 5 15,0 1-20-15,0-1 12 0,0 0-18 0,0 10 0 16,0-11-5-16,0 2-9 0,0 9 4 0,0 0-4 15,18 0 2-15,-1 0 8 0,0 0 6 0,1 0-10 0,1 0 13 16,0 0-14-16,1 0-7 0,4 0 23 0,0 14 1 16,1-1-15-16,4 0 17 0,-1 0-24 0,-1 0 9 31,1-1 21-31,2 1-16 0,1 0 18 0,-1-2-10 0,-2 0-26 16,2-2 17-16,-2-9-10 0,2 11-4 0,-1-11 25 15,-1 12-6-15,2-12 0 0,-4 0 9 0,2 0-8 16,-1 0-3-16,-2 0-1 0,1 0 9 0,-4 0-3 15,0 0-9-15,-1-12 17 0,-1 0-24 0,-4 0 6 16,1-4 1-16,-17 0-15 0,20-3-3 0,-5 0 20 16,-15-2-3-16,0 1-3 0,0-3 14 0,0 2-21 15,0-1-6-15,0 3-1 0,0 0 17 0,0 1-8 0,0 1-7 16,0 1 14-16,-22 3-43 0,3 1 20 16,0 3 14-16,0 9-35 0,0-10 34 0,0 10-20 0,0 0 3 15,3 0 41-15,-2 0-33 0,1 0 17 0,2 0 3 16,2 12-18-16,13 1 18 0,-16 0-7 0,16 0 5 15,0 1-5-15,0 1 13 0,0 1-3 0,0 1-15 0,0 0 18 16,0 0-15-16,0 2 8 0,0-1 4 16,22 0 1-16,0-1 11 0,-1 1 3 0,5 0 4 15,0-2-15-15,3-2-9 0,2-1-5 0,1-1 17 0,3-12 1 32,0 12-4-32,2-12 0 0,-2 10-12 0,3-10 8 15,-3 0 12-15,2 0-9 0,-6 0-4 0,1 0 4 16,-4 0-7-16,-1-14 14 0,-2 0-7 0,-1 0-5 15,-5-1 2-15,2-1-15 0,-7-1 15 0,3 0-4 16,-4-3-6-16,-13 3 15 0,16-1-16 0,-16 1 8 0,12 1 1 16,-12 0 7-16,0 1 9 0,0 4-5 0,0 1-6 15,0 0-10-15,0 10 12 0,0-8-9 0,0 8-4 16,0 0 2-16,0-9-31 0,0 9 3 0,0 0 16 16,-12 0 0-16,12 0 10 0,-19 0-2 0,3 0-5 15,0 0-9-15,3 0 11 0,-4 13 4 0,3-3-9 16,-2-2 14-16,3-8-9 0,13 14 9 0,-19-3-2 15,7-1 3-15,12-1 1 0,-16 2-11 0,16-1 7 0,0 0-7 16,-14 1 7-16,14-1 10 0,0 1-11 0,0-2 1 31,0 1-6-31,0-10-12 0,0 13 23 0,0-4-2 0,0-9 10 0,14 13-8 0,2-13 1 0,-4 9 4 16,6-9-17-16,-4 0 20 0,3 0-11 0,-1 0-9 16,2 0 18-16,-4 0-10 0,2 0 17 0,-2 0-10 31,2-11-15-31,-16 0 22 0,14 1-28 0,-14-1 13 0,16-1 5 15,-16-1-15-15,0 1 18 0,0-1 0 0,0 1 3 16,0 0-9-16,0 0 4 0,0 0 6 0,0 4 6 16,0-1 1-16,0 9-11 0,0-10-19 0,0 10 7 15,0 0-20-15,0-7 9 0,0 7 13 0,0 0-12 16,0 0 16-16,0 0-18 0,0 0 8 0,0 0-5 0,0 0 12 16,0 8 11-16,0 1-1 0,0 2-2 0,0 1 2 15,0-1-2-15,0 4-18 0,0-4 25 0,14 3-2 16,2-2-4-16,-5 0 10 0,3-1-25 0,-1-2 2 15,2-9 15-15,3 13-15 0,1-13 13 0,0 10-5 16,0-10 3-16,1 0 11 0,-1 0 5 0,0 0-11 16,0 0-11-16,0 0 8 0,-2 0-11 0,1-12 20 15,-2-1-12-15,-2 0-6 0,-14-1 11 0,19 0-6 0,-5-2 4 32,-14 0 6-32,0-1-16 0,14-1 4 0,-14 0 3 15,0 0 11-15,0 0-5 0,0 1-7 0,0 0 12 16,0 0-20-16,0 3 5 0,0-1 14 0,0 4-20 15,0 0 11-15,0 4-11 0,-17 7-16 0,17-9 12 16,-16 9-16-16,16 0 25 0,-20 0-4 0,4 0 2 16,0 0 9-16,0 0-8 0,2 14 2 0,14-1-7 15,-20 1-2-15,5-2 3 0,15 2 9 0,-15 1-2 0,15-1 4 16,0 1-5-16,-15-1-1 0,15-1 10 0,0 1-9 16,0-2 10-16,0 2-15 0,0-2-3 0,0 0 15 15,0-1-3-15,0 0 7 0,21-1-2 0,-5-2-15 16,2-8-6-16,0 11 8 0,1-11 9 0,1 11 13 15,1-11-4-15,1 0 0 0,-1 0 3 0,-2 0-11 16,0 0-5-16,-3 0 10 0,1 0-14 0,-4-15 9 0,-13 2 16 16,17 0-14-16,-17-3 9 0,14 1-15 0,-14-3 13 31,0-2-3-31,0 0-9 0,0-3 20 0,0 0-14 0,0-3 10 0,0-1 6 0,0 1 7 0,0-3-4 16,0 0-2-16,-21-2 15 0,4 2-35 0,3 1 11 15,-2 0 5 1,16 4-3-16,-17 1 25 0,17 4-13 0,-16 3-5 15,16 4-24-15,0 12-13 0,0-12-11 0,0 12-17 16,0 0 9-16,0 0 1 0,0 0 14 0,-14 0 16 16,14 19-12-16,0 0 14 0,0 2-8 0,0 3-9 15,0 4 17-15,0 1-3 0,0 2 0 0,0 0 6 16,14 0 3-16,3 2-5 0,-2-1 5 0,0-3-6 16,0 0 10-16,0-3-4 0,-2-2-10 0,0-2 9 15,-13-3-38-15,17-3 10 0,-4-2-15 0,-13-2-24 0,16-3-9 16,-16-9-27-16,14 9-13 0,-14-9-36 0,12 0-33 15,-12 0-61-15,0 0-130 0,0 0-133 0,0 0-208 16,0 0-177-16,0 0-23 0</inkml:trace>
  <inkml:trace contextRef="#ctx0" brushRef="#br0" timeOffset="133216.79">18941 9978 2719 0,'0'-7'27'16,"0"-2"11"-16,-13 1 41 0,13 1 8 15,-14 0-8-15,14 2 14 0,0-2-23 0,-16 1 2 16,16 1-9-16,0-1-1 0,-14 6-23 0,14-7 3 15,0 2 10-15,-14 5-13 0,14-5 9 0,-14 5-16 16,14 0-28-16,-13 0-3 0,13 0-5 0,-16 0 4 16,16 0 1-16,-12 0-5 0,12 0 0 0,-14 0-6 15,14 6 18-15,-12 0-7 0,12 1 7 0,0-2 26 16,0 1 5-16,0 1 6 0,0 1 31 0,0 2 0 16,0-2 21-16,0 3 13 0,0 0-12 15,19 2 15-15,-3 0-27 0,1 0-1 0,-1 1-27 16,6 1-24-16,-1 0 1 0,0 1-5 0,1-1 7 15,1 0-14-15,1 0-10 0,-5-1 0 0,2-1-16 0,-5 0-3 16,-1-1 4-16,-15-2-5 0,12-1 11 0,-12-9-4 16,0 10-1-16,0-10 15 0,0 9 5 0,0-9 13 0,0 0-6 15,0 0-14-15,0 9-8 0,-17-9-2 16,0 0 11-16,0 0 10 0,-5 0-11 0,-2 0 4 0,-1 0-2 16,-2 0-20-16,0 0 10 0,-2 0 0 0,2-9-12 15,1 0 10-15,0 2-19 0,3 7-45 0,0-11-51 16,3 4-72-16,3 0-63 15,4 0-64-15,2 0-48 0,11 7-112 0,0-7-62 0,0 7-54 0,0-11-78 16,0 2 93-16</inkml:trace>
  <inkml:trace contextRef="#ctx0" brushRef="#br0" timeOffset="133479.93">19173 9810 3840 0,'0'-6'36'0,"0"6"28"0,0-10 8 0,0 10-2 0,0 0-31 16,0 0-22-16,0 0-21 0,0 0-8 0,0 0 7 15,0 0-10-15,0 0 14 0,0 9 16 0,0 0-19 16,0 4 23-16,0 1-4 0,0 2-8 0,0 1 7 16,0 3-17-1,0-1 25-15,13 2-14 0,-13 0 1 0,15 1 1 16,-1 0-17-16,-14 0 15 0,12-1 18 0,1 0-22 0,-13-1-60 0,14-2-76 0,-14 0-128 15,13-2-87-15,-13-1-122 0,0-1-61 16,12-2-18 0,-12-3-92-16,0-3 109 0</inkml:trace>
  <inkml:trace contextRef="#ctx0" brushRef="#br0" timeOffset="134579.65">19104 9964 2972 0,'0'0'16'0,"0"-5"-5"0,0-1 20 0,0 6 7 16,0 0 11-16,0 0 35 0,0 0-20 0,14 0 24 15,2 0-6-15,3 0-8 0,4 0 17 0,2 0-6 0,5 8-7 16,1-1 5-16,5 0-12 0,2 0-6 0,0-7-1 16,0 8-14-16,-3-8 9 0,3 7 3 15,-5-7-4-15,-1 0 16 0,-4 0 5 0,-3 0-12 16,-4 0 12-16,-4 0-14 0,-4 0-4 0,-13 0-6 0,0-9-9 15,0 2-11-15,0 7-17 0,0-10 7 0,0 1-16 16,0 2-4-16,0 1-6 0,0-1-6 0,0 0-4 16,0 7-1-16,0-10 17 0,-14 10-18 15,14-7 15-15,-19 7 0 0,3 0-13 0,0 0 8 0,4 0-2 16,-6 0-1-16,5 10-20 0,-2-2 22 0,2 2-16 16,13 1 18-16,-17 1 8 0,4 0-6 0,13 0 5 15,0 1-17-15,-14-1 17 0,14 0-5 0,0 2 4 31,0-2-6-31,0 0 2 0,0-1-5 0,0 0 7 16,0-2 0-16,0 2 9 0,0-2-3 0,0-2-4 0,17 2 13 16,-1-9-15-16,-2 8 5 0,-2-8 4 0,3 0-9 15,-4 0 18-15,-11 0-11 0,19 0-5 0,-19 0 16 16,16 0-22-16,-16 0 2 0,16-9 4 0,-16 0-7 0,0-2-1 0,14 1-1 16,-14-1 4-16,0 0-2 0,0-2-1 0,0 2 25 15,0 1-22-15,0-1 13 0,0 3 1 16,0 0-16-16,0 0 0 0,0 8-11 0,0 0 0 15,0-6-1-15,0 6-4 0,0 0 3 0,0 0-13 16,0 0 19-16,0 0 12 0,0 0-5 16,0 0 17-16,0 0-12 0,0 8-4 0,0 1-2 15,16 0 2-15,-16 0-2 0,14 0 15 0,-14 2-2 0,17-2 7 0,-2 2-13 16,-1-2-4-16,-1-1 6 0,2-8-6 0,0 10 12 16,-1-10 4-16,0 8-7 0,3-8-1 0,-1 0 16 15,0 0 1 1,-2 0 36-16,-1 0 11 0,1 0-22 0,-14-12 14 15,21 1-24-15,-21-1-6 0,14-1 7 0,-14-2-12 0,16 0-3 16,-16-2 7-16,0-4-2 0,13-1-18 16,-13 0 7-16,0-4-12 0,0-1 11 0,0-2 13 15,0-1 5-15,0-3 12 0,0 2-1 0,0-1-14 16,0-1-2-16,0 0 2 0,0 4 4 0,0 0 13 16,0 4-8-16,0 2-13 0,0 6-10 0,0 3-14 15,0 3-12-15,-13 11-9 0,13-9-11 0,0 9 0 16,0 0 7-16,0 0-3 0,0 0 15 0,0 0 11 15,0 13-2-15,0 1 6 0,-18 1-3 0,18 3-8 16,0 4 7-16,0 2-7 0,0 3-9 0,0 1 6 0,0 0-3 16,0 1 10-16,0 0-1 0,0 1 8 0,0-1 3 15,19 0-12-15,-3-1 14 0,3 0-9 0,0-3 14 16,3-2 4-16,2 1-11 16,1-3 6-16,-1-2-17 0,3-2 8 0,0-2 0 0,0-3 4 0,0 0 1 0,-1-4-6 15,0-8 6-15,-2 0 7 0,-2 0-3 0,0 0 15 31,-5 0-6-31,2 0-16 0,-2 0 11 0,-1 0-15 16,-4-12 5-16,-12-1-3 0,17 3-15 0,-17-2 11 16,13-1-10-16,-13-1 4 0,0 1 0 0,0-1-10 15,0-2 16-15,0 2-13 0,0 1 3 0,0-1 8 16,0 0-24-16,0 2 12 0,-18 2-5 0,1 1-13 16,1 3 16-16,-1 6 5 0,-1 0 4 0,-1 0 2 15,0 0-10-15,3 0-5 0,-1 0 5 0,3 0 6 0,-2 12 1 16,16 1-4-16,-14-1 8 0,14 2-10 0,-16-2 7 15,16 3 10-15,0 1-12 0,0-1 10 0,0 2 2 16,0-2 2-16,0 2 2 0,0 2 4 0,0-1-2 16,22-1-8-16,-3 1 14 0,0-1-7 0,3-2 6 0,0 2-9 15,3-2-23-15,-1-1-19 0,3-2-36 0,0-1 10 16,-3-1-39-16,-1-10-16 0,-3 11-19 0,-2-11-30 16,-2 8-20-1,-16-8-19-15,19 0-75 0,-8 0-121 0,-11 0-58 0,0 0-135 0,0-9-19 0,0-1 27 31,0-2-28-31,0-2 76 0</inkml:trace>
  <inkml:trace contextRef="#ctx0" brushRef="#br0" timeOffset="134807.56">19641 9800 2803 0,'-14'-6'5'0,"14"6"20"0,0-6 36 16,0 6 35-16,0 0 47 0,0 0 19 15,0 0-7-15,22 0-5 0,0 9-22 0,5 2-16 16,3-1 2-16,2 0-10 0,4 0-15 0,1 0-19 16,1 0-21-16,-2 1-7 0,-1-3-12 0,-4-1 6 0,-5-7-7 15,-4 8-5-15,-5-8-12 0,-6 0 1 0,-11 0-13 16,0 0-23-16,0 0-33 0,0 0-121 0,0 0-124 16,0 0-117-16,0 0-198 0,0 0-135 15,-20 0-57-15</inkml:trace>
  <inkml:trace contextRef="#ctx0" brushRef="#br0" timeOffset="136397.03">3367 12560 1727 0,'0'0'55'0,"14"0"35"0,-14 0 43 0,0 0 84 0,12-5-21 16,-12 5 4-16,0 0-9 0,12-2-60 0,-12 2-4 16,0-3-18-16,0 3-4 15,0 0 4-15,0 0-9 0,0 0-2 0,0 0 1 16,0 0-8-16,0 0-3 0,0 0 4 0,0 0-8 0,0 0-15 16,0 0-12-16,0 0-25 0,0 0-26 15,-14 0 8-15,1 0 5 0,-2 0 5 16,-3 0-1-16,-2 5-8 0,-1-5-4 0,0 5 2 15,2-5 8-15,1 0-5 0,3 3-8 0,1-3-1 16,14 0 5-16,-14 0 2 0,14 0 9 16,0 0-2-16,0 0-10 0,0 0-5 0,0 0-3 0,0 0-8 15,0 4-7-15,0-4 18 16,0 0-11-16,0 0 4 0,0 0 0 0,0 0-8 0,0 5 3 16,0-5 3-16,0 5 13 0,0 0-9 0,0 0 2 0,0 0 7 15,0 3-2-15,0 0 0 0,0 2 1 0,0 1 4 16,0 0-12-16,0-1 12 15,0 2 6-15,0 1-4 0,0-1 12 0,0 2 9 0,0-2 4 0,0 2-4 16,0 1-1-16,0-1-2 0,0 1-2 0,0-1 1 16,0-2-1-16,0 2-20 0,0-2-4 0,0 0-12 15,0-1 2-15,0 1 11 0,13-2-4 0,-13 0 20 16,0-1 12-16,0 1 3 0,12-2 13 0,-12-1 3 16,0 0 0-1,11 0-5-15,-11-7 10 0,13 9 0 0,-13-2-2 16,12 1 3-16,0-8-13 0,2 7-23 0,-1-7 0 0,2 7-20 15,1-7 6-15,0 0 6 0,0 8-10 16,1-8 14-16,-1 0-14 0,0 0-30 0,-3 0-51 16,-13 0-58-16,18 0-43 0,-5 0-59 0,-13 0-68 15,0-8-55-15,14 1-114 0,-14 0-121 0,0-3-31 16,0 0-21-16,0-2-7 0,0-1 109 0</inkml:trace>
  <inkml:trace contextRef="#ctx0" brushRef="#br0" timeOffset="136579.65">3121 12794 2593 0,'0'0'23'16,"0"0"37"-16,0 0 39 0,0 0 31 0,0 0 15 15,15 0-13-15,1 0-3 0,2 0-5 0,0 0-15 16,2 0-6-16,0 0-22 0,-1 8-31 16,3-8-14-16,0 0-23 0,-4 0-18 0,4 7 8 15,-3-7-64-15,-3 0-100 0,1 0-121 0,-1 0-228 16,0 0-161-16,-3 0-125 0</inkml:trace>
  <inkml:trace contextRef="#ctx0" brushRef="#br0" timeOffset="137196.59">3794 12739 3653 0,'0'0'21'15,"0"-6"26"-15,0-2 15 0,0 8 21 0,0-4-2 16,0 4-20-16,0 0-3 0,0 0-18 0,0 0-15 16,0 0-12-16,-14 0-9 0,1 0-4 0,13 0-3 15,-16 0 19-15,4 6-15 0,-1-6-7 0,2 10 11 16,11-2-16-16,-16 0 17 0,3 1 3 0,13 0-15 0,-12 0 8 16,12 2 2-16,0-2-8 0,0 0-4 0,-11 1 13 15,11 0-3-15,0-2 17 0,0 1 10 0,0-2-12 16,0 1 3-16,0 1 8 0,13-1 5 0,1-2 10 15,-1 2-4-15,0-8-3 0,2 8-5 16,-1-8 7-16,0 0 17 16,2 0 16-16,-3 0 30 0,0 0-13 0,-1 0-4 0,-12 0-3 0,13 0-21 0,-13-13 9 15,14 3 1-15,-14 0-2 0,0 1 14 0,0-1 4 16,0 1-2-16,0 1-12 16,0 8-32-16,0-10-11 0,0 1-2 0,0 9-24 0,0-7 17 15,0 7-14-15,0 0-25 0,0 0 10 0,0 0-8 0,0 0-9 16,0 0 10-16,0 0 25 0,0 0-5 15,0 0 13-15,0 0 1 0,0 7-29 0,0 2 9 16,0-1-16-16,0 4 8 0,0 2 3 0,0 3-6 16,11 2 26-16,-11 2-10 0,13 2 3 0,1 1-6 15,-3 3-6-15,0-2-7 16,0 1 15-16,2 1 1 0,-1-3-12 0,0 2 8 16,-12-3-10-16,15 0 4 0,-15-2 15 15,13-2 10-15,-13-1-14 0,0-3 3 0,0-1 11 16,0 1-35-16,0-5 11 0,0 0 0 0,0-1-14 15,0-3 29-15,0-6 4 0,0 8-1 0,-14-8 0 16,-4 7 0-16,4-7 9 0,-5 0-3 0,-1 0 2 0,0 0-2 16,0 0-1-16,-2 0 5 0,3-9-9 0,-3-1 1 15,3 0-8-15,1-1-2 0,1-2 10 0,1 0-12 16,16-3-11-16,-15 1-51 0,15-2-59 0,0 0-57 16,0-1-95-16,0 1-45 0,0-3-108 0,0 3-91 15,0 1-122-15,0-1-149 0,13 0-121 0,5 2 151 16</inkml:trace>
  <inkml:trace contextRef="#ctx0" brushRef="#br0" timeOffset="137363.23">4178 12698 4190 0,'0'-7'0'16,"0"2"-12"-16,0 5 11 0,0 0 3 0,0-6-13 15,0 6 11-15,0-4-68 0,0 4-100 0,0-4-132 16,0 4-209-16,0 0-181 0,0 0-163 0,0 0 116 16</inkml:trace>
  <inkml:trace contextRef="#ctx0" brushRef="#br0" timeOffset="137515.54">4246 12861 3022 0,'0'0'23'16,"0"0"31"-16,0 0 15 0,0 0 5 0,0 0-10 0,0 0-36 0,15 0-25 16,0 0-4-16,-2 0-42 0,4 0-77 15,-2 0-145-15,2 0-142 0,-1 0-134 0,3 0-91 0,-5-6 69 16</inkml:trace>
  <inkml:trace contextRef="#ctx0" brushRef="#br0" timeOffset="137679.97">4284 12962 2178 0,'0'0'28'15,"0"0"68"-15,0 0 13 0,0 0 19 0,0 0-23 16,0 0-62-16,0 0-19 0,0 0-44 0,0 0-114 16,0 0-100-16,14 0-139 0,-14 0-145 0,15 0-27 15</inkml:trace>
  <inkml:trace contextRef="#ctx0" brushRef="#br0" timeOffset="138253.6">5198 12646 2812 0,'0'-6'59'0,"13"0"36"0,-13 1 48 0,0 1 69 0,0 4-16 0,0-7 8 32,0 7-10-32,0-6-39 0,0 6-16 0,0-6-13 0,0 6-19 15,0-5-29-15,0 5-20 0,-16 0-26 0,16-5-12 16,-16 5 3-16,2 0-8 0,0 0-10 0,3 0-14 15,-3 0 9-15,14 0 0 0,-16 0 3 16,0 10 1-16,3 0-10 0,0-1 4 0,-1 1-5 16,14 2 11-16,-14-1 2 0,3 3-2 0,11 1 5 15,-13-1 12-15,13 3 1 0,0-1 1 0,0 0 10 0,0 0-8 16,0-2-14-16,0 2 13 0,0-3-10 0,0 2 4 0,0-2 10 0,0 0 20 31,15-1 0-31,2-2 6 0,-1 2 1 0,0-2-16 0,2 0 9 0,0-10 1 0,4 9 21 0,-3-9-2 16,3 0 27-1,-3 0-12-15,2 0 7 0,-2 0 12 16,-1 0 0-16,-3 0 19 0,1 0 3 0,-16 0-8 16,17-14-30-16,-3 2-14 0,-14-3-31 0,15 1-18 15,-15-3-5-15,0-1-20 0,14-2 10 0,-14-1 0 0,0 0-2 16,0-3 2-16,0 3-13 0,0-2 0 0,0 2 7 16,0 1-8-16,-21 2 10 0,4 2-7 0,3 2-20 15,-2 0-16-15,3 4-57 0,0 2-32 0,13 1-47 16,-22 7-14-16,4 0-8 15,0 0-31-15,2 0 6 0,0 0-40 0,2 0-52 0,0 0-48 16,-2 11-75-16,5 0-90 0,11 2-57 0,-16-2-49 16,16 0-128-16,-11 0 167 0</inkml:trace>
  <inkml:trace contextRef="#ctx0" brushRef="#br0" timeOffset="138712.54">5511 12616 4275 0,'0'0'23'15,"0"0"27"-15,0 0 9 0,0 0-6 16,0 0-9-16,0 0-40 0,0 0 3 0,0 0-4 16,0 0-13-16,0 0 15 0,0 0-23 0,0 0 11 15,0 0 6-15,0 0-3 0,0 10 12 16,0 0 5-16,0 1-17 0,0 1 6 0,0 1-3 15,0 2-6-15,-13 1 12 0,13 1-5 0,0 0 0 0,0 2 5 0,0-2-2 16,0-1-3-16,0 0 9 0,0-1-5 0,0 1 7 16,0-2 11-16,0-1 19 0,0 0 20 0,0 0 13 15,15-1 6-15,-2 0 0 16,2-3 6-16,-2-1-6 0,1-8 7 0,2 8 1 0,1-8 10 0,-1 0 12 0,3 0-6 16,0 0 0-16,-3 0 14 0,3 0-5 0,-5 0 20 15,2-15 7-15,-2 2-30 0,-1 0-21 0,-13-2-25 31,16-1-11-31,-16-1-15 0,14-3 8 0,-14 0-10 16,0-1-23-16,0-2 1 0,0-1-10 0,0-1-1 16,0 2-5-16,0-1-10 0,0 2 16 0,0 3-15 15,-21-1 6-15,4 3-5 0,3 2-16 0,-4 2 1 0,2 3-30 16,-1 1-22-16,1 3-36 0,-3 6-33 0,2 0-1 16,-4 0-24-16,3 0-3 0,0 0-22 0,1 10-31 15,1 0-13-15,0 2-57 0,0 0-55 0,4-1-49 16,12 3-44-16,-13 0-91 0,13 2-56 15,0 1-49-15,0-2-62 0</inkml:trace>
  <inkml:trace contextRef="#ctx0" brushRef="#br0" timeOffset="140114.14">3829 14319 2227 0,'0'0'93'16,"-13"0"28"-16,13 0 18 0,-14 0 37 0,3 0-59 16,11 0-6-16,-10 0 8 0,10 0-12 0,-12 0-30 15,12 0-10-15,0 0 2 0,0 0-26 0,-11 0 5 16,11 0-7-16,0 0-16 0,0 0 13 0,0 0-1 15,0 0 7-15,0 0 8 0,0 0 5 0,0 0 2 16,0 0 42-16,0 0 1 0,0 6 14 0,0-6 24 16,0 0-33-16,0 8 11 0,13-8-5 0,-3 11-7 15,2-4-4-15,2-7-8 0,-3 11 0 0,3-1-24 16,3-2 10-16,1 2 2 0,-1-10-19 0,2 11 32 16,4-2-6-16,0-9-40 15,1 10 15-15,3-10-10 0,1 10-12 0,0-10 33 0,4 11-8 0,3-11-21 16,-2 10 6-16,2-2-7 0,2-8 3 0,-1 9 4 15,0-9-8-15,-3 9 1 0,0-9-13 0,-1 0-3 16,-5 9 8-16,1-9-10 0,-5 0-12 0,-3 0-8 16,1 0-12-16,-7 8 9 0,0-8 3 0,-14 0 5 15,13 0-1-15,-13 0-17 0,0 0 13 0,0 0 1 16,0 0-4-16,0 0 12 0,0 0-23 0,0 0 7 16,0 0-4-16,0 0-14 0,0 0-5 0,0 0-47 15,0 0-26-15,0 0-34 0,0 0-47 0,0 0-32 16,0 0-48-16,0 0-30 0,0 0-18 0,-13-5-42 15,13 5-58-15,-17-9-56 0,4 4-107 0,-3 5-38 0,16-10-18 16,-17 3-74 0,1-1 175-16</inkml:trace>
  <inkml:trace contextRef="#ctx0" brushRef="#br0" timeOffset="140535.75">4378 14276 3574 0,'0'-6'44'0,"0"1"59"0,0-1 53 0,0 6 33 0,0 0-11 16,0-5-31-16,0 5-47 0,0 0-13 0,0 0-45 16,0 0-19-16,0 0-7 0,0 0-17 0,0 0 7 15,0 0-7-15,0 0 3 0,0 0 19 0,0 0 11 16,0 0 21-16,0 0 25 0,0 9 12 0,0-9 18 0,0 11 7 16,17 1-7-16,1-1-6 0,2 1-23 0,2 0-20 31,2 1-11-31,1 2-12 0,2 0-5 0,0 0-5 15,-2-1-14-15,-3 0-7 0,-1-2-3 0,-2-1-9 0,-3 2 15 0,-1-2-8 0,-5 0-3 32,-10-1-7-32,14 0 0 0,-14 1-4 0,0 1 15 0,0-2 5 0,0 1-3 15,0 0 3-15,0 0-21 0,0 0-8 0,0 0 11 16,0-1 23-16,0 2 14 0,-17-2 32 16,2 1-1-16,-2-1-14 0,0 0 9 0,1-1-17 0,-1 1-12 15,1-2-5-15,-3-1-13 16,4 1 9-16,0 0-12 0,15-8 4 0,-16 8-1 0,2-1-2 0,14-7 11 15,-16 6-15-15,16-6 10 0,-14 8-11 0,14-8-1 16,0 0 4-16,0 6-13 0,-13-6-36 0,13 0-40 16,0 0-27-16,0 0-52 0,0 0-41 0,0 0-9 0,0 0-48 15,0 0-36-15,0 0-40 0,0 0-74 16,0 0-155 0,0 0-160-16,0 0-158 0</inkml:trace>
  <inkml:trace contextRef="#ctx0" brushRef="#br0" timeOffset="141127.71">4966 14750 1480 0,'12'0'31'0,"-12"6"20"0,0-6 39 0,0 0 31 0,0 6 1 0,0-6 21 16,0 5-23-16,0-5 47 0,0 5-5 0,0-5-20 16,0 5 12-16,0-5-43 0,0 0 3 0,0 0 29 15,0 0-2-15,0 0 15 0,0 0 14 0,0 0 19 16,0 0 23-16,0 0 4 0,0 0 4 0,0 0-30 16,0 0 28-1,0 0-7-15,0 0 2 0,0 0-25 0,0 0-32 16,0 0-19-16,0 0-37 0,0-7 20 0,0 2-19 0,0-4 9 15,0 1 1-15,15-2-15 0,-6-1-23 16,-9-2-26-16,14-2-11 0,-14-2-11 0,13-2 12 16,-1-3 11-16,-12-2 8 0,15-2 8 0,2 0-12 15,-6-2-14-15,3-1-6 0,-1-2-10 16,-3 2 5-16,4 1 1 0,-3 1 9 0,-11 3-7 0,14 2 19 16,-14 1 0-16,13 4-13 0,-13 3 15 0,0 5-35 15,11-1-2-15,-11 4-12 0,0 6-14 0,0-5 4 16,0 5-9-16,0 0-8 0,0 0-2 0,0 0 9 0,0 0-8 0,0 0 16 15,0 0 1-15,0 0-3 0,0 6 2 16,0 3 4-16,0-1 1 0,0 4 6 0,0-1 7 16,16 3 0-16,-16 2 6 0,14 1-21 0,-14 1 10 15,14 1-7-15,-14 0-6 0,11 1 15 0,-11 0-14 16,16 1 9-16,-16-1 3 0,13 0-5 0,-13-1 9 0,15 1-17 31,-3-4 8-31,-12 1 1 0,12-1-5 0,-12 0 15 0,16-3-15 0,-16 0-6 16,13-1-26-16,-13-2-38 15,12 0-34-15,-12-3-30 0,0 1-6 0,0-8-14 16,0 9 1-16,13-9-8 0,-13 0-21 0,0 0 23 16,0 0-28-16,0 0-33 0,0 0-34 0,0 0-124 15,0 0-105-15,0 0-151 0,0 0-95 0,0 0-36 16,0-9-46-16</inkml:trace>
  <inkml:trace contextRef="#ctx0" brushRef="#br0" timeOffset="141417.07">5061 14516 3409 0,'0'0'38'0,"0"0"18"16,0 0 32-16,0 0 27 0,0 0 5 0,0 0 30 16,0 0 34-16,0 0 5 0,0 0-3 0,0 0-12 15,0 0-27-15,0 0-18 0,12 0-11 0,-1 0-29 16,5 0-17-16,0 0-9 0,1 0-10 0,3 9-13 15,0-9-18-15,-1 0 1 0,-2 0-19 0,2 8 0 16,-1-8 12-16,-1 0-15 0,1 0-11 0,-4 0 18 16,-2 0-33-16,4 0-24 0,-16 0-31 0,13 0-82 15,-13 0-35-15,12 0-52 0,-12 0-49 0,0 0-69 16,0 0-85-16,0 0-151 0,0 0-102 16,0 0-137-16,0 0 137 0</inkml:trace>
  <inkml:trace contextRef="#ctx0" brushRef="#br0" timeOffset="142745.16">4741 14547 1845 0,'0'7'45'0,"0"-7"16"0,0 0 33 0,0 0 86 0,0 0 1 16,0 0-4-16,0 0 19 0,0 0-60 0,0 0 15 15,0 0 26-15,0 0-1 0,0 0 35 0,0 0-16 16,0 0 27-16,0 0 2 0,0 0-3 0,0 0-13 0,0 0-10 0,0 0 6 16,0 0-10-16,0 0-18 0,0 0-26 0,0 0-35 15,0 0-23-15,0 0-6 0,0 0-5 0,0-10-8 16,0 2-14-16,0-2 25 0,0 0-13 0,0 1-11 15,0-4-14-15,0 1-7 0,0-1-7 16,0-2 6-16,0 0-2 0,0-3-12 0,0-2 4 0,0 2-3 16,0-3 0-1,0 0 2-15,0-1 2 0,0-2-1 0,0 2 16 0,0 0-7 0,15-1-7 0,-15 2 5 16,15 0-17-16,-5 0 15 0,-10 1-19 0,14 1 2 16,-3 1 9-16,0 1-28 0,2 1 20 0,-2 2-13 15,3-1-4-15,0 1 3 0,2 0 2 0,0 1 5 0,1 1-2 31,1-1 15-31,2 4-14 0,-1-3 8 0,2 2-13 16,2 0-3-16,3 3 11 0,-1 0-12 0,-1-1 22 16,4 2-9-16,1-1 4 0,-1 7-5 0,-1-6-11 15,0 1 6-15,0 5-13 0,0 0 11 0,-5 0-8 16,3 0 4-16,0 0 6 0,1 0-12 0,-1 0 20 16,-1 0-20-16,-2 0-3 0,2 8 13 0,-2-1-11 15,0 0 14-15,0 0-11 0,-3 1-3 0,2 1 2 16,-1 0-9-16,-1 0 17 0,0 0-10 0,0 3-3 0,1-1 18 15,-2 1-11-15,-1-1 12 0,-1 1-7 0,1 0-9 16,-2 0 6-16,-1 1-9 0,-1 1 0 0,-2-2 4 16,1 1 5-16,-12 1 1 0,15 1 17 0,-3-1-11 15,-12 1-12-15,15 1 15 0,-3-1-19 0,-12 1 14 16,13-1 0-16,-13 2-5 0,13 0 6 0,-13 2-14 16,14-1 20-16,-14 0-19 0,0 2 12 0,11-1 6 0,-11-1-11 15,0 0 8-15,0-1-16 0,12 1 12 0,-12-1-12 31,0-2 8-31,0 1 4 0,0-1-18 0,0 1 9 16,0 1-3-16,0 0 7 0,0-2-6 0,0 0 14 16,0 1-6-16,0-3-2 0,0 1 9 0,0 1-17 15,0-3 14-15,0 1-7 0,-12 0 6 0,12-1 3 16,-10 0-4-16,10 0 6 0,-14 1-10 0,14-4 8 0,-11 3-6 16,11-2-6-16,-13 2 14 0,1-3-9 0,12 2 6 15,-13-1 1-15,3 1 4 0,-2 0-6 0,2 0 8 16,-2-1-1-16,2 1-8 0,-1 0 9 0,0 1-6 15,2-3 10-15,-3 3-6 0,0-2-5 0,1 0-4 16,-2 0 0-16,2 1-1 0,0-3 9 0,-3 2 1 0,4-2-10 16,1 1 8-16,-4-2-12 0,4 0 5 0,-1 0 11 15,10-7 1-15,-14 9 9 0,3-2-6 0,1-7-3 16,-2 8-6-16,2-3 4 0,2-5 3 0,-2 8 6 16,0-2-5-16,-1-6-6 0,0 6 7 0,0-6-19 15,-1 8 14-15,-2-8-7 0,3 6-7 0,-3-6 8 16,1 0 7-16,-2 0-13 0,2 6 23 0,-1-6-16 15,-1 0-1 1,3 0 24-16,-2 0-16 0,-1 0 17 0,0 0-22 16,2 0 6-16,-3 0 5 0,3 0-2 0,-1 0 6 15,3 0-15-15,-2 0 9 0,-1 0-8 0,1 0 12 16,0 0 0-16,-4 0-19 0,2 0 14 0,2 0-2 16,-1 0-3-16,1-6 7 0,-1 6-8 0,3-7 5 15,0 0-4-15,-3 7 0 0,4-6 1 0,-1 6-13 0,-1-9 11 16,2 4-6-16,0-1 8 0,-2 6 0 0,2-8-9 0,10 2-2 15,-14-1 0-15,3 0 2 0,0 2 4 16,0-2 6-16,1 0-21 0,1 0 15 0,-4-1 5 16,4-1-7-16,-1 1 14 0,-2-2-22 0,2 1 0 15,-1-1 6-15,0 0 4 0,0 1 8 0,1-1-11 16,10 1 8-16,-14-1-8 0,0 0 0 16,14 1 13-16,-14-2-21 0,4 1 12 0,10-1 5 0,-11 0-11 0,11 0 13 15,-14 0-13-15,14-2 1 0,-11 1 3 0,11-1-3 31,-14-3-1-31,14 2-3 0,-13-1 3 0,13-2-3 16,-10 0 0-16,10 1-2 0,-14-2 2 0,14-1 0 0,0 0 0 16,-11 1 2-16,11 0-2 0,0 0 0 15,-12 0 0-15,12 3 0 0,0 2 0 0,0 1 0 16,0 0 0-16,0 4 0 0,0-1 0 0,0 1 0 16,0-1 0-16,0-1 0 0,0 2 0 0,0-1 0 0,0 1 0 15,0 1 0-15,0 0 0 0,0 7-1 0,0-7-32 0,12 7-17 16,-12 0-30-16,0-5-32 0,0 5-17 15,0 0-19-15,0 0-41 0,0 0-42 0,0 0-33 0,0 0-103 16,0 0-35-16,0 0-71 0,0 0-46 0,0 0-54 16,0 0-73-16,0 0-69 0,0 0-62 0,0 0-15 15,0 0 59-15</inkml:trace>
  <inkml:trace contextRef="#ctx0" brushRef="#br0" timeOffset="144327">5973 14489 2077 0,'0'0'31'0,"0"0"30"0,0 0 31 0,0 0 22 0,0 0-10 15,0 0-8-15,0 0 6 0,0 0 7 0,0 0 0 16,0 0-1-16,0 0-17 0,0 0-14 0,0 0 3 16,0 0 10-16,0 0 5 0,0 0 16 0,3 0 8 15,0 0-5-15,2 0 13 0,0 0-13 0,1 0-16 16,4 2 7-16,-1 1-23 0,5-2 9 0,-1 1-6 16,4 0-12-16,-1 0 8 0,1 1-13 0,4 1 10 15,1-3-3-15,0 2 1 0,3 0 9 0,2-2-6 16,2 3 18-16,0-2-4 0,2 1-16 15,2 0-1 1,0 1-15-16,-1-2-6 0,3 1 17 0,-2 0-8 0,0-1-1 16,2 1-2-16,0 1-17 0,1-2 14 0,0 2-11 15,-1-1 0-15,0 1 6 0,1 0-11 0,1-1 14 16,-2-1-12-16,2 1 7 0,-2-1-17 0,0 1 5 16,0-2 0-16,0 2-12 0,-2-2 8 0,-3 2-24 15,0-2 3-15,-3 1 0 0,0-1-9 0,-5-1-1 0,-3 2 5 16,-2-1-12-16,-1 0 14 0,-5-1-4 0,-1 0-6 15,-4 0 4-15,-1 0-3 0,-2 2 2 0,0-2 1 16,-3 0 0-16,3 0-1 0,-3 0-2 0,0 0 1 16,0 0 0-16,0 0-1 0,0 0 5 0,0 0 0 15,0 0 3-15,0 0 4 0,-4 0-8 0,4 0-10 0,0 0-25 16,-2 0-24-16,2 0-49 0,-2 0-47 0,1 0-48 16,1 0-53-16,-2 0-3 0,2 0-51 0,0 0-70 15,0 0-93-15,0-4-53 0,0 4-141 0,0 0-81 16,0 0-70-16,0-11 44 0</inkml:trace>
  <inkml:trace contextRef="#ctx0" brushRef="#br0" timeOffset="144711.07">7541 14401 4173 0,'0'-9'62'0,"0"1"52"16,0 0 46-16,0 8 42 0,0-9-19 0,0 9-32 16,0 0-33-16,0 0-40 0,0 0-31 0,0 0-23 15,0 0-19-15,0 0-4 0,0 0-19 0,0 0 7 16,0 0-1-16,0 0 14 0,0 0 0 0,0 12 13 16,0-1 3-16,0 0-23 0,0 2 11 0,0 2-9 15,0 3 13-15,0 0 13 0,0 1 5 0,0 1 6 16,0 1-9-16,0 1 8 0,0 0-5 0,0 0 1 15,0-2 2-15,0-2-8 16,12 2-10-16,-12-3 3 0,0-2-27 0,12-1 6 0,-12-2 3 0,0-3-18 0,0 1 33 0,0-3-8 16,13-7 4-16,-13 8 1 0,0-8 2 0,0 0 4 15,0 0 10-15,0 0-2 0,0 0-2 0,0 0 5 32,0 0-6-32,0 0-41 0,0 0-62 0,0 0-108 15,0 0-108-15,0 0-95 0,0 0-106 0,0-8-57 0,0 1-101 16,0-3-48-16,0 1 15 0,0-3-7 0</inkml:trace>
  <inkml:trace contextRef="#ctx0" brushRef="#br0" timeOffset="145366.43">7442 14450 3468 0,'0'-8'70'15,"-11"2"83"-15,11-2 43 0,0 1 72 0,0 7-21 16,0-11-33-16,0 2 22 0,0 9-37 0,0-10-1 15,0 2-34-15,0 8-16 0,0-11-6 0,0 3-11 16,0-1 4-16,0 2-17 0,0-1-5 0,14 0-19 16,-14 0 6-16,14 0-25 0,-1 1-18 0,-2 0-10 15,0 0-8-15,3 0-9 0,-1 7 9 0,4-9-9 16,-1 1-23-16,3 8 21 0,0-7-24 0,-2 7 6 16,2 0-5-16,-1 0-25 0,-1 0 19 0,-4 0-25 15,2 0 10-15,-15 0 8 0,15 0-11 0,0 0 28 16,-15 0-15-16,0 0 5 15,13 12 5-15,-13-2-21 0,0-1 29 0,0 3-11 0,0 0-16 0,0 1 17 0,0 1-32 16,0 1 4-16,0 0 3 0,0 1-22 0,0-1 8 16,-20-1-7-16,4-1 9 0,0-2 3 15,2 1 0-15,-2-3 4 0,2 0-3 0,1-9 15 0,-1 8 4 16,14-8 15-16,-16 0 2 0,16 0 2 0,-14 0 13 16,14 0-7-16,0 0 3 0,0 0 0 0,0 0-6 15,0 0 16-15,0 0-4 0,-13 0-3 0,13 0 9 0,0 0-18 16,0 0 17-16,0 0 6 0,0 0-15 0,0 0 6 15,0 0-23-15,0 0 7 0,0 0-5 0,0 0-12 16,0 0 14-16,0 0-22 0,0 0 7 16,16 11 3-16,-4-11-6 0,1 10 2 15,1-3 0-15,-1 2 10 16,2-1-7-16,0 3 12 0,1 1-8 0,0 1-10 16,0 1 15-16,1 1-8 0,-1 0 12 0,-2 0-10 15,-1 1 3-15,-13-1 4 0,14 0-5 0,-14-1 16 0,0-1-15 0,14-2 0 16,-14 1-4-16,0-2 3 0,0-1-2 15,0 1 3-15,0-3 13 0,0 0-10 0,0 0 18 16,0-1 6-16,0 1-7 0,0-2 22 0,0 2 10 16,-17-2 9-16,-2-5 17 0,1 6-18 0,0-6-8 15,-3 6-10-15,0-6-9 0,1 0 4 0,-1 0-17 16,4 0 0-16,0 0-2 0,0 0-3 0,2 0 10 0,2-6-9 16,2 6-1-16,11-8-9 15,-14 2 4-15,4 1-5 0,10 5-6 16,0-6 15-16,-12 6-21 0,12-6-1 0,0 6-21 15,0-6-85-15,0 6-39 0,0 0-83 0,0 0-83 0,0-6-18 0,0 6-49 0,0 0-34 16,-11-7-52-16,11 7-74 0,0-4-144 0,0 4-65 31,0 0-40-31,0-6 14 0</inkml:trace>
  <inkml:trace contextRef="#ctx0" brushRef="#br0" timeOffset="146790.1">7203 14653 2270 0,'0'0'110'0,"0"0"24"0,0 0 48 0,0 0 24 0,0 0-38 16,0 0 20-16,0 0 19 0,0 0 39 15,0 0-15-15,0 0 11 0,0 0-19 0,0 0-17 16,0 0-35-16,0 0-26 0,0 0-36 0,0 0-9 16,0 0-14-16,0 0-1 0,0-9 7 0,0 1-10 15,0 8-15-15,0-11-10 0,0 2 12 0,0 1-9 16,0 8 29 0,0-13 2-16,0 2-9 0,0 1-14 0,0 0 9 15,0-3-7-15,0 2-8 0,0-3-1 0,0-1-15 0,0 1-4 0,0-1-2 16,0-2 3-16,0-3-11 15,0 2 1-15,0-2-4 0,0 0 8 0,0 0 6 0,0-2 10 16,0 1 0-16,0 0 2 0,0 1-2 0,0 1-10 0,11 0-9 16,-11 1-8-16,0 0 0 0,13 2-15 15,-13-1 15-15,12 0-15 16,-12 1 1-16,12 1 7 0,0-2-6 0,-2 1 6 16,2 1 7-16,-2 0 2 0,1 0-8 0,3 0 9 0,-3 0-8 15,2-1 3-15,4 0 0 0,-4 0-10 0,4 1 5 16,-2-1 1-16,3 0 1 0,-2 3 11 0,0-1-17 15,3 0 9-15,-3 0-16 0,1 3 0 0,-1-1 5 0,3 1-21 0,-5 1 16 32,5 0-16-32,-2 2 17 0,-1 1-15 0,0 0 14 0,0 0-6 15,3 7-8-15,-3-7 11 0,4 7-11 0,-2 0 5 16,2 0-2-16,-1 0 0 0,0 0-1 0,0 0 7 16,0 0-9-16,-3 0 6 0,6 0-7 0,-3 0 2 15,3 9-4-15,0 1 8 0,2-1-1 0,0 2-2 16,3 2 4-16,-2 0-11 0,0 1 14 0,0 1-9 15,-4 1 8-15,3-1-11 0,-2 2-1 0,0-2 13 16,-1 2-19-16,-1 1 27 0,-1-1-19 0,-1 1-6 16,0 0 22-16,-3 1-22 0,2 0 21 0,-2 0 1 15,-2 0-10-15,2 1 9 0,-3-1-8 0,1 2-2 0,-2 0 2 16,0 0 0-16,0-1 14 0,-11 2-5 0,14 1-7 16,-2 0 8-16,-12 1-7 0,11-2 3 0,-11 2 3 15,15-2-24-15,-15 2 10 0,10-3-1 16,-10 1 5-16,0 2 12 0,0-3-17 0,11 2-1 15,-11-2 3-15,0-1-2 0,0 1 7 0,0-1-3 0,0 0-11 16,0 0 14-16,0-2 8 16,0 1-1-16,0-1-5 0,0-1-4 0,0 0-9 0,0-1 11 0,0 1 14 0,0-2-7 31,0-1-13-31,0 0 10 0,-11 1-9 0,11-1 4 16,-10-1 2-16,10-1-11 0,-15 0 14 0,15 0-2 15,-11-2 11-15,1 0-4 0,10 0-17 0,-11 1 7 0,0-3 4 16,11 3-3-16,-11-3 6 0,0 2-14 15,11-1 8-15,-13-1 5 0,2 1 8 0,2 1 0 16,-1 0-20-16,-1-2 21 0,2 0-12 0,-1 1 11 16,-1 0 6-16,0 0-29 0,1 0 17 0,-2-1 0 15,1 1-3-15,0-1 6 0,-2 2-11 0,0-3 5 0,1 0 9 16,-1 1-3-16,0 1-5 0,1-2-6 0,-1-7 1 16,1 11 17-16,0-2-7 0,0-1-6 0,-1-8-11 0,2 10-8 15,-1-1 25-15,0-9-2 0,1 8 2 0,-1-8 4 16,1 8-10-16,1-8 7 0,-1 0 6 0,0 0 4 31,11 0-5-31,-16 9 8 0,5-9-3 0,-2 0-10 16,1 0 0-16,2 9 1 0,-4-9 4 0,3 0 8 0,-2 0 3 15,-1 0-16-15,3 0 14 0,0 0-8 0,-2 0 3 16,2 0 5-16,-3 0-25 0,1 0 22 16,-1 0-6-16,2 0 5 0,-6 0 10 0,4-9-33 0,-3 9 27 15,2-9-17-15,-2 0-7 0,1 0 11 0,-1 2-39 16,-1 0 37-16,-1-1 0 0,3 0-4 0,-1 1 23 15,-2 0-39-15,5-1 23 0,-2 1-3 0,3 0-8 0,2 0 19 16,-3-1-29-16,3 8 27 16,-1-8-6-16,12-1-10 0,-15 3 29 0,6-1-41 15,9 0 24-15,-13 0-5 0,2 0-18 0,11 0 26 16,-14-1-30-16,3 1 23 0,-1-1-10 0,0 0-9 0,3-4 16 0,-3 3-26 16,0-2 26-1,1 1-4-15,-3-2-9 0,2 0 22 0,3 0-17 0,-2 0 5 0,11 2 7 0,-16-2-10 0,5 0-2 16,11 1 0-16,0 0 0 15,-13 0 0-15,13 1 0 0,0-3 0 0,-11 1 0 0,11 0 0 0,0 0 0 32,0-2 0-32,0-1 0 0,0 3 0 0,0-2 0 15,0-1 0-15,0 1 0 0,0-1 0 0,0 3 0 16,0-1 0-16,0 1 0 0,0 0 0 0,0 1 0 16,0 2 0-16,11 0 0 0,-11 0 0 0,0 1 0 0,0 8 0 0,0-10 0 15,0 10 0-15,0-8 0 16,10 8 0-16,-10 0 0 0,0 0 0 0,0-8 0 0,0 8 0 15,0 0 0-15,0 0 0 16,0 0 0-16,0 0 0 0,0 0 0 0,0 0 0 0,0 0 0 0,0 0 0 16,0 0 0-16,0 0-50 0,0 0-24 15,0 0-43-15,9 0-44 0,-9 0-10 0,0 0-36 0,0 0-43 16,0 0-65-16,0 0-62 0,0 0-59 16,0 0-94-16,0 0-165 0,0 0-177 0,0 0-169 0,0 0-111 15</inkml:trace>
  <inkml:trace contextRef="#ctx0" brushRef="#br0" timeOffset="147685.51">6998 13797 3042 0,'0'-7'43'15,"0"0"44"-15,0 0 63 0,0-1 56 0,0 1 24 16,0 0-1-16,0 0-9 0,0 7-24 0,0-10-25 0,0 3-17 16,0 7-39-16,0 0 18 0,0-9-44 15,0 9-11-15,0-7 0 0,0 7-36 0,0 0 24 16,0 0-25-16,0-9-14 0,0 9-11 0,0 0-16 0,0 0 0 15,0 0 2-15,0 0-5 0,0 0-17 0,0 0 9 0,0 0-4 16,0 0 1-16,0 0 22 0,0 0-9 16,-15 0 4-16,15 0 2 0,0 10-19 0,0-10 16 15,-15 9-13-15,15-9 8 0,0 0 13 0,0 8-13 16,0-8 18-16,0 9-9 0,0-9-10 0,0 0 17 16,0 7 9-16,0-7 17 0,0 0 1 0,0 0 9 15,0 0-8-15,0 0-13 0,0 0 15 0,0 9 14 16,0-9 2-16,0 0-1 0,0 0 13 0,0 0-16 15,0 0 2-15,0 0 14 0,0 0-24 0,0 0 2 16,0 0 12-16,0 0-1 0,0 0 2 0,0 0-22 16,0 0-32-16,0 0 11 0,0 0-14 0,0 0 9 15,0 0 6-15,0 0-25 0,0 0 7 0,0 0 1 16,0 0 4-16,0 0-3 0,0 0-1 0,0 0-1 16,0 0-6-16,0 0 7 0,0 0 5 0,0 0-15 15,0 0 12-15,0 0-8 0,0 0 4 0,0 0 13 16,0 0-22-16,0 0 25 0,0 0-25 0,0 0 3 15,0 0 18-15,0 0-28 0,0 0 30 0,0 0-12 16,0 0-3-16,0 0 6 0,0 0-16 0,0 0 8 16,0 0-7-16,0 0-22 0,0 0-34 0,0 0-37 15,0 0-32-15,0 0-13 0,0 0-4 0,0 0-33 16,0 0-16-16,0 0-27 0,0 0-52 0,0 0-52 16,0 0-95-1,0 0-74-15,0 0-116 0,0-9-89 0,0 9-70 16,0-7 56-16</inkml:trace>
  <inkml:trace contextRef="#ctx0" brushRef="#br0" timeOffset="150359.46">6978 13807 1318 0,'0'0'44'0,"0"0"43"0,0 0 27 0,0 0 54 0,0 0-18 0,0 0-5 16,0 0 47-16,0 0-12 0,0 0-15 0,0 0-9 15,0 0-53-15,0 0-24 0,0 0 32 16,0 0 9-16,0 0 2 0,0 0 35 0,0 0 2 15,0 0 9-15,0 0 15 0,0 0-12 0,0 0 1 16,0 0-7-16,0 0 1 0,0 0-23 0,0 0-26 16,0 0-3-16,0 0-32 0,0 0 2 0,0 0-2 15,0-10-21-15,0 10 24 0,0-8-2 0,0 8-8 16,0 0-15-16,0-10-20 0,0 10 7 0,0-11 9 16,0 2 8-16,0 9-4 0,0-11-23 0,0 2 3 0,0-1-1 15,0 10-6-15,0-12 9 0,0 1-23 0,0 2 12 16,0 9-11-1,-15-11 3-15,15 2 5 0,0 9-7 0,0-11 11 0,-15 11-18 0,15-9-7 0,0 9-8 16,-15-9-3-16,15 9 5 0,-13 0 5 0,13-9-4 16,-19 9-9-16,6-9 4 0,13 9-6 0,-19-9 2 31,3 9 3-31,1-9-2 0,0 9 1 0,1-8 5 0,1 8-1 16,0 0-4-16,1 0 0 0,12 0-5 15,-18 0 8-15,6 0 0 0,12 0-8 0,-17 0 3 0,17 0-5 16,-14 0 5-16,14 0 10 0,-14 0-4 0,14 0 1 15,-13 0-3-15,13 11 8 0,0-11-10 0,-16 10 4 16,16-10-7-16,-11 8-1 0,11-8 5 0,-13 11-10 16,13-1 20-16,-14-1-17 0,14 1 13 0,-13 1 5 15,13 1-20-15,-14-1 19 0,14 1-16 0,-11 1 8 16,11 1-2-16,0-2-3 0,-13 0 3 0,13 1 0 16,0-2 4-16,0 3 2 0,0-3 0 0,-12 2-3 15,12-2 7-15,0 1-17 0,0-1 19 0,0-1-9 16,0 2-2-16,0-1 11 0,0-2-15 0,0 2 14 15,0 0-10-15,0-2 5 0,0 2 1 0,0-1-3 0,0 1 4 16,14-3 10-16,-14 1-8 0,14 0 5 0,-14 0 15 16,16-1-8-16,-5 0 2 0,-11-1 10 0,17-7 4 0,-4 9 7 31,-13-1 11-31,16-8-17 0,-2 6 1 0,1-6-6 16,-3 7 1-16,3-7 7 0,-2 0-5 0,0 0-1 15,1 0 5-15,-1 0 8 0,0 0-2 0,1 0 23 16,-3 0-8-16,-11 0 3 0,19 0 4 15,-6 0-45-15,-1-8 14 0,-12 0-2 0,15 0-18 0,-15-1 25 0,15 1-30 16,-15-2 0-16,15-1 1 0,-15 0-2 0,15-3 8 16,-15-1-19-16,0-1 23 0,13 0-13 0,-13-1 10 15,0 0-1-15,0-1-21 0,0 0 17 0,0-1-1 16,0 1 8-16,0 0-8 0,0 0-16 0,0-1 3 16,0 2-7-16,0 0 14 0,-13 0 5 0,13 2-33 15,-19 1 1-15,5 2-15 0,0-1-14 0,14 3 9 16,-16 1-59-16,2 9-29 15,14-8-43-15,-16 8-73 0,16-9-34 0,-14 9-44 0,14 0-49 0,-13 0-31 0,13 0-53 16,-14 0-76-16,14 0-27 0,0 0-110 0,-13 0-48 16,13 0-69-16</inkml:trace>
  <inkml:trace contextRef="#ctx0" brushRef="#br0" timeOffset="151491.1">8401 14542 1623 0,'0'0'28'0,"0"0"37"0,0 0 27 0,0 0 30 0,0 0-7 16,0 0-10-16,0 0 50 0,0 0-8 0,0 0-8 16,0 0-6-16,0 0-69 0,0 0 15 0,0 0-7 15,0 0-7-15,0 0 15 0,0 0-10 0,0 0 9 16,0 0 6-16,0 0 6 0,0 0 7 0,0 0 4 16,0 0 7-16,0 0 8 0,0 0-10 0,0 0 5 0,13 0-9 15,1 0-15-15,-14 0-5 16,13 8-9-16,1-8-7 0,0 0-7 0,-1 0-17 15,3 7 3-15,0-7 0 0,1 0-7 0,2 9 15 16,0-9-17-16,-2 7 16 0,4-7-10 0,-2 0-11 16,3 9 13-16,2-9-13 0,0 9 12 0,1-9 0 15,2 9-4-15,1-2-13 0,4-7 8 0,-1 9-2 16,4-9-19-16,-1 10 24 0,0-4-13 0,2-6-11 16,1 9 28-16,-1-1-10 0,-1-8 6 0,0 9-3 15,1-9 1-15,-1 9 12 0,3-9-41 16,-3 8 16-16,0-8-3 0,-1 9-22 0,1-9 50 0,-3 7-7 15,0-7-5-15,-2 0 2 0,-4 0-12 0,1 7 7 16,-3-7-2-16,-5 0-12 16,0 0 0-16,-2 0-9 0,-3 0-3 0,-1 0 9 0,-13 0-11 0,16 0 15 15,-16 0-16-15,14 0-7 0,-14 0-3 0,13 0-5 16,-13 0 3-16,0 0 13 0,13 0 4 0,-13 0-9 16,12 6 6-16,-12-6-13 0,11 0 15 0,-11 0-4 15,0 0-7-15,13 0 11 0,-13 0-14 16,12 8 1-16,-12-8 8 0,0 0 0 0,0 0-2 0,0 0 2 15,0 0-1-15,0 0 3 0,12 0-11 0,-12 0 12 16,0 0-13-16,0 0 6 0,0 0 9 0,0 0-14 16,0 0 15-16,0 0-10 0,0 0 1 0,0 0 1 15,0 0 2-15,0 0-23 0,0 0-7 0,0 0-7 16,0 0-21-16,0 0 7 0,0 0-8 16,0 0 3-16,0 0 19 0,0 0-1 0,0 0 8 0,0 0-1 0,0 0-25 15,0 0-8-15,0 0-6 0,0 0-11 0,0 0-25 31,0 0-3-31,0 0-22 0,0 0-19 0,0 0-15 16,0 0-35-16,0 0-47 0,0 0-78 0,0 0-83 0,0 0-146 16,0 0-77-16,0 0-59 0,0-5 7 0</inkml:trace>
  <inkml:trace contextRef="#ctx0" brushRef="#br0" timeOffset="152782.72">9159 13913 2800 0,'0'-5'30'0,"0"2"38"0,0 0 36 0,0 3 67 16,0-4 39-16,0 4 26 0,0 0 15 0,0 0-10 0,0 0-34 15,0-7-28-15,0 7-16 0,0 0-33 0,0 0-34 16,0 0-6-16,0 0-26 0,0 0-5 0,0 0-1 0,0 0-29 15,0 0-1-15,0 0-14 0,0 0-9 16,0 0-3-16,0 0-12 0,0 0-5 0,0 0 2 16,0 0 14-16,0 0-2 0,0 0-3 0,0 0 12 0,0 10-17 15,-16-3 15-15,16 2-2 0,-16-1-3 0,2 3 5 16,14 0-6-16,-16 1-10 0,2 1 1 16,14 1 4-16,-14 0-3 15,14-2 26-15,-15 2-6 0,15 1-20 0,-12-1 13 0,12-1-13 16,0 0 9-16,0 0 17 0,0 0-18 0,0-1 11 15,0 1 2-15,0-2 8 0,0-1 12 0,0 2 12 16,0-1 18-16,0-1 19 0,0-1-4 0,14 1 6 16,-1 1-6-16,1 0-10 0,2-2 24 0,1-1-10 15,2-1 1-15,0-7 7 0,3 11-2 0,0-5 4 16,-1-6-4-16,3 0-5 0,-4 0 1 0,1 0 8 0,-1 0 4 16,2 0-10-16,-2 0-12 0,-2 0-17 0,0 0-8 15,-2-9 14-15,-1 0-5 0,-2 0 5 0,-2 0 12 16,-11-1-22-16,16-1 6 0,-16-2-27 0,14 2-12 15,-14-2-3-15,0-2-13 0,13 1 19 0,-13-2-24 16,0 1 10 0,0-2 2-16,0 0-23 0,0 0 26 0,0 0-23 0,0-3 7 15,0 3 8-15,0-1-10 0,-16 1 12 0,3 0-21 0,-1 1 14 0,0 0 1 0,-3 2-17 16,2-1 18-16,-2 1-29 0,1 2-2 0,-3 0-3 31,3 1-19-31,-1 2 6 0,1 1-28 0,-1 2 2 16,-2 6 12-16,4-5 0 0,-5 5 22 0,4 0-18 15,-1 0-14-15,2 0-18 0,-2 0-14 0,1 0 5 0,2 0-9 16,1 0-12-16,13 11-30 0,-17-4-4 16,4 1-25-16,13-1-4 0,-14 0 0 0,14 1-42 0,-13 1-6 15,13-1-35-15,-11 1-39 0,11 2-58 0,0-2-62 16,0 3-93-16,0-3-62 0,0 3-32 0,0-1-122 16,0-2 137-16</inkml:trace>
  <inkml:trace contextRef="#ctx0" brushRef="#br0" timeOffset="154694.99">9684 14779 2678 0,'0'0'30'16,"0"0"41"-16,0 0 35 0,0 0 58 0,0 0 21 16,0 0-5-16,0 0 7 0,0 0-18 0,0 0-10 15,0 0-15-15,0 0-4 0,0-7-9 0,0 7-14 16,0-7 9-16,0 1-10 0,0 6-12 0,14-8-9 16,-14 1 9-16,0 1-24 0,0 1-1 0,11-3 4 15,-11 2-21-15,0-2 15 16,0 1 6-16,0-2-22 0,0 1-7 0,14-1-4 15,-14-1-11-15,0-1 24 0,0-1-6 0,0 1-2 16,13-1-6-16,-13-2 4 0,0 0 3 0,0 0 7 16,12 0 8-16,-12-1-14 15,0 0 20-15,0-1-18 0,13 0-4 0,-13 1 2 0,0 1-36 0,13-2 8 16,-13 2-2-16,17-3-12 0,-7 1 24 0,-10 0-7 16,15 0 2-16,-2 0 4 0,-13 1 4 0,16 0 8 15,-5 0 3-15,2 1 1 0,-13 0-19 0,16 0-12 0,-4 1-3 0,1 0-4 16,-2-1 7-1,-1 2 0-15,2 0-13 0,-2 2 3 0,-1-2-4 0,4 1 1 0,-4 1 5 0,-9 1-10 16,17-1 2 0,-2 0-2-16,-1 2 3 0,-3-1-5 0,2 1-4 0,1 0 0 0,-1 1-5 0,2 0 11 0,-3 2-10 31,2-1-1-31,-3 6 7 0,0-5-9 0,1 2 14 16,-12 3 2-16,17 0-21 0,-4 0 11 0,2 0 1 15,-1 0-5-15,-1 0 17 0,2 0-25 0,-2 0 9 16,6 0 4-16,-5 0-8 0,4 0 13 0,-4 7-20 0,3 1 3 15,-1-2 18-15,3 2-2 0,-1-1 2 0,0 1-5 16,1 2-6-16,1-2 7 0,0 2 7 16,2 1-2-16,-3-3-14 0,0 2 8 0,-1 1 1 0,0-2 0 15,-2 3 7-15,-2-1-22 0,1 0 9 0,1 0 4 16,-2 2-3-16,0-1 10 0,-1 1-21 0,1 0 14 16,-3 1 5-16,3 0 5 0,-1 1 6 0,-2 0-27 15,1 1 10-15,-2-1-7 0,1 0 13 0,-2 0 0 16,-9 0-12-16,15 1 15 0,-6 0-12 0,-9 1 10 15,11-1-2-15,-11 1-19 0,13 0 18 0,-13-1-11 0,12 1 6 16,-12 1 13-16,10-1-25 0,-10-1 18 0,0 1 2 16,11-2-9-16,-11 2 10 0,0 0-10 0,0-2 2 15,11 2 15-15,-11-3-16 0,0 1 12 0,0-1-13 16,0 1-4 0,0-1 19-16,0 1-9 0,0-4 14 15,0 4-16-15,0-2 7 0,0 0-3 0,0 0 8 16,0 0 4-16,0 1-17 0,0-2 15 0,0 1-3 0,0-2 5 15,0 1 14-15,0-1-16 0,0 1 9 0,-12 0 12 16,12-1-4-16,-11 0 16 0,11 0-34 16,-12 0 5-16,2 2 3 0,10-2-13 0,-12 2 26 0,3-4-22 15,9 3-8-15,-13-1 16 0,2-2-9 0,0 2 11 16,3-2-4-16,8 3-5 0,-14-3 6 0,1 1-11 0,4 0 11 16,-1 1-16-16,-1-1 0 0,2 0 22 0,-1 0-2 15,-2 0 8-15,2-1-4 0,0-9-15 0,-3 10 3 16,1 0 4-16,3-10 3 0,-4 9-4 0,2-9-18 15,0 7 17-15,2-7-16 0,-3 10 6 0,2-10 9 16,0 7-17-16,0-7 21 0,-2 8-3 0,1-8 1 16,11 0-6-1,-16 10-5-15,2-10 4 0,2 0-3 0,0 8 6 16,-1-8-7-16,1 0 5 0,-1 0-10 0,3 0 0 0,-2 0 7 16,12 0-5-16,-18 0 1 0,3 9 4 15,2-9-19-15,-1 0 8 0,1 0 4 0,0 0-3 16,-1 0 20-16,1 0-23 0,-2 0 16 0,2 0 2 15,-1 0-15-15,1 0 22 0,-1 0-22 0,-2 0 7 16,2 0 3-16,0 0-13 0,-2 0 22 0,3 0-14 16,1 0 6-16,-4 0-5 0,5-10 5 0,-3 10-2 0,3-8 1 15,-1 8 7-15,2-9-6 16,-2 9 3-16,3-10-6 0,-2 10-6 0,0-9-9 0,1 9-1 16,-1 0 19-16,0-8-5 0,-3 8 5 0,4-8-1 0,-1 8-8 15,-3-9 2-15,5 0-9 0,-1 1 6 0,-2 0-15 16,2 8 32-16,0-11-19 0,-2 2 9 0,2 1 10 15,-2 1-33-15,2-2 39 0,-1 1-26 16,11 1 10-16,-14-1-4 0,4 1-16 0,10 0 25 16,-17 0-17-16,6-1 18 0,11 2-2 0,-11-1-11 0,11 7 5 0,-16-10-5 31,16 2 3-31,-11 0-3 0,11 1 0 0,-14-2 0 16,14 1 0-16,-11 1 0 0,11 0 0 0,0-1 0 15,-12 0 0-15,12 0 0 0,0 0 0 0,-13 0 0 16,13 0 0-16,0 0 0 0,-12-1 0 0,12-2 0 0,0 2 0 15,0 0 0-15,0-1 0 0,0-1 0 0,0 0 0 16,0 1 0-16,0 1 0 0,0-3 0 0,0 2 0 16,0-2 0-16,0 0 0 0,0 0 0 0,0 0 0 15,0-1 0-15,0 1 0 0,0 0 0 0,0-1 0 16,0 2 0-16,0 0 0 0,0 0 0 0,13-1 0 16,-13 3 0-16,12 1 0 0,-12-1 0 0,0 1 0 15,0-1 0-15,12 3 0 0,-12 0 0 0,0 6 0 0,15-8 0 16,-15 1 0-16,0 7 0 0,10-8 0 0,-10 8 0 15,0-9 0-15,11 9 0 0,-11-8 0 0,0 8 0 16,0-6 0-16,14 6 0 0,-14 0 0 0,0-5 0 16,11 5 0-16,-11 0-29 0,0 0-11 0,0 0-32 15,0 0-23 1,0-6-18-16,0 6-16 0,10 0-14 0,-10 0-46 16,0 0-9-16,0 0-64 0,0 0-41 0,0 0-44 15,0 0-31-15,0 0-16 0,0 0-32 0,0 0-50 16,0 0-53-16,0 0-25 0,0 0-84 0,0 0 0 0,0 0-91 15,0 0 60-15</inkml:trace>
  <inkml:trace contextRef="#ctx0" brushRef="#br0" timeOffset="155198.31">10196 14549 2602 0,'0'0'37'0,"0"0"7"0,0 0 31 0,0 0 35 0,0 0-22 0,0 0 24 31,0 0-7-31,0 0-20 0,0 0 6 0,0 0-16 16,0 0-6-16,0 0 9 0,0 0-11 0,0 0-10 15,0 0-18-15,0 0-21 0,0 0-19 0,-11 0 7 16,11 0-5-16,-12 0 5 0,12 0 17 0,-12 0-20 16,1 0-1-16,11 8-7 0,-14-1 8 0,4-1-3 0,10 2 24 15,-14 0-8-15,5 0-10 0,9 0 31 0,-12 2-8 16,12-2 22-16,-15 1-2 0,15 2 5 0,-10-2-9 16,10 3-3-16,0-3 12 0,-12 2-10 15,12-1 3-15,0 0 19 0,0 0 16 0,0 0-6 16,0-1 23-16,0 0-4 0,0 0-14 0,0 0 31 15,0 0-9-15,0-1 10 0,0 0 3 0,0 1-11 0,14-3 2 16,-3-6-41-16,5 8-4 0,-2 0-19 0,3-8-15 16,-1 7 11-16,5-7-11 0,-4 8-16 0,2-8 7 0,0 0-11 15,-3 0-2-15,-2 0 11 0,-14 0-9 0,15 0 14 0,-15 0-5 32,15 0-4-32,-15 0 4 0,0 0-70 0,0 0-56 15,0 0-74-15,0 0-101 0,0 0-66 0,0-5-79 16,0-1-82-16,0 0-126 0,0 0-89 15,0-1-85-15,-17-2 43 0</inkml:trace>
  <inkml:trace contextRef="#ctx0" brushRef="#br0" timeOffset="155926.29">8926 14364 1284 0,'0'0'32'0,"0"8"41"0,0-8 24 0,0 0 22 15,0 0 0-15,0 0-22 0,0 0-2 0,0 0-12 16,0 0-13-16,0 0 5 0,0 0-6 0,0 0 62 0,0 0 13 16,0 0-10-16,0 8 6 0,0-8-38 0,0 0-12 15,0 7 18-15,0-7 19 0,0 0-16 0,0 7 24 16,0-7-6-16,0 7-14 0,0-7 10 0,0 11-8 16,0-3-7-16,13 0-19 0,-13 0-6 0,13 1-20 31,-4 1-1-31,2 0 9 0,-11 2-7 0,16 2-11 0,-5-1-16 15,3 1-11-15,-1 1-4 0,-2-1-7 0,2 1 7 0,-2-1 6 16,1 0-8-16,-2-2-6 0,1 0 3 0,-11-1-6 16,14-2-12-16,-14 1 23 0,15-2-8 0,-15 1-3 15,12-9 14-15,-12 7-14 0,0-7 7 0,0 7-7 16,0-7-8-16,10 0 11 0,-10 0-22 0,0 0 14 0,0 0-4 16,0 0-1-16,0 0 9 0,0 0-5 0,0 0 10 15,0 0-18-15,0 0 20 0,0 0 4 0,0 0 13 16,0 0 20-16,0 0-11 0,0 0 3 0,0 11 2 15,0-11-8-15,0 10 17 0,-16-2-14 0,3-2-10 32,0 0-3-32,1 2-11 0,-3-2 5 0,0 2-31 0,0-8 18 0,0 12-13 0,2-4 6 0,-4 0 14 31,4-1-19-31,-3-7 7 0,5 10-52 0,-2-2-50 0,-1-3-103 0,3-5-103 0,11 6-81 0,-14 0-67 31,1-3-48-31,13-3-135 0,0 0-91 0,-14 0-115 16</inkml:trace>
  <inkml:trace contextRef="#ctx0" brushRef="#br0" timeOffset="156924.31">6441 14375 2206 0,'0'-3'38'0,"-2"1"25"0,2 1 28 0,0-1 31 0,0 1-16 16,-1 0 27-16,1 0-4 0,0 1-7 15,0-1-14-15,0 1-48 0,0 0-26 0,0 0-15 16,0 0-10-16,0 0-2 0,0 0 4 0,0 0-15 16,0 0 3-16,0 3-6 0,0-1 6 0,0 0-4 15,3 3-5-15,2-2 16 0,-2 3 7 0,3 1 26 31,2 1 17-31,2 2 4 0,-1 1-8 0,4 2-3 0,0-1-14 0,0 0 0 0,2 2-7 16,0-1-12-16,0 1-4 16,-1 1 10-16,0-1-12 0,0 0 8 0,-1-1-3 15,-2-1-17-15,0-2 18 0,-1 0-15 16,-4-2 5-16,1-2-5 0,-3-1 1 0,-1-1 6 0,0-1 4 16,-3 0-1-16,2-2 8 0,-2 2 27 0,0 0 4 15,-5 0 31-15,-1 1 0 0,0-1-21 0,-2 3-4 0,-2 0-26 16,-2 1 0-16,2 0-8 0,-3 0 4 0,-1 0 1 15,0-1-11-15,-2 0 7 0,2 1-4 0,-2-1-6 16,3 1 2-16,0-4-1 16,-2 3-14-16,3 0 12 0,0-2-15 0,0 0-5 0,1-1 17 15,1 0-12-15,2 1 10 0,-3-2 0 0,5 0-23 0,0-1-42 0,-1 0-56 32,2 0-2-32,5-1-78 0,0 0-58 0,0 0-41 15,0 0-186-15,0 0-85 0,-12 0-75 0,12 0-57 16</inkml:trace>
  <inkml:trace contextRef="#ctx0" brushRef="#br0" timeOffset="158174.37">12621 14507 2121 0,'0'0'19'0,"0"0"18"0,0 0 24 0,0 0 68 0,0 0-11 15,0 0 7-15,0 0-19 0,0 0-46 0,0 8 9 16,0-8-9-16,10 7 10 0,-10-7-17 0,0 6-3 0,0-1 11 16,0 1 2-16,0-6 12 0,0 5 12 0,10-5-14 15,-10 7 16-15,0-7 9 0,0 0-11 0,0 6 40 16,0-6 4-16,0 0 29 0,0 0 32 0,0 0-7 16,0 0 5-16,0 0 4 0,0 0-10 0,0 0-24 15,0 0-23-15,12 0-32 0,-12 0-36 0,13-15 2 16,-13 1 6-16,15-1-16 0,-2-2 18 0,0-3-9 15,-13-4-9 1,16-3-9-16,-2-3-8 0,-1-1-17 0,-13-4-5 0,12-1 2 16,-12-3 8-16,18 1 21 0,-18 2 5 0,12 3 16 15,-12 0-8-15,0 3-16 0,0 7 0 0,11 1-18 16,-11 5-12-16,0 4-10 0,0 4-23 0,0 2-4 16,0 7-10-16,0 0-1 0,0 0 12 0,0 0-2 15,0 0 19-15,0 0-11 0,16 14 11 0,-16 1-5 16,16 1 3-16,-5 4 4 0,-11 1-9 0,20 5 17 15,-7 2-9-15,3 1 5 0,-3 0 1 0,1 0-9 0,0 2 3 16,2 1 5-16,-2-3-9 0,3 0-6 0,-1-3-3 0,2-2-33 31,-4-2-55-31,2-2-43 0,-4-3-52 0,-12-5-1 16,16 0-17-16,-16-4-13 0,14 1-22 0,-14-9-31 16,0 0-30-16,10 0-81 0,-10 0-101 0,0 0-204 0,0 0-122 0,0 0-39 0</inkml:trace>
  <inkml:trace contextRef="#ctx0" brushRef="#br0" timeOffset="158372.49">12626 14336 2874 0,'0'0'33'0,"0"0"11"16,0 0 51-16,13 0 40 0,1 0 13 0,2 0 32 15,4 0-32-15,4 10-12 0,1-10-46 0,1 9-35 16,4-1-23-16,-2-8-21 0,1 7-1 0,-1-7-7 15,1 7 11-15,-3-7-41 0,-4 0-50 0,-1 7-100 16,-3-7-124-16,-4 0-147 0,0 0-151 0,-14 0-99 16,11 0-9-16</inkml:trace>
  <inkml:trace contextRef="#ctx0" brushRef="#br0" timeOffset="160925.57">13429 14288 3553 0,'0'-9'31'16,"0"-2"27"-16,0 0 45 0,0 2 28 0,0 1-16 15,0 1-3-15,-12 1-42 0,-1-1-14 16,13 7-18-16,-14-7-13 0,1 7-10 0,1-5-11 0,12 5 3 16,-16 0-11-16,5 0 5 0,11 0-3 0,-15 0-5 15,3 0 6-15,12 0-10 0,-13 12 18 0,1-2 1 16,12 0-5-16,-12 1 7 0,12 0-18 0,-9 1 10 15,9 0-7-15,0 2 18 0,0-2-8 0,0 2 13 16,0-1 12-16,0 0 6 0,0 1 20 16,0 0-10-16,14-1-9 0,3-2-14 15,0-1 1-15,-2-1-3 0,4-2 9 0,2-7 1 16,1 9 3-16,1-9-5 0,-2 0 5 0,3 0 12 16,-1 0-9-16,-2 0 5 0,3 0-11 0,-4 0 4 0,2 0-9 15,-4 0 13-15,2-14 14 0,-4 1-23 16,3 0 5-16,-3-2-21 0,0 1-8 0,-5-2 22 15,-11 0 2-15,20 1 3 0,-7-1 3 0,-13 1-41 16,14 0 7-16,-14 1-1 0,0 2-6 0,15 1 21 16,-15 1-18-16,0 2 1 0,0 1-4 0,14 7-7 15,-14-7 0-15,0 7-5 0,13 0 2 0,-13 0 7 16,17 0 12-16,-6 0-10 0,-11 0-2 0,20 0 9 16,-7 0-6-16,-13 0 21 0,17 10-14 15,-17-10-2-15,15 7-9 0,-15-7-1 0,12 8 7 0,-12-8 8 0,0 0 16 16,0 0-9-16,0 0 9 0,0 0-18 0,0 0 15 15,0 0 31-15,0 0 20 0,0 0 16 0,0 0-22 16,0 0-38-16,0 0-23 0,0 0-16 0,0 0 2 16,0 0 9-16,0 0 25 0,0-8-25 0,0 8 7 15,-17-7 18-15,17 7-40 0,-16 0 27 0,0 0-8 16,16 0-15-16,-18 0 1 0,3 0-1 0,15 0 5 16,-17 0 0-1,3 0 21-15,-2 12-1 0,16-1-1 0,-14 2-17 16,14-1-3-16,-16 0-3 0,16 1 8 0,0-1 11 0,-13 2 12 15,13 2 1-15,0-1-16 0,0-1 6 16,0 1-14-16,0-1 1 0,0 0 8 0,19 0 2 16,0 0 8-16,2-2 1 0,1 0 4 0,2-1-24 0,4 0-9 15,4-1 5-15,1 0-4 0,6-1 17 0,-1-9 13 16,3 8-3-16,-1-8 7 0,-2 0 8 0,0 0-2 16,-2 0 11-16,-1 0-12 0,1 0 9 0,-6-9-2 15,-1-3-10-15,-2-1 2 0,-4-1-15 0,1-1-6 16,-5-2-8-16,0-3 2 0,-3 0-1 15,-4-1 1-15,-12-2 1 0,12 3-2 0,-12-3 4 0,0 4-6 0,0-1-3 16,0 4 3-16,0 1-9 0,0 1 6 16,-15 2-2-16,-2 3-3 0,3 0 10 0,-4 4-9 0,2 5 9 15,-4 0-1 1,2 0-11-16,0 0 3 0,0 0 1 0,-1 0 2 0,4 13 1 0,0-1 6 0,1 0-7 31,3 1 4-31,11-1 2 0,-13 4-6 0,13-1 8 0,0 2 4 16,0-1 10-16,0 1-2 0,0 0-1 0,0-1 2 15,0 0-17-15,0-1 19 0,21 0-7 0,-1 0-7 0,1-2 16 16,1-1-14-16,3 0 7 0,2-4-5 16,3 0-9-16,3-8 14 0,-1 9-3 0,3-9 1 15,-5 0 12-15,2 0-10 0,-2 0 10 0,-2 0 2 0,-3 0 5 16,-1 0-5-16,-5-14-7 0,0 1 2 0,-3-4-25 16,0 1 18-16,-16-3-16 0,14-1 3 0,-14-3 17 15,14 0-18-15,-14-1 7 0,0-1-4 0,0 0-5 16,0 3 20-16,0-1 7 0,0 3 7 0,0 1 6 15,0 2-25-15,0 3 7 0,-19 2-14 0,19 5-16 16,-13 0 5-16,13 7-15 0,0 0 0 0,-14 0 6 16,14 0-1-16,0 0 6 0,0 0 6 0,0 0 5 0,0 14 5 15,0 0-1-15,0 3 2 0,0 2-2 0,0 3 8 16,0 4-7 0,0 3 11-16,0 1-5 0,14 3-12 15,-1 1 9-15,3 0-13 0,-2 2-5 0,3 1 5 16,-2-3-2-16,0 0 10 0,2-2 6 0,-2-1-9 15,0-2 5-15,-3-1-10 0,-1-4 3 0,-11-3 14 16,13-1-13-16,-13-4-1 0,12-4 9 0,-12-2-6 16,0-3 21-16,0-2 1 0,0-5 5 0,0 0 7 15,0 0-7-15,0 0-1 0,0 0-16 0,0 0 2 16,0 0-5-16,0-11 10 0,0-1-10 0,0-2-1 0,0-1-2 0,-17-3 5 0,4-5 16 16,13 1-2-1,-14-4-5-15,14-2-7 0,-13-1 1 0,13-1-9 0,0-1-4 16,0-2-4-16,0 1 0 0,0 0-9 15,0 1 20-15,0 3-9 0,18 1 5 0,-4 3 5 0,2 3-4 0,-2 4 0 16,2 3-8-16,-2 3 3 0,3 3-6 0,-1 8 3 16,2 0-2-16,-1 0 5 0,0 0-2 0,1 0-4 15,2 0-2-15,-1 0 3 0,-3 12 0 0,1 2-4 16,-2-3 16-16,-1 0-9 0,-14 1 7 0,14 3 11 16,-14-4-21-16,0 3 8 0,0-1 2 15,0 0-2-15,0 0 13 16,0 0-14-16,0-1 3 0,0-3-9 0,0-1 2 15,-20-8 10-15,2 9-27 0,-2-9 15 0,1 0-6 0,-3 0 11 0,1 0 15 16,-2 0-17-16,2 0 10 16,2 0-10-16,1 0 13 0,1 0 7 0,4 0-12 15,-1 0-1-15,14 0 2 0,0 0-3 0,-11 0 3 16,11 0-5-16,0-8 1 0,0 8-3 0,0 0 5 16,0 0 2-16,0 0-17 0,0 0 11 0,0 0 2 15,0 0-2-15,11 0 11 0,6 0-13 0,-2 0 2 16,5 0 3-16,1 0 2 0,5 11-1 0,0-11-6 0,1 7 13 15,3-7-11-15,0 0 20 0,-1 0-8 0,-3 8 1 16,3-8 2-16,-2 0 0 0,-2 0 13 0,-1 0-17 16,0 0 9-16,-6-11-10 0,2-2-6 0,-3-1 11 15,-3-2-16-15,0-2-3 0,-14-4 2 0,13-3-6 16,-13 1 4 0,0-3 6-16,0-1 0 0,0-2-1 0,0-3 3 15,0 0-8-15,0 0 4 0,0-4-7 0,0 3 17 16,-14 0-6-16,-2 1 7 0,16 0 10 0,-16 3-8 15,2 1 26-15,14 5-17 0,-13 4 4 0,13 3-15 16,-14 5-27-16,14 5-11 0,0 0-23 0,0 7 12 16,0 0 1-16,0 0 21 0,0 0 7 0,0 0-4 0,-11 14 18 15,11 0-11-15,0 1 13 0,0 4-13 0,0 2-1 16,0 3 11-16,0 2-7 0,0 1 17 0,0 1-8 16,0 1 1-16,14 0 0 0,0 1-2 0,1-1-2 15,0 0-5-15,3-1 10 0,-1 0 6 0,-1 0 4 16,3-1-2-16,1-2-6 0,0 1-1 0,0-3 8 15,2-1 2-15,-1-2 10 0,1-3 11 0,0-2 0 16,2-3 15-16,-3-2-16 0,0-10-12 0,1 7-1 0,-4-7-5 16,4 0 9-16,-1 0-4 0,-4 0-2 0,0-10-12 15,0 1-7-15,-2-5-1 0,0 0-3 0,-5-1-1 16,1-1 4-16,-11 0 0 0,12-4-6 0,-12 2 0 31,0-2-9-31,0 3 6 0,0-3-4 0,0 1 5 0,0 0-6 16,0 3-5-16,0-1 1 0,0 3-5 0,0 2 10 0,-12 2-15 0,12 2 2 0,-17 2-11 31,3 6-10-31,3 0 16 0,-2 0-8 0,13 0 11 0,-16 0 1 16,2 8-1-16,1 1 12 0,13 1-3 0,-15-1-2 15,15 3 6-15,-11 0 5 0,11-1-2 0,0 3 8 16,0 0 1-16,0-2-13 0,0 2 12 0,0 2-2 16,0-2 2-16,0 1 5 0,16-1-1 0,2 1 11 15,1-4-3-15,1 2 0 0,1-2-1 0,1-3-5 16,1-8-8-16,1 8 18 0,-1-8-13 15,1 0-1-15,-2 0 14 0,2 0-18 0,-4 0 20 0,2-13-13 0,-2 0-3 16,0-1 5-16,-4-1-12 0,3-1 14 0,-2 0-9 16,-3-1-1-16,2 0 4 0,-2 0-4 0,-1 1 5 15,0 2-5 1,-13-1 6-16,17 2-9 0,-4 2-1 0,-13 2-1 0,16 0-2 0,-2 2-2 0,-14 2 5 16,14 5-14-16,2 0 14 15,-16 0-4-15,16 0-5 0,-2 0 14 16,-14 0-22-16,17 0 25 0,-1 0-3 0,-3 0 8 0,-1 9-5 15,-12 0-9-15,20-3 9 0,-7 0-3 16,0 0 3-16,-13-6 2 0,16 7-1 0,-16-7 8 16,0 5 5-16,11-5-2 0,-11 0-5 0,0 0-2 0,0 0 17 0,0 0-7 15,0 0 8-15,0 0-10 0,0 0-13 16,0 0-6-16,0 0-6 0,0-8 1 16,0 1-5-16,0 2 6 0,0-2-1 15,-19 0-4-15,5 0 3 0,1 1 2 0,-3 1-10 0,2 5 10 0,-2 0 5 16,-2 0-2-16,2 0-2 0,-5 0 3 0,5 0-4 15,-3 0 0-15,3 0-3 0,-1 11 0 0,3 0 4 16,-2-1 8-16,16-1 4 0,-13 1-5 0,13 1 0 16,0 0-4-16,0 0 15 0,0 2-6 0,0-1-6 0,0 2 3 15,0 0 3-15,0-2-3 0,0 2 7 0,21 1 5 16,1-1-15-16,0 1 16 0,-3-3-3 0,3-1 0 16,2-2 0-16,-4-1 1 0,1-8-3 0,-2 0 3 15,0 0 6 1,0 0-9-16,0 0 10 0,-1 0-11 0,-3-14 7 15,0 0-5-15,-2-4-8 0,0 1-5 0,-13-4-7 16,14-1 16-16,-14-2-11 0,13-2 14 0,-13-1-3 16,0-3-10-16,0 0 15 0,0 0-6 15,0-3 8-15,0 0 7 0,0 1 6 0,0 2 8 0,-17 0 3 16,17 2-12-16,-18 5-8 0,3 2-9 0,15 4-31 16,-15 3-2-16,15 5-17 0,-14 1 0 0,14 8 11 15,0 0 11-15,0 0 9 0,0 9 4 0,0 2 12 16,0 6-15-16,-13 1 15 0,13 7-8 0,0 2 2 0,0 3 7 15,0 2-4-15,0 1-1 0,0 2-4 0,0-1 10 16,15 0-3-16,-1 1 3 0,-3-2-10 0,3 0-13 16,-14-1-34-16,16-3-15 0,-3-2-31 0,-13-3-30 15,14-2-22-15,-3-3-43 0,-11-3-23 0,13-3-42 0,-13-3-28 16,11-3-54-16,-11-7-22 0,0 7-6 0,0-7-101 31,0 0-40-31,0 0-70 0,0 0-133 0,0 0 114 16</inkml:trace>
  <inkml:trace contextRef="#ctx0" brushRef="#br0" timeOffset="161239.84">15244 13987 2997 0,'0'0'13'0,"0"0"24"0,0 0 48 0,0 0 63 0,0 0 65 16,0 0 30-16,21 0 3 0,-2 0-37 0,3 0-46 16,5 0-33-16,0 0-46 0,6 0-12 15,3 0-27-15,3 0-9 0,1 0-8 0,3 0-9 16,-1 0 2-16,0 0-8 0,-1 0 15 0,0 0-8 16,-1 0-7-16,-7 0 11 0,-5 0-18 0,-4 0 18 15,-5 0-2-15,-2 0-17 0,-17 0 14 0,13 0-19 0,-13 0-2 0,0-4-13 31,0 4-71-31,0-7-98 0,0 2-119 0,0 0-139 16,0 0-135-16,0 1-64 0,0-2-78 0,-19 0-61 16</inkml:trace>
  <inkml:trace contextRef="#ctx0" brushRef="#br0" timeOffset="164755.25">17616 14141 2259 0,'0'0'80'16,"0"0"35"-16,0 0 11 0,0 0 25 0,0 0-38 0,0 0-18 15,0 0 46-15,0 0-10 0,0 0 0 16,0 0 22-16,0 0-30 0,0 0 15 0,0 0-19 16,0 0-11-16,0 0 1 0,0 0-11 0,0 0-10 15,0 0 17-15,0-5-22 0,0 5-8 0,0-7 0 16,-14 0-27-16,14 7 8 0,-16-6-6 0,16 6-12 15,-14-8-23-15,1 2-10 0,13 6-7 0,-17-6 8 16,3 6-5-16,2 0-6 0,12 0 12 0,-20 0-15 16,7 0 0-16,1 0 9 0,1 0-12 0,11 0 4 0,-16 0 6 15,3 11-10-15,13-2 4 0,-13-2 9 0,13 2 3 16,0 0-3-16,0 1 5 0,0 1-4 0,0-1-1 16,0 1 1-16,0 0-1 0,0 0 11 15,0 0 11-15,0 0-6 0,0-1 12 0,0-2-21 0,15 1-9 16,-4 0 25-1,3-2-13-15,-1 0 5 0,-1-7-1 16,1 9-11-16,3-9 8 0,-5 0-2 0,0 0 26 16,-11 0-2-16,17 0 22 0,-5 0 25 0,-12 0-8 0,10 0 33 15,-10 0-23-15,0 0-22 0,13 0-18 0,-13 0-26 16,0-13-4-16,0 2 11 0,11-1 7 0,-11-1 1 16,0 1 4-16,0 0 8 0,0 0 2 0,0 1-11 15,0 0-5-15,0 1-25 0,0 3 1 0,0 7 2 16,0-8-13-16,0 8 5 0,0 0-19 0,0 0-12 0,0 0 1 15,0 0-8-15,0 0 12 0,0 0 8 16,0 0 11-16,0 0 1 0,0 0 1 0,0 12 20 0,0-1-19 16,0-1 16-16,0 1-9 0,0-1-4 15,0 1 16-15,14 0-11 0,-2-1 9 0,0 0-2 16,1-1-8-16,2 0 10 0,1-1 1 0,3-8-9 0,-1 10 2 16,2-10 3-16,2 0-4 0,-1 0 2 0,1 0 5 0,0 0 0 31,-3 0 7-31,0 0 9 0,2 0 0 0,-7 0 7 15,2-13-1-15,-2 2-4 0,-3-1-7 0,-11-1-14 16,17-1-8-16,-17-1-1 0,13 0 5 0,-13-2-7 16,0-1 6-16,0 1-13 0,0-1 8 0,0 0-5 15,0 2 7-15,0-1-1 0,0 3-14 0,0-1 6 0,0 4-13 16,0 0 8-16,0 2-10 0,-14 4-1 0,14 5-12 16,-13 0-16-16,13 0 15 0,0 0-15 0,0 0 6 15,0 0 17-15,-14 0-5 0,14 0 30 0,0 9-2 16,0 0-3-16,0 0 12 0,0 1-16 0,0 1 15 15,0 1-2-15,0 1-7 16,0 0 9-16,20 1-10 0,-2-2 19 0,-1 2-13 0,4 0 10 0,0 1-7 0,1-2-9 16,1-1 17-16,-4-1-23 0,3 0 20 15,-3 0-11-15,-1-1-9 0,-3-3 13 0,-2 1-22 16,-13-8 13-16,0 9 2 0,0-9 7 0,0 0 3 0,0 0 4 16,0 0 3-16,0 0-10 0,0 7 10 15,0-7-8-15,0 0 0 0,0 0-3 0,-20 0-1 16,1 0-13-16,-2 7-36 0,2-7-2 0,-1 0-56 0,-1 0-19 15,4 0-38-15,-4 0-28 0,2 0-33 0,3 0-61 32,2 0-43-32,1 0-98 0,13 0-129 0,-14 0-139 15,14 0-147-15,0-7 69 0</inkml:trace>
  <inkml:trace contextRef="#ctx0" brushRef="#br0" timeOffset="165487.94">18680 14190 3529 0,'0'0'35'0,"0"-6"23"0,0 2 1 16,0 4 10-16,0 0-35 0,0 0-21 0,0 0 1 0,0 0-6 16,0 0 1-16,0 0-2 0,0 0-2 15,0 0 5-15,13 0 6 0,-13 0 31 0,0 0 31 16,11 7 1-16,-11-1 0 0,14 0-7 0,-14 0-6 15,16-6 17-15,-2 7-2 0,1-7-6 16,-3 7-13-16,1-7 13 0,0 0 6 0,1 0-1 16,-14 0 0-16,18 0-21 0,-18 0 17 0,16 0-7 15,-16 0 12-15,18 0-2 0,-18-11-5 0,14 1 5 16,-14 1-19-16,16-3-1 0,-16 0-27 0,0-3-7 16,0 1 10-16,0-3-1 0,0 0 21 15,0-2 0-15,0 1-1 0,0 0-1 0,0 1 4 0,0 1-7 0,0 2 0 16,0 3-20-16,0 2-24 0,0 2-6 0,0 7-14 15,0-7-10-15,0 7-6 0,0 0 2 0,0 0-4 16,0 0 30-16,0 0 0 0,0 0 3 0,0 9 1 16,0-1-18-16,0 1 13 0,0 1-7 15,0 0 4-15,0 3 12 0,0 0-8 0,0 0 15 0,0 0-1 0,0 1-9 16,0 0 9-16,0-1-7 0,12 0 15 0,1-1-16 16,5 1 9-16,0-3 3 0,3-1-12 0,3-1 18 15,1-8-13-15,-1 9 1 0,1-9 3 0,1 0 5 16,-4 0 3-16,1 0 16 0,-2 0-1 0,-2-10 21 31,0 2 1-31,-3-3-13 0,-1-3 5 0,-2 0-31 16,1-1 13-16,-14-3 4 0,14-3-12 0,-14 0 19 15,12-2-21-15,-12-1-4 0,0-1 9 0,0-1-16 0,0-1 29 16,0 1 10-16,0-3 2 0,0 3 14 0,0 3-29 16,0 0-6-16,0 3-4 0,0 3-20 0,0 2-3 15,0 5-22-15,0 3-1 0,0 7-5 0,0 0-7 16,0 0 9-16,0 0-8 0,0 0 19 0,0 0 2 0,-12 13 3 0,12 1 2 15,0 1-13-15,-12 3 22 0,12 1-12 16,0 5 9-16,0-1-5 16,-13 4-19-16,13 1 26 0,0-1-11 0,0 3 14 0,0-1 0 0,0-1 0 15,0 0 3-15,0 0-13 0,14-1 19 0,-14-1-19 16,16-2-4-16,-2-2 14 0,-3 0-34 0,2-4-2 16,1 0-13-16,-2-4-26 0,0-3 2 0,-1 0-51 15,0-4-10-15,3-7-41 0,-14 0-44 0,16 0 4 0,0 0-50 16,-5 0-32-16,2 0-49 15,-1 0-107-15,-2-7-78 16,-10 0-132-16,0-5-83 0,12 0-8 0,-12-5 14 16</inkml:trace>
  <inkml:trace contextRef="#ctx0" brushRef="#br0" timeOffset="165708.56">19183 13925 2990 0,'-11'0'21'0,"11"-4"8"0,0 1 35 15,0 3 24-15,0 0-7 0,0 0 37 0,0 0 4 16,0 0 28-16,0 0 33 0,0 0-21 0,0 0-2 16,0 0-15-16,14 7-52 0,3-7-5 0,3 6-35 15,3-1-40-15,2-5-2 0,5 6-11 0,2-6-4 16,0 6 3-16,1-6 11 0,-1 0-12 0,-2 0-50 16,-2 0-63-16,-3 0-97 0,-5 0-99 0,-2 0-74 15,-6-9-96-15,-12 2-37 0,0-3-5 0,0 1-34 16,0-3 12-16</inkml:trace>
  <inkml:trace contextRef="#ctx0" brushRef="#br0" timeOffset="165841.84">18750 13683 2300 0,'-22'0'7'16,"7"0"60"-16,15 0 5 0,0 0 18 0,0 0 14 15,0 0-51-15,0 0-10 0,0 0-46 0,0 10-157 16,16-1-130-16,-2-2-179 0,2 1-193 0</inkml:trace>
  <inkml:trace contextRef="#ctx0" brushRef="#br0" timeOffset="169022.43">20783 14006 2070 0,'0'0'6'0,"0"0"6"0,0 0 15 0,0 6 15 0,0-6 18 16,0 5 70-16,-14-1 12 0,14 1 11 0,0 1 5 0,0-2-52 15,0 1-27-15,0 1-8 0,0 0-5 0,0-1 11 16,0 0 3-16,0 2 25 0,0-2 18 15,0-2-11-15,0-3 44 0,0 6-10 0,0-6-2 32,0 0 12-32,0 0-15 0,0 0 0 0,14 0-12 15,-3 0-9-15,-11 0-15 0,17 0-6 0,-5 0-15 16,2 0-1-16,-14-8-8 0,16 0-20 0,-1-2 7 0,-3-1-16 0,-12-2-2 0,14-2-2 16,0-1-13-16,-14-1-8 0,11-5-20 15,-11 0 15-15,0-2-16 0,0-1 1 0,0-2 6 16,0 1-8-16,0 0 10 0,0-1-1 0,0 2 9 15,-14 2-6-15,-3 1 7 0,4 3-4 16,-4 4-17-16,0 1-8 0,2 3-12 0,0 11-7 0,3-9 18 16,12 9-13-16,-14 0 3 0,14 0 10 0,-18 0-12 0,18 0 17 15,-12 0-5 1,12 0 6-16,0 11-2 0,0 0 7 0,0-2-2 16,0 3 1-16,0-2 4 0,0 0-9 0,0 2 13 15,0 0-9-15,0-1 16 0,14 0-9 0,3 1 6 0,-1-2 1 16,1 0-14-16,4 0 20 0,-2-2-16 0,3-8 6 15,3 8 7-15,-1-8-13 0,-2 0 16 0,2 0-5 16,-2 0 15-16,-3 0 15 0,0 0-20 0,0 0 20 16,-6 0-9-16,1-12 11 0,-14 2 18 0,13 0-5 0,-13 1 6 15,11 0-10-15,-11 1 8 0,0-1-12 0,0 1-8 16,0 8-18-16,0-9-8 0,0 9-11 16,0 0-16-16,0 0 1 15,0 0-7-15,0 0 4 0,0 0-14 0,0 0 15 16,0 0-11-16,0 0 4 0,0 0 15 0,0 0-9 0,0 9 8 15,0-1 0-15,0 3 1 0,0 2-2 16,0 1 10-16,0 1-2 0,0 1-1 0,0-1 0 16,0 0-5-16,0 1 4 0,0-1 3 0,0-1 11 15,14 0-11-15,-14-1 2 0,17 0 9 0,1-1-16 16,-1 0 15-16,0-3-3 0,5 1-14 0,-1-3 21 16,5 1-20-16,-3-8 14 0,2 6 0 0,2-6-5 15,2 0 16-15,-5 0-19 0,-1 0 5 0,-1 0-4 16,0 0 2-16,-4-11 11 0,-1-1-3 0,-2 1 2 15,-1-2-7-15,-14 0-7 0,17-2 8 0,-17-2-7 0,0 2-5 16,14-1-1-16,-14-1-1 0,0 0 9 0,0 0-7 0,0 2 12 16,0 1-16-1,0 2-10-15,-15 1 13 0,0 0-24 0,0 2 12 0,0 9-4 0,1-8-7 16,1 8-4-16,13 0 10 0,-22 0 2 0,8 0-2 16,-2 0 14-16,16 0-3 0,-16 15 8 0,16-1-9 15,-19 1 8-15,19-1-9 0,0 1 12 0,0 2 12 16,0-2-17-16,0 3 6 0,0-2-8 15,0 1 11-15,0-1 1 0,0 0 8 16,0 0-12-16,22-1-10 0,-4-1 20 16,4-1-18-16,3 0 10 0,0-1-8 0,2-2 9 15,2-1 8-15,6-1-13 0,-2-2 13 0,2-6-17 16,-2 6 6-16,0-6 15 0,2 0-9 0,-2 0 1 16,-1 0-9-16,0 0 9 0,-4 0-1 15,-3-12 8-15,0 1 2 0,-4-1-14 0,0 0 7 0,-4-2-2 16,-3 0-3-16,-1-1-8 0,-13-1 6 0,14-1-11 15,-14 0 9-15,0 0 7 0,0 0-12 0,0 0 3 16,0 2-3-16,0 1 6 0,0 2-9 0,0 0-2 0,0 3-2 16,0 0-15-16,0 2 20 0,0 7-16 0,-19-7 3 15,6 7 4-15,1 0-11 0,-2 0 18 0,1 0-10 0,-3 0 8 16,3 0-3-16,-1 12 9 0,-2-1-5 16,2-2 4-16,2 3-1 0,-1 0-6 0,13 0-2 15,-17 1 5-15,4-1 4 0,13 2 1 0,0-2 4 0,-13 0-3 31,13 0 1-31,0-1-7 0,0 0 11 0,0-2-10 0,0 1 2 16,0 0 7-16,0-2-3 0,0 0 6 16,14-2 6-16,-1-6-5 0,3 7 3 0,-3-7-1 0,1 0-15 15,2 0 18-15,2 0-5 0,-2 0 9 0,2 0 8 0,-4 0-12 0,2 0 7 0,-4-9-19 32,1-2 17-32,-13 2-11 0,18-1-3 0,-18-2 8 0,12 0-14 15,-12 0 14-15,0-2-1 0,0 2-3 0,0 0 2 16,0 0 0-16,0 1 0 0,0 2-7 0,0 2 6 15,0 7-26-15,0-7-2 0,0 7-3 0,0 0-11 0,0 0 18 16,0 0-1-16,0 0 15 0,0 0-1 0,0 0 6 16,0 11-6-16,0-2-2 0,0 0 8 0,0 0-6 15,0 3 13-15,0-1-9 0,0 0 5 0,0 1-4 16,0 0-6-16,0 0 21 0,19-1-22 0,-3 0 10 16,-3-2 1-16,3 0-10 0,-2-2 13 0,2 0 0 15,1-7 4-15,0 6 5 0,-1-6-9 0,1 0 13 16,-1 0-13-16,0 0 7 0,-2 0 2 0,3 0-14 15,-4-9 8-15,-13 0-22 16,19-2 22 0,-6 2-4-1,-13-3-3-15,16-1 6 16,-16-2-16 0,0-1 8-16,14-1-1 0,-14-2 4 0,16 2-2 0,-16-1 5 0,0-2-3 0,12 3 2 0,-12-1-11 0,0 1-1 0,16 3 16 0,-16 0-21 0,0 3 14 0,14 2-18 0,-14 9-15 15,0-10 20-15,15 10-7 0,-15 0-4 0,0 0 9 0,16 0-6 16,-16 0-7-16,12 0 22 0,-12 0-7 0,16 0 4 15,-16 0 6-15,18 0-6 0,-6 11-2 0,-12 0 2 16,16-3 1-16,-16 1 1 0,16-9 10 0,-16 9-8 16,0-9 14-16,12 9-5 0,-12-9 5 0,0 0-6 15,0 0-1-15,0 0 5 0,0 0-4 0,0 0 11 0,0 0-14 16,0 0-2-16,0 0 0 0,0 0-10 0,0 0 5 16,0 0-19-16,0 0 2 0,0 0 9 0,0 0-3 15,-17 0 15-15,0 0-8 0,1 0 0 16,-3 0-3-1,3 0 7-15,-1 0-4 0,-1 0-4 0,5 0 2 0,13 8-7 0,-20 2 11 0,7 1 1 0,13-2 5 32,0 1 4-32,0 1-6 0,0 0 3 0,0 0 5 15,0 1-15-15,0 1 18 0,0 1-14 0,0-1-10 0,22 1 17 16,-1-1-16-16,6 0 11 0,0 0-2 0,1-2 2 16,5 0 2-16,-1-2 1 0,0-1-2 0,-1-8 0 15,1 7 7-15,-4-7 0 0,-1 0 12 0,-2 0-5 16,-4 0-3-16,1 0 5 0,-5-11 0 0,0-1-8 15,-5 0 2-15,-12-2-4 0,14-1-6 0,-14-4 6 16,13-2 3-16,-13-3-4 0,0-4 9 0,0-1-3 0,0-2 3 16,0-3-16-16,0-3-4 0,0 0-3 0,0-1 0 15,-16 1 12-15,16 2-6 0,-14 1 21 0,14 5-12 16,-16 2 10-16,16 5-6 0,0 5-14 0,0 4-16 16,-13 5-5-1,13 8 1-15,0 0-2 0,0 0 10 0,0 0 28 0,0 0-25 0,0 0 15 0,0 18 12 0,0-1-37 16,0 1 52-1,0 5-19-15,0 3 8 0,0 3-12 0,0 0-22 0,13 3 6 0,-13 1-8 16,17 0 16-16,-4-1 3 0,-13 0 4 0,17-1-11 0,-4-2 17 31,-13-2-19-31,17-3 16 0,-4-1-10 0,-13-5-2 16,11 0 12-16,-11-4-12 0,0-5 22 0,16-1-3 16,-16-1 8-16,0-7-3 0,0 0 10 0,0 0-1 0,0 0 3 15,0 0 0-15,0 0-14 0,0 0-6 0,0 0 1 16,0-10-11-16,0 2 3 0,15-3 8 0,-15-1-10 15,0-3 7-15,13-1-2 0,-13-2-1 16,0 0 0-16,13 0 5 0,-13-3-8 0,14 2-9 16,-14 1 16-16,0 2-14 0,16 1 11 0,-16 3 1 0,0 2-16 15,16 1 3-15,-16 9-13 0,0 0-6 0,0 0-5 16,0 0 1-16,14 0 5 0,-14 0 9 0,0 0 10 16,0 0 6-16,0 0-1 0,16 9-7 0,-16 3-7 0,16 0 11 15,0 2 0-15,-4 1 10 0,-12 0 0 16,22 2-6-16,-2 0 4 0,-2-1-8 0,1 1 3 0,1 0-4 15,-2-2 10-15,4-1 1 0,1-2 7 0,0 0 6 32,-1-2-14-32,-1-3 9 0,3 0-8 0,-2-7-2 0,-2 0-4 15,1 0 10-15,0 0-2 0,-3 0 13 0,0 0-4 16,-1 0-15-16,-1-13 10 0,1 3-16 0,-4-3 16 16,-13 1-8-16,16 1-3 0,-16-5 5 0,14 0-12 15,-14 0 15-15,0 0-12 0,0-2-5 0,0-2 8 16,0 2-18-16,0-1 14 0,0 1 0 0,0 1 0 15,-16 0 2-15,1 3-19 0,0 3 7 0,0 0-17 16,0 11 7-16,0-9 6 0,2 9-16 0,-4 0 23 0,4 0-8 16,13 0-2-16,-17 0 14 0,4 0-10 0,13 11 9 15,-16 0 8-15,16 1-7 0,0 3 9 0,0-2-1 16,0 3 1-16,0-1-7 0,0 1 0 0,0 1 6 16,0 0-5-16,0-1 20 0,0 2-17 15,19-3-1-15,0 2 8 16,-2-2-10-16,5-1 12 0,4 1-2 0,-2-2-5 15,3 0 8-15,4-4-2 0,1 2-7 0,4-2 9 16,-1 0-4-16,3-1-8 0,0-8 11 0,-2 6 0 0,3-6-11 0,-1 0 14 16,-4 0 4-16,-3 0-8 15,-2 0 20-15,-4 0-17 0,-3-11-9 0,-3 2 4 16,-2-1-10-16,-5-1 8 0,-12 0 5 0,16-3-2 16,-16 1-2-16,0-1 6 0,14 0-16 0,-14-1 8 15,0 3-11-15,0-1 1 0,0 1 0 0,0 2-8 0,0-1 11 16,0 1-18-16,-19 2 12 0,4 1-7 0,15 0 8 15,-20 7 6-15,2-7 0 0,1 7 1 0,-2 0-11 16,2 0 10-16,-4 0-6 0,4 0 8 0,-4 0-8 16,1 10-3-16,4-1 1 0,-3 1 1 0,4 0 8 15,15 0-2-15,-17 1 6 0,17 0-2 0,-13 0 4 16,13-1-11-16,0 2 3 0,0-1-1 0,0 0 5 0,0 1 16 16,0-3-10-1,0 3 0-15,15-1 1 0,4 0 3 0,-2-1 0 0,4-1-10 16,2-1 6-16,-2-1-12 15,5-7 24-15,-1 7 0 0,-2-7-14 0,2 0 17 0,-4 0-18 0,5 0 15 0,-4 0 2 0,-2 0-20 32,-1-9 9-32,2-3-18 0,-5 0 16 0,-1-2-1 15,0-1-2-15,-1-4 6 0,-14 2-6 0,13-6 1 16,-13 1 4-16,13-3 2 0,-13-3-5 0,0 1 3 0,0-3-17 0,0 0 1 16,0-1-7-16,0 2 8 0,0 0 2 15,0 0 11-15,0 3 19 0,0 3-11 0,0 4 8 16,0 3-22-16,-13 4-12 0,13 2-20 0,0 10-7 15,0 0 12-15,0 0-2 0,-13 0 33 0,13 0-3 16,-16 18 11-16,16 2 3 0,-14 1-18 0,14 3 12 16,-16 4-22-16,16 3 10 0,-13 1-7 15,13 1 5-15,0 1 2 0,0-2-1 0,0 2 4 16,0 0-10-16,0-3 16 0,0-2-9 16,13-2 13-16,-13-3-9 0,17-2-1 0,-17-3 1 15,16-2-6-15,-16-3 18 0,14-2-10 0,-14-2 11 0,13-3-2 0,-13 1 3 0,0-8-4 16,16 7-1-1,-16-7 12-15,0 0-9 0,0 0 7 0,0 0-17 16,0 0 6-16,0 0-7 0,0 0 9 0,0 0-11 16,11 0-59-16,-11 0-40 0,0 0-112 0,0 0-118 15,0 0-103-15,10-5-158 0,-10 2-149 0,0-1-128 16,0-1-131-16</inkml:trace>
  <inkml:trace contextRef="#ctx0" brushRef="#br0" timeOffset="172070.79">25306 13709 2736 0,'0'0'34'0,"0"0"44"0,0-4 5 0,0 4 20 15,0 0-43-15,0 0-56 0,0 0 6 0,0 0-24 16,0 0 5-16,0 0 9 0,0 0 9 0,0 7 18 15,0-1 18-15,0 1 14 0,0 0-10 16,0 0-1-16,0 0 13 0,0 1 21 0,0 1 25 16,0 0 11-16,0 1-4 0,0-2 12 0,0 1-14 0,0-1 14 15,0-3 18-15,13-5-11 0,-13 9 23 0,14-9 0 16,-14 0 6-16,13 0-12 0,-13 0-15 16,11 0-10-16,-11 0-13 0,14 0-8 0,-14 0-18 15,13 0-1-15,-13 0-27 0,14-13 18 0,-14 0-17 16,13 0-15-16,-13-4 2 0,0-1-31 0,14-2 16 15,-14-3-15-15,0-3-5 0,0-2-11 0,0-2-12 0,0-3 17 0,0 1-7 16,0-2 16-16,0 0-1 0,0 2-10 0,0 2 12 0,-17 2-5 16,6 2 13-1,11 5-19-15,-16 3-6 0,16 3 5 0,-15 3-21 16,15 6 12-16,0 6-3 0,0 0-15 0,0 0 6 0,0 0-9 16,-12 0 6-16,12 0 9 0,0 10 5 0,0 2 8 15,0 4-7-15,0 3 7 0,0 4 9 16,0 3-2-16,0 6 13 0,0 1-13 0,0 1-13 15,0 5 11-15,0 1-16 0,0-1 12 0,12 3 0 16,-12-2-14-16,17-1 12 0,-3-2 0 0,-2-1 4 16,1-5-3-16,0-2-1 0,0-1-7 0,0-4 4 15,4-3 16-15,0-2-7 0,0-1 2 0,2-4 0 16,1-2-3-16,1 0 16 0,1-3-5 0,-1-1 11 0,0-8-9 16,1 0 7-16,0 0 6 0,-5 0 2 0,4 0 18 15,-3 0-24-15,0 0 16 0,-1-15-21 0,-1 3-11 16,-2-2 3-16,-1-3-17 0,-13 0 2 15,14-3 7-15,-14-4-2 0,0 1-7 0,0-3 9 0,0-3-20 16,0-1 9-16,0-1 3 16,0 1-6-16,-22-1 2 0,2 2-6 0,-1 2-15 15,-1-2 1-15,-2 6 2 0,-1 0-15 16,1 4 21-16,-1 2-11 0,1 3 3 0,2 3 1 16,-1 2 0-16,2 9 4 0,0 0 7 0,4 0 0 15,1 0 3-15,3 0-4 0,-1 0-3 0,14 12 21 0,0 1-5 16,-14 0 6-16,14 1-1 15,0 1-12-15,0 0 8 0,0 0-13 0,0 1 5 0,0 0-3 16,0 0-4-16,0-3 15 0,19 1-8 0,2-1 10 0,-3-1 0 16,2-1 4-16,3-1 4 0,1-2-2 0,3-8-2 15,-2 0-6-15,1 8 15 16,0-8-12-16,1 0 4 0,0 0 7 0,0 0-16 0,-2-11 14 0,-1 0 4 16,-2-1-14-16,2-1 8 0,-7 0-8 0,2-3-3 15,-3 1 6-15,-2-1-4 0,-3 0-1 0,-11 0-3 16,14 0 0-16,-14 0 11 15,0 1-1-15,0 2-1 0,0 2 11 16,0 1-21-16,0 2-3 0,0 8-1 0,0-6-13 16,0 6 6-16,0 0-4 0,0 0 12 0,0 0-13 15,0 0 7-15,0 0 14 0,0 0-14 0,0 11 26 0,0 0-10 16,0 0-3-16,0 1 8 0,0 1-17 0,0-1 21 16,0 2-14-16,0 2-2 0,0-3 6 15,0 3-10-15,0-2 13 0,0 0-2 0,0 0-3 0,16 0 4 16,-2-2-17-16,-1-1 26 0,1-1-4 0,1-3-6 15,0 1 12-15,1-8-24 0,1 0 14 0,0 0-2 16,0 0 2-16,0 0 13 0,-3 0-3 0,2 0 10 16,-2-11-5-16,-1 0-20 0,-13-2 7 0,17-1-18 0,-17-2 11 15,13-1 5-15,-13-1-20 0,0-2 21 0,0 1-17 16,0-3 8-16,0 3 6 0,0 0-17 16,0 1 13-16,0 2-8 0,0 1 12 0,0 4-12 0,0 2 2 15,0 9-11-15,-13-7-12 0,13 7 18 0,0 0-14 16,0 0 13-16,0 0 3 0,0 0-1 0,0 0 9 15,0 12-1-15,-12 1 0 0,12 1 9 0,0 1 0 16,0 2 5 0,0 0 1-16,0 0-15 0,0 1 2 0,0 0-8 15,0-1 10-15,0 0-4 0,0-5 6 0,0 2 1 16,0-3-12-16,0-2 11 0,0-9 7 0,0 9 7 16,0-9 0-16,0 0 1 0,0 0 1 0,0 0-2 15,0 0 6-15,0 0-7 0,0 0 2 0,0 0-4 16,0 0-2-16,0-13-9 0,0 0-18 0,0-2 10 0,0 1 1 15,12-3 14-15,-12-2-13 0,0 0-3 0,13 2-2 16,-13-3 2-16,13 1 13 0,-13 0-18 0,0 4 17 16,12 0-14-16,-12 3 9 0,12 2 10 0,-12 1-21 15,0 3 0-15,14 6-14 0,-14 0 11 0,0 0-5 16,0 0-1-16,13 0 16 0,-13 0-13 0,13 0 14 0,-13 9 5 16,13 2 1-16,-13 1-11 0,17 0 12 0,-2 3 2 15,-3 2-19-15,-12 0 36 0,18 0-16 16,-2 0-2-16,-4-1 11 15,-12-1-23-15,19-1 6 0,-4-1-10 16,-15-1-3-16,14-2 12 0,-14-1-15 0,14-9 19 0,-14 10 9 16,0-10 0-16,13 0 2 0,-13 0-7 15,0 0 3-15,16 0-7 0,-16 0 7 0,0 0 8 0,14 0-9 16,-14 0 1-16,14-11 2 0,-14 0-6 0,13-1-4 16,-13 0-7-16,15-3-3 0,-2 3-8 0,1-2 21 15,-3 0-11-15,2 0 11 0,1 0-6 0,1 1-16 16,-1 1 16-16,-3 1-18 0,1 2 7 0,1 2 4 15,0 7-19-15,-1-7 8 0,1 7-2 0,3 0-16 16,-3 0 15-16,1 0 11 0,-2 0-9 0,1 0 18 16,-13 11 0-16,17-1-7 0,-4 0 18 0,-13-1-17 15,17-1-2-15,-17-8 0 0,13 11-6 16,-13-1 23-16,0-10-10 0,0 9 2 0,14-9 8 0,-14 9-4 0,0-9 13 16,0 0-7-16,0 0 9 0,0 0 5 0,0 0 2 15,0 0 0-15,0 0 0 0,0 0-18 0,0 0 2 16,0 0-5-16,0 0-14 0,0 0 16 0,0 0-10 15,0-9 5-15,0 2 1 0,0-1-13 0,0 8 5 16,0-11-3-16,-15 2 5 16,2 3-7-16,13-2-2 0,-17 8 4 15,2 0-4-15,1-6 12 0,-2 6-4 0,3 0 7 16,-4 0-3-16,2 0-7 0,-1 0 10 0,-2 12-13 16,4 2 3-16,-2-1 7 0,2 0 5 0,14 0 0 15,-17 0-8-15,17-1 9 0,-16 2-20 0,16-2 15 16,0 2 2-16,0-2-6 0,0 1 8 0,0 0-1 0,0-1 1 15,0-1-1-15,0 0 6 0,0-2-3 0,20-1 6 16,-2-8 10-16,-3 9-7 0,1-9 1 16,1 0 5-16,0 0 1 0,-3 0 2 0,0 0-9 0,2 0-9 15,-4 0 3-15,-12-12-6 0,16 0 4 16,-5-1 14-16,-11-1-24 0,12-3 6 0,-12 1 2 16,0-1-7-16,0 1 5 0,0 2-7 15,0 0 8-15,0 1-6 0,0 4 9 0,0-1 5 16,0 3-18-16,0 7 9 0,0 0-17 0,0-7 5 0,0 7-11 15,0 0-9-15,0 0 16 0,0 0-6 0,0 0 32 0,0 0-8 0,0 13 3 16,0-2-1-16,0 0-13 0,0 1 21 0,0 0-17 31,0 1-1-31,0 0 3 0,0-2-9 0,15 4 9 0,-15-4 2 16,15 1-8-16,-5-1 7 0,3-2 4 0,-13 2 9 0,16-2 3 16,-3-9-7-16,-1 8 10 15,1-8-6-15,-13 0 5 0,16 0 5 0,-2 0-19 16,-5 0 5-16,-9 0-2 0,18 0 4 0,-9-11 2 0,-9-1-3 0,15-2 4 0,-15-1-21 0,15-4 9 15,-15-1-13 1,12-1 0-16,-12-4 6 0,0-1-6 0,0-2 10 16,0-2-16-16,0-2 19 0,0-1-5 0,0 1 10 0,0-3 15 15,-17 2-5-15,4 2 21 0,13 0 4 0,-17 4 5 16,7 6-15-16,10 3-26 0,-13 3-12 16,13 4-20-16,0 3 9 0,0 8-2 15,0 0-8-15,0 0 5 0,0 0-1 0,0 9 14 16,0 2 9-16,0 3-5 0,0 3 13 0,0 5-8 15,0 1 2-15,0 4 10 0,0 2-4 0,0 2 2 0,0 1-3 16,0 1 8-16,0 2-10 0,0-1 4 16,17-2-8-16,-4 2 1 0,0-2-7 0,2-2 0 0,0 2 10 15,0-5-15-15,0-2-10 16,0-2-22-16,1-3-27 0,0-2-23 0,-2-3 11 16,2-2-23-16,-2-4-16 0,0-2-10 0,-1-7-53 15,3 0-32-15,-5 0-61 0,-11 0-81 0,16 0-81 0,-16 0-117 16,0-9-68-16,0-3-48 0,0-1-100 0,0-5 180 15</inkml:trace>
  <inkml:trace contextRef="#ctx0" brushRef="#br0" timeOffset="172282.94">25972 13262 3324 0,'-12'-4'8'16,"12"-1"-1"-16,0-1-4 0,-12 4-3 0,12 2-11 0,0 0-27 16,0 0-30-16,0 0-49 0,0 0-143 0,0 0-84 0,0 0-124 0,0 0-101 15,21 6 0-15</inkml:trace>
  <inkml:trace contextRef="#ctx0" brushRef="#br0" timeOffset="173053.58">27814 13611 2219 0,'0'-7'12'16,"0"1"10"-16,-9-1-2 0,9 7 6 0,0 0-9 15,0 0-16-15,0 0 2 0,0 0 2 0,-13 0 61 16,13 0 11-16,0 0 26 0,0 11 0 0,0-3-48 16,0-1 33-16,0-2-2 0,0 2 27 0,0-2 23 15,0 3-1-15,0-1 20 0,0 1-3 0,0 1 7 0,0-2-14 0,0 0-18 16,13 2-7-16,-13-2-4 0,13-7 9 0,-13 7-8 15,13-7 27-15,-13 0-28 0,13 0 10 0,-13 0 2 16,16 0-31-16,-16 0-4 0,13 0-4 0,-13 0-5 0,15 0-8 16,-15-13-10-16,15 0-30 0,-15 2-13 0,11-4-12 31,-11 1-4-31,0-2-12 0,0-1 5 0,12-2-4 16,-12 0 7-16,0-1-10 0,0 0 4 15,0 0-2-15,0 0-9 0,0 0 14 0,0 2-19 0,-17 1 12 0,4 2 8 16,-1 3-8-16,14 1 3 0,-14 1-14 0,14 1-5 15,-16 3-1-15,16 6 7 0,-14 0-12 0,14 0 4 16,0 0 0-16,0 0-1 0,0 0 24 0,0 0-6 16,0 10 13-16,0-1-3 0,0 4 8 0,0 1 0 15,0 1-8-15,16 4 27 0,3 3-26 0,1 2 22 16,3 0-5-16,4 2-23 0,1 0 13 0,4 0-10 0,-2 0-11 0,0-1 10 16,0-1-17-16,-2-2 6 0,-1-1 13 15,-5-3-23-15,-6-1 19 0,-16-3-15 0,15-2 8 16,-15-4 15-16,0-1 9 15,0-7 2-15,0 9-8 0,0-9 5 16,0 6-12-16,0-6 14 0,-20 0 7 0,-3 0-8 16,-3 0 2-16,2 0-20 0,-4 0 15 0,-2 0-14 15,0 0 3-15,1-11 8 0,2 1-21 0,1 1 6 16,2-1-57-16,5 2-23 0,2-1-39 16,2 2-56-16,3-2-32 0,12 3-90 0,0-1-113 0,0 2-77 15,0-2-134-15,0 7-51 0,0-9-55 0,0-1 53 16</inkml:trace>
  <inkml:trace contextRef="#ctx0" brushRef="#br0" timeOffset="173337.6">28222 13460 3718 0,'0'-7'64'15,"0"-2"22"-15,0 4 31 0,0-1-13 0,0 6-61 0,0 0-17 0,0 0-37 16,0 0 11-16,0 0-3 0,0 0-4 15,0 0 6-15,0 0 7 0,0 8-7 0,0-1 6 16,0 2 7-16,0 3-14 0,0 2 23 0,0 2 12 0,0 1-4 16,14 2 14-16,-2 2-21 0,1-1-24 0,-1 2 6 15,1-1-17-15,2 0 7 0,-2-1 12 0,3-1-10 16,-5-1 14-16,3 1-14 0,-3-2-27 16,-11-1-77-1,11-3-79-15,0 0-80 0,-11-4-60 0,0-1-70 0,0-1-35 16,0-7-40-16,0 0-64 0,0 0-33 15</inkml:trace>
  <inkml:trace contextRef="#ctx0" brushRef="#br0" timeOffset="174467.53">28170 13504 2977 0,'0'-3'18'0,"0"-1"26"16,0-1 25-16,0 2 15 0,0 3-13 0,0 0 11 15,0 0-1-15,0 0 14 0,14 0 14 0,0 6-5 0,1 0 3 0,3 2 5 16,2-1-3-16,5 1-16 0,2 0 5 0,1 1-18 0,5 0 4 16,-1-1-21-16,1-2-34 0,1 2-6 0,-3-1-17 15,1-7 9-15,-2 8 20 0,-3-8 10 0,-2 0 27 16,-3 0-4 0,-4 0 0-16,-1 0-2 0,-6 0-25 0,-11 0 12 15,0 0-23-15,11 0-16 0,-11 0-11 0,0-8-15 16,0 1 5-16,0-1-4 0,0 2-3 0,0-2-4 15,-13 1-2-15,-1-1 8 0,-3 2 5 0,1 6-4 16,-3-8 8-16,2 8-1 0,-3 0 0 0,2 0 1 16,0 0 8-16,1 0-12 0,0 0 6 0,4 12 3 15,2-1-4-15,11 1 7 0,-18 0-10 0,18 2 10 0,0-3 0 16,-9 4-6-16,9-2 6 0,0 0-9 0,0 1 5 16,0 0-1-16,0 0 2 0,11 0 2 15,5 0-8-15,-4 0-4 0,6-2 8 0,1 1 8 16,1-3-4-16,4-2 4 0,-3-1 2 0,1-7 3 0,0 0 6 15,-5 0 8-15,4 0-10 0,-7 0 24 16,3 0-23-16,-5 0 3 0,-12-10 7 0,14 0-30 0,-14-1 24 0,0-1-6 16,0-4-7-16,0 3 10 0,0-3-15 0,0 0 11 31,0-1-11-31,0 1-14 0,0 1 6 0,0 2-19 16,0 1 12-16,-16 3 14 0,16 0-12 15,-11 9-1-15,11-6 6 0,0 6-10 0,0 0 2 0,-13 0 12 16,13 0-10-16,0 0 3 0,0 0 10 0,0 12-5 0,0 0 10 15,0-2 3-15,0 2-13 0,0 0 2 0,0 0-9 16,0 2 4-16,0-1 15 0,0 0-2 0,0 0 8 16,14 1-7-16,-1-1-7 0,1-1 13 0,1 0-15 15,0-3 17-15,1 0 7 16,2 0 11-16,-1-9 35 0,-1 7 8 0,3-7 5 0,-3 0-11 0,-1 0-2 16,0 0-5-16,-1 0-6 0,0-9 6 0,-3 0-11 15,-11-4-15-15,19-2 5 0,-3 0-17 0,-16-3-6 0,14-3-11 16,-14 0-7-16,16-2-6 0,-16-3 1 0,0 0 3 31,13-3-4-31,-13 0 3 0,0-3 0 0,0 1 1 0,0-1 7 16,0-1-10-16,0 1 12 0,0-1-7 0,0 3 12 15,0 2 4-15,-18 2-16 0,18 3 4 0,-14 3-16 0,14 3 6 16,-11 5-5-16,11 3 3 0,0 4-13 0,0 5-4 16,-18 0 6-16,18 0 7 0,-11 0 3 15,11 12 1-15,-14 2 7 0,1 2-12 0,13 2 15 16,-15 4 0-16,15 2-12 0,-13 3 10 0,13 0-4 15,0 2 10-15,0 0-1 0,0 2-4 0,0-1 8 16,0 1 0-16,0-1 5 0,0-1-8 0,0-1-8 16,16-1-4-16,0-1 7 0,-2-1-2 0,2-1 9 0,0-3-2 15,3-1 3-15,1-1 4 0,1 0-8 0,2-4 1 16,4 0-10-16,-2-2 14 16,4-3-3-16,1-2 10 0,-2-1 13 0,1-7-12 15,-4 0 30-15,1 0-15 0,-4 0 4 0,0 0 8 0,-1-9-30 0,-4 1 7 0,0-4 0 31,-1-2-12-31,-2-1 4 0,0-2-2 0,-1 0-17 0,-2-2 4 0,-11 0 0 0,13-1-6 16,-13 0 3-16,0 3-2 16,0-1-8-16,0 2 5 0,0 1 1 0,0 2-9 0,0 3 5 0,0 2-9 0,0 1 10 15,0 7-8-15,0 0 1 0,-13 0 12 0,13 0-10 16,-16 0 26-16,3 0-6 0,-2 0-6 0,4 12-11 31,-3-2 3-31,1 0 2 0,2 3 2 0,11-1 12 0,-14 0-12 16,14 0-2-16,-12 2-4 0,12-2 1 0,0 1-2 15,0 1 13-15,0 0-5 0,0 1 13 0,0 0 0 16,0 1-5-16,0-1 0 0,0 0-4 0,0-1 3 16,18 1 2-16,-1-1 1 0,5-2-3 0,-2 2-2 15,5-3-2-15,2 2 4 0,-1-2-1 0,3-2 13 16,1 0-11-16,-3-2 13 0,-2-7-9 0,4 5-20 0,-6-5 19 16,-1 0-29-16,-1 0-38 0,0 0-43 15,-4 0-88-15,-3-11-36 0,2 3-68 0,-3-2-51 0,-13-2-56 16,11 1-125-16,-11-2-89 0,0-2-148 0,0-3-72 15,0-1-16-15</inkml:trace>
  <inkml:trace contextRef="#ctx0" brushRef="#br0" timeOffset="174709.34">28573 13298 3367 0,'-11'0'-6'0,"11"0"13"0,0 0 40 0,0 4 52 0,0-1 69 0,17 3 28 16,4 1-10-16,6 1-15 0,6 0-49 0,7 4-21 16,6 0-13-16,6 1-32 15,3-1-12-15,2 2-16 0,0-3-16 0,-3 0 0 16,-2-1 1-16,-5-2 0 0,-7-2 10 0,-9-6-9 0,-4 0 6 16,-8 0-21-16,-1 0-47 0,-18 0-87 15,9 0-137-15,-9 0-176 0,0 0-235 0,0 0-155 0,0-10-92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27T03:36:11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2766 1594 1825 0,'0'0'57'0,"0"0"100"0,0 0 32 15,0 0 34-15,0 0-27 0,0 0-67 0,0 0 22 16,0 0-4-16,0 0-2 0,0 0 16 0,0 0-33 16,0 0 0-16,0 0 3 0,0 0-20 0,0 0-15 15,0 0-7-15,0 0-21 0,0-6-17 0,0 6 6 16,0-6-31-16,0 1-3 0,0 1-13 0,0 0-13 15,0 0 10-15,0 1-9 0,-9-1-4 16,9 4 6-16,-16-3 8 0,3 3-9 0,-1 0 8 0,1 0-7 16,-4 0-5-16,1 0 10 0,-3 0-1 0,1 0 3 15,-2 0-1-15,3 0-2 0,0 5 4 16,1-5-10-16,3 4-2 0,2 0 9 16,11-4-9-16,-8 3-1 0,8-3-2 0,0 3-12 0,0-3 5 15,0 6 15-15,0-3 5 0,0-3 17 16,0 6-12-16,0 0 14 0,0 1-14 0,0 0 10 15,0 1 12-15,0 1-14 0,0 2 9 16,0-1-2-16,0 3-4 0,0-1-3 0,7 1 12 0,-7 1-16 16,0 0-1-16,9 0 10 0,-9 1-19 0,0 1 12 0,10-1-2 15,-10 0-12-15,0-1 14 0,0 1-11 0,9-1 10 16,-9 0-2-16,0-1 1 0,0-1 4 0,0-1-13 16,0-1 11-16,9-1-1 0,-9-1 2 15,0-3-1-15,0 0-5 0,0 0-6 0,10-2-1 16,-10-1 0-16,0-2 7 0,11 2-5 0,-11-2 6 15,13 0 3-15,-2 0-9 0,0 0 5 0,1 0-20 16,1 0 7-16,1 0 4 0,-3 0 1 0,2 0 16 16,1 0-5-16,-2-3-8 0,-2 0 0 15,-10 0-14-15,15 1-6 0,-4 0-25 0,0-1-70 0,-11 1-47 16,11 0-71-16,-11 0-87 0,10-1-65 0,-10 0-54 16,0 0-82-16,0-1-30 15,0-2-15-15,0 2-19 0,0-3 90 0</inkml:trace>
  <inkml:trace contextRef="#ctx0" brushRef="#br0" timeOffset="740.89">2556 1785 2688 0,'0'-3'31'0,"-11"-2"31"0,11 2 19 15,0 0 8-15,0 2-28 0,0 0-30 0,0 0-11 16,0 1-2 0,0 0 11-16,0 0 1 0,0-1-6 15,16 1-10-15,0 0 0 0,1-2-6 0,2 2 3 16,3 0 3-16,-1 0-12 0,4 0 8 0,0 0 6 0,2 0-20 15,0 4-36-15,-3-2-43 0,3 0-102 0,-2-2-110 0,0 0-52 0,-1 0-35 16,-5 0 25-16,2 0 91 0,-4-5 41 0,-3-1 58 16,-1 0 51-16,-1 0 35 0,-4 0 48 0,2 1 23 15,-10-3 51-15,9 3 50 0,-9-2 55 0,0 1 60 16,8 0 21-16,-8 0 21 0,0-2 4 0,0 2 37 16,0 2-17-16,0-1-32 0,0 0-24 0,0 1-82 15,0 2-23-15,0-1-23 0,0 2-35 0,0-1-26 16,-8 2-16-16,1 0-17 15,0 0 6-15,7 0 7 0,-9 5-9 0,1-1 3 0,-2 1-2 0,1 1-2 16,-1 0 5-16,1 3-3 0,-1-1-8 16,1 1 2-16,-2 0 6 0,3 2 4 0,0-2 6 0,8 3-12 31,-7-2 1-31,7-1 1 0,0 2 1 0,0-2 17 0,0 0 20 0,0-1 21 0,0-1 21 16,13 1 29-16,0-2 9 0,1 1 14 0,-1-2 2 0,6-2-9 15,-2-1-8 1,2-2-16-16,0 0 2 0,0 0-19 15,0 0 12-15,-2-7 0 0,-1 0-18 0,-3 2 7 16,-2 0-6-16,-1-2 3 0,-10 2 8 0,10-2 10 0,-10 2-12 16,0-1-9-16,0 0-22 0,0 1-14 0,0 1-10 15,0-1-32-15,0 5 14 0,0-3-19 0,0 3 0 16,0 0 27-16,0 0-12 0,0 0 6 0,0 0-15 0,0 0-12 16,0 0-5-16,0 0 11 0,0 5-6 15,0-1 9-15,0 1 1 0,0 1-6 0,0 2 4 16,0 1-1-16,0 2-2 0,0 1 5 0,0 3 11 15,0 2-10-15,8 2 7 0,-8 0-10 0,13 1 8 0,0 1-3 16,-2 0-4-16,2 1 5 0,-1-1-14 0,-1 0 28 16,3 0-3-16,-3-1-1 0,1-1 2 0,0-1-18 31,-12-3 11-31,11 0-8 0,-4-2 1 0,-7-1 1 0,0-1-3 16,0-4-5-16,0 1 1 0,0-5-2 0,0-3-7 15,0 0 20-15,0 5-2 0,0-5 7 0,0 0 17 16,-12 0-21-16,-2 0 8 0,-3 0-5 0,1 0-5 15,-5-7 22-15,1 0-8 0,-2-2 1 0,1-2 5 16,1 0-9-16,1-1 10 0,3-2-10 0,-1 1-2 16,5-3 0-16,3 1-10 0,9 0 11 0,-11-2-18 15,11 2 0-15,0 0-9 0,0-1-11 0,0 1-4 0,0 1-42 16,0 0-11-16,17 1-58 0,-2 1-47 0,3 2-33 16,0-2-66-16,-1 2-69 0,2 0-110 0,-1 2-73 15,-1 0-128-15,-1 1-53 0,1-1-55 16</inkml:trace>
  <inkml:trace contextRef="#ctx0" brushRef="#br0" timeOffset="923.68">3366 1566 3391 0,'0'-1'57'15,"0"-1"52"-15,0 1 14 0,0 1 17 0,0 0-56 16,0 0-53-16,0 0-9 0,0 0-25 0,0 0-11 15,0 0-50-15,0 0-95 0,0 0-80 0,0 0-180 16,0 3-106-16,0-3-113 0,0 7-107 0</inkml:trace>
  <inkml:trace contextRef="#ctx0" brushRef="#br0" timeOffset="1106.9">3410 1787 3256 0,'0'4'77'16,"0"-4"54"-16,0 0 28 0,0 0 24 0,0 0-53 16,0 0-49-16,0 0-30 0,0 0-15 0,0 0-28 0,0 0-10 15,0 0 2-15,0 0-38 0,0 0-60 16,0 0-97-16,0 0-140 0,0 0-149 0,0 0-121 16,0 0-71-16,0 0-12 0</inkml:trace>
  <inkml:trace contextRef="#ctx0" brushRef="#br0" timeOffset="1468.29">3832 1466 3404 0,'0'-2'56'0,"0"-2"17"0,0 2 15 0,0 0 10 0,0 2-50 16,0 0-10-16,0 0-27 0,0 0 2 0,0 0-16 16,0 3-11-16,0 1 20 0,0 0-9 0,0 0 13 15,0 3 12-15,9 0 2 0,-9 4 2 0,7 2 10 16,-1 1-1-16,-6 1-11 0,10 2 4 0,-3 1 5 15,0 0-1-15,1 0-9 0,-3-1-3 0,2-2-12 16,-7 0 0 0,10 0 1-16,-2-1 4 0,-8-1-14 0,8-1 11 15,-8-1 2-15,9-2-12 0,-9-3 24 16,0 0-18-16,8-1 4 0,-8 0 14 0,0-3-18 0,7-2-21 16,-7 0-58-16,0 2-117 0,0-2-145 0,0 0-197 0,0 0-195 15,0 0-154-15</inkml:trace>
  <inkml:trace contextRef="#ctx0" brushRef="#br0" timeOffset="1922.58">4205 1527 3349 0,'8'-2'56'0,"-8"-1"52"0,0 0 59 15,0 3 35-15,0-2-34 0,0 2-30 16,0 0-62-16,0 0-18 0,0 0-26 0,0 0-18 0,0 0 0 0,0 0-9 15,0 0 7-15,0 0-15 0,0 4 9 0,0 0-7 16,0 1 9-16,0 1 0 0,0 1-4 0,0 2 3 16,0 1-6-16,0 1 11 0,0 2-4 0,0 1-11 15,0 0 1-15,0 0 1 0,0 0 6 0,0 0 11 16,0 0-16-16,11 0 13 0,-1-2-6 16,1 1 12-16,0-3 34 0,3 1 23 15,0-3 21-15,3-2-2 0,3 1 9 0,0-3-24 0,2-4-5 0,2 0 1 16,3 0 8-16,0 0 16 0,1 0 0 0,-1-8 16 15,0 0-1-15,-2 0 1 0,-2 1 19 0,-1-2 7 16,-5 1-9-16,-3-3-13 0,-1 1-20 0,-4 1-32 16,-9-2-23-16,0 0-5 0,8-2-17 0,-8 0-15 0,0-1 1 15,0-1-21-15,0-2 3 0,-14 0 11 0,-2-1-10 16,0-1 3-16,-4 0 7 0,-1 1-18 0,2 0 19 31,-4 3-7-31,-1 3-8 0,6 1 10 0,-2 2-11 16,6 4 17-16,1 1-18 0,2 0 8 0,11 4-21 15,-11 0-33-15,11 0-26 0,0 7-47 0,-11-1-48 0,11 1-27 16,-13 1-36-16,13 4-48 0,-14 0-28 0,4 0-63 16,10 1-73-16,-12 1-56 0,12 2-80 0,-10 0-56 15,10-2-6-15,-9-1-36 0</inkml:trace>
  <inkml:trace contextRef="#ctx0" brushRef="#br0" timeOffset="2452.62">2373 2146 2452 0,'0'2'19'0,"0"-2"19"0,0 0 5 0,0 0 38 0,0 0 25 0,0 0 32 0,0 0 37 16,0 0 16-16,15 0-12 0,3 0-7 16,4-2-18-16,6 1-19 0,7 0-4 0,3-3-23 15,8 1-17-15,3 0-6 0,5-1-6 0,4-1-13 16,1-1 10-16,2 0-30 0,1-1-13 0,-5 2 15 16,0-2 0-16,-5 1 11 0,-6 2 7 0,-5-1-19 0,-6-1-5 15,-7 3 11-15,-4 0-11 16,-8 0 1-16,-2 0-3 0,-14 3-36 15,10-2 9-15,-10 2-10 0,0 0 3 0,0 0 1 0,0 0-12 16,0-3-1-16,0 2-59 0,0 1-52 0,-10-2-75 16,1-1-66-16,1 1-42 0,-2 1-53 0,1 0-48 15,-4 1-131-15,2 0-111 0,0 0-82 16,0 0 41-16</inkml:trace>
  <inkml:trace contextRef="#ctx0" brushRef="#br0" timeOffset="3878.08">3721 3141 1593 0,'0'0'45'16,"0"0"47"-16,0 0 26 0,0 0 41 0,0 0 28 15,0 0-16-15,0 6-8 0,0-6-7 0,0 0-73 16,0 0 1-16,0 6-13 0,0-6-21 0,0 0 3 16,0 0-23-16,0 0 4 0,0 0-8 0,0 0 3 15,0 0-16-15,0 0 5 0,0 0-2 0,0 0 8 16,0 0 32-16,0 0 22 0,0 5 24 0,12-5 8 16,0 8 4-16,4-3-21 0,4 0-1 0,1-5-2 15,5 8-7-15,2-3-9 0,4-5-12 0,-1 7-12 16,2-7-3-16,1 0 0 0,0 0 10 0,1 6-11 0,0-6-3 15,-2 0-8-15,-1 0-30 0,-1 0 18 0,-4 0-13 16,-2 8 5-16,-2-8 14 0,-3 0-11 0,-3 0-4 16,-4 0 4-16,-13 0 2 0,11 0-1 0,-11 0 5 15,0 0 3-15,0 0-10 0,0 0 1 16,0 0-8-16,0 0-19 0,0 0 17 16,0 0-9-16,0 0-8 0,0 0-41 0,0 0-77 15,0 0-71-15,0-6-90 0,-12 1-80 0,0 1-50 16,0-2-87-16,-1-2-63 0,1-1-12 15,-1 0-73-15</inkml:trace>
  <inkml:trace contextRef="#ctx0" brushRef="#br0" timeOffset="4192.92">4073 3031 2789 0,'0'0'42'15,"0"0"9"-15,0 0 3 0,0 0-8 0,0 0-28 0,0 0-9 16,0 0-2-16,0 0 19 0,0 0 0 15,0 0 32-15,0 0 14 0,0 6 26 0,0-1 26 16,10-1-5-16,2 4 25 0,0 0-8 0,4-1-24 16,0 1-3-16,3 1-12 0,3 0-21 0,-3 2-12 0,5-3-8 15,-2 2-47-15,0-2 12 0,-3 1-10 0,1 0-7 0,-4-1 13 16,0 1-12-16,-5-3 9 0,-11 2-9 16,11-8 8-16,-11 8-6 15,0-1-7-15,0-1 2 0,0 2 7 0,0 0-5 0,0 2 1 16,-16 0 9-16,2 0-16 0,-3 2 14 15,-2 2-10-15,-2-3-2 0,1 1 3 0,-1-3-10 0,2 1 13 16,-1-3-10-16,4 1 18 0,0-8-5 16,3 6-6-16,2-6 0 0,11 0-12 0,-11 0-43 0,11 0-61 0,0 0-102 15,0 0-131-15,0 0-50 0,0 0-114 0,0 0-65 0,0 0-3 16,0 0-103-16</inkml:trace>
  <inkml:trace contextRef="#ctx0" brushRef="#br0" timeOffset="5515.82">4515 3482 1269 0,'0'0'40'16,"0"5"32"-16,0-5 23 0,0 0 11 0,0 5-18 0,0-5-9 15,0 0 5-15,0 0 1 0,0 4-6 0,0-4 7 16,0 0-16-16,0 0 61 0,0 0 9 0,0 3-20 16,0-3 16-16,0 0-39 0,0 0-8 15,0 0 17-15,0 0 20 0,0 0-9 0,0 0 36 16,0 0 10-16,0 0 8 0,0 0 14 0,0 0-14 16,0 0 6-16,0 0-39 0,0 0-31 0,0 0-27 15,0 0-31-15,0 0 8 0,-14-4 1 0,14 4-13 16,0-7-5-16,-10 1-21 0,10 0-4 0,0 0 8 0,0 0-4 15,-12 0-8-15,12 0-3 0,0-1-13 16,0 0 11-16,-13 0 13 0,13-1 3 0,0 0 20 16,-13-1-14-16,13 0 2 0,0 0-1 15,-14-1 5-15,14 1 3 16,0-1-2-16,0 0-7 0,-13-1-8 0,13 1 20 0,0-1 10 0,0-1 9 16,0 1-13-16,-12-3-19 0,12 3 6 0,0-2-8 15,0-1 5-15,-13 0 7 16,13-1-23-16,0 0-4 0,-15-2 9 0,15 0 1 0,0-1 7 15,0 0 11-15,0-1 3 0,0 1 1 0,0-2-2 16,0 1 5-16,0-1-6 0,0 2-8 0,0-1 6 16,0-2-6-16,0 3-1 0,0-1 9 15,0-2-11-15,0 1 4 0,0 0-14 0,15-1 0 16,-3 1-2-16,0 0-9 0,2 1 21 0,2 0-18 16,0 2 14-16,1-1 3 0,1 2-20 0,2 0 9 15,2 1-13-15,-1 2 0 0,1 0 1 0,2 1-6 16,-1 2 2-16,1 1-5 0,2-1-3 0,0 4 4 15,1 1 3-15,0 5-2 0,-2 0-2 0,1 0-1 16,2 0-7-16,1 0 6 0,1 0 3 0,0 8 7 16,2 1 0-16,-1 1-14 0,1 0 13 0,1 1-8 15,1 1 4-15,-2 0 16 0,-2 1-15 0,-4 1-5 16,-1 0 13-16,-1-1-5 0,-1 3-4 0,0-1 9 0,-3 0-18 16,0 2 8-16,0-2 4 0,0 2 6 0,0 0 6 15,0 0-10-15,-3 1 10 0,2 1-10 0,-3-1 3 16,-1 0-4-16,0 1-4 0,-4 0 8 0,5 0-3 15,-5 0 17-15,1 0-6 0,-1 1-10 0,-1 0-3 0,1 1-5 0,-11 1 8 32,14-3 7-32,-4 3-6 0,-10-2-6 0,11 1-4 0,-11 1-2 0,9-1 12 0,-9 1-9 31,0-1 6-31,13 2-7 0,-13 1 6 0,0-2 2 0,0 0-7 0,0 0 10 0,0-1-6 0,0 1 7 16,0-1-1-16,0-1-8 0,0 1 0 0,0-2 10 15,0 0-3-15,0-1-3 0,0 1 7 0,-13-1-10 16,13-2 7-16,-14 0 3 0,3 1-2 0,11-2 5 15,-16 0-11 1,2 1 10-16,3-1 1 0,-2-1-6 0,-1-1 8 16,0 1-10-16,1 0-4 0,0-2 10 0,-4 0-2 15,4-1 4-15,-2 0 1 0,0-1-14 0,1-1 11 16,0 0-2-16,1-1 1 0,-4 0 13 0,1-1-8 16,2 0 3-16,-3 0-10 0,2-7 8 0,-4 10-1 15,3-4 12-15,-1-6 9 0,1 0-7 0,-3 9 12 0,-3-9-12 16,0 0 6-1,0 0-4-15,-3 0-3 0,-2 0 6 0,0 0-1 16,0 0-1-16,-2 0-22 0,2 0 13 0,2-7 1 16,-2 0-15-16,4 0 24 0,0-1-35 0,1 0 12 15,0-1 17-15,-1-1-7 0,2 0 27 0,-1-2-23 0,0 3 10 0,4-3-6 0,-2 0-10 16,1 0 10-16,3-1-34 0,-1-1 6 0,2-1 6 16,-2 1-7-1,3-1 25-15,-2-1-25 0,3 1 2 0,-1 0 8 16,1 0-9-16,2-1 23 0,-1 1-33 0,12 1 13 15,-11-1 2-15,11 1-9 0,-12 0 22 0,12 1-28 16,-14 1 6-16,14 1-1 0,-11 0 5 0,11-1 11 0,-12 2-17 16,12 0 14-16,-13 1-13 0,13 1 3 0,0 1 5 15,-10 2-12-15,10-2 11 0,0 3 2 0,0 0-10 16,0 4 18-16,0-5-21 0,-12 1-1 0,12 4-4 16,0 0-57-16,0 0-39 0,0 0-85 0,0 0-68 15,0 0-67-15,0 0-47 0,0-7-33 0,0 7-64 16,0-4-111-16,0 0-78 0,0 4-128 15,0 0-98-15,0-9 41 0</inkml:trace>
  <inkml:trace contextRef="#ctx0" brushRef="#br0" timeOffset="6034.58">4836 3403 1412 0,'0'0'40'0,"10"4"35"0,-10-4 41 0,0 0 42 0,0 0-9 15,0 5 60-15,0-5 0 0,0 0-1 0,0 0 16 0,0 0-35 16,0 0 19-16,0 0 31 0,0 0 25 0,0 0 13 15,0 0-9-15,0 0-6 0,0 0-19 16,0 0-35-16,0 0-34 0,0 0-38 0,0 0-35 0,0 0-12 16,0 0-20-16,0-12-12 0,0 1 11 0,0 0-21 15,0 0 18-15,0-4 9 0,0 1-13 0,0-4 17 16,12 1-10-16,-12-2-21 0,11-1-3 16,-11-2-14-1,10 1-10-15,-10-2 7 0,14 0-14 0,-6 0 15 16,-8 1-5-16,14 1 0 0,-4 1-3 0,-10 2-19 15,11 2 18-15,-11 3-16 0,12 3 15 0,-12 2-9 16,0 1-22-16,10 7 3 0,-10 0-10 0,0 0-2 16,0 0 0-16,0 0 0 0,0 0 4 0,0 0 4 0,8 0 18 15,-8 8 8-15,11 1-11 0,-11 1-1 16,12 2 7-16,0 2-4 0,0 2 17 0,-1 3-6 0,-1-1-5 16,2 0 1-16,0-1-16 0,0 3 16 0,-1-2-19 15,0 0-41-15,3-1-32 0,-1 0-62 0,0 0-41 16,-1-2-33-16,1-1-46 0,1 0-4 0,-4-2-44 15,2-2-58-15,-2-2-53 0,1-2-53 0,-11-1-72 16,0-5-7-16,0 0-29 0,11 0-109 0</inkml:trace>
  <inkml:trace contextRef="#ctx0" brushRef="#br0" timeOffset="6247.6">4964 3291 2660 0,'0'7'20'15,"0"-7"56"1,0 0 22-16,13 0 39 0,1 0 11 0,-1 0-15 16,6 0 23-16,-1 0-6 0,3 0-2 0,1 0-23 15,2 0-34-15,-2 0-25 0,1 0-43 0,0 0-10 16,-4 0-5-16,0 0-6 0,-5 0 6 0,-3 0-84 0,-11 0-113 16,14 0-150-16,-14 0-235 0,0-7-163 15,0 0-91-15</inkml:trace>
  <inkml:trace contextRef="#ctx0" brushRef="#br0" timeOffset="6999.03">5473 3155 1466 0,'0'0'31'0,"0"0"26"0,0 0 35 0,0 0 16 16,0 0-9-16,0 0-13 0,0 0-27 15,0 0-9-15,0 0-18 0,0 9 12 0,0-9 81 0,0 0 30 16,0 6 38-16,0-6 12 0,0 5-13 0,0-5 4 15,0 6 12-15,13-6 20 0,-1 0-26 0,3 6-5 16,-2-6-24-16,4 0-29 0,3 0-30 0,1 8-16 16,3-8-11-1,3 0-3-15,1 0-17 0,5 0-4 0,0 0-25 0,4 0-17 0,1 0 23 16,4 0-7-16,3 0 7 0,0 0-2 0,3 0-19 0,1-8 0 16,1 8 9-16,-2 0 4 0,1-7-3 0,-5 7-3 15,-2-9 6-15,-3 9-12 0,-6-7 9 0,-3 7 12 16,-5 0-22-16,-7-7-1 15,-1 7-7-15,-6 0-9 0,-11 0 12 16,0 0-11-16,10 0 10 0,-10 0 0 0,0 0-28 16,0 0 22-16,0 0-13 0,0 0 2 0,0 0 19 15,0 0-6-15,0 0-13 0,0 0-7 0,0 0 1 16,0 0-7-16,0 0 10 0,0 0-15 0,0 0-43 16,0 0-32-16,0 0-60 0,0 0-64 0,0 0-32 15,0-7-65-15,0 7-79 0,0 0-62 0,0 0-131 16,0 0-94-16,0 0-50 0,0-7 37 0</inkml:trace>
  <inkml:trace contextRef="#ctx0" brushRef="#br0" timeOffset="7384.26">6272 3043 3109 0,'-11'0'64'0,"11"0"18"0,0 0 22 0,0 0 14 0,0 0-45 16,0 0-8-16,0 0-23 0,0 0-11 0,0 0-12 16,0 0-8-16,0 0 41 0,0 0 25 15,0 0 30-15,0 6 46 0,0-6 5 0,0 6-12 16,12 1-11-16,1-7-24 0,1 8-26 0,2 0-8 16,3 0-17-16,0 1-14 0,3-2-7 0,0 1 0 31,-3 0-14-31,3 0-6 0,-3 1-7 0,-1-2 4 15,-1-7-3-15,-2 10 1 0,-2-2-8 0,-5-8-11 16,-8 7-6-16,10-7 16 0,-10 0-4 0,0 8-3 16,0-8 27-16,0 0-39 0,0 9 19 0,0-9-6 15,0 9-8-15,0-9 9 0,0 9 3 0,-14-1 12 0,0-8-31 16,-1 11 27-16,1-2-26 0,1 0 4 0,-1 0 23 0,0-1-19 0,3 1 15 16,-3-1-7-1,14-1 1-15,-13-7-44 0,13 8-82 0,-11-8-108 16,11 8-125-16,-11-8-105 0,11 0-39 0,0 0-72 15,0 0-22-15,0 0-5 0,0 0-53 0</inkml:trace>
  <inkml:trace contextRef="#ctx0" brushRef="#br0" timeOffset="8753.44">6638 3019 3467 0,'0'0'53'16,"0"-5"64"-16,0 5 55 0,0 0 14 0,0 0-28 0,0 0-61 16,0 0-52-16,0 0-12 0,0 0-26 0,0 0-3 15,0 0 3-15,0 0-2 0,0 0-3 0,0 0 9 16,0 6-2-16,0 0-2 0,0 2 10 0,12 1-16 16,-12 3 23-16,0 3-6 0,11 3-12 0,-11 3 21 0,12-1-29 15,-12 3 7-15,11 0 12 0,-1 2-25 0,-10 0 1 16,11 1 3-16,-11-3 1 0,9 1 15 31,-9-2-6-31,12 1 6 0,-12-3-9 0,0-1-12 0,10-2 28 16,-10-3-11-16,0-1-11 0,0-1 15 0,0-2-23 15,0-1 2-15,10-2 15 0,-10-7-6 0,0 7 6 0,0-7 4 16,0 0-2-16,0 0 3 0,0 0 1 0,0 0-1 16,0 0 8-16,0 0-7 0,0 0 5 0,0 0-14 15,0 0-13-15,0 0-11 0,0-9-12 0,0 2-4 16,0-2-21-16,0 1-4 0,0 0 8 0,0-1 6 15,-10 2 16-15,10 0 23 0,-10 0-7 0,10-1 14 16,-12 3 5-16,12 0-8 0,-8 5 19 0,8-7-20 16,0 7 11-16,-12-5 4 0,12 5-28 0,0-7 21 0,-11 7-5 15,11 0 1-15,0-4 17 0,0 4 10 0,-10 0 24 16,10-7 12-16,0 7 6 0,0 0 1 0,0-6-1 16,-12 6 8-16,12-7-1 0,0 7 1 0,0-8-19 15,0 8-14-15,0-8 14 0,-10 2-10 0,10-1 6 16,0 7-1-16,-11-10 6 0,11 1 1 0,0 0 6 0,-11 0 6 31,11 0 1-31,0-1-2 0,-13 1-4 0,13-1-31 16,0-1-11-16,-12 0 8 0,12-2-15 0,0 0 30 15,0 1-13-15,0-3-14 0,0-1 9 0,-10 0-12 16,10 0 6-16,0-1 0 0,0 0 9 0,0 1-13 16,0-2 3-16,0 2 12 0,0 0-22 0,0 1 27 15,0 0-5-15,0 1-15 0,10 0 11 0,-10-1-19 0,12 1 7 16,-12 1-3-16,10 0-2 0,-10-1 12 0,12 1-14 15,-12 1 4-15,13-1-6 0,-3 0-8 0,1 0 1 16,-2 1 0-16,2-1 7 0,0 2-6 0,0 0 3 0,2 1 5 16,-2 0-16-16,0 1 14 0,3 1-10 15,-1-1 1-15,-2 2 11 0,5 0-13 0,-3 1 9 16,2 0-14-16,0 1 7 0,2 0-7 0,2 1 6 0,0 0 6 16,3 4-12-16,-1-4 13 0,3 4-13 0,2 0-1 31,1 0 7-31,-2 0-8 0,5 0 12 0,-1 0-8 15,-1 7 6-15,-2-1 4 0,2 1-12 0,-1 0 16 16,-2 2-15-16,1-1 1 0,-1 2 7 0,-3-2-7 16,0 2 7-16,2 1-8 0,-4 0 2 0,1 0 9 15,0-1-10-15,-1 1 8 0,-1 1 3 0,0-1-16 0,-3 1 22 16,3 0-8-16,-3 2-1 0,3-1-7 0,-2 1-1 16,-1 0 12-16,1 1-14 0,-1 1 21 0,1 1-13 15,-2 1 7-15,0 1 6 0,-2 0-6 0,1 0-2 16,-3 1-7-16,1 0 11 0,-12 1 4 15,15 0 0-15,-15 0-4 0,15-2-15 0,-3 1-5 0,-12 2 9 16,13-1 3-16,-13-1 6 0,14 1 1 0,-14 1-15 0,0-1 14 16,0-1-16-16,0 1-3 0,0-2 14 0,0-1-9 15,0 2 24-15,0-2-7 0,0-1 1 0,0 0-10 16,0 0-5-16,0 0 12 0,0-2-13 0,0 0 13 16,0 1 0-16,-16-1-5 0,3-1 12 0,13 1-5 15,-15-2-13-15,4 0 10 0,11 0-7 0,-19 0 17 16,8-2 2-1,-2 1-11-15,0-1 2 0,2 0-9 0,-1-2 3 16,-3 2 0-16,1-2 6 0,0 0-3 0,0-1 0 16,1-1-1-16,0 2 0 0,-2-3-11 0,2-6 15 15,-3 10 0-15,3-3-8 0,-4-7 3 0,4 8-12 16,-2-8 15-16,-1 8 0 0,0-8 11 0,0 7-5 16,-1-7-13-16,1 0 10 0,0 0-2 0,-1 0 3 0,-1 0 6 15,1 0 2-15,0 0 1 0,-2 0 12 0,1 0 0 16,-1 0 16-16,1-8-12 15,0 1 3-15,-2 1-6 0,0 0-27 0,-2 0 26 0,-3-2-19 0,3 2 4 16,-2-2 8-16,0-1-22 0,2-1 20 0,0 0-12 16,3-1 1-16,-3 0 10 0,3-1-31 0,2 0 20 15,-4-2-5-15,4 1 4 16,-4 0 8-16,1 0-15 0,1-3 18 16,0 3-21-16,0-3 17 0,5 0-1 0,-2 0-28 15,1-1 19-15,3 0-11 0,-2 0 13 0,2 1 11 16,2-2-21-16,10 1 22 0,-12 1-12 0,3 1 4 15,9 0 13-15,-11 1-30 0,11 0 17 0,0 2-4 16,0 1-5-16,-8 0 6 0,8 0-13 0,0 0-2 0,0 1 4 16,0 2 8-16,0-1-4 0,0 3-6 0,0-1 8 15,0-1-11-15,0 2-4 0,0 6-14 0,0-6-26 16,0 6-12-16,0-8-54 0,0 8-34 0,0 0-62 16,0 0-60-16,0 0-25 0,0 0-51 0,0 0-37 0,0 0-46 15,0-6-94-15,0 6-25 16,10 0-86-16,-10 0-74 0,0 0-8 0,12 0-13 0</inkml:trace>
  <inkml:trace contextRef="#ctx0" brushRef="#br0" timeOffset="9020.34">6921 3099 3342 0,'0'0'75'0,"0"-4"67"15,0 4 50-15,0-6 40 0,0 6-57 0,0 0-39 16,0 0-43-16,0 0-35 0,0 0-20 16,0 0-30-16,0 0 6 0,0 0-6 0,0 0-3 15,0 0 9-15,13 8-33 0,-13 0 19 0,0-1 8 16,16 1-15-16,-16 2 27 0,13 1-16 0,-2 1 0 16,1-1-1-16,-2 0 2 0,2 1-3 0,1 0-38 15,-3-1-52-15,2-2-101 0,-1 0-115 16,-11-1-78-16,12 1-99 0,-12-9-34 0,0 8-26 15,12-8 8-15,-12 0-31 0</inkml:trace>
  <inkml:trace contextRef="#ctx0" brushRef="#br0" timeOffset="9517.78">6971 3086 3014 0,'0'-6'79'16,"0"0"68"-16,0 0 37 0,0 1 48 0,0 5-34 0,0-5-46 0,0 5-4 31,0-5-14-31,0 5-28 0,0-5-8 0,0 5-7 16,0-6-6-16,0 6-10 0,0-5 7 0,0-1-12 15,15 6-15-15,0 0 5 0,2-5-24 0,-1 5-2 0,1 0 6 16,2 0-25-16,0 0 5 0,0 0-15 0,-3 0-18 16,1 0 9-16,-4 0 3 0,1 0-3 0,-14 0 3 15,13 0 3-15,-13 0-4 0,11 6 7 0,-11-6-6 16,0 9 5-16,0-2-5 0,0 0 12 0,0 0-1 15,0 1 10-15,0 0-14 0,0 1-11 0,-16 0 5 0,2 1-20 16,1-3 16-16,13 1 7 0,-16-8-6 0,4 9 3 16,12-9-6-16,0 8-5 0,-11-8-13 0,11 0 2 15,0 0 13-15,0 0-4 16,0 0 21-16,0 6 11 0,0-6-17 0,0 0 4 16,0 9-6-16,0-9-9 0,11 7 10 0,1-7-3 15,1 11 16-15,0-1-13 0,4-2 0 16,0-8 6-16,1 10-19 0,-1 0 11 0,-1-1 8 15,-2-2-14-15,1 3 13 0,-1-1-11 0,-5 1 1 16,-9 1 9-16,13-2-14 0,-13 2 14 0,14-2-22 16,-14 0 14-16,0 0 6 0,0-1-4 0,0 0 19 15,0-1-11-15,0 2 6 0,0-2 0 0,0 0 5 16,0-1-3-16,-14 2-13 0,3-8 12 0,-2 8-9 0,-3-8 6 16,2 7 4-16,-5-7-8 0,-1 0 1 15,0 0-1-15,-1 0-2 0,-3 0 1 0,-1 0-50 16,1 0-106-16,-2 0-126 0,1-12-196 0,0 3-131 15,1 0-145-15,0 0-109 0,2-2 15 0</inkml:trace>
  <inkml:trace contextRef="#ctx0" brushRef="#br0" timeOffset="10040.91">5832 2610 3015 0,'0'0'17'0,"0"0"46"0,0 0 4 0,0 0 15 0,0 0-14 0,0 0-40 16,0 0 5-16,0 0-16 0,0 4 2 0,0 1-4 16,0 0-11-16,0-1 6 0,0 3-1 15,0 0-1-15,11 2-4 0,-11 0 12 0,8 2-17 16,0 0 10-16,-8 0 9 0,9 1-13 0,-9 0 3 15,12 1-13-15,-4-1-29 0,0 0-87 0,-8 0-201 16,10 0-210-16,-10-1-182 0,12-3-47 0</inkml:trace>
  <inkml:trace contextRef="#ctx0" brushRef="#br0" timeOffset="11259.29">7793 3075 1125 0,'0'0'34'0,"0"0"5"0,0 0 27 0,0 0 37 0,0 0-5 16,0 0 29-16,0 0 15 0,0 0-16 0,0 0-12 16,0 0 1-16,0 0-30 0,0 0 47 0,0 0-2 15,0 0-21-15,0 0-4 0,0 0-72 0,0 0-22 16,0 6-3-16,0-6-1 0,0 0 1 0,0 0 15 16,0 4 9-16,0-4 28 0,0 4 22 0,0-4 38 15,0 0 3-15,0 6-6 0,11-6 15 0,-11 4-19 16,12-4 12-16,-12 7 3 0,13-7-10 0,1 6-7 15,-1-6-14-15,4 0-16 0,-1 6-7 0,3-6 0 16,2 0-1-16,3 7 4 0,1-7-14 16,0 0-12-16,3 0-8 15,1 0 3-15,1 0-3 0,-2 0-5 0,4 0 7 0,0 0-30 16,-1 0 19-16,2 0-17 0,1 0-4 0,-1 0 5 16,0 0-10-16,0 0 5 0,2-5-14 0,-3 5 16 15,0-7 6-15,1 7 4 0,-2-6 19 0,-2 6-11 0,-4-6-12 16,0 6 17-16,-3 0-32 0,-2-6 15 0,-2 6-11 15,-3 0-11-15,-3 0 22 0,-12-6-9 0,13 6 9 16,-13 0-6-16,12 0-12 0,-12 0-5 0,0 0 0 16,0 0 4-16,0 0 3 0,0 0 12 0,12 0-14 15,-12 0 1-15,0 0-6 0,0 0-14 0,0 0 24 16,0 0-16-16,0 0 7 0,0 0-6 0,0 0-7 16,0 0 25-16,0 0-10 0,0 0 12 0,0 0-8 15,0 0-16-15,0 0 21 0,0 0-12 0,0 0 14 16,0 0-10-16,0 0-3 0,0 0 2 0,0 0-10 15,0 0 17-15,0 0-17 0,0 0 4 0,0 0 13 16,0 0-16-16,0 0 21 0,0 0-7 0,0 0-9 16,0 0 4-16,0 0-10 0,0 0 11 0,0 0-14 15,0 0-3 1,0 0-25-16,0 0-28 0,0 0-11 0,0 0-19 16,0 0-3-16,0 0-5 0,0 0-28 0,0 0-15 15,0 0-27-15,0-6-47 0,0 6-37 0,0 0-84 16,0 0-117-16,0-5-84 0,0 5-87 0,0-6-72 15</inkml:trace>
  <inkml:trace contextRef="#ctx0" brushRef="#br0" timeOffset="11650.6">8578 2968 2116 0,'0'3'45'16,"0"-3"91"-16,0 0 20 0,0 0 15 0,0 0-48 0,0 0-79 0,0 0 0 15,0 0 1-15,0 0 25 0,0 0-1 0,0 0 14 16,0 0 5-16,0 5-11 0,0-1 23 0,0-4-7 16,0 5-12-16,0-2 6 0,13 2-16 0,-3-1 4 15,4-1-1-15,-14 2-12 0,14 0 0 0,2-1-17 16,-5 2-10-16,3-1 12 0,-1 0-26 0,-2 0-12 15,3 0 6-15,-1 0-27 0,-1 0 18 0,-2-5-4 16,-10 7-12-16,13-2 14 0,-13-5-8 16,11 5 11-16,-11-5 11 0,0 5-7 0,0-5-3 15,0 6-11-15,0-1-3 0,0-5 5 0,0 8 5 16,0-1-3-16,0 1 8 0,0-2-1 0,-13 2-4 16,13 0 13-16,-18 2-13 0,3-1 7 0,2 0-5 15,-1 1 0-15,3-4 11 0,-2 2-9 0,1-1-4 16,0-7-4-1,-1 6-84-15,1-6-120 0,1 7-94 0,-3-7-203 16,14 0-104-16,-13 0-55 0,13 7-103 0</inkml:trace>
  <inkml:trace contextRef="#ctx0" brushRef="#br0" timeOffset="12812.34">8811 3227 1932 0,'10'0'39'15,"-10"0"40"-15,0 0 88 0,0 0 49 0,0 0-1 16,0 0-10-16,0 0-28 0,0 0-9 0,0 0 10 16,0 0 30-16,0 0-3 0,0 0-3 0,0 0-3 15,0 0-33-15,0 0-28 0,0 0-18 0,0 0-38 16,0 0-15-16,0 0-25 0,0 0-13 0,0 0 7 15,0-9 5-15,0 1 13 0,0-1 3 0,0 1-5 16,0-1-9-16,0 0-16 0,-12-2 3 16,12 0 0-16,0-1-7 0,0-3 5 0,-11 1-16 15,11-3 10-15,0 0-5 0,0-2 5 16,0 0 22-16,0-2-19 0,0 0 2 0,0-1-9 16,0-1-8-16,0 0 5 0,0 0-1 0,0-2-1 0,0 1-6 0,0 1 0 0,11 0 12 15,-1 0-6-15,-10 0 3 0,16 2 7 0,-5 0-34 16,1 2 10-16,1 1-10 0,0 2-7 15,-1 0 32-15,3 0-6 0,-1 4-1 0,0-1 0 16,0 3-4-16,1 0-10 0,2 0 11 0,-1 3-5 16,1 0-1-16,1 1 17 0,2 1-15 0,0 5 4 15,1-6-4-15,1 6-3 0,2 0 2 0,0 0-5 16,-2 0 7-16,2 0-11 0,1 0 7 0,0 10 8 0,0-3-6 16,1 3 5-16,2 1 4 0,-1 0-8 15,2 0-8 1,-3 2 6-16,0 0-1 0,-1 0 4 0,-1 2 13 15,-2 0-12-15,3 0 5 0,-1 0 0 0,-3 1-11 16,2 1 8-16,1-2-10 0,-1 2 5 0,-2 0 9 16,0-1-5-16,-1 1 5 0,-1 0-13 0,0 0-3 15,-3 2 11-15,1 0-3 0,-4 0 11 0,4 0 12 16,-4 0-22-16,1 1 12 0,-1 1-14 0,1-1-3 0,-4 2 12 16,-10-1-13-16,15 1 18 0,-15 1-2 0,13-2-1 15,-13 0-1-15,11 2-2 0,-11-1-4 0,0-1-4 16,0 1-4-16,0-1-8 15,14-1 9-15,-14 3 6 0,0-2-3 0,0 2 10 0,0-3-6 0,0 0-9 16,0 0 15-16,0-2-9 0,0 2-1 0,0-2 10 16,0 0-2-16,0 0 2 0,0-1-6 0,0-1 7 0,-15 1-3 0,15 0 1 15,-15-2 13-15,3 1-6 0,12-1-3 16,-16-1 3-16,2 1-6 0,1-1-2 0,2-2 10 16,-3 2-6-16,1-2 0 0,-1 2 7 0,0-2-7 15,-2-1-5-15,2 0 4 0,-2-1-6 16,3-1 5-16,-2 1 10 0,-1-2-13 0,0 0 7 15,0 2-1-15,-1-1 9 16,-1 0-8-16,1 0-3 0,1 0 13 0,-1-1-19 16,2 1 20-16,-2-2-1 0,4-7 4 0,-2 10-1 15,2-10 20-15,-3 8 1 0,2-8-7 0,-3 0 6 16,-1 9-8-16,-1-9-9 0,0 0-2 0,2 0 2 16,-4 0-12-16,2 0 10 0,0 0-6 0,0 0 2 15,2 0 0-15,-2 0 6 0,3 0-6 0,-1-6 2 16,1-2 4-16,0 2-8 0,0-2 19 0,0 0-1 0,2 0-1 15,-2-2-6-15,2 1-8 0,-2-1-6 0,3 0-1 16,0-1-4-16,-2-1-18 0,1-1 13 0,3 0-12 16,-5-1 9-16,3-1 14 0,1 0-30 0,-4-1 15 15,2-2-6-15,-2 1 5 0,0-1 0 0,0 1-5 16,0-1 5 0,1-1-17-16,0 3 17 0,0-1-3 0,0 1-9 15,1 1 7-15,1 1 12 0,1 0-5 0,2 1 2 0,10 1 4 16,-14 1-4-16,14 0 9 0,-14-1 1 0,14 1 13 15,0 0-24-15,-11 2 9 0,11-2 8 0,0-1-17 0,0 1 26 0,0-1-23 0,0-1 20 16,0-1 2-16,0 0 0 0,0-1 10 0,0-1-36 16,0 1 9-16,0 0-14 0,0 0 7 0,0 1 6 31,11 0-15-31,-11 0 8 0,14 2-5 0,-4 1 3 0,-10-1 2 16,11 3-15-16,-11-1 5 0,12 2 7 15,-12 1-9-15,10-1 16 0,-10 2-26 0,8 1 5 0,-8-1 9 16,0 2-6-16,12 0 23 0,-12-1-35 0,10 1-5 15,-10 4-25-15,0-5-29 0,0 5-50 0,0 0-39 16,10-6-78-16,-10 6-63 0,0 0-18 0,0-5-67 0,0 5-27 16,0-6-82-16,0 3-97 0,0 3-112 15,0 0-99-15,0 0-82 0,0-5 156 0</inkml:trace>
  <inkml:trace contextRef="#ctx0" brushRef="#br0" timeOffset="14233.79">9257 3023 1813 0,'0'4'57'16,"11"-4"37"-16,-11 0 107 0,0 0 53 16,10 0-13-16,-10 0 13 0,0 0-37 15,0 0-5-15,0 0 20 0,0 0 17 16,0 0-34-16,0 0 0 0,0-4-38 0,0 4-32 0,0 0-16 16,0 0-37-16,0-6-10 0,0 6-20 0,0 0-1 15,0-4-14-15,0 4-7 0,0 0-17 0,0-5-8 16,0 5-3-16,0 0-9 0,0-5 4 15,0 5-20-15,0 0 8 0,0 0 1 0,-12 0-11 16,12 0 26-16,-14 0-16 0,14 0 0 0,-13 0 12 16,2 0-22-16,11 0 14 0,-15 0-11 0,3 9 18 15,0 0-5-15,12-1-5 0,-13 1 20 0,2-1-19 0,11 3 11 16,-16 0-1-16,16 1-14 0,-11-1 11 0,11 1-15 16,0 1 9-16,0 0 14 0,0 1-7 0,0-1 4 0,0 1 0 0,0 0-14 15,0-2 6 1,0 1-2-16,0-3-1 0,0 1 9 0,11-2 0 15,1 2 3-15,0-2 4 0,-1-1-2 16,3-8-9-16,-3 9 22 0,5-9-19 0,0 9 19 0,1-9-3 0,3 0-17 0,-2 6 24 0,3-6-27 31,-2 0 15-31,1 0-4 0,-2 0-12 0,1 0-1 16,-5 0 10-16,0 0-12 0,-14 0-23 0,15-7-67 16,-15 7-120-16,12-10-124 0,-12 3-167 0,0-1-168 15,0 2-122-15,0-2-84 0,0-1 70 0</inkml:trace>
  <inkml:trace contextRef="#ctx0" brushRef="#br0" timeOffset="14908.84">8351 2456 2568 0,'0'-8'46'0,"0"0"50"0,0 2 24 15,0 0 54-15,0-1-36 0,-8 3-9 0,8 1 25 16,0 3-43-16,0 0 8 0,0 0-25 0,-10-4-44 0,10 4-4 16,0 0-26-16,0 0-8 0,0 0-3 0,0 0-14 15,0 0 9-15,-9 0-17 0,9 0 1 0,0 0 5 16,0 0 1-16,-8 7 7 0,8-1-7 0,-10 2 13 15,10 1-14-15,-10 2-2 0,10 1 10 0,-10 2-3 16,10 0 3 0,-10-1 2-16,10 0-9 0,0 0-3 15,-10 0 17-15,10-1-6 0,0 0 10 0,0-1-8 0,0 0-1 16,0-1 20-16,0 1 0 0,0 1 42 0,15-2 9 16,-2-1 8-16,4 0 21 0,-2-2-22 0,2 1 14 0,3-2-14 15,-2 0-7-15,4-6 9 16,0 5-3-16,-3-5 8 0,3 0 14 0,-1 0 7 15,-4 0-9-15,-1 0 27 0,-3 0-14 0,-2-8-29 0,-11 1 2 0,12 0-31 0,-12-1-9 16,0 0-4 0,0-1-13-16,0-2-9 0,0-3 1 0,0 0-6 0,0-1-6 15,0-3-8-15,0-1-10 0,-14-1 17 0,0 1 6 16,-2-1 6-16,0 1-18 0,-4 4-10 0,-1-1-7 16,2 3 4-16,-1 2 3 0,4 2-2 0,-3 3-6 15,4 6-28-15,0-7 7 0,2 7-57 0,2 0-56 16,0 0-26-16,-2 0-62 0,3 0-34 0,0 10-65 0,-1 1-93 0,0 1-60 15,1 1-111-15,10 1-59 0,-14 3-69 16,3 0 64-16</inkml:trace>
  <inkml:trace contextRef="#ctx0" brushRef="#br0" timeOffset="15760.78">11118 2748 1383 0,'0'6'31'0,"0"-1"8"0,0-5 17 0,0 4 25 0,0 0-18 0,0-4 13 0,0 4 6 0,11-1 14 16,-11-3 25-16,0 3 86 0,0-3 42 15,0 0 40-15,0 0 71 0,0 0-17 0,0 0 42 16,0 0-6-16,0 0-61 0,0 0-60 0,0 0-100 0,0-8-42 16,14 2-34-16,-14-4 15 0,13 0-2 0,-13-2-10 15,15-2-8-15,-3-1-35 0,-12-4 11 16,14-1-1-16,-14-2 0 0,0-2-1 0,0-3-2 16,13-2-4-1,-13 1-4-15,0-1-9 0,0 0-7 0,12 0-12 0,-12 3 0 16,0 3-3-16,13 3-13 0,-13 3 4 15,0 3-5-15,0 4 3 0,11 4-10 0,-11 6-16 0,0 0-2 16,0 0-6-16,0 0 11 0,0 0 10 0,0 0 13 16,0 7 16-16,0 2-11 0,14 4 4 0,-14 1-10 15,14 4-12-15,-4 4 14 0,-10-1-8 16,17 2 7-16,-2 0 14 0,-1 3-9 0,0-1 11 16,0-1-22-16,-1 0-31 0,2-1-38 0,-2-2-43 15,1-2-44-15,-4 1-68 0,1-6-31 0,1-1-48 16,-12-2-48-16,13-3-61 0,-5 0-25 0,-8-4-55 0,0-1-23 0,0-3-8 0,0 0-114 31,0 0 97-31</inkml:trace>
  <inkml:trace contextRef="#ctx0" brushRef="#br0" timeOffset="15969.65">11159 2624 2854 0,'0'0'46'0,"0"0"37"16,0 0 32-16,0 0 19 0,0 0-14 0,0 0 0 0,0 0-3 0,14 0-10 15,-1 0-6-15,6 0-20 0,-2 0-28 16,7 0 4-16,1 0-37 0,0 0-12 0,5 0 5 16,-1 0-13-16,1 0 5 0,-2 0-4 0,-4 0-60 15,3 0-95-15,-5 0-114 0,-3 0-186 0,-1 0-81 16,-3 0-78-16,-4 0-55 0,-1 0 116 0</inkml:trace>
  <inkml:trace contextRef="#ctx0" brushRef="#br0" timeOffset="18446.82">11788 2454 3089 0,'0'-5'33'0,"0"1"16"0,0-2 15 0,0 1 14 0,0 1-42 16,0 4-18-16,0-4-4 0,0 4-21 0,0 0 5 16,-12 0-2-16,2 0-4 0,0 0 10 0,0 0-7 15,-2 8 12-15,3 0-16 0,-2-1-2 0,1 1 13 16,10 1-7-16,-9 1 4 0,9 0 3 0,-11 1-8 15,11 1-3-15,0 0 13 0,0 1-5 0,0 0 4 16,0 1 15-16,0 0-5 0,0 0 1 0,12 0 9 16,0 0-4-16,0-1 1 0,2-1 10 0,2-1 0 31,0-2 8-31,4-1 14 0,-3-2 20 0,3-1 14 0,-1-2 14 16,0-3 4-16,1 0-7 0,-2 0-3 0,-1 0-8 15,2-8-7-15,-3 0 2 0,1-1-22 0,-1-1 6 16,0-1-24-16,-2-1-15 0,0-1 27 0,-14 1-4 0,15-2 10 15,-15 0 1-15,13-1-1 0,-13 0-25 0,0-1 16 16,0 1-1-16,12 1-16 0,-12 1 0 0,0-1-32 16,0 2 2-16,14 1-1 0,-14 2-4 0,0 1 10 15,13 2-15-15,-13 6-6 0,11-6-3 0,-11 6-3 0,14 0 8 16,-1 0 2-16,-2 0 5 0,1 0 4 16,1 0-14-16,0 0 9 0,0 0 3 0,-1 0 7 15,-1 0 11-15,-11 7-26 0,16-7 1 0,-16 0-3 16,13 6 14-16,-13-6 11 0,0 0 6 0,0 0 3 0,0 0-15 15,0 0 11 1,0 0-12-16,0 0-5 0,0 0 12 0,0 0-7 16,0 0 7-16,0 0-10 0,0 0 5 0,0-6-4 15,0 6 5-15,-13-6-11 0,0 6-17 0,1-6 14 16,12 6-8-16,-18 0 19 0,1 0 12 0,4 0-33 16,-2 0 5-16,2 0-6 0,0 0 3 0,13 0 4 15,-16 9 9-15,16-1 3 0,-14 0-18 0,14 1 15 16,0 0-11-16,0 2-6 0,0-1 12 0,0 3-3 15,0 0 9-15,0 0 3 0,0 1-10 0,0-1 12 16,0 2-4-16,0-1 5 0,0 2 3 0,16 0-17 0,3-1 15 16,0-1 4-16,6 0 9 0,1 0-3 0,0-2-13 15,4-1 1-15,0-1-6 0,0 0 8 0,2-3-3 16,0 0-8-16,-1-4 21 0,-1-3-4 0,0 0 7 16,0 0 11-16,-3 0-9 0,-3-6 20 0,2-2-5 15,-3-1 7-15,-3-2-12 0,-2-1-15 0,-2-1 11 16,-3-1-21-16,-13-1 8 0,15-2-4 0,-15-1-20 0,0-1 20 15,0 0-16-15,0-1 10 0,0 0 0 0,0 0-9 16,0 0 16-16,0 2 0 0,0 3 0 0,0 2-18 31,-19 3 8-31,7 2-21 0,-2 1 8 0,1 7 12 16,13 0-21-16,-16 0 8 0,2 0 5 0,14 0-3 16,-16 0-1-16,16 0 10 0,-13 0-12 15,1 10-2-15,12 1 5 0,0 1 6 0,-10 2-3 0,10 1 0 0,0 2 7 16,0 0-7-16,0 0 8 0,0 1-1 0,0 0 5 15,0-1-1-15,19 0 1 0,-3-1-1 0,1-1-12 0,4-1 13 16,-2-2-9-16,3-2 17 0,0-2 1 16,2-1-4-16,1-7 7 0,1 0-14 0,0 0 5 15,-1 0-5-15,2 0-9 0,-6 0 16 0,1-10-1 16,-3-1-8-16,-3-2 17 0,-2-1-24 0,-14-3 7 0,18 0 6 16,-18-3-14-16,15-1 27 0,-15-2-19 0,0 0-7 15,0-2 9 1,0 1-22-16,0-1 3 0,0 1 23 0,0 3 0 15,0-1 8-15,0 4 4 0,0 1-11 0,0 3-15 0,0 3-1 0,-14 4 7 0,14 2-9 16,0 5-11-16,0 0 3 0,0 0 3 0,0 0-3 16,0 0 28-1,0 11-9-15,0 2-2 0,0 1 0 0,0 3 0 16,0 3-8-16,0 4-1 0,0 3 6 0,0 2-3 16,0 3 24-16,17 0-14 0,-4 2 3 0,0 1-7 15,-13-2-19-15,17 2 15 0,1-2 4 0,-6-1 3 16,0-1 4-16,0-4 5 0,-12-1-14 0,14-1 3 15,0-4-1-15,-14-1-5 0,12-3 7 0,-12-3-4 16,12-2 1-16,-12-3 2 0,0-2 7 0,0-7 13 16,0 0 0-16,0 0 4 15,0 0-7-15,0 0-17 0,0 0 8 0,0-10-27 0,0-2 17 16,0 0 9-16,0-4-14 0,0-2 16 0,0-2-12 0,0-1-7 0,0-4 13 16,-14 0-6-16,14-1-1 0,0-1 18 0,-13 0-11 15,13-2 23-15,0 0-27 0,0-1-3 0,0 3 18 16,0-1-16-1,0 2 20-15,0 0-9 0,15 3-14 0,-1 3-4 16,-2 4 5-16,1 0-8 0,1 4-1 0,-1 1 11 0,1 4 6 16,2 0 9-16,0 7-6 0,-2 0-10 15,3 0-10-15,-4 0 5 0,4 0 7 0,-2 0-11 16,0 10-1-16,-3-3-3 0,-3 1 3 0,-9 1 5 16,14 0-1-16,-14 1 2 0,0-1-3 0,0 3 7 15,0-1 5-15,0 1-12 0,0-1 12 0,0-1-5 0,0 1-6 16,-18 0 8-16,1-2-5 0,-3-1-6 0,-2-3 18 15,1 0-5-15,-2-5 0 0,-1 0 10 0,2 0-15 16,3 6 8-16,0-6-9 0,6 0 6 0,13 0 6 16,-15 0-5-16,15 0-3 0,0 0-8 0,0 0 1 0,0 0 1 15,0 0 6-15,0 0-4 0,0 0-7 16,0 0 10-16,0 0-6 0,0 0 9 0,18 0 4 16,0 0-11-16,2 0 10 15,6 0-7-15,-1 0 0 0,3 0-3 0,-1 0 10 0,0 0-1 16,0 0-9-16,-2 0 6 0,-1 0-1 0,-1 0 5 0,-5 0 5 0,3 0 9 15,-1-12-11-15,-4 1 12 0,1-1 2 0,1 0-15 16,-3-2 9-16,0-3-10 0,-3 1 1 0,-12-3 5 31,13-2-28-31,-13-2 17 0,0 0-6 0,0-1-14 0,0-1 30 16,0-1-17-16,0-2-5 0,0 0 8 0,0 1 9 16,-13 0-10-16,-1 0 11 0,0 0-6 0,-2 4-17 15,3 0 19-15,0 5-2 0,0 1-2 0,13 5 3 16,-16 1-13-16,16 5-6 0,-10 1 18 0,10 3-24 0,0 2 3 15,0 0 1-15,0 0-4 0,0 7 33 0,0-1-16 16,0 3 17-16,0 2-9 0,0 3-16 0,0 4 36 16,0 2-15-16,0 1 5 0,16 3 18 0,-2 1-27 15,-1 0-5-15,4 2 12 0,2 0-21 0,-1 0 20 16,4 0 7-16,1-2-14 16,0-1 15-16,2-2-17 0,2-2-1 15,-2 0 13-15,2-3-6 0,1-4 7 0,-1 1 2 0,-1-3-30 0,1-2 2 0,-2-1 9 0,2-8 11 16,-2 0 28-16,0 0 1 0,-1 0-13 0,-3 0-5 15,-1 0 1-15,-4-13-4 0,1 1-2 0,-2 0-1 32,-1-2-12-32,-14-1 0 0,13 1-1 0,-13-2-2 15,12 0 0-15,-12-1 0 0,0 0-9 0,0 0-2 16,0 1 12-16,0 1-11 0,0 1 12 0,0 1-12 16,0 2 2-16,0 3-2 0,0 0 4 0,-16 2-3 0,16 3-1 15,-14 3 3-15,14 0-8 0,-16 0 6 0,4 0 3 16,12 7 4-16,-18 2-1 0,6 0 6 0,12 1 2 15,-18 0-8-15,18 2 11 0,-14 1 2 0,14-1-12 16,0 2 11-16,0 0 0 0,0 0-10 0,0-1 7 16,0 0 11-16,0 0-4 0,0-2-9 0,0 1-3 15,13-3-22-15,2 2 1 0,1-2 22 0,2-1-7 16,-1 1 9-16,2-3 10 0,0-6-20 0,3 0 23 0,-1 0-5 16,2 0-8-16,-3 0 14 0,3 0-25 0,-1-9 10 15,-3-2-1-15,0 2 10 0,-3-3-12 0,3 1 9 16,-5-1-9-16,0-2-7 0,-1-1 15 0,0 1-11 15,-2-1-3-15,-11 1 10 0,15-2 2 0,-5 3-2 16,-10 2 6 0,13 1-25-16,-13 1 18 0,14 1-5 0,-14 2-2 15,14 1 10-15,-1 1-24 0,-13 0 1 16,14 4 1-16,-1 0 2 0,-1 0 15 0,-2 0-3 0,2 0 14 16,-12 0-14-16,17 0-1 0,-4 8 7 0,-13-2-7 15,13 0 9-15,-13 0 3 0,17-1-12 0,-17 0 2 16,0-1-1-16,13-4-6 0,-13 4 13 0,0-4 14 0,0 0-2 15,0 0 3-15,0 0-2 16,0 0-4-16,0 0 6 0,0 0 6 0,0 0-12 0,0 0-1 16,0 0-11-16,0-6-13 0,0 1 7 0,0-1-33 15,0-1 28-15,-13 0 0 0,-4-1 3 0,1 0 22 0,-3 0-20 16,1 2 9-16,-2 0-11 0,0 2 8 0,0 4-4 16,0 0 1-16,0 0-3 0,2 0-13 0,1 0 6 15,3 7-3 1,0 3 14-16,2-1 12 0,12 1 1 0,-12 1-11 0,12 2 11 0,0 0-16 0,0 2 14 15,0 0 3-15,0 0-3 0,0 0 4 0,0 0-14 16,0-1 5-16,17 1-9 16,1-1 6-16,-1-2 1 0,2-1-4 0,-1-3-3 0,2 1 7 15,2-9-1-15,-1 6 24 16,1-6-11-16,-2 0-3 0,1 0 2 0,1 0-18 16,-2-9 14-16,-2-1-1 0,1 0-5 0,-6-1 5 15,2-2-4-15,-15-3-5 0,16 1 11 0,-2-3-8 0,-14-2-3 16,0-2 5-16,0-1-13 0,13-1-1 0,-13-1 7 15,0-3 0-15,0 1 0 0,0-1 1 0,0-1-2 0,0 0-2 0,-16 2 3 16,2-1 0-16,1 2 11 16,-2 2-4-16,2 3 14 0,13 2 1 0,-19 4-6 15,8 2-14-15,11 4-17 0,0 3-4 0,0 2-10 16,0 4 19-16,0 0-5 0,0 0 13 0,0 10 6 0,0 2 6 16,0 2 2-16,0 3-8 0,0 5 15 0,0 0-8 15,0 4 16-15,0 2-16 0,0 3-15 0,18-1 5 16,-3 1-10-16,-4-2 32 15,3 1-6-15,-1 1 16 0,1-3-13 16,-1-2-7-16,-13-1 13 0,17-4-51 0,-4-2-1 16,0-3-76-16,-13-2-82 0,12-5-65 0,-12 0-101 15,13-4-59-15,-13-1-49 0,0-4-11 0,0 0-82 16,0 0-20-16,0 0-34 0,0 0-35 0</inkml:trace>
  <inkml:trace contextRef="#ctx0" brushRef="#br0" timeOffset="18712.96">13349 2173 2976 0,'0'2'62'0,"0"-2"97"0,0 0 80 0,0 0 67 0,0 0-1 15,0 0-72-15,0 0-65 0,0 0-52 0,0 0-43 16,0-3-5-16,0-1-10 0,12-1-2 0,3 2-26 16,2-1-8-16,5-1-11 0,0 0-1 15,5-1 4-15,3 1-16 0,2 1 2 0,1-1-9 16,0 1 4-16,-3-1-44 0,2 2-96 0,-2 0-138 16,-3-2-180-16,-2 2-177 0,-3 1-115 0,-3-2-109 15,-1 0 105-15</inkml:trace>
  <inkml:trace contextRef="#ctx0" brushRef="#br0" timeOffset="18942.25">14871 2293 3323 0,'-12'5'-3'31,"12"-4"5"-31,0-1-2 0,0 0 9 0,0 0-7 0,0 0-85 16,0 0-181-16,0 0-233 0,0 0-295 0,0 0 41 15</inkml:trace>
  <inkml:trace contextRef="#ctx0" brushRef="#br0" timeOffset="23392.66">3266 5610 2087 0,'0'-6'51'0,"10"6"100"0,-10-8 39 0,0 0 54 16,0 2-1-16,12 6-44 0,-12-5 5 0,0 5-6 15,0 0 5-15,0 0-22 0,0 0-12 0,0 0-10 16,0 0-41-16,0 0-29 0,0 0-22 0,0 0-27 0,0 0-18 16,0 0-1-16,0 0-21 0,0-10-10 0,0 10 12 15,0 0-10-15,-19 0 21 0,3 0-9 0,-3-5 1 16,2 5-2-16,-4 0-9 0,1 0 18 0,2 0-12 15,-2 0 13-15,1 0 21 0,3 0-15 0,-1 0 12 16,4 0-7-16,-1 0 4 0,14 0-2 0,-13 0-9 16,13 6 10-16,0-6-28 0,0 0 8 0,0 0-2 15,0 0-9-15,0 0-7 0,0 0 7 0,0 0-6 0,0 0 8 16,0 0 10 0,0 0-8-16,0 11 7 0,0-11-2 0,0 9 1 15,0-1-10-15,0 2 0 0,0 0-6 0,0-1 7 16,0 3 12-16,0 0 2 0,0-1-20 15,0 4 3-15,0-2-3 0,0-1-8 0,0 2 34 0,0-2-19 0,0 1 1 16,0-2 8-16,0 0-9 0,0 0 3 16,10-1 5-16,-10 0 9 0,12-1-18 0,-12 0 14 15,10-1-1-15,-10 0 6 16,14 0 22-16,2-3-3 0,-5-5 5 0,3 8-9 0,1-8-6 0,0 7-7 0,1-7 2 16,0 0-12-16,0 7-8 0,1-7 15 15,-2 0-2-15,0 0-17 0,-2 0-20 16,1 0-57-16,-14 0-71 0,14 0-63 0,-4-7-96 0,-10 0-135 15,0 1-144-15,0 0-106 0,0-2-72 0,0 1 5 0</inkml:trace>
  <inkml:trace contextRef="#ctx0" brushRef="#br0" timeOffset="24109.72">3043 5720 3017 0,'0'0'27'0,"0"0"24"0,0 0 30 0,0 0 8 0,0 0-4 15,11 0-13-15,2 0-20 0,-2 0 11 0,3 0-21 16,5 0-14-16,0 0 1 0,0-4-13 0,3 4-13 16,3 0 6-16,2 0-4 0,2 0-8 0,-4 0 17 15,5 0-10-15,2 0-9 0,-2 0-1 0,2 0-29 16,-2 0-20-16,-2 0-30 0,-1 0 4 0,0 0 25 0,-5 0 18 16,-3 0 42-16,-2-8-12 0,-1 8-3 15,-5-8 17-15,-11 2-6 0,13 0 11 0,-13-1 3 16,0 0-7-16,0-1 19 0,0-1 16 0,0 1-5 15,0 0-6-15,0 1-10 0,0 1-17 0,-13 1 7 16,1 5 10-16,12 0-14 16,-16-6 6-16,4 6 5 0,0 0-13 0,12 0-2 0,-16 0-7 0,2 0-12 15,1 0 18-15,2 0 5 0,11 0-5 0,-12 0 7 16,0 10-28-16,12-1 5 0,-12 0 4 0,12 0-10 16,0 3 16-16,0 0 17 0,-10-1-19 0,10 0 11 0,0 1 16 15,0-1-14-15,0 0 35 16,0 0-7-16,0-2 21 0,0 0 16 0,15-1-8 0,2 0 19 15,-3-1-28-15,4-1 2 16,0-6 3-16,2 0-20 0,0 0 25 0,2 0-9 0,-3 0 26 16,2 0 19-16,-4 0-4 0,2-9 9 0,-3 1-19 15,-3 0 0-15,-13 0-5 0,11-1-7 0,-11 1-2 0,0 0-2 16,0-1-16-16,0 1 18 0,0 0-3 16,0 8-15-16,0-9 10 15,0 9-52-15,0-8 0 0,0 8-13 0,0 0-8 0,0 0 4 0,0 0-9 16,0 0 6-16,0 0-12 0,0 0 11 0,0 0-10 15,0 12-2-15,0 0 22 0,0 1-5 0,0 5 7 16,0 2 2-16,17 2-32 0,-3 2 20 0,0 1 6 0,-1 1-2 16,1 0 15-1,2 0-12-15,0 1 6 0,-2 1-6 0,3-2 8 16,-2-2-8-16,0 1-5 0,0-3 17 0,-3-1-8 0,-12-1-1 16,13-4 1-16,-13-2-4 0,11-3 3 0,-11-2 9 0,0-9-2 15,0 9-4-15,0-9-2 16,0 0 1-16,0 0 2 0,0 0 11 0,0 0-5 0,-19 0 3 15,-1 0-3-15,-2 0-11 0,-2-8 2 0,-3-2-6 16,0-2-6-16,-3-1 12 16,3-1 3-16,2-2 2 0,3-1 6 0,4-1-13 0,0 0-7 15,5 0 5-15,13 0-2 0,0 0-19 0,0 0-38 16,0 1-77-16,0 0-63 0,0 0-72 0,0 2-68 0,0-2-70 16,17 2-67-16,4 1-95 0,-1 0-75 0,1 2-31 15,3 0-39-15</inkml:trace>
  <inkml:trace contextRef="#ctx0" brushRef="#br0" timeOffset="24290.03">4044 5519 3937 0,'0'0'32'0,"0"-9"13"0,0 0 12 0,0 3-10 16,0 6-23-16,0 0-16 0,0-4-14 0,0 4-4 0,0 0-77 0,0 0-99 15,0 0-112-15,0 0-173 0,0 0-90 0,0 0-69 16,0 9-107-16</inkml:trace>
  <inkml:trace contextRef="#ctx0" brushRef="#br0" timeOffset="24442.17">4055 5736 3658 0,'0'0'86'0,"0"0"52"0,0 0 42 0,0 0 33 0,0 0-91 0,0 0-57 0,0 0-33 16,0 0-40-16,0 0-48 0,0 0-73 0,0 0-145 16,0 0-145-16,0 0-193 0,0 0-168 0,0-7-74 15</inkml:trace>
  <inkml:trace contextRef="#ctx0" brushRef="#br0" timeOffset="24876.4">4724 5484 4125 0,'0'0'31'0,"0"-6"43"0,0-3 29 0,0 3 43 0,0 6-16 0,0 0-37 0,0 0-31 15,0 0-45-15,0 0-18 0,0 0-7 0,0 0 6 16,0 0-3-16,0 0-5 0,0 0 9 0,0 0-2 15,0 9 3-15,0 1 6 0,0 1-5 0,-11 2-6 16,11 1 7-16,-13 1 3 0,13 0 5 0,0 0-2 16,0 1-12-16,0-1 1 0,0 0-4 0,0 1 7 31,0-1 5-31,0 0-6 0,0-1 5 0,16 0-1 16,0 0 1-16,-2-2 15 0,5 0 2 0,-3-4 2 0,4-8 6 0,-2 8 2 15,4-8 18-15,-2 0 26 16,1 0 24-16,-4 0 23 0,2 0 3 0,-4-10-13 15,0-1-14-15,-2 0-11 0,1-1-8 0,-14 0-9 16,13-1 0-16,-13 0-29 0,0-2-30 0,0-2 5 16,0-1-27-16,0-1 5 0,0-2 18 0,0 1-18 15,0-3 15-15,0 2-1 0,-20-2-21 0,3 3 4 0,-3 0 3 16,2 2-7-16,-4 3 8 0,2 2-2 0,1 3-13 16,-2 0-49-16,4 4-49 0,1 6-67 0,1 0-47 15,2 0-10-15,-1 0-28 0,4 0-39 16,0 14-85-16,10 0-69 0,-14 1-89 0,14 2-56 0,0 0-30 0,0-1-68 15</inkml:trace>
  <inkml:trace contextRef="#ctx0" brushRef="#br0" timeOffset="25340.2">5236 5435 3795 0,'0'0'44'16,"0"-6"29"-16,0 0 22 0,0 6 5 0,0 0-37 0,0 0-25 16,0 0-34-16,0 0-7 0,0 0-4 0,0 0 0 15,0 0 10-15,0 0 2 0,0 0-3 0,0 11-1 16,0 1 5-16,-14-1 2 0,14 4-6 0,-13-1-4 16,13 3 0-16,0 1 14 0,0-1 1 0,0 0-2 15,0-1 4-15,0 1-9 0,0 0 0 0,0-2 7 16,17-1 23-16,-2-2 18 0,-1 1 16 0,0-2 10 15,2-1-12-15,-2-2 11 16,4-8 12-16,1 0 9 0,1 0 1 0,1 0 0 0,0 0 1 0,-1 0 25 16,0 0 9-16,-4 0-34 0,0-15 3 15,-2 2-24-15,-2 2-14 0,-12-1 15 0,14-2-15 0,-14-1-28 16,0 0-7-16,0-1-24 16,0-2-6-16,0-2 13 0,0 1-19 15,0-1 13-15,0-2-8 0,-21 4-10 0,2-2 9 16,-1 3-10-16,-1 1 10 0,-1 2-2 0,-2 3-11 15,2 2 16-15,0 1-15 0,3 8-1 0,0 0 13 0,3 0-14 16,0 0 8-16,16 0-6 0,-17 0-5 0,17 0-19 0,-19 14-48 16,5-1-22-16,14 0-86 0,0 2-39 15,-13-1-14-15,13 1-50 0,0 2-22 0,0-1-71 16,0 2-80-16,0 0-89 0,0-1-58 0,19-3-19 0,-3-2-61 16</inkml:trace>
  <inkml:trace contextRef="#ctx0" brushRef="#br0" timeOffset="25634.75">5674 5244 3859 0,'0'-5'56'0,"0"2"27"0,0 3 20 0,0 0 8 0,0 0-47 15,0 0-25-15,0 0-17 0,0 0-11 0,0 0-2 16,0 0 1-16,0 5 7 0,0 2 9 0,0 1 7 15,14 3-1-15,-14 1-6 0,10 4-4 0,-10 0-15 16,14 4 17-16,-3 0-8 0,-11 3 11 0,15-1 5 16,-3 0-14-16,-12 0 12 0,14 1-3 0,-14-2 7 15,16 1-8-15,-16-2-6 0,11-2-19 0,-11-3 10 32,0-1-6-32,13-2 8 0,-13-1-2 0,0-11-17 0,0 9 25 15,0-9-16-15,0 0 9 0,0 0 3 0,0 0-5 0,0 0-6 16,0 0 6-16,0 0-11 15,0 0-59-15,0 0-98 0,0 0-205 0,0 0-255 16,0 0-197-16,0 0-246 0</inkml:trace>
  <inkml:trace contextRef="#ctx0" brushRef="#br0" timeOffset="26316.28">4246 7373 2238 0,'-14'0'105'16,"14"0"29"-16,-13 0 40 0,13-5 24 0,-11 5-91 16,11 0 2-16,0 0-24 0,0 0-13 0,0 0-7 15,0 0-2-15,0 0 40 0,0 0 19 0,0 0 33 16,0 0 9-16,18 0-32 0,4 0-9 0,5 0-27 0,4 0-13 16,6 0-3-16,6 0-9 0,4 0 8 0,-1 0-16 15,3 0-5-15,0 0-5 0,-3 0-22 0,-2-9 1 16,-5 9-8-16,-2-7 1 0,-6 7-2 0,-4-9-16 0,-5 9 10 0,-4 0-10 31,-4-7 2-31,-14 7 19 0,11 0-28 0,-11-9-17 0,0 9-63 16,0-9-122-16,0 2-119 0,0-1-108 0,0 0-61 15,-19-1-54-15,2 0 2 0,-4 0-24 0,-2-1-62 0,-1 1 131 16</inkml:trace>
  <inkml:trace contextRef="#ctx0" brushRef="#br0" timeOffset="26595.16">4591 7186 2924 0,'0'0'33'0,"0"0"38"0,0 0 18 0,0 0 26 0,0 0-15 0,0 0-2 15,0 0 8-15,0 0 3 0,0 0 25 0,11 0-28 16,-11 9 19-16,16-9-13 0,-2 0-12 0,2 9 8 16,3-9-23-16,-2 10 1 0,7-10-29 0,1 12 3 0,-2-3-10 15,2 1-16-15,2-1-9 0,-4 1 1 0,1 0-16 16,-2-1 8-16,-1 1-1 0,-4-2-16 0,-3 1 4 0,-1-1-11 31,-13 1 1-31,13-1 2 0,-13-8-8 0,0 11 16 0,0-3 7 16,0 2 0-16,0-2 4 0,0 2-13 0,-21 0 2 15,2 0-9-15,-5-1 15 0,-1 1 5 16,0-2-19-16,0 1 10 0,-1-9-35 0,2 8-55 0,-1 0-64 0,5-8-114 16,4 6-97-16,2-6-90 0,14 0-133 0,-13 0-80 15,13 0-90-15,0 0 62 0</inkml:trace>
  <inkml:trace contextRef="#ctx0" brushRef="#br0" timeOffset="27909.2">5119 7577 1394 0,'0'0'37'0,"0"0"10"0,0 0 29 0,0 0 28 0,0 0 3 0,0 0 21 0,0 0-7 16,0 0 7-16,0 0 59 0,0 0-10 0,0 0 21 16,0 0-16-16,0 0-77 0,0 0 15 0,0 0-23 15,0 0 22-15,0 0 13 0,0 0-18 0,0 0 22 16,0 0-13-16,0 0-3 0,0 0-6 0,0 0-10 31,0 0-16-31,0 0-20 0,0 0-4 0,0 0-22 0,0 0-14 16,0 0-12-16,0 0 1 0,0 0-6 0,0 0-4 15,0 0 5-15,0 0-8 0,0 0-5 0,0 0 17 16,0 0-6-16,0 0-2 0,0 0 11 0,0 0-11 0,0 0-3 16,0 0 7-16,0 0-14 0,0 0 8 0,0 0 0 15,0 0-11-15,0 0 7 0,0 0-15 0,0 0 17 16,0 0 6-16,0 0-5 0,0 0-1 0,0 0-17 16,0 0 3-16,0 0 7 0,0 0 2 0,0 0 9 15,0 0-10-15,0 0-7 0,0 0 3 16,0 0-10-16,0 0 16 0,0 0 5 0,0 0-1 0,0 0 14 15,0 0-19-15,0 0 14 0,0 0-7 0,0 0-5 16,0 0 18-16,-13 0-17 0,13 0 13 0,0 0 0 0,-15 0 6 16,15 0 19-16,-13 0-5 0,13-9 22 0,-14 9-11 15,1-10-17-15,13 4 22 0,-14 6-15 0,1-9-1 16,0-1 21-16,1 3-19 0,1-1 17 16,-2-2 10-16,2 0-12 0,0-2 11 0,11 0-4 15,-19-2-7-15,8 0 7 16,11-1-13-16,-17-2-3 0,17 0-7 0,-13-1-7 0,13-3-23 15,0-1-13-15,0-1-2 0,0-2-12 0,0 1 23 0,0-3-12 16,0-1 0 0,0 0 8-16,0 0-10 0,0 0 10 0,13 2 8 0,2 0 3 15,-2 3 2-15,4 0-6 0,-2 0-9 16,5 3 7-16,-2 0 4 0,4 2 28 16,0-2 9-16,5 2-19 0,0 1 17 0,-2 0-17 0,5 0-7 15,0 0 16-15,5 2-17 0,-2 1-10 16,2 0 1-16,0 2-1 0,1 0 6 0,1 2 1 0,-1 0-2 15,3 1-6-15,-4 1 4 0,0 3 3 0,-4 5-7 0,1 0-5 0,0-7 0 16,-2 7 2-16,-2 0-3 0,1 0 9 0,-3 0-7 16,3 0-6-1,-1 10 15-15,2-2-9 0,-4 2-6 0,4 0 11 16,-2 2-21-16,3 1 22 0,-1 0 5 0,-4 3-22 0,1 0 21 16,2 1-13-16,-4 1-10 0,2 0 16 0,-3 1 1 15,-1 0-12-15,-1 1 12 0,2 1-1 16,-5-1-11-16,2 0 16 0,-3 1-8 0,-2 1 7 15,0-1 0-15,-3 2-12 0,1 0 14 0,-1-3-11 0,-13 0 6 0,16 3-5 16,-4-1-9 0,-12 0 13-16,11-1-18 0,-11 1 22 0,14-1-9 0,-14 1-9 0,0 0 11 0,10 1-7 15,-10-2 4-15,0 2 7 0,0-3 0 0,0 2-7 16,0-3 9 0,0 1-12-16,0 1-2 0,0-1 1 0,0 0 3 0,0-1 1 0,0 1 5 0,0-1 5 15,0 0-10 1,0-1 2-16,-16 1 5 0,4-1 2 0,0-2 4 15,-2 1-1-15,1-1-7 0,1 1 2 0,-2-2 4 16,0-1 5-16,-1 1 2 0,-2-1-7 0,1 1 3 0,-3-1-1 16,1 0 17-16,-2-1-3 0,1 1 10 15,-3 0 2-15,0-2-20 0,1 1 12 0,-1-1-6 16,0-2 2-16,-2 1-5 0,-1-11-2 0,0 13-5 16,2-13 0-16,-2 12 18 0,3-12-5 0,-3 0 7 15,4 0-2-15,-4 0 3 0,1 0 8 0,2 0-15 0,-2 0 9 16,-1 0-13-16,1 0-10 0,-1 0 8 0,0-9-12 15,2 0-7-15,-2 1 3 0,-1-2 1 0,2 2 5 0,-3-2-9 32,3 1 3-32,-1-2-20 0,-2 0 9 0,0-1 8 15,-1 0-8-15,1-2 14 0,0 2-16 0,3-2 9 0,-1-1 1 16,-2 1-5-16,0-1 3 0,2 0-4 0,0 0 2 16,-1-1 6-16,1 1-4 0,0 0 0 15,1 1 6-15,2 1 0 0,4 0 12 0,0 1 5 0,3 0-5 16,3 1 1-16,-1 0-12 0,13 0 4 15,-10 1 0-15,10 1-9 0,-12-3 8 0,12 3-2 0,0-1 7 16,0 0-1-16,0 0-3 0,0 0-17 0,0-2-3 16,0 1 13-16,0 1-5 0,0 0 14 0,0-2-16 15,0 2 10-15,0 0 0 0,0-1-8 16,0 3 16-16,0 0-31 0,0 0 17 0,0 2-11 0,0 6 4 16,0-7 18-16,0 7-27 0,0-7 23 0,12 7-13 0,-12 0 3 0,0 0-3 15,0 0-39-15,0 0-54 0,0 0-56 0,0 0-50 31,0 0-47-31,0 0-25 0,0 0-83 0,0 0-40 16,0 0-97-16,0 0-112 0,0 0-109 0,0 0-138 16,0 0-119-16</inkml:trace>
  <inkml:trace contextRef="#ctx0" brushRef="#br0" timeOffset="28374.69">5291 7438 2083 0,'0'0'-6'0,"0"7"10"0,0-7 24 0,0 0 90 16,0 6 54-16,0-6 16 0,0 5 18 16,13-5-80-16,-13 0-7 0,0 0 4 0,0 0 9 15,0 0 42-15,0 0 17 0,0 0 24 0,0 0 16 0,0 0-5 0,0 0 1 0,0 0-10 16,0 0-33-16,0 0-31 0,0 0-50 0,0 0-40 15,13 0-16-15,-13-10 2 0,0 2 2 16,0-2-1-16,14-2-5 0,-14 0-1 0,14-5-21 16,-14 0 6-16,13-1 8 0,-13-4-2 15,14 2 24-15,-14-4-4 16,14 2-9-16,-14-3-8 0,16 1 0 0,-16 2 11 0,14 1-10 0,-14 2 4 0,13 1-12 0,-13 2-7 16,0 4-6-16,11 2-10 0,-11 10-7 15,0-7-16 1,0 7-4-16,0 0 3 0,0 0-3 0,0 0 7 15,0 0 1-15,0 0 12 0,14 0 1 0,-14 14-1 16,14 1 8-16,-2 0-7 0,-1 2 3 0,1 2 0 16,-1 0-6-16,1 3 6 0,2-2-7 0,-3 1 8 0,1-1-2 15,-12 1-14-15,16-2 14 0,-2 1-19 0,-1-2 14 16,-2-1-2-16,2-2-22 0,-2 0-38 0,-11-4-71 16,17 0-77-16,-6-1-68 0,-11-2-37 0,14-8-42 15,-2 6-49-15,-12-6-39 0,0 0-134 0,0 0-94 16,0 0-98-16,0 0 2 0</inkml:trace>
  <inkml:trace contextRef="#ctx0" brushRef="#br0" timeOffset="28580.75">5398 7317 2875 0,'0'0'52'15,"0"7"49"1,0-7 46-16,0 0 56 0,0 5-11 0,0-5-6 0,15 0-10 15,1 0-40-15,0 7-19 0,1-7-32 0,5 0-34 16,0 0-11-16,-1 0-18 0,3 0-16 16,1 0 8-16,-1 0-15 0,-1 0 1 0,-2 0 6 0,1 0-39 15,-3 0-80-15,-3 0-147 0,-2 0-154 0,-1 0-196 16,-13 0-137-16,11-11-95 0</inkml:trace>
  <inkml:trace contextRef="#ctx0" brushRef="#br0" timeOffset="29178.76">6183 7222 1669 0,'3'1'47'0,"2"0"30"0,0 0 16 0,3 0 33 0,1 0-11 0,2 1 16 16,-1 0 30-16,4 1 39 0,0-2 10 0,4 1-11 16,-2 0 11-16,1 0-43 0,5 0-7 15,0 0 6-15,2 0-24 0,4-2-8 0,4 2-4 0,1-1-19 31,4-1-15-31,3 0-18 0,5 0-14 0,2 0 2 16,6-3-8-16,0 1 21 0,7-3-7 0,0 2-18 16,2 0-4-16,3-2-6 0,0 0-5 0,-2-1 18 15,-3 1-7-15,0-1 16 0,-6-1 3 0,-5 0 3 0,-6 0 5 16,-7 0-7-16,-6 0-11 0,-3 1-21 0,-7 0 3 0,-5 3-20 0,-6 0-1 16,-1 1-10-16,-3 1-1 0,-2-1-9 15,-3 1-1-15,0 1 6 0,0 0-1 0,0 0 3 16,0 0-5-16,0 0 5 0,0 0-14 0,0 0 3 0,-2 0-5 15,2 0-47-15,-3 0-49 0,1 0-88 0,1 0-45 16,-1 0-13-16,-2 0-49 0,2 0-51 16,-2 0-126-1,-1 0-96-15,-2-2-87 0,-1 1-82 0,-1-1 62 16</inkml:trace>
  <inkml:trace contextRef="#ctx0" brushRef="#br0" timeOffset="29791.32">6858 6700 3033 0,'-12'-7'60'0,"12"2"32"0,0-2 63 16,0 1 50-16,0 0-13 0,0 6-12 0,0 0-38 15,-11-5-34-15,11 5-41 0,0 0-19 0,0 0-24 16,0 0-15-16,0 0-6 0,0 0-4 0,0 0-13 16,0 0 4-16,0 0 7 0,0 0-1 0,0 0 16 15,0 0-10-15,-12 8-7 0,12-2 2 0,0 3-2 16,-12-1 13-16,12 3-11 0,0 0 7 0,-13 1-7 15,13 0-6-15,0 0 6 0,0 0 1 0,0 0-3 16,0-1 5-16,0 0 23 0,0 0-19 0,0-1 24 16,0-1-1-16,0 1 3 15,13-1 28-15,-1-1-2 0,1-2 20 0,0-6 3 0,1 8 4 16,0-8-10-16,0 0-16 0,-1 0 6 0,3 0-11 16,-3 0-2-16,2 0 1 0,-2 0-27 0,0 0 10 15,4 0-5-15,0 0-2 0,-1-10 1 0,0 2 12 16,0-1 12-16,0 2 11 0,-5-2 3 0,-11 0-9 0,17-1-21 15,-17-1 0-15,14 2-6 0,-14-2-32 0,0-1 17 16,0 0-22-16,0 0 2 0,13-2 20 16,-13 2-10-16,0-2 6 0,0-1-2 0,0 1-3 0,0-1-3 0,-16 1-6 31,2 0-1-31,-2 2-9 0,-1 1 6 0,-1-1 8 0,1 4-8 0,-2-1 2 16,3 9 0-16,-1 0-7 0,0-7 10 0,-1 7 21 0,4 0-17 0,-2 0-38 31,2 0-44-31,1 0-62 0,-1 0-29 0,14 12-10 15,-16-2-15-15,4 1-45 0,12 1-69 0,0-1-85 16,-10 1-55-16,10 2-102 0,0 1-46 0,0 1-39 16,0-3-38-16</inkml:trace>
  <inkml:trace contextRef="#ctx0" brushRef="#br0" timeOffset="30410.5">7924 7172 3365 0,'0'-8'86'15,"0"1"59"-15,-11 0 57 16,11 7 48-16,0-10-46 0,0 10-58 0,0 0-51 0,-13 0-55 15,13 0-38-15,0 0-7 0,0 0-2 0,0 0 5 16,0 0-2-16,0 0 19 0,0 0-12 0,0 0 16 16,0 0 16-16,0 16-11 0,0-2 11 0,0 2-10 15,19 1-16-15,-5 2 16 0,1 1-6 0,-1 2-1 16,-3-2-10-16,0 2-14 0,-11-1 5 0,17-2 0 16,-5 0 10-16,-12-1-10 0,15-1 9 15,-15-2-16-15,11-1 27 0,-11 0-13 16,13-3-22-16,-13-2-34 0,0-2-115 15,0-7-83-15,11 7-88 0,-11-7-83 0,0 0-110 0,0 0-111 16,0 0-122-16,0 0 48 0</inkml:trace>
  <inkml:trace contextRef="#ctx0" brushRef="#br0" timeOffset="30911.21">7846 7146 3168 0,'0'-9'54'15,"0"1"45"-15,0 2 56 0,0 0 47 0,0 0-4 0,0 6-8 16,0 0-36-16,0-9-7 0,0 9-41 0,15-7-18 16,0 7 12-16,-2-8-14 0,6 8 9 0,-3 0-24 15,5-8-13-15,-1 8-16 0,2 0-21 0,0 0 22 16,2 0-28-16,0 0 5 0,-5 0-7 16,3 0-8-16,-3 0 8 0,-3 0-12 0,-2 11 11 15,-3-11-13-15,-11 9 1 0,14 1-5 0,-14-10 4 0,13 12-2 0,-13-2-2 16,0-1 16-16,0 1-8 0,0-1 14 0,0 1-8 15,0-10-11-15,0 14 12 16,0-3-10-16,0-11 0 0,-19 10-6 0,4-10-1 0,3 10-6 16,12-10 15-16,-16 0-10 0,16 9-2 0,-12-9 14 0,12 0-9 15,0 0 11-15,0 0-7 0,0 0-6 0,0 0 5 16,0 9 7-16,0-9-10 0,0 0 6 0,0 0-10 16,0 0 1-16,0 10 7 0,0-10 1 15,0 10 5-15,20-10 9 0,-3 12-16 0,1-4-8 16,2 1 25-16,-2-9-16 0,2 14 5 0,-1-3 14 0,-3 0-12 15,1-1-9 1,-2-1 18-16,-3 1-18 0,1 0-6 0,-13-1 10 16,11 1 3-16,-11-3 6 0,0 1-2 0,0 1-2 15,0-1 12-15,0-1 8 0,0 2 7 0,0-1 18 16,0 0-12-16,0-1 7 0,-16-7 11 0,-1 11-19 0,-1-2-1 16,-5-9-10-16,-1 0-17 0,-1 8 14 0,-1-8-4 15,-2 0-6-15,-1 0 2 0,1 0-19 0,0 0 10 16,1 0-29-16,0 0-56 0,3-11-57 0,2 4-106 0,3-1-94 15,0 0-123-15,3-1-119 0,-1 2-151 0,17-2-131 16,-16-1-24 0</inkml:trace>
  <inkml:trace contextRef="#ctx0" brushRef="#br0" timeOffset="32039.22">7549 7227 2299 0,'0'0'75'0,"0"0"47"0,0 0 56 0,0 0 35 16,0 0-23-16,0 0-14 0,0 0-18 0,0 0 6 15,0 0-18-15,0 0 8 0,0 0-7 0,0 0-17 16,0-9 1-16,0 9-13 0,0-9-20 16,0 0 5-16,0 9-23 0,0-11-19 0,0 2-11 15,0-2-3-15,0-1-15 0,0 1 7 0,0 1 2 16,0-3 1-16,0-1 12 0,16-1-3 0,-2-1 13 0,0 0-14 16,-2-2 7-16,2-1-4 0,0 1-11 0,2-1 26 15,0-1-20-15,1 1 1 16,-1 1 2-16,0-2-47 0,4 2 21 0,-4 2-2 15,0-1-4-15,1-1 22 0,-1 1-9 0,1 2 6 16,-1 0-9-16,3 1-3 0,2 0-13 0,-2 1 8 16,4 1-9-16,1 1-2 0,0 1-5 0,-2-1-9 0,3 3 14 15,-1-1-12-15,1 2 11 0,-2-1-9 0,2 8-4 16,0-6 13-16,-1 6-13 0,1 0 3 0,-1 0-5 16,1 0-7-16,-1 0 17 0,1 0-8 0,0 0 12 15,-1 0-12-15,2 12 9 0,-3-3 1 0,4 2-9 16,-2-2 8-16,-1 2-18 0,3 1 12 0,0 0-3 15,-3 0 5-15,1 1 3 0,-2 1-10 0,-2-1 6 0,-2 3-6 16,-1-1 5-16,-1 0 3 0,-3 0 3 0,2 1 2 16,-2 1-3-16,0 0-4 0,1 0-3 0,-1 1 4 15,0 0 1-15,-1 1 3 0,-13 2-1 0,16-1 7 16,-1 2-6-16,-4-1 8 16,-11 0-7-16,16 2-5 0,-5 0 5 0,-11 0-14 0,12 0 6 0,-12 0 0 15,0 0-3 1,0-2 8-16,0 2-7 0,0 0 4 0,0-1 4 15,0 1-14-15,0-2 11 0,0 2 1 0,0-3-14 16,0 1 22-16,0-2-7 0,0-1-6 0,0 1 1 16,0-2 3-16,0-1 5 0,0 0-11 0,-15-1 27 15,15 0-16-15,-17 0-3 0,17-1 23 0,-16-1-23 16,2 0 5-16,14-1 7 0,-18-1-18 0,4 0 15 0,0 0-11 16,14 1 10-16,-19-2-4 0,4-1-1 15,0 1 8-15,0 1-10 0,0-3 3 0,2 2-4 0,-2-2-1 16,0 1 8-16,-1-9 4 0,2 12-9 0,0-2 14 15,0-10-12-15,1 12 10 0,-1-3 7 0,-1-9-4 16,0 10 16-16,-1-10 3 0,0 10 15 0,-3-10-3 16,3 10-18-16,-4-10-3 0,4 0-26 0,-3 10 23 15,1-10-1-15,-2 10-7 0,3-10 7 0,-1 9-28 0,-1-9 22 16,2 9-6-16,-1-9-5 0,1 0-4 0,0 0-12 16,-2 10 3-16,1-10 16 0,1 0 6 0,-1 0-10 31,1 9 5-31,-2-9 8 0,3 0 7 0,-1 0 20 15,1 0 10-15,-3 0-12 0,5 0-4 0,-5 0 7 16,3 0-8-16,-1 0-6 0,-4 0-12 0,2 0-14 16,-1 0-8-16,-1-11 0 0,2 3 19 0,-3-1-2 0,2 0 0 15,0 1 5-15,0-2-20 0,2 1-2 16,0-2 6-16,-1-1 0 0,1-1 9 0,-1 1 7 0,3-1-16 16,-3 1 11-16,5-2-12 0,-3-2 6 15,2 1 4-15,1 0-10 0,0-3 13 0,0 1-18 16,3 1 19-16,-2-3 2 0,4 1-2 0,9 0 5 0,-13 0-17 15,13-1-2-15,-11 2-11 0,11-2 8 0,0 1 13 16,0 0-11-16,0 0 16 0,0 1-16 0,0-1-12 16,0 1 11-16,0 0-13 0,0 2 9 0,0-3 11 15,0 2-18-15,0 0 10 0,0 1-4 0,0 1-3 16,0 1 11-16,0 0-8 0,0 2 9 0,0 0-12 0,0-1-2 16,0 1 11-1,0 0-15-15,-11 3 9 0,11-1 6 16,0 1-5-16,0 1-10 0,0 7-33 0,0-8-33 0,0 8-77 15,0 0-57-15,0 0-65 0,0 0-64 0,0 0-28 16,0 0-52-16,0 0-78 0,0 0-112 0,0 0-154 16,0 0-130-16,0 0-134 0</inkml:trace>
  <inkml:trace contextRef="#ctx0" brushRef="#br0" timeOffset="32822.98">8763 7174 1060 0,'0'1'49'15,"0"-1"46"-15,0 2 49 0,0-1 26 0,4-1-23 16,-4 0-19-16,1 1-25 0,2 0 3 0,-1 1 3 16,0-1 7-16,-1 0 6 0,2 0-3 0,-1 0 4 15,3-1 27-15,1 3 19 0,0-3-11 0,2 0 31 16,0 2-43-16,3 0 7 0,0-1 12 0,2 1-31 16,4-1 14-16,1 0-32 0,6 0 6 0,1-1-14 15,3 0-13-15,4 0 8 0,4 0-20 0,2-2-13 16,5 0-8-16,1 0-8 0,5-2 5 0,0 4 10 15,2-3-14-15,2-1-2 0,1 0-18 0,0-2 8 0,0 2 7 16,-1-2 4-16,-2 0 24 0,-5 0-19 0,-2-1 8 16,-3 0-4-16,-6 0-16 0,-7 2 10 0,-2 0-4 15,-7 0-14-15,-2 2-5 0,-6 0-5 0,-1 0-4 16,-3 0-7-16,-2 1-13 0,-1 1 1 16,-3 1 3-16,1 0 1 15,-1-2 4-15,-1 2-7 0,0 0-12 0,0 0 4 16,0 0 1-16,0 0-5 0,0 0 7 0,0 0-7 15,0 0 8-15,0 0-8 0,0 0-19 0,0 0-52 16,0 0-58-16,0 0-54 0,0 0-59 0,0 0-12 16,0 0-38-16,0-2-61 0,-3 0-88 0,0 1-111 15,-2-1-46-15,0 0-51 0,-4-1-19 0,1-3 105 16</inkml:trace>
  <inkml:trace contextRef="#ctx0" brushRef="#br0" timeOffset="33343.65">9291 6597 2770 0,'-12'-6'66'16,"12"1"50"-16,0-2 41 0,0 2 62 0,-10-1-17 15,10 6 7-15,0 0-8 0,0 0-41 0,0-6-41 16,0 6-50-16,0 0-44 0,0 0-16 0,0 0-2 16,0 0-16-16,0 0 12 0,0 0-2 0,0 0-14 15,0 0 17-15,0 0-4 0,0 0-3 0,0 9 0 16,0-2-8-16,-15 3 7 0,15-1 5 0,0 3-1 16,-11 1 4-16,11 1-10 0,0 0-7 0,0 2 13 15,0-1-2-15,0-1 4 0,0 1 14 16,0-1-6-16,0-2 13 0,0 2 40 0,0-1 14 0,0-1 23 15,18 0 22-15,-1-2-32 0,0 1 1 0,2-2 14 16,0-1-11-16,3-8 13 0,-3 9 5 0,3-9-2 16,2 0-7-1,-4 0 32-15,-1 0 13 0,-2 0 5 0,-2 0 36 0,-1 0-33 0,-14 0-22 0,16-9-21 16,-16 0-23-16,16 0-15 0,-16-2-7 0,12 0-6 0,-12-1-39 31,0-3 6-31,0-1-23 0,0-2-4 0,0-2 9 16,0-1-9-16,0-1 2 0,-18-1-6 0,3 0-2 15,1 1 3-15,-5 3 12 0,3 1-15 0,-3 0 3 16,2 4-9-16,-1 3-11 0,1 2-13 0,1 9-41 16,0 0-30-16,16 0-19 0,-14 0-31 0,0 0 5 15,14 0-17-15,-15 0-7 0,15 10-18 0,-15 3-45 16,15-2-24-16,-13 4-50 0,13-1-43 0,0 3-53 0,0-1-58 16,0 1-95-16,0 1-16 0,0-1-29 0,0 0-111 15,0-2 173-15</inkml:trace>
  <inkml:trace contextRef="#ctx0" brushRef="#br0" timeOffset="33900.68">10351 6979 3006 0,'11'0'45'0,"-11"0"53"0,0 0 77 0,0-5 71 0,0 5 5 0,0-8-25 16,0 8-49-16,0-5-47 0,0 5-54 0,0-8 4 15,0 8-13-15,0-6-25 0,0 6 11 0,0 0-25 16,0-7-24-16,0 7 0 0,0 0-3 0,0 0-12 16,0 0 6-16,0 0 11 0,0 0-16 15,0 0 8-15,-14 0 0 0,-1 0-7 0,1 0 17 16,3 0-5-16,11 12 0 0,-19-1 3 0,5-2-11 16,0 1 6-16,14 1-1 0,-15 0 2 0,15 2 6 15,-15 0 7-15,15-1-10 0,0 2 1 0,0 0-7 16,0 1 0-16,0-1 25 0,0 1-25 0,0-1 14 0,0 1 3 0,0-1 1 15,0-1 30 1,15-1-5-16,-2-1 21 0,4 0 6 16,-2-2-2-16,4 0 5 0,-2-9-8 0,4 10-2 0,1-10-5 15,0 0 8-15,2 10-16 0,-2-10-8 0,1 0-5 16,0 0-10-16,-1 0-5 0,-2 0 8 0,-2 0 6 16,-4 0-18-16,1 0 17 0,-15 0-39 0,15 0-1 0,-15 0 5 15,0 0-28-15,0 0 31 0,13 0-10 16,-13-10-6-16,0 10-91 0,0-10-101 0,0 10-146 0,0-11-148 0,0 2-81 15,0 0-109-15,-15 0-77 0,-2-1-133 16</inkml:trace>
  <inkml:trace contextRef="#ctx0" brushRef="#br0" timeOffset="35093.15">9931 7137 2054 0,'0'0'48'16,"0"0"80"-16,0 0 43 0,0 0 32 0,0 0-1 15,0 0-41-15,0 0-9 0,0 0-23 0,0 0-14 16,0 0-10-16,0 0-20 0,0 0 14 0,0 0-14 16,0 0 5-16,0 0 20 0,0 0-4 0,0-9-4 0,0 3-14 15,0 6 11-15,0-11-23 0,0 4 10 0,0-2-16 16,0-1-24-16,0 1 13 0,0-2-8 0,12 2 10 16,-12-3-11-16,11 0-7 0,-11-1-4 0,0 0-12 15,14-1-2-15,-14 0 22 0,13-1-15 0,-13-1 21 16,11 1 4-1,-11 0-14-15,13-3 8 0,-13 1-16 0,13 0-4 0,-13 0 9 0,13 0 0 0,-13 0-3 0,15-1 5 32,-3 1-3-32,-12 1-5 0,16 0-11 0,-2-1-6 15,-14 0-13-15,16 0 9 0,0 0 5 0,-2 1-1 16,-1-1-2-16,4 2-13 0,1-1 8 0,-1 1-7 16,2 0 5-16,2 0-2 0,-1 1 2 0,2 0-5 0,0 0 2 15,-1 1-8-15,4 1-3 0,-1 2 10 0,1 2-6 16,1 8 11-16,-1-11-1 0,5 11-16 0,-1 0 8 15,1 0-12-15,-2 0 4 0,0 0 2 0,1 0-5 16,-1 0 4-16,-3 11 1 0,-2 0 10 0,2 2-6 16,-1-1 6-16,-1 2-12 0,-2 1-4 0,1 0 8 15,0 2 5-15,-1-2-7 0,-2 3 2 16,3-1 1-16,-4 0 0 0,2 0 11 0,-3 1 1 0,1 0-11 0,-3 0 6 16,0 1-11-16,4-2 1 0,-5 1 9 0,3 0-14 15,-4 0 15-15,4 0 1 0,-2 0-4 0,0-1 1 16,-2 0-1-1,-13 2 10-15,19-1-4 0,-4 0 7 16,-15-1-3-16,15 2-17 0,-15 0 14 0,13 1-8 0,-13 0 0 16,0 0 25-16,0 0-27 0,15 0 19 0,-15 1 2 15,0 1-26-15,0-2 23 0,0-1-26 0,0 2 5 16,0 0 15-16,0 0-21 0,0-1 20 0,0 0-11 16,0 0-7-16,0 0 21 0,0 1-16 0,0-1 13 15,0 0-12-15,0-1-2 0,0-1 5 0,0-2-7 0,0 1 14 16,0 0-26-16,0 0 19 0,0-2-4 0,0 0-5 15,-15 0 32-15,15-1-28 0,-15 0 15 0,2-1 2 16,13 0-17-16,-18 1 20 0,2-3-18 0,3 0 2 16,1 1 14-16,-1-3-9 0,0 2 14 0,-1-1-20 15,1 1 6-15,-2-1 4 0,2-1-8 0,-4 1 12 16,4-2-17-16,-2-8 7 0,-2 13-1 16,3-2 5-16,-2-1 4 15,-1-10-6-15,1 11 2 0,1-1-1 0,0-10 4 16,-2 14 0-16,1-5-5 0,-3-9 1 0,3 11 1 15,-1-11-10-15,0 9 10 0,-1-9-5 0,1 10-7 0,-1-10 13 0,1 0 0 0,-2 8 9 16,0-8 6 0,-1 0 8-16,2 0 4 0,-3 0 5 0,3 0 7 15,-2 10-10-15,0-10 9 0,2 0-4 0,0 0 1 16,-1 0 9-16,1 0-18 0,-2 0-3 0,1 0-15 16,1 0-4-16,1 0-1 0,-1-8 2 0,0 8 15 0,0-9-5 15,2 9-2-15,-4-11 5 0,4 2-8 0,-3 1 2 16,1-1 0-16,0 2-1 0,2-2 2 0,-2 1-2 15,1-2 13-15,1 0 3 0,-1 1 12 0,1-2 2 16,0 0-1-16,2-3-9 0,0 1-5 0,0 1-4 16,1-2-3-16,-1-3-7 0,2 1-5 0,-1-1-3 15,1 0-15-15,1-1 13 0,0-2-3 0,11 0-3 0,-14-1 2 16,1 1-6-16,13-3-3 16,-11 2 10-16,0-3-7 0,11 3 11 0,-14-3-4 0,3 0-12 15,11 0 20-15,-16 1-23 16,3 1 8-16,4-1 6 0,9 1-9 0,-16 1 7 15,6 1-4-15,10 1 1 0,-12 3-4 0,12 0 2 16,0 1 8-16,-10 1-9 0,10 2 2 0,0 1 6 16,0 2-16-16,0 1 7 0,0 2-36 0,0-1-68 15,0 7-40-15,0-8-84 0,0 8-52 0,13-9-29 16,-2 9-45-16,-11-6-32 0,18 6-99 0,-4-8-114 16,-3 8-189-16,1 0-186 0,0-6 43 0</inkml:trace>
  <inkml:trace contextRef="#ctx0" brushRef="#br0" timeOffset="35888.51">11453 7093 1661 0,'0'0'25'0,"0"0"27"0,0 0 16 0,0 0-2 0,0 0-9 16,0 0-18-16,0 0-12 0,-14-6 10 0,14 6-13 16,-13 0 0-16,13 0-1 0,-19 0 5 0,8 0-2 15,11 0 5-15,-17 0-3 0,2 0-4 0,15 0 6 16,-14 0 54-16,14 0 15 0,-16 0 14 0,16 0-3 16,-11 0-55-16,11 0-17 0,0 0-2 0,0 0 31 15,0 0 4 1,0 0 4-16,0 0-2 0,0 0-9 0,0 0 4 15,0 0 3-15,0 0 5 0,0 0-4 16,0 0 6-16,0 0 21 0,0 0-18 0,0 0 12 16,0 0 18-16,0 0 1 0,0 0 19 0,0 0 6 15,0 0-23-15,0 0-1 0,0 0-2 0,18 0-23 16,-1 0-1-16,2 0-18 0,3 0 7 0,5 0-3 0,0 0-1 0,3 0-11 16,6 0-19-16,1 0-14 15,5-9-8-15,1 9 12 0,6 0-6 0,0-8-2 0,7 8-9 0,0-8-11 0,1 8 8 0,3-9 8 16,0 9 4-16,-2-9 23 15,-3 9 4-15,0-8-6 0,-8 8 13 0,-4-9 4 16,-3 9 9-16,-8-9 4 0,-6 9 3 0,-4-8-7 16,-6 8-10-16,-2-9 13 0,-14 9-26 0,0 0 2 15,0 0-14-15,0 0-15 0,0-6 1 16,0 6-20-16,0 0 5 0,0 0-13 0,0 0 0 16,0 0 4-16,0 0-14 0,0 0 1 0,0 0-77 15,0 0-90-15,0 0-85 0,0-7-101 0,0 7-33 16,0-7-69-16,0 3-64 0,0-2-116 0,-12 6-82 15,12-7-90-15,-18-2 67 0</inkml:trace>
  <inkml:trace contextRef="#ctx0" brushRef="#br0" timeOffset="36955.53">11774 6316 1988 0,'0'0'54'0,"0"-7"99"0,0 1 45 0,0 2 39 16,0 4-23-16,0-5-55 0,0 5-5 0,0 0-25 15,0 0-24-15,0-6-20 0,0 6-24 0,0 0-18 16,0 0 8-16,0 0-32 0,0 0-27 16,0 0 2-16,0 0-10 0,0 0 4 0,0 0 18 15,0 8-10 1,0-1 8-16,0 1 3 0,0 1-5 0,0 3 16 16,0 1-10-16,0 1-1 0,0 1-6 0,0 1 9 0,0 0-3 15,12-1-3-15,-12 2 5 0,10-2-6 16,-10 0-6-16,13-1 14 0,-13 0-1 0,12 0-6 0,-12-2-3 15,10-1-3-15,-10 1 4 0,0-3-7 0,12-1 12 0,-12 0-2 16,0-1-3-16,0-7 4 0,0 5 5 0,13-5 5 16,-13 0 6-16,0 0-11 0,0 0 4 0,0 0-12 0,0 0-1 15,0 0-30-15,0 0-111 0,0 0-140 0,0 0-248 16,0 0-208-16,0-7-82 0</inkml:trace>
  <inkml:trace contextRef="#ctx0" brushRef="#br0" timeOffset="38338.07">12341 6957 1422 0,'0'0'48'0,"0"0"31"0,0 0 32 0,0 0 26 16,0 0-27-16,0 0-19 0,0 0-14 0,0 0-4 16,0 0 52-16,0 0 10 0,0 0 19 0,0 0-11 15,0 0-34-15,0 8-17 0,0-8-3 0,0 0 10 16,0 0-4-16,0 0-6 0,0 0-2 0,0 0 3 16,0 0-1-16,0 0 31 0,0 0 5 0,0 0 1 15,0 0-9-15,0 0 3 0,0 0 6 16,0 0 2-16,0 0 9 0,0 0 0 15,0 0-30-15,0 0-29 0,0 0-15 0,0 0-32 16,0 0 2-16,0 0 14 0,0 0-25 0,0-10 17 16,0 1-14-16,0 1-5 0,0-1 16 0,0 0-9 0,0-3 6 15,0 0-6-15,0-2-5 0,0-1 9 0,10-1 2 16,-10-1 2-16,0-1 8 0,16-2-8 16,-16 2 9-16,14-2-9 0,-14 1 1 0,13-3-7 0,-13 1-4 0,16 2 8 0,-5-1 10 15,-11 0-1-15,15 1 0 0,-2 1-9 0,0 0-1 16,-1 0-13-1,0 0-17-15,0 0 12 0,1-1-24 0,2 1 19 0,-2 1 9 0,1 1-7 0,1 0 10 16,0 1-4-16,3 1-9 16,-1 0 0-16,1 1-2 0,1 0-11 15,3 0 8-15,-1-1-4 0,2 2 2 0,2 1 18 16,0 3-12-16,2-1 1 0,-1 3 3 0,-1 6-23 16,2-8 12-16,-2 8 0 0,0 0 3 0,1 0-3 15,-1 0 12-15,1 0-7 0,0 0-2 0,3 0 6 16,-1 0-20-16,2 0 13 0,-3 14-6 0,1-5 10 15,-1 2-3-15,-1 1-5 0,-1-1 13 0,2 3-8 16,-2 0 6-16,-3 1-11 0,2 2-8 0,-2 1 1 0,0 0 2 16,0 0 11-16,-4 1-9 0,4 1 8 0,-4 0-5 15,0 1 2-15,0 0-15 0,-1 1 9 0,0-2 2 16,-2 2 12-16,2-1 8 0,-4-1-13 0,4 1 2 16,-6-1-12-16,2-1 0 0,-13 1 6 0,17-2 5 15,-17 2-1-15,18-1 10 0,-6 0-14 0,-12-1 9 16,16 1-11-1,-16-1 3-15,14 1 5 0,-14-1-12 0,0 0 12 16,13-1-4-16,-13 2 9 0,0-1-6 0,0 0 10 16,14 0-4-16,-14 1-9 0,0 0 13 0,0-1-20 15,0 0 12-15,0 0 8 0,0 0-7 0,0-1 2 16,0 0-6-16,0-1 0 0,0-1 4 0,0 3 7 16,0-4-10-16,0 1 1 0,0-4-4 0,0 5 10 0,0-2 5 15,0-1-6-15,0 1 11 0,-17 0-14 0,17-1 8 16,-18 1-6-16,3 0-12 0,2 1 9 15,-1-1-2-15,1 1 13 0,-1-1-8 0,0 1 7 0,-1-1-5 16,-2 1-5-16,3 2 15 0,-3-3-14 0,1 1 12 16,0-2-5-16,-3 0-5 0,3 0 18 0,-1-1-20 15,1 0 5-15,-3 0 4 0,5-2-3 0,-4 0 21 16,2-1-1-16,-1 0 6 0,4-1-17 0,-2-8 10 0,0 10 7 16,1-10-4-16,1 9 15 0,0-9-9 0,-2 9 2 15,1-9-2-15,1 0-20 0,0 0 0 0,-4 7-13 31,2-7 9-31,-1 0 8 0,-2 0-17 0,1 0 7 16,-2 0-18-16,1 0 3 0,-2 0 5 0,-1 0 3 16,1 0-2-16,-4 0 2 0,2-10-4 0,3 2-4 15,-2 1 13-15,1 0-3 0,2 0 0 0,-1 0 3 0,1-1 5 16,2 0 1-16,-3-1 5 0,1-1 5 0,1 1-8 16,1-1 1-16,0 0-2 0,0-2-7 0,2 0 6 15,1 0-13-15,-2-1 7 0,2 1-10 0,-1-2 11 16,1-3-3-16,-1 2 7 0,1-2 2 0,2 0-28 15,-3-1 14-15,3-2-11 0,1 2 6 0,0-3 0 0,-2 2 11 16,3-1-4-16,9-1-11 0,-16 1 9 0,6 1-20 16,10-1 5-16,-13 0 10 0,13 2 3 15,-12-1 4-15,12 1-7 0,0 0-6 0,-9 1-3 0,9 0-4 16,0 2 14-16,0 1-2 0,0 2 8 0,0 0-2 16,0 0-8-16,0 1 9 0,0-1-19 0,0 3 14 15,0-1-6 1,0 0 0-16,0 2 11 0,0-2-16 0,0 2 6 0,0 0 2 0,0-1 0 0,0 3-1 15,0-2 1-15,0 2 3 0,0 0-11 16,0 1-9-16,0 5-39 0,0-6-38 0,0 6-23 16,0-6-54-16,0 6-17 0,0 0-63 15,0 0-57-15,0 0-11 0,0 0-57 0,0-6-54 0,0 6-86 0,0 0-74 16,0 0-113-16,0 0-47 0,0 0-78 0,0-3 104 16</inkml:trace>
  <inkml:trace contextRef="#ctx0" brushRef="#br0" timeOffset="38623.51">12803 6893 3040 0,'0'0'35'16,"0"0"45"-16,0 0 45 0,0-5 25 15,0 5-1-15,0 0-30 0,0 0-38 0,0 0-21 16,0 0-35-16,0 0-4 0,0 0 8 0,0 0-8 0,0 0-4 16,0 0-1-16,0 7-11 0,16 1 10 0,-16 2 4 15,0-1-6-15,16 3 4 0,-16 0-18 0,14 1 7 16,-14-1 4-16,17 1-1 0,-17 0 9 0,13 0 5 16,-13-2-9-16,14 2-3 0,-14-1 8 0,0-2-21 15,0 2 13-15,13-2-53 0,-13-3-116 0,0 2-117 16,0-3-202-16,0-6-99 0,0 0-52 15,0 0-130-15</inkml:trace>
  <inkml:trace contextRef="#ctx0" brushRef="#br0" timeOffset="39021.3">12822 6866 3331 0,'0'-6'57'15,"0"-1"43"-15,0 0 54 0,0 1 34 0,0 6-16 16,0-5-16-16,0 5-21 0,0-7-12 0,0 7-18 0,16 0 7 16,-2-7-15-16,4 7-3 0,2 0-1 0,-1 0-23 15,6 0-3-15,-1 0-14 0,4 0-5 16,1 0-5-16,1 0-23 0,0 0 10 0,-3 0-20 16,0 11 5-16,0-1-4 0,-3 0-11 0,-1 1-5 15,-4 0-9-15,0 1 16 0,-4 1 1 0,0-1 9 16,-3 2-8-16,-12 0 1 0,10 0-5 15,-10 1-9-15,0 0 9 0,0 2 4 0,0-2 5 0,0 3 4 0,0-1 6 16,0 1-17-16,0-1 15 0,-15 3 5 0,0-1-2 16,0 0-14-16,2-2 4 0,-3-2-7 0,2-1 3 0,-2-3 9 15,2-1-1-15,-3-10-7 0,0 0 7 0,2 11 4 16,-1-11-11-16,0 0 9 0,2 0-18 16,-3 0 7-16,2 0 0 0,1 0 6 0,1 0-3 0,13 0-15 15,-17 0 0-15,1 0-81 0,16 0-77 0,-14 0-128 31,14 0-196-31,-13 0-120 0,13 0-217 0,0 0-223 0,0-7 162 0</inkml:trace>
  <inkml:trace contextRef="#ctx0" brushRef="#br0" timeOffset="39909.15">14792 6502 2935 0,'-3'-11'94'0,"0"-1"65"0,1 1 45 0,1 1 35 0,-1 1-62 0,1 2-54 0,-1 1-39 16,2 4-38-1,-2 0-47-15,2 0-8 0,0 1-11 0,0 1 6 0,0 0 11 0,0 5-1 16,0 0 10-16,0 4 0 0,4 0 3 0,-1 2-13 16,0 6 5-16,0 0-4 0,2 1 5 0,3 2 6 15,0 1-11-15,-2 2 7 0,2-1-2 0,3-2 10 16,-2 0 3-16,1 0-4 0,-1 0-7 0,1-2-73 15,0-2-65-15,-10-1-130 0,12-2-161 16,-12-1-64-16,0-2-66 0,0-2-22 0,0-1-16 16</inkml:trace>
  <inkml:trace contextRef="#ctx0" brushRef="#br0" timeOffset="42522.7">14631 6490 4089 0,'0'-15'27'0,"-14"-1"33"16,14 0 30-16,0 0 20 0,0 2-7 0,0 2-16 0,0 1-12 0,0-1 8 0,0 1-6 16,22 1-13-16,2 0 1 0,3 10 10 0,3-9-25 15,4 9 16-15,4 0-16 0,5 0-34 0,-2 0 21 32,5 0-33-32,-5 0 12 0,-1 16-11 0,-4-3-2 15,-1-2 8-15,-7 2-14 0,-1-1 1 0,-5 1-14 0,-6 1 10 16,0 0-14-16,-16 0 15 0,0 2 11 0,0 0-6 15,0 3 9-15,0-1-16 0,0-2-26 16,-24 2-21-16,-1-1-12 0,-1-2 10 0,-4-1 9 0,-3-1 17 16,0-1 4-16,-2-4 10 0,4 1 2 0,-1-9 7 15,5 0 9-15,2 6-5 0,1-6 5 0,5 0 6 16,3 0 8-16,16 0 7 0,-14 0 8 0,14 0-3 0,0 0 8 16,0 0-16-16,0 0-8 0,0 0-7 0,0 0-3 15,0-6-2-15,0 6 12 0,0 0-1 0,16 0 5 16,-2 0 1-16,3 0-6 0,1 0-8 0,3 0-8 15,2 0 17 1,2 0-12-16,-1 0 10 0,5 9-5 0,-1-1-10 16,1 1 8-16,-1 2 6 0,1-2-6 15,-3 0-5-15,1 0 1 0,0 2-5 0,-3-2 3 0,5 0 13 16,-4-1-7-16,2 1-3 0,-2-1 13 0,2-1-18 16,-3-7 9-16,1 7-5 0,-2-7 10 0,-1 0 11 15,-1 0-11-15,0 0 12 0,-1 0-21 0,-2 0 12 0,2-10-1 16,-1 1-6-16,0-3 5 0,0-2-15 0,-3-1 8 15,1-3 0-15,-2-1 0 0,-3-2 4 16,-12 1-14-16,13-2 12 0,-13 1-10 0,0-2 10 0,0 3 1 16,0 1-12-16,0 1 14 0,0 2-9 0,0 2 10 15,0 2-10-15,-15 2-10 0,-2 10 5 0,1 0-2 16,-1 0 10-16,1 0-6 0,0 0-9 0,-2 0 3 16,3 0 5-16,15 11 3 0,-17 2 0 0,17 0 0 15,-14 1-2-15,14 1 6 16,0 1 1-16,0 1-12 0,0 0 1 15,0 1-6-15,0-2 12 0,0 2 9 0,21 0 2 0,2-1 3 0,2-1-17 0,5-1 5 0,0-1 1 16,2-3 1-16,1 1 8 16,2-5-15-16,-2 0 3 0,2-7 0 15,-4 0 3-15,1 0 12 0,-4 0-13 16,-2 0 16-16,1 0-6 0,-5-9-10 0,-2-1 11 0,-4-3-9 16,1 2-8-16,-17-6 10 0,15 2 0 0,-15-3 4 15,12-2-3-15,-12 0 0 0,0 0 4 0,0-2-15 16,0 1 16-16,0-1-4 0,0 2 13 0,0 2-11 0,0 2 13 15,-17 3-7-15,17 2-35 0,-11 2 19 16,11 9-26-16,0 0 13 0,0 0 3 0,0 0-3 16,0 0 18-16,0 0-14 0,0 0 5 0,0 15 16 0,0 1-13 15,0 4 0-15,0 1 7 0,0 4-11 16,14 0 4-16,3 2 2 0,0 1-9 0,1 2 15 0,0-1-7 16,4 0 0-16,2 2 20 0,-1-2-22 0,1 0 7 15,-2 0 9-15,2 0-15 0,-4-1 7 0,1-2 2 16,0 2-10-1,-5-3 6-15,-1 1 3 0,0-2-1 0,-3-1 13 16,-12 0-13-16,16-4 3 0,-16-1 2 0,0-1 2 16,0-3-1-16,0-2-15 0,0-1 5 0,0-11-11 15,0 11 6-15,0-11 13 0,0 0-11 0,-16 10 9 16,-1-10 4-16,-2 0-1 0,-2 0 2 0,-2 0-12 16,-3-10 5-16,2-1-6 0,-3 0 1 0,4-3-2 15,2 1-6-15,2-1 9 0,2 0 5 0,4-1 14 16,13 0-10-16,0-1 5 0,-14 1-7 0,14-1-6 0,0 1-1 15,0 0-8-15,0-2 1 0,0 2 6 0,24-2 6 16,-4 2-5-16,3-2 3 0,2 1-5 0,2-1 6 16,3 0 1-16,0 0-4 0,1-2 9 0,-1 1-2 15,0 0 4-15,2-1 4 0,-4-1-11 0,1 0-4 16,-6-1 7-16,0 1 7 0,-3-1-13 0,-2-1 9 0,-6 1 8 16,-12-1-20-16,0 1 16 0,0 0-7 0,0 0-20 15,0 1 23-15,0 1-19 0,0 1 13 16,0 3-6-16,-18 1-9 15,2 1 8-15,-2 3-23 0,-1 10 14 0,0 0-16 0,-1-8 14 0,2 8 9 0,1 0-1 32,1 0 0-32,16 0-7 0,-20 0-2 0,5 10-1 0,15 2 6 15,-14 0 3-15,14 1 2 0,0 2-11 0,0 1 18 0,0 0-3 16,0 2-11-16,0 0 17 0,0 0-13 16,0-1-1-16,22-1 7 0,-1 0-6 0,0 0-6 15,2-3 12-15,2-1-5 0,2-1 9 0,2-1-4 16,-4-3-4-16,2-7 11 0,2 0-8 0,-3 0 9 15,1 0 3-15,-3 0-8 0,-1 0 2 0,-2 0 5 16,0-7-13-16,-4-3 20 0,-1-1 0 0,-2-2-19 16,-1-1 14-16,-13-1-4 0,14-1 1 15,0-1 9-15,-14-1-6 0,11-1-17 0,-11-1 4 0,0 1 13 0,14 2-7 0,-14 1 16 16,0 0-23-16,15 4-4 0,-15-1-5 16,0 5-2-16,11 8 14 0,-11-10 0 0,0 10-2 15,14 0-12-15,-14-8 7 0,13 8-15 0,-13 0 20 0,15 0-10 16,-3 0 8-16,-12 0 3 0,18 0 6 15,-3 0 10-15,0 0-23 0,-3 0 15 0,-12 0-17 16,18 0 7 0,-18 8 9-16,17-8 0 0,-17 0-6 0,12 0 9 15,-12 0 0-15,0 0-3 0,0 0 9 0,0 0 5 0,0 0-6 0,0 0 17 16,0 0-6-16,0 0-21 0,0 0 5 0,0 0-25 16,0 0 8-16,0 0 6 0,0 0-4 0,0 0 9 15,0-11-21-15,0 2 3 0,-16 9-5 0,16-9 6 16,-17 9 3-16,1 0 5 0,3 0 8 15,-1 0-22-15,14 0 11 0,-16 0 3 0,2 0-1 16,14 12 1-16,-14-1 1 0,14 1-12 0,0 0 8 16,-13-1 3-16,13 3-1 0,0-1 2 0,0 2-14 0,0 2 16 15,0-3 0-15,0 1 2 0,14 0 5 16,2 0 5-16,-2 1-6 0,3-2-5 0,3-2 6 16,2-2-18-16,0 1 15 0,4-3 6 0,-3-8-7 15,2 7 12-15,1-7-11 0,-4 0 3 0,3 0 26 16,0 0 5-16,-3 0-15 0,-1-12 12 0,1 1-13 0,0-1-16 15,-2-3 26-15,-2-2-9 0,1-2-10 0,-4-2 12 16,-1-1-14-16,-14-2 0 0,14-1-12 0,-14-2-3 16,0-4 11-16,13-1-16 0,-13 0 9 0,0-2 0 31,0-4-8-31,0 2 5 0,0-2 6 0,0 1-10 16,-15 1 9-16,15 2-6 0,-21 2 12 0,6 3 0 0,15 5-3 15,-19 4 14-15,19 3-19 0,-13 5-1 0,13 5-17 16,0 7-5-16,0-7 2 0,0 7-4 0,0 0 22 15,0 0 0-15,0 0 7 0,0 12 12 16,0 2-17-16,0 0 8 0,-15 3-1 0,15 1-1 0,0 4-3 16,0 0 1-16,0 3 4 0,0 0-8 0,0 2 22 0,0-1-23 15,0 0 5-15,0 2 19 0,0-2-14 0,15 2 16 16,-2 0-3-16,4 0-16 0,0-2 0 0,3-2 8 16,2 1-11-16,0-3 0 0,5-2 1 0,0-4 7 15,3 0 0-15,0-3-3 0,3-2 4 0,1-2 2 16,-3-9 1-16,2 0 2 15,-3 0 9-15,-1 0-19 0,-2 0 11 0,-2 0 4 16,-2 0-5-16,-3-14 12 0,-1 1-11 16,-5-1-35-16,-14-2 13 0,17-2 5 0,-17-2-9 15,11 1 37-15,-11-2-31 0,0 1-14 0,0-3 14 16,0 2-4-16,0 1 7 0,0 3-11 0,-17 1 1 16,1 3-5-16,0 3-3 0,1 0 4 0,-2 10 19 15,-1 0-17-15,2 0 18 0,-3 0 0 0,0 0-27 16,5 11 34-16,-4 0-14 0,6 3 15 0,0 1 1 15,12 0-13-15,-14 3-7 0,14 1 10 0,0-1-10 0,0 1-7 16,0-1 16-16,0 0-23 0,0-1 8 0,0-2 14 0,0 2-2 0,18-2-5 16,-2-2 5-16,2-1-13 15,0 0 10-15,4-3 6 0,0 0 7 0,2-9 1 16,-2 0-12 0,2 0 6-16,-1 0-7 0,3 0 12 0,-4 0-11 0,2-12 4 0,-4 0 7 0,-1 1 0 15,3-2-2-15,-5-2 6 0,1-1-20 0,-2-4-11 0,-3 2 9 16,2-2 2-16,-2 0 5 0,-2-1 2 0,-11 2-1 31,17 1-13-31,-17 1 14 0,19 3-2 0,-19 2 1 16,16 3 5-16,-16 1-6 0,16 8-5 0,-3-7 10 15,-13 7-18-15,14 0-1 0,-14 0 14 0,16 0-17 16,-1 0 12-16,-3 0 7 0,0 0-3 0,2 0 11 16,-1 9-1-16,1 0-10 0,-3-9 9 0,2 9 2 0,-13-9-11 15,16 8 10-15,-16-8-7 0,13 0-3 0,-13 8 21 16,0-8-6-16,0 0 14 0,0 0-13 0,12 0 12 15,-12 0-20-15,0 0 5 0,0 0 1 0,0 0-22 16,0 0 11-16,0 0-18 0,0-9 10 16,0 2 5-16,0-2 0 0,-15 2 10 15,15-2-24-15,-18 2 1 0,2 1 2 0,2 0-8 0,-2 6 9 0,2-7 2 0,-3 7 3 16,2 0-6 0,-4 0 4-16,3 0 2 0,-2 0-10 0,0 10 5 0,2-1-11 15,2 0 4-15,14 2 0 0,-16 0 7 0,16 1 2 16,0 3 0-16,0 1 7 0,0 0-9 0,0 0 19 0,0 1 10 0,0-1-20 15,0-2 13-15,0 0 2 0,13-1-26 0,3-2 32 16,0-2-12 0,4 0-6-16,0-9 18 0,-2 8-18 0,4-8 15 15,2 0-8-15,-3 0 9 0,2 0 2 0,-1 0 0 16,-1 0 22-16,-4 0-16 0,2-9 0 0,-3-3 1 16,-2-2-21-16,-3-1 8 0,-11-3-6 0,16-3-2 0,-16-1-9 15,0-3 0-15,0 1-2 0,0-4-5 16,0 2 19-16,0-2-12 0,0 1 11 0,0-2-7 0,0 2 6 0,0 1 1 0,0 2 1 15,-17 1 5-15,17 3 6 16,-15 2-16-16,15 6-7 0,0 2-1 0,-14 3-23 16,14 7 18-16,0 0 8 0,0 0-1 0,-13 0 9 15,13 0 1-15,0 14-6 0,0 1 6 0,-13 3 3 16,13 1-4-16,0 2 4 0,0 4-5 0,0 1-6 16,0 3 10-16,0 0 3 0,0 0-5 0,0 0 14 15,0 2-17-15,0-2-42 0,15-1-63 0,-4-2-62 16,3-1-88-16,-4-4-60 0,-10-2-75 0,11-4-74 0,-11-1-43 31,14-3 13-31,-14-4 12 0,0-7-30 0,0 0-66 16</inkml:trace>
  <inkml:trace contextRef="#ctx0" brushRef="#br0" timeOffset="42798.85">17381 6024 1746 0,'-18'0'16'0,"3"0"19"0,15 0 46 0,0 0 41 0,0 0 106 16,0 0 20-16,0 0 15 0,0 5 28 15,0 1-55-15,13 2 24 0,0-2-2 0,1 1-30 0,4-2-26 16,1 2-41-16,2-2-52 0,4-5-30 16,0 6-45-16,3-6-17 0,2 0-5 0,1 0-2 15,0 0-11-15,1 0 7 0,-1 0 7 0,-1 0-6 0,0 0 0 16,-4 0-30-16,-3 0-69 0,-3-5-134 15,-5 0-118-15,-4-1-116 0,-11 0-116 0,0-1-11 16,0 1-3-16,0-1-91 16</inkml:trace>
  <inkml:trace contextRef="#ctx0" brushRef="#br0" timeOffset="42963.33">16135 5972 2639 0,'-21'8'-5'16,"7"-3"10"-16,14-5-2 0,0 0 4 0,0 0 3 15,0 0-3-15,0 0-3 0,0 0-4 0,0 0-5 16,0 0-139-16,0 0-163 0,0 0-172 0,0 7-182 16</inkml:trace>
  <inkml:trace contextRef="#ctx0" brushRef="#br0" timeOffset="44040.32">15871 7693 2405 0,'0'-6'38'0,"0"0"13"0,0-3 22 0,-3 1 28 0,-2 0 0 16,0 1-2-16,0-2-19 0,-1 2-16 0,-3 1 31 16,9-1-14-16,-15 0-8 0,1 7 5 0,0-7-69 15,-2 7-11-15,2-5 14 0,-2 5-16 0,2 0 3 0,-5 0 17 16,3 0-15-16,-1 0 6 0,0 7-7 0,0 1-4 16,3 0 4-16,-2 1-9 0,3 1 1 0,1 0 0 15,12 2 5-15,-14 1 3 0,14-2 2 0,0 2 9 16,0 0-4-16,0 0 0 0,0-1 6 15,0 1 11 1,0-1-4-16,0 0 33 0,13-1 14 0,0 0-16 0,4-1 25 0,1-2-42 0,0 0-8 0,2-8-12 0,2 7-7 31,0-7 19-31,1 0 9 0,-1 0 31 0,0 0 25 16,-3 0-3-16,-2 0 12 0,-1 0-22 0,-2-11-20 0,-1 2 0 0,-2-1-33 16,-11-3 10-16,13 1-12 0,-13-3 3 15,0 1 12-15,0-1-5 0,0 0-1 0,0 0-3 16,0 1-7-16,0 1-3 0,0 2 3 0,0 2 4 15,0 0-12-15,0 9 4 0,0-8-7 0,-13 8-15 16,13 0 10-16,0 0-11 0,-12 0-3 0,12 0 2 16,0 0-1-16,-13 0 6 0,13 10 0 0,0 0 7 15,0 1-7-15,0 0-1 0,0 0 8 16,0 0-10-16,0 1 20 0,0 1 8 0,0-1-12 16,0 2 5-16,14-3-6 0,3 1-13 0,-1 0 7 0,3 0 5 0,0-2-18 15,0-10 21 1,2 10-1-16,1-10-5 0,-1 10 19 0,2-10-27 0,-1 0 9 0,-3 0-4 0,3 0 3 15,-4 0 0-15,-2 0-4 0,-1-11 9 0,-4 2-16 16,-11-2 12 0,18-1-3-16,-18-2-1 0,12 0-3 0,-12-1-4 15,0-1 0-15,0 0-7 0,0-1 14 0,0 1-7 16,0-1 11-16,0 1-11 0,0 2 2 0,-14 1 9 16,-2 1-11-16,5 4 3 0,-3 1-16 0,14 7 9 15,-16-8 5-15,16 8 1 0,-14 0 3 0,14 0-16 16,0 0-6-16,0 0 10 0,-13 0 0 0,13 0 17 15,0 12 3-15,0-1-5 0,0 1-5 0,0 0 14 16,0 2-24-16,22 0 17 0,-2 2 8 0,-2 0-32 0,3 0 21 0,3 0-17 16,0-1 8-16,-3 0 8 0,-3-1 0 15,3-2 2-15,-9-2 10 0,-12 0-10 0,14-10-12 16,-14 11 9-16,0-11-12 0,0 0 2 0,0 9 24 16,0-9 0-16,0 0-7 0,0 0 8 0,0 0-10 0,0 0-2 15,0 10-8-15,-22-10 12 0,0 0-15 16,1 0-2-16,-4 0 9 0,-2 0-42 0,-1 0-45 15,1-12-72-15,0 2-93 0,2 1-94 0,1 0-72 0,2 2-115 16,3-1-127 0,2 8-138-16,3-12 76 0</inkml:trace>
  <inkml:trace contextRef="#ctx0" brushRef="#br0" timeOffset="45070.81">17134 7799 2083 0,'0'1'40'16,"0"-1"30"-16,0 0 28 0,0 0 23 0,0 0-28 15,0 0-21-15,0 0-16 0,0 0-20 0,0 0 1 16,0 3-5-16,0-3-15 0,0 0 2 0,0 3-15 16,0-1 6-16,0-1 3 0,0-1 1 0,0 0 10 0,0 2 11 15,0-2 42-15,0 1 20 0,0-1 57 0,0 1 43 32,0-1 16-32,0 0 30 0,6 0-11 0,-3 0-31 15,0 0-11-15,2 0-27 0,-2-4-17 0,2 1-3 16,2 0-30-16,2-2-5 0,-3-1-13 0,2 0-25 15,0-3 3-15,1 1-6 0,0-4-12 0,-1 1-2 16,-4 1-13-16,2-2 4 0,-1-1-1 0,-3 1 9 16,-1-2-15-16,-1 2-3 0,0 0-10 15,0 2-12-15,0-1 11 0,-5 3-20 0,2 1 0 0,-1 2 8 0,1 1-14 0,1 2-2 16,1 1 1-16,-3 1-8 0,4 0-1 16,-1 0 15-16,-1 0-11 0,2 3 5 0,-1 1 4 0,1 1-17 15,-2 1 12 1,0 2 6-16,2-1 6 0,0 3 5 0,0 2-6 15,0-2-9-15,4 2 1 0,-1 0 5 0,3 0-1 0,2-1 3 0,0 0-2 16,3-2-3-16,1 2 0 16,0-2 3-16,2-2 5 0,2 0 4 0,0-3 4 0,1-1 2 15,0 0-1-15,1-3-10 0,0 0 7 16,2 0 8-16,-1-6 8 0,-1-2 36 0,-2 0 8 16,3-2 0-16,-6-2 7 0,3-2-21 0,-5-2-9 15,-1 0-12-15,0-3-2 0,-2-3 3 0,-3-1 8 16,-2-1 15-16,1-1-18 0,-4-3 9 0,0-1-15 15,0 1-5-15,-7-1 5 0,2 0-8 0,0 0 0 16,-1 1-11-16,-1 3-6 0,0 3-2 0,2 3-2 0,0 2 1 16,2 4-2-16,0 4-17 0,-1 2 9 0,0 2-17 15,4 3 10-15,-1 1 6 0,-1 1-10 0,2 0 17 0,-1 5-9 16,-1 2-3-16,2 3 4 0,-2 0-3 0,-1 5 4 16,2 4 1-16,-3 2 3 0,3 2 1 15,-1 3-12-15,2 1 8 0,0 1-15 16,5 1 19-16,-2 0-2 0,4 1-1 0,1-2 4 0,2-1-17 15,0 0 21-15,1-2-9 0,3-1 11 0,-1-1-17 0,3-1-42 16,-2-3-46-16,3-1-54 0,1-2-47 0,-1-2-24 16,2-3-22-16,-3-1-55 0,4-4-24 0,-3-1-40 31,0-2-36-31,-3-3-89 0,2 0-91 0,-3-5-82 16,-3-4-106-16,-2 0-57 0</inkml:trace>
  <inkml:trace contextRef="#ctx0" brushRef="#br0" timeOffset="45286.18">17403 7489 3048 0,'-13'0'11'0,"13"-6"29"0,0 6 30 0,-11 0 19 0,11 0 57 0,0 0 25 16,0 0 30-16,0 0 23 0,0 0-46 0,14 0-27 16,2 0-46-16,5 8-44 0,2-8-20 0,7 8-22 15,2-8-21-15,3 7 13 0,1-7-6 0,1 0-8 16,-1 0-3-16,0 7-73 0,-3-7-107 15,-4 0-149-15,-7 0-123 0,-1 0-160 0,-4 0-81 16,-17-10-105-16</inkml:trace>
  <inkml:trace contextRef="#ctx0" brushRef="#br0" timeOffset="45426.02">16993 7295 2789 0,'-28'0'5'15,"6"0"2"-15,9-10-5 0,13 10 13 0,0 0-5 16,0 0-3-16,0 0 6 0,0 0-17 0,14 0-122 0,5 0-129 0,5 0-174 0,0 10-258 16,4-4 100-16</inkml:trace>
  <inkml:trace contextRef="#ctx0" brushRef="#br0" timeOffset="47034.47">18979 7492 2742 0,'14'-6'50'0,"-14"6"37"0,0-5 64 0,0 5 54 0,0 0 8 16,0-7 17-16,0 7-14 0,0 0-28 0,0 0-37 15,0-6-36-15,0 6-31 0,0 0-13 0,0-8-7 16,0 8-30-16,0-7-12 0,0 7-1 0,0 0-12 16,-15-8 1-1,15 8-7-15,-18 0-8 0,1 0-3 0,2 0 13 16,1 0-1-16,-2 0 0 0,2 0-2 16,1 0-15-16,-1 0 6 0,14 0 0 0,-17 12 1 0,1-1 8 15,16-2-2-15,-16 3 0 0,16-2-1 0,0 1 4 16,-14 0 1-16,14 0-2 0,0 1 3 15,0 0-3-15,0 0 2 0,0-1 7 0,0 0-13 0,0 1 18 0,21-1-11 0,-7-2 0 16,3 0 12-16,-1-1-2 0,3-8 13 0,-2 8-8 16,4-8 6-16,0 0 6 0,0 0 18 0,2 0 31 15,1 0 30-15,-1 0-19 0,-2 0-2 16,-2 0-16-16,0-15-20 0,-5 0 18 0,0-1-32 16,-14-2 5-16,16-1-24 0,-16-3-15 0,0-2 7 15,0-3-12-15,0-2 16 0,0-2-10 0,0-3 19 16,0 1-12-16,0-3-6 0,-18 1 0 0,0-2-27 0,0 2 25 15,-1 3 1-15,0 0 19 0,2 4 21 16,-2 5-11-16,4 2-4 0,-2 6-20 0,17 1-13 16,-16 6-6-16,16 8-5 15,-17 0-2-15,17 0-7 0,0 0 7 0,0 0 3 16,0 0 16-16,0 0-2 0,0 0 9 0,0 17 7 16,0 2-13-16,0 2 19 0,0 1-24 15,0 3-3-15,0 1 7 0,20 0-10 0,-2 2 2 0,-1 0-2 16,1 0 4-16,1-3-7 0,0 1 11 0,-2 0-3 15,2-4-11-15,0 1 13 0,0-2-3 0,1-1-3 16,-2-2 15-16,4-1-17 0,-1-2 16 0,-4-1 2 16,5 0-8-16,-3-3 12 0,0-1-12 0,-2-2 5 15,1-8-5-15,-1 9 0 0,-1-9 3 0,-2 0-4 16,-2 0 8-16,-12 0-2 0,15 0-5 0,-2 0 9 16,-13 0-4-16,14-10 0 0,-14 0 0 0,16-2-7 15,-16-2-3-15,16-1 1 0,-16 0-6 16,12-4 4-16,-12 1 14 0,0 0-7 0,0-2 6 0,0 1-7 0,0 1 0 15,0 0 12-15,0 3-12 0,0 1 12 0,0 2-19 16,0 2-5-16,0 10 6 0,0-11-15 0,0 11 9 16,0 0-6-16,0 0 3 0,0 0 12 0,0 0-3 0,0 0-1 15,0 0 1-15,0 0-13 0,0 0 10 0,0 11 5 32,0 1 6-32,0 1-6 0,0 1 0 15,0 1 7-15,0 0-15 0,0 1 21 0,13 0-17 0,-13 1-1 16,19-2 10-16,-3 2-13 0,-2-3 14 0,3 1-13 0,-1-2 5 15,2-2 6-15,-1-1-2 0,4-1 2 0,-4-9 3 0,2 8-10 16,-2-8 12-16,-1 0-3 0,1 0-3 0,-4 0 10 0,4 0-9 16,-4-11 4-1,-13 0 0-15,19-1-2 0,-4-2-11 0,0-1 10 16,-15-2 2-16,16-3 2 0,-2 1 0 0,-14-3-6 0,16 1-6 16,-16-3 2-16,13 2 1 0,-13 0-8 0,0 0 18 15,0 4-10-15,12 2 3 0,-12 3 3 0,0 1-14 16,0 12-4-1,0-11-3-15,0 11 13 0,0 0 0 0,13 0-3 0,-13 0 2 0,0 0-11 0,0 0 0 0,0 0 2 16,14 0 18 0,-14 0-13-16,18 0-1 0,-4 0 11 0,-1 16-15 0,2-5 15 0,-2-2-1 0,0 1 6 15,-1-10-11-15,-12 11 1 0,13-2 11 0,-13-9-12 16,13 0 22-16,-13 0 0 0,0 0-11 0,0 0 18 31,0 0-14-31,0 0 5 0,0 0-10 0,0 0 4 16,0 0-10-16,0 0-12 0,0-10 8 0,0 0-2 0,0 0 9 15,0 1 9-15,-18-1-4 0,4 0-22 16,-2 0 1-16,2 10-7 0,-5-9 8 0,1 9 5 0,-4 0 10 16,2 0-10-16,1 0-7 0,-2 0 13 0,1 0-17 15,2 0 10-15,1 0 7 0,17 12 1 0,-18-1 6 16,18 2 0-16,-13 0-12 0,13 2 0 0,0 3-9 16,0 1 5-16,0-1 19 0,0 1-12 0,0 0 11 0,0 0-5 15,20-2-10-15,0 1 5 0,3-1-5 0,2-3 7 16,0 0 7-16,2-2-6 0,1-1 14 0,-1-4-8 15,-1-7-4-15,1 9-5 0,0-9 7 0,-4 0 0 16,-1 0 3 0,-2 0 9-16,0 0-10 0,-6-10 1 0,4-2-11 0,-9-1 5 0,-9-3-2 0,14-3-1 15,-14-4 4 1,13-2 0-16,-13-2-1 0,0-5 0 0,0 0-5 16,0-5 1-16,0 0-11 0,0-1 6 0,-16-2-8 15,-1 2-10-15,1 1 20 0,-3 2-6 0,-1 2 7 16,2 5 1-16,-1 5-3 0,5 5-4 0,0 3 8 15,14 5-14-15,-15 3 0 0,15 7-1 0,0 0-5 16,0 0 20-16,0 0-8 0,0 17 8 0,0 2 16 0,0 2-9 16,0 5-1-16,0 5 5 0,0 1-5 15,21 5 5-15,-1 0-3 0,2 1-3 0,-1 2-3 0,-2 0 1 16,3-5-11-16,-3 0 19 0,0-3-12 0,-2-1-1 16,1-4 6-16,-2-4-11 0,-4-1-38 0,1-4-33 15,-13-3-49-15,17-4-52 0,-17 0 10 0,15-11 13 16,-15 8 22-16,12-8-41 0,-12 0-79 0,0 0-144 0,0 0-89 15,0 0-59-15,0-16 5 0,0 2 44 16,0-4 3-16,0-2-34 0,-25-4 60 0</inkml:trace>
  <inkml:trace contextRef="#ctx0" brushRef="#br0" timeOffset="47176.1">19371 6937 2667 0,'-11'0'15'15,"11"0"5"-15,0 0-2 0,0 0 10 0,0 0-16 0,0 6-3 16,0 1 2-16,16 0-126 0,0 1-151 0,-16 1-210 16,14-2-220-16</inkml:trace>
  <inkml:trace contextRef="#ctx0" brushRef="#br0" timeOffset="48617.45">21637 7549 2815 0,'0'0'49'0,"0"-8"24"0,0 0 55 0,0 3 20 0,0 0 3 15,0 5 4-15,0-5-15 0,0 5 13 0,0-8-30 16,0 8-4-16,0-7-26 0,0 7-1 0,0 0 4 16,0-6-14-16,0 6-3 0,0 0-4 15,0 0-9-15,-14-8 11 0,14 8-2 0,0 0-24 16,0 0-7-16,0 0-4 0,0-8 17 0,-12 8-8 0,12-9 5 15,0 9 6-15,0-9-13 0,0 0 7 0,-15 0-1 16,15-2-3-16,0 1-5 0,0-3-2 0,-13 1 7 16,13-2-9-16,0-1 7 0,0-2 4 0,0-1-45 15,0-2-7 1,0 1 8-16,0 0-6 0,0 0 30 0,0 0 19 0,0 1-14 0,0 1 10 0,0 2 3 16,0 4-12-1,0 0-19-15,0 1 4 0,15 10-9 0,-15-9-5 16,13 9 2-16,-13 0-12 0,15 0-1 0,-3 0-3 15,-12 0 1-15,20 0-2 0,-5 12 11 0,0 0-6 16,0 2 3-16,1 2-14 0,1 0 4 0,-1 3 4 16,2 0 6-16,-4 0 4 0,3 1-10 0,-2-1 2 15,0 2-4-15,-2-3 2 0,1-1-1 0,-1 0 6 0,-13-2 0 16,15-1 9-16,-3-2-5 0,-12-1-4 0,13-11-4 0,-13 9 4 16,0-9 12-16,14 0-4 0,-14 9 14 15,0-9-3-15,0 0-3 0,0 0 5 0,0 0-15 16,0 0-4-16,0 0 3 15,0-15-13-15,0 0 21 0,11-1-14 0,-11 0-5 0,0-3 16 0,0-3-10 16,0 0 5-16,0 0 3 0,0 0-5 0,14 2-8 0,-14 1 16 16,0 2-13-16,0 3-5 0,13 2 1 0,-13 3 1 15,14 9-2 1,-14-11-4-16,11 11 14 0,0 0-23 16,-11 0 24-16,21 0-4 0,-3 0-1 0,2 0 8 15,-2 0-11-15,6 0 5 0,-2 17-10 0,2-2 14 16,0-1-17-16,-2 1 5 0,-3-1 2 0,-2 0-6 15,-1 1 10-15,-16-1 1 0,16 0-8 0,-16 0 4 0,0-3 2 16,0-1 0-16,0 1 1 0,0-3-10 16,0 2 9-16,0-2 11 0,0-8-3 0,0 9 12 0,0-9-7 15,0 9-19-15,-19-9 5 0,1 0-10 0,-2 0 10 16,-2 0 9-16,3 0-2 0,-3 0 8 0,-2 0-9 16,2-9-8-16,1-2 17 0,2 2-16 0,3-2 15 0,1-1-5 15,0 2-8-15,15 0 6 16,-14 1-7-16,14-1 17 0,0-1-17 0,0 0 13 0,-13-1-14 15,13 1-4-15,0 0 12 0,0 2-5 0,0-1 3 0,0 0-9 16,0 0 4-16,0 1-4 0,17-1 8 0,-4 1-5 16,0-1-9-16,3 0 12 0,2 1-9 0,-1 0 8 31,4-1 0-31,1 2-2 0,0-2 2 0,1 1 2 0,0 0 2 16,0-1-4-16,-2 2 2 0,-2-2 9 0,-3 1-5 15,-2-1-4-15,-14 0 3 0,16-2-3 0,-16 1 3 16,14-1-3-16,-14-2 10 0,0 0-16 0,0-2 10 15,0-1-10-15,0 0-6 0,0-1 3 0,0 0-3 16,0-1 14-16,0 1-8 0,0 1 3 0,0 1 4 16,-14 1-9-16,14 1 12 0,-18 2-2 0,18 1-7 15,-16 4 12-15,16-1-12 0,0 8 4 0,-14 0 3 0,14 0-12 16,0-5 3-16,0 5-14 0,0 0 5 0,0 0 0 16,0 0 2-16,0 0 20 0,0 0-15 0,0 11 14 0,0 1-8 15,0 0 4-15,0 5 9 0,0 1-5 16,0 3 3-16,0 3-8 0,0-1-3 0,14 3 2 15,-14 0 11-15,20 1 1 0,-5 1-8 0,0 1 4 16,2 0 0-16,2 1 2 0,0-2 8 0,3 0-10 0,0-1 0 31,0-2-8-31,4-2 7 0,-3-2-1 0,1-2-2 16,-2-3-4-16,0-2-38 0,0-2-42 0,-4-3-55 16,-1-9-63-16,-4 10-47 0,-1-10-41 0,-12 0-67 15,15 0-125-15,-15 0-76 0,0 0-143 0,0-14-51 16,0 1-20-16,0-3 69 0</inkml:trace>
  <inkml:trace contextRef="#ctx0" brushRef="#br0" timeOffset="48812.28">22133 6952 2989 0,'-14'0'8'16,"14"-5"17"-16,0 5 39 0,0-4 57 0,0 4 49 16,0 0 32-16,0 0 8 15,17 0-26-15,1 0-18 0,6 0-15 0,4 7-31 16,4-7-27-16,3 9-29 0,1-9-33 0,3 7-18 15,-1-7-6-15,2 8-7 0,-2-8-2 0,0 0 8 16,-5 0 3-16,-5 0-26 0,1 5-73 0,-8-5-150 0,-3 0-168 16,-2 0-214-16,-3 0-152 0,-13 0-147 0</inkml:trace>
  <inkml:trace contextRef="#ctx0" brushRef="#br0" timeOffset="50174.13">23488 7046 2078 0,'0'7'35'15,"0"-7"16"-15,0 9 90 0,0-1 30 0,0-1-20 0,11 0 25 16,-11 1-77-16,10-1-23 0,-1 0 6 0,-9-2-14 16,11 1 13-16,-11 1 8 0,12-2 19 0,-12-5 5 15,14 9 3-15,-5-9 20 0,-9 7 2 0,13-7 6 16,-13 0-8-16,9 0 15 0,-9 0-47 0,13 0-17 0,-13 0-27 16,16 0-38-16,-16 0 12 0,13-9-16 0,-13-2 8 31,15 3-6-31,-15-2-13 0,13-2 4 0,-13-1 1 15,0 1-1-15,0-2 8 0,0-2-6 16,0 0-20-16,0 1 3 0,0-1-3 0,0 0-1 0,0 0 3 0,-16 1-11 0,-3 0 9 0,0 2 1 16,-2 1 10-16,-2 2-6 0,-1 3-10 0,-1 0 9 15,3 7-3-15,0 0 6 0,0 0-2 0,2 0-14 16,3 0 10-16,3 12 2 0,1 0 12 16,13 2 3-16,-13 1-7 0,13 2 0 15,0 0-4-15,0 4 4 0,0-1 4 0,0 3 2 0,15 0 3 16,2 0 8-1,2 2 5-15,3-2 11 0,4-1-19 0,0-1-13 0,1-2-3 0,3-1-15 0,2-2 23 16,3-2 6 0,0-4-6-16,3 0 13 0,-2-10-8 0,3 10 14 0,-1-10 19 0,0 0 1 0,-4 0 27 31,-3 0-12-31,-1 0-3 0,-4 0-12 0,-5-13-40 0,-4 0 5 0,0-3-19 0,-4-1 6 0,-13-2 20 16,14-3-17-1,-14-2 6-15,0 1-14 0,0-2 5 0,0 0-10 16,0 1 5-16,0 0 18 0,0 5-22 0,0 0 28 15,0 4-7-15,-18 3-18 0,18 4 2 0,-13 1-14 16,13 7 3-16,0 0 1 0,0 0 9 0,0 0-5 16,0 0 2-16,0 0 20 0,-15 11-12 0,15 1 19 15,0 1-14-15,0 4-4 0,0 0 2 0,0 4-5 0,0-1 1 16,0 0-6-16,0 3 19 0,0-2-6 0,0 1 21 16,0-4-11-16,0 0-9 0,0-4-1 0,0 0-9 15,0-3 13-15,14-11-5 0,-14 9 14 16,0-9-8-16,0 0 2 0,0 0 20 0,0 0-28 0,0 0 13 15,13 0-21-15,-13 0-1 0,0 0 4 0,0-11 4 16,13-1 15-16,-13 1-18 0,0-3 13 0,15-2-16 16,-15 0 22-16,0-2-19 0,15 1 12 0,-15 0 9 0,0-1-3 15,15 3 25-15,-15 1-5 0,0 2-14 0,12 1-15 32,-12 2-13-32,0 9 8 0,0-8-8 0,0 8-4 15,13 0-6-15,-13 0-11 0,0 0 9 0,0 0 9 16,15 0-4-16,-15 0-1 0,19 16 24 0,-5-1-11 15,2 0 19-15,-3 2-16 0,4 1-4 0,-3 2-1 16,7-1 6-16,-5 0 13 0,2 0-21 0,1-2 7 0,1 0-6 16,0-2 8-16,0 0-3 0,0-2-1 0,2-2 2 0,0-3 0 15,-2-8 11-15,1 10-3 0,-1-10 12 16,0 0-1-16,-3 0 8 0,-3 0 9 0,2 0-24 16,-3 0 7-16,0-11-20 0,-1-1 7 0,-12 1 5 15,15-3-20-15,-15-2 13 16,16 1-10-16,-16-2-1 0,12 1-2 0,-12-3-1 15,0-1 0-15,0 2-3 0,0-2 2 0,0 4 5 16,0 0-8-16,0 1 3 0,-13 1-5 0,0 2-1 16,1 1 4-16,-1 4-3 0,-3 7 7 0,3 0-4 15,-1 0 4-15,-2 0 1 0,2 0 7 0,-2 0-21 0,2 0 7 0,1 13 11 0,1 1-6 16,12 1 13 0,-16-1-7-16,16 4-5 0,-11-1-1 0,11 3 11 15,0 1 0-15,0-1-5 0,0 0 13 16,0 2-9-16,0-1-5 0,0-2-2 0,16-1 0 0,1-2 5 15,1-2-1-15,-3-1 17 0,6-3-7 0,-5 0-8 16,2-10 14-16,-1 0-4 0,1 0 3 0,0 0 2 16,1 0 6-16,-2 0-10 0,1 0 2 0,-1-14 3 15,1 0-11-15,-5-3-9 0,0-1 5 0,1-4-12 0,-14 0 5 16,16-4 4-16,-16-1-13 0,17-5 9 16,-17 0-10-16,0-3 8 0,0 1-2 0,0-1 8 0,0-1-5 15,0 1-5-15,0 1 1 0,-18 2-3 0,2 4 15 16,2 3-2-16,1 4 2 15,1 4-5-15,12 4-20 0,-15 4 9 0,15 9-4 0,0 0 7 0,-14 0 7 16,14 0 0-16,0 11-3 0,-13 2 0 0,13 3 0 16,0 4 2-16,-15 3 7 0,15 2-4 0,0 3 5 15,0 3 0-15,0 2 4 0,0 3-5 0,0 0 4 16,20 2-5 0,-3-2 3-16,-1 1 1 0,1-2-3 0,1-3 1 15,-1 0-9-15,-1-3 10 0,2-4-9 0,-1-3 10 16,-3-2-1-16,1-2-2 0,0-4 6 0,-2-3-16 15,1-11-17-15,1 8-27 0,-2-8-67 0,0 0-58 16,1 0-84-16,1 0-82 0,-1 0-78 0,-1 0-157 0,-4-11-149 16,-9 1-143-16,16-1-155 0</inkml:trace>
  <inkml:trace contextRef="#ctx0" brushRef="#br0" timeOffset="51229.7">25723 7077 2248 0,'-7'-4'46'16,"2"1"31"-16,2-2 7 0,-2 3 10 15,1 0-44-15,1 0-25 0,1 2-9 0,1 0-15 0,-1 0 0 16,0 0-6-16,1 4 0 0,1-2 8 0,-2 1 2 16,0 2 6-16,2-1 19 0,-1 0 23 0,-1 0 23 15,2 3 2-15,0-3 8 0,0 2 5 0,0 0-25 16,0 0 15-16,0 0 8 0,0-1-1 0,3 1 54 16,2-2 1-16,-1 0 12 0,2 0-7 0,3-1-10 15,-1-1-19-15,0-2-22 0,4 0 8 0,1 0-23 31,1-5 19-31,2-1-30 0,-3-2-30 0,1 0-12 0,1-3-20 16,-1-2 12-16,-5 0 1 0,4-3-13 0,-5 1-1 16,-4-3 0-16,1-2-5 0,-1 0 8 0,-3 0 4 0,-1-1 25 15,0 2 9-15,0 2-9 0,-5 2-3 16,0 2-18-16,1 3-16 0,-1 2-1 0,2 3-14 0,-2 2-2 16,1 3-6-16,0 0 13 0,1 0 13 0,-2 6-12 15,2 1 20-15,-2 0-17 0,-2 3 6 0,0 2 1 16,2 0-9-16,1 2 12 0,-1 1-18 0,2 1 15 15,3-1-2-15,0 2-7 0,0-2 20 0,4 0-10 0,3 0 0 16,2 1 4-16,2-2-1 0,0 1-4 0,7-3 10 16,-2 1 0-16,4-3-10 0,-1-2 2 0,3 0 3 31,2-4-1-31,0-1 1 0,-4-3 5 0,2 0-8 0,0-5 2 0,-5-2 13 0,1-2-11 0,-3-2 2 16,-1-1 2-16,-1 0-6 15,-4-4 9-15,-1 1 2 0,-3-2-8 16,1 2 2-16,-3-2 7 0,-3 2-1 0,0 0 7 15,0 2-23-15,0 1 4 0,-3 2-21 0,0 3 3 16,0 1 6-16,-1 2 3 0,1 2-7 0,1 2 4 0,-1 0 4 0,-1 5-15 16,1-1 23-16,0 3-10 0,-2 3-6 0,2 1 14 15,-2 1-1-15,0 2-1 0,-1 1 12 0,1 2-27 16,4-1 16-16,-4 0-6 0,2-1 2 16,-1-1 13-16,3-1-16 0,-3-3 7 15,3-1-2-15,-2-1-7 0,0-3 14 0,1-1 6 0,2-3 14 16,-1-1-3-16,1 0 1 0,0 0-12 0,0-4-19 15,0-1 14-15,3-4-5 0,1 0 19 0,-1-1 8 0,2-4 9 16,0-1-12-16,2-4-4 0,-1 2 5 16,1-3-6-16,3 2 6 0,-2-2 2 0,4 3-13 15,-2 0-4-15,1 2-5 16,2 2-9-16,-4 2-4 0,3 1 6 0,-2 3-3 0,2 2-10 0,-3 2 13 0,4 3-14 16,-4 0-4-16,1 4 8 0,2 2-7 0,1 3 6 31,-1 1 4-31,3 3 8 0,-1 0-10 0,0 3 0 15,2 2 15-15,-2 0-18 0,-1-1 31 0,1 1-14 16,-2 2-12-16,0-3 18 0,-3 1-18 0,0-1 14 0,0 0-4 16,-3-2-8-16,-1-1 5 0,-2-2-10 15,-1-2-21-15,-1-3-52 0,3 1-62 0,-3-4-39 0,-1-1-37 16,0-1-27-16,0-2-82 0,0 0-147 0,0-5-118 0,-6-1-73 16,-2-3-51-16,-5-2-9 0,2-2 133 0</inkml:trace>
  <inkml:trace contextRef="#ctx0" brushRef="#br0" timeOffset="51376.17">25757 6646 3397 0,'-24'-11'43'16,"4"-1"22"-16,6 2 11 0,14 1-5 0,0 5-43 0,0 4-29 16,0 0 4-16,0 0 1 0,0 0-13 0,0 0-76 15,0 0-116-15,0 0-164 0,0 0-132 16,0 0-113-16,0 0-116 0</inkml:trace>
  <inkml:trace contextRef="#ctx0" brushRef="#br0" timeOffset="53749.1">27031 6975 3037 0,'0'0'25'16,"0"0"16"-16,0 0 15 0,0 0 13 15,0 0-8-15,0 6-14 0,0-6-11 0,0 0 0 16,0 0-12-16,0 0-2 0,0 0 8 0,0 0-1 16,0 0 12-16,0 0 29 0,0 5 14 0,0-5 38 15,0 0 13-15,0 0 15 0,13 7 0 0,-13-7-13 16,13 0-8-16,-13 0-10 0,9 0 3 0,-9 0-34 15,15 0-2-15,-3 0-13 0,-12 0-29 0,16-10 3 16,-2 2-21-16,-3-4-11 0,2-2-8 0,1-3 7 16,-14-1-1-16,16-3 0 0,-2-2-3 0,-14-4 12 15,15-2 3-15,-15 0-5 0,0-3 28 0,0 0-11 0,0-2 3 0,0 1 16 0,0-1 1 16,0 2-8 0,0 1-11-16,0 2-4 0,0 3 1 0,-15 2-3 0,15 6 8 0,0 3-18 0,-14 4-22 15,14 11-7 1,0 0-13-16,0 0 5 0,0 0-5 0,0 0 8 15,0 0 16-15,-13 0-15 0,13 10 9 0,0 5-12 16,0 4-3-16,0 5 16 0,-11 2-7 0,11 6 9 16,0-1 1-16,0 4-8 0,0 2 8 0,0 0-5 15,0 2 10-15,0-2 3 0,0 1-7 0,13 0 8 16,-13-1-11-16,17-1 2 0,-6 0 3 0,-11-2-5 0,18 1 19 16,-4-2-3-16,-1-2 5 0,1-2-3 0,0-1-11 15,2-4-3-15,-2-1-2 0,2-3 14 0,-3-4-12 16,2-3 16-16,-2-2-14 0,3-11 5 0,-3 11 6 15,2-11 1-15,0 0 12 0,0 0-9 0,5 0 11 16,-3 0-6-16,0 0 7 0,1 0 2 0,-2-14-9 16,-2 0-10-16,-2-2-10 0,-12-1-4 0,18-2-5 15,-7-4 3-15,-11 0 3 0,0-4-7 0,14-1-2 0,-14-1 0 32,0 0-3-32,0 0 2 0,0 0 5 0,0 0-9 15,-24 1-3-15,2 2 15 0,1-1-4 0,-2 3 2 16,-2 3 4-16,-1 1-7 0,1 4 0 15,1 2-3-15,0 3 2 0,2 2-18 0,0 9 4 0,5-6-3 16,-2 6-1-16,3 0 23 0,2 0-13 0,1 0 11 16,13 9 2-16,-14 0-11 0,14 0 10 0,-13 2 11 0,13 1-15 15,0 0 2-15,0 1 2 0,0 0-11 0,0 1 25 16,0 0-13-16,0-1 3 0,0-1 3 0,16-1-13 16,3-1 22-16,-2 0 1 0,1-3-6 0,2 1 1 15,4-8-10-15,-2 8 1 0,5-8 1 0,2 0-8 16,-1 0 8-16,1 0 3 0,4 0-1 0,-2 0 9 15,-1-8-6-15,0-2-4 0,-4-1-3 0,-3 1 7 16,-2-1-3-16,-4-1 3 0,-4 0-4 0,1-1-2 0,-14 0 5 16,0 0-14-1,11 0 13-15,-11 0-9 0,0 3 2 0,0 0 3 0,0 1-7 0,0 3-1 0,0 6-4 16,0-8 4-16,0 8-6 16,0 0 9-16,0 0-11 0,0 0 2 0,0 0 1 15,0 0-1-15,0 0 14 0,0 9 0 16,-12-1-8-16,12 2 14 0,0 1-2 0,0 0-11 0,0 0 13 0,0 3-22 0,0-2 4 31,0 2 16-31,0 0-6 0,0-1 13 0,0-1-6 0,0-1-3 16,12-1 4-16,1 0-2 0,3 0 5 0,-2-10-9 15,3 8 1-15,2-8-6 0,1 7 8 0,-2-7 0 16,3 0 5-16,-5 0 5 0,3 0-20 0,-3 0 20 16,1-11-8-16,-3 1-6 0,0 0 3 0,-1-2-11 0,-13-2 8 15,16 0 0-15,-4-1-2 0,-12-1 7 0,13 0-5 16,-13-1 1-16,0-1-6 0,0 1-4 0,0 1 5 0,0 1 1 15,0 1 11-15,0 1-15 0,0 4-4 16,0 1 1-16,0 8-10 0,0-8 13 0,0 8-15 16,0 0 0-1,0 0 11-15,0 0-13 0,0 0 24 0,0 0-5 0,0 14-8 16,0-3 23-16,0 1-12 0,0 2 2 0,-16 1 1 0,16 0-6 0,0 1 7 0,-14-1 5 16,14 0-8-1,0-1-1-15,0 0 1 0,-9-2-3 16,9-3 13-16,0 1-13 0,0-3 4 0,0-7-3 15,0 7 13-15,0-7 5 0,0 0 0 0,0 0 11 16,0 0-22-16,0 0 2 0,0 0-3 0,0 0-6 16,0 0 4-16,0-8 8 0,0-2-16 0,0-1 11 15,0-2-7-15,0 1 0 0,15-2 9 0,-4 0-17 0,-11-1 25 16,15 1-8-16,-3-1-9 0,-12 1 10 0,15 0-8 16,-1 1-5-16,-14 2 10 0,13 0-10 0,-13 2-9 15,17 3 18-15,-17 6-11 0,13-8 6 0,-13 8-2 16,14 0-12-16,-14 0 9 0,12 0-6 0,-12 0 3 15,19 0 1-15,-4 0 1 0,-15 14 1 0,18-2-7 16,-3-1-1-16,-15 2 12 16,15 0 2-16,-15 1 8 0,15 0 3 0,-15 0-20 0,0-1 3 0,15-1-2 0,-15 2 5 15,0-2 5-15,13 0 2 0,-13-2-1 0,0-1-2 16,0-1 1-16,0-1-3 0,14-7 11 0,-14 7-10 31,0-7 14-31,0 0-12 0,0 0 14 0,0 0-7 16,0 0-6-16,0 0 7 0,0 0-12 0,15 0 9 0,-15 0-1 15,15-8-8-15,-15 1 2 0,16-1 6 0,-4-1-9 16,-12-1 10-16,15-1-13 0,-3 0 7 0,-12 1-6 16,15-1 0-16,-2-1 3 0,-1 1-3 0,0-1 15 15,-12 1 1-15,17 1-1 0,-4 0-10 0,-1 0-5 16,1 2-4-16,-2 1 0 0,-11 7-5 0,17-7-4 16,-6 7 5-16,-11 0 3 0,18 0 11 0,-6 0-5 15,0 0 8-15,0 0-4 16,1 0-2-16,1 0 2 0,-3 9-10 0,2-1 11 0,-1 1-12 0,0-1 1 15,-12-2 10-15,15 2-14 16,-15-8 16-16,11 7 0 0,-11-7-2 0,0 6 1 16,0-6-3-16,0 0 5 0,0 0-7 0,0 0 0 0,0 0 5 15,0 0 0-15,0 0 4 0,0 0 12 0,0 0-9 16,0 0-1-16,0 0-3 0,0 0-18 0,0 0 14 16,0-9-3-16,0 0-4 0,0 2 12 0,0 0-15 15,-14-2 2-15,0 0 3 0,3 1-1 16,-2 1 2-16,0 1 4 0,1 6-8 0,-2-8 3 15,-2 8-4-15,-2 0-2 0,0 0 6 0,2 0-3 16,-3 0 1-16,3 0-6 0,-1 12 5 0,0 0-2 16,4-1 7-16,0 1 8 0,13 2-6 0,-17 0 8 15,17 0-8-15,-13 0 0 0,13 1-5 0,0 0 7 16,0 0-3-16,0-1 9 0,0 0 0 0,0 0 3 0,0-1 2 16,0 0-11-16,0 0 8 0,16-2-12 15,-1-1 6-15,1 0 7 0,2-2-17 0,-1-8 11 0,-1 7 6 16,3-7-10-16,-3 0 11 0,1 0 4 0,-3 0-25 15,2 0 10-15,-2 0 3 0,-1 0-15 0,-2-10 24 0,-11 0-5 0,14-1-5 16,-1 0-8-16,-13-1 9 0,0 1-7 16,11-2 7-16,-11-2 0 0,0 1-6 0,0 0 7 15,0 1-6-15,0 2 19 0,0 0-25 0,0 3 1 16,0 1 2-16,0 7-19 0,0-6 15 0,0 6-10 16,0 0-6-16,0 0 11 0,0 0-8 0,0 0 15 15,0 0 12-15,0 0-12 0,0 10 16 0,0 1-7 31,0 1-6-31,0-1 10 0,0 1-6 0,17 1-8 16,-17-1 12-16,15 1 10 0,0 0-8 0,-4-1 6 0,2-1-11 16,3 1-2-16,-3-2 6 0,1-3 8 0,2-7-2 15,-1 10-5-15,1-10 2 0,0 0 1 0,0 0 3 16,0 0 6-16,-2 0-10 0,2 0-3 0,-4 0 0 16,2-10-9-16,-1-1 5 0,0 1 2 0,-13-4-2 0,14 0 7 15,-14-1-6-15,16-3 3 0,-16-1 5 0,0-2-9 16,9-2 7-16,-9-2-9 0,0-2 1 0,0-4-1 15,0 0 3-15,0-4 3 0,0-3 1 0,0 0 3 16,-18-2-10-16,-2-2 5 0,1 3-21 0,3 1 12 16,-1 3 1-16,0 5-8 0,3 4 15 0,2 6-17 15,12 7-7-15,-15 3 3 16,15 10-2-16,0 0 8 0,-12 0 8 0,12 12 9 0,0 2 4 0,-13 5-1 16,13 5-5-16,0 5-5 0,-13 4-4 0,13 4-7 0,0 4 13 15,0-1-4-15,0 2 4 0,0 1 6 0,0-2-8 31,0 0-2-31,17-2 9 0,1-2 0 0,-1-4 4 16,-3 1 2-16,2-4 1 0,1-2-13 0,-1-3-1 16,2-1 14-16,-1-4-9 0,-1-2 10 0,1-2-3 15,-1-3-14-15,0-2 4 0,-2-3 5 0,2-8 0 16,-3 8 1-16,-13-8-7 0,17 0-12 0,-6 0-60 0,-11 0-61 0,0 0-69 16,14 0-101-16,-14-12-116 0,0-1-148 0,0 1-135 0,0-2-99 15,0-3-51-15,0-1 78 16</inkml:trace>
  <inkml:trace contextRef="#ctx0" brushRef="#br0" timeOffset="53952.41">27721 6456 3589 0,'0'0'34'15,"0"0"20"-15,0 0 36 0,0 0-6 0,0 0-27 16,0 0-30-16,0 0-20 0,0 0-1 0,0 0-10 16,0 0-19-16,0 0-110 0,0 0-127 0,0 0-203 15,0 0-200-15,0 0-171 0,0 0 107 0</inkml:trace>
  <inkml:trace contextRef="#ctx0" brushRef="#br0" timeOffset="54787.45">25340 8184 2527 0,'0'0'36'16,"0"0"61"-16,0 0 15 0,0 0 21 0,0 0-34 15,0 0-59-15,0 0-3 0,0 0-28 0,0 0 7 16,0 0-11-16,0 0-5 0,0 3 7 0,0-3-10 15,0 2 11-15,0-1 0 0,0 1 17 0,0-1 25 16,0 1 42-16,0-1 23 0,0 3 19 0,3 0 18 16,2-1-9-16,0 2 12 0,1 0-6 0,5 0-3 15,-2-2-36-15,3 2 2 0,2-2-13 0,2-2-21 16,-1 0 31-16,1-1-24 0,0 0 8 0,-2-4-6 16,0-2-20-16,-1 1-3 0,-1-3-24 0,0-2 5 15,-4-2-10-15,1-2-14 0,-1-1 9 16,-2-3-17-16,-2-3 5 0,-1 0-8 0,-3-1-7 0,0 0-5 15,0-1-2-15,-7 0-2 0,1 0-10 0,-4 0 11 0,1 3-8 16,0 0 4-16,-4 3 19 0,0 2-16 0,2 3 9 16,-1 3 0-16,0 1-16 0,4 4 4 0,-1 1 2 15,3 3-9-15,-1 0 12 0,3 0-5 0,-1 4-9 0,2 2 11 16,-2 2-11-16,4 1 17 0,-1 0 6 0,2 3 9 31,0 1 0-31,6 2-12 0,2 1 9 0,3 0-6 16,3 2 0-16,4 2 2 0,4 1-21 0,3 0-4 15,0-1 7-15,3 3 17 0,0-2 3 0,1 1 0 16,-4-3-1-16,0 0-20 0,-2 0 6 0,-6-4-13 16,-2-1 19-16,-2-2-4 0,-3-2 6 0,-3-2 9 15,-4-2-28-15,-3 0 24 0,0-1 1 0,0-1 7 16,-4-1 1-16,-6 0-12 0,-1-1-11 0,0 0-19 0,-1-1 36 16,-5-1-12-16,-1 0 14 0,0 0 16 0,-2-3-27 15,-1 0 16-15,2-2-16 16,-1 2-1-16,-1-2-18 0,3-1-43 0,3 2-56 15,0-1-68-15,2-1-61 0,3 2-89 0,3 0-126 16,0 0-158-16,2 1-156 0,5 0-151 0,0-1 170 16</inkml:trace>
  <inkml:trace contextRef="#ctx0" brushRef="#br0" timeOffset="55033.16">25858 7935 3866 0,'0'-10'35'16,"0"1"30"-16,0 0 15 0,0 4-9 0,-3 1-32 16,3 2-26-16,0 2-17 0,0 0 10 0,-4 0-9 15,4 3-3 1,0 1 12-16,0 1-8 0,0 4 7 0,0 2 1 0,0 2 2 16,6 2 3-16,-2 2 16 0,1 2-4 0,3 2-17 0,5 0 22 15,-2 1-21-15,2 1 9 0,2 1-8 16,1-2-16-16,0 0 13 0,2-2-13 0,-3 0-37 15,0-3-89-15,-1-3-117 0,-3-2-112 0,1-3-54 16,-5-2-4-16,-3-2-38 0,0-3-88 16,-3-2-62-16</inkml:trace>
  <inkml:trace contextRef="#ctx0" brushRef="#br0" timeOffset="56179.63">25733 8021 2878 0,'0'0'32'0,"0"-8"13"0,0 8 20 0,0-7 25 0,0 7 5 0,20 0 12 16,-2 0-12-16,3 0-4 0,4 0-14 0,2 0-4 16,7 0 13-16,0 0 8 0,7 9-2 15,-1 0 7-15,1-9-24 16,3 10 7-16,-3-1-14 0,1-9-6 0,-3 10 23 16,-3-10-21-16,-2 10-9 0,-4-10-3 0,-5 0 7 15,-2 0 2-15,-5 0 0 0,-2 0-7 0,-16 0-25 16,12 0-21-16,-12 0 20 0,0 0-20 0,0 0 12 15,0-10-9-15,0 10-17 0,0 0 16 0,0-11-16 16,0 11 2-16,0-10-12 0,-14 10 2 0,-2 0-1 16,0 0 14-16,-1 0 16 0,0 0-22 0,-1 0 1 0,0 0 10 15,1 0-23-15,-1 0 12 0,3 0 11 0,0 0-17 16,2 14 10-16,0 0 7 0,13 0-4 0,-14 0-15 16,14-1 15-1,0 3 3-15,0-2-11 0,0 0 13 0,0-1-1 0,0-2-10 0,0 1 4 16,0 0 11-16,0-2-15 15,14 0 22-15,0-1-20 0,3-9 9 0,0 9-2 0,-1-9-7 16,3 8 21-16,-1-8-18 0,2 0 10 0,-3 0-9 16,-1 0-3-16,-1 0 2 0,0 0 1 0,-1-14 0 15,-14 2 3-15,14 1 10 0,-14-2 8 0,0-1-16 16,14 0 11-16,-14 0 13 0,0 2 1 0,0-3 28 16,0 2-14-16,0 2-16 0,0 1-6 0,0 10-21 0,0-11 0 15,0 11-10-15,0 0 5 0,0 0 5 0,0 0 0 16,0 0-18-16,0 0 3 0,0 0 2 0,0 0 5 15,0 0 17-15,0 0-10 0,0 13 2 0,0-1-4 16,0-1-2-16,0 3 5 0,0-2 7 0,16 1-13 16,0 1 6-16,-3-2 2 0,1 0-2 0,0-2 15 15,2 0-4-15,-2-1-6 0,3-9-13 0,-2 8 4 16,2-8-1-16,-3 0 11 0,4 0 16 0,-2 0-9 0,-2 0 10 31,0 0-5-31,-3 0-14 0,-11-10 12 0,18-2 5 16,-7-2 3-16,-11-1-8 0,14-2 5 0,-14-4-11 15,11 0 0-15,-11-3 0 0,0-2-13 0,0-1-1 16,0-4-7-16,0-1 11 0,0-2 14 0,0 0 26 16,0-1 6-16,0-2 9 0,0 3 4 0,0 0-33 15,-15 1 17-15,15 3-4 0,-13 4 10 0,13 1 17 0,-13 5-22 16,13 4-5-16,0 3-39 0,-14 5-13 0,14 8 0 16,0-7-11-16,0 7 18 0,0 0-6 0,0 0 3 15,0 0 5-15,-13 0 1 0,13 15 1 0,0 1-9 16,0 2 7-16,0 1-4 0,0 5 13 0,0 0 3 15,0 4-3-15,0 2 21 0,0 3-16 0,0 2 19 16,0 0-16-16,14 0-18 0,0 0 9 0,-1 0-27 0,3-1 22 16,-2-1 0-16,2-4-5 0,0 0 18 0,1-3-3 15,1-1 5-15,0-3-12 0,1-2 0 0,1-3 0 16,0-3-13-16,0-1 26 0,1-4-6 0,3-9 5 31,-1 11 6-31,1-11-11 0,-1 0 9 0,-2 0-9 16,1 0 8-16,-1 0 5 0,1 0-7 0,-3 0 1 15,-1-12-13-15,-1 0 6 0,1-1-7 0,-3-1 9 16,-2-2-5-16,1-1-2 0,-14-3 2 0,13 1-2 0,-13 0 11 16,0-2-15-16,12 3 1 0,-12-1-8 0,0 2-1 15,0 0 3-15,0 2-7 0,0 2 3 0,0 2-4 16,0 1 5-16,-15 10-1 0,2-9 1 0,-3 9 3 16,3 0-9-16,-4 0 12 0,3 0 4 0,-3 0-12 0,0 0 26 15,0 0-16-15,1 12-3 0,2-2 2 0,0 4-10 16,2-2 6-16,12 0 8 0,-15 2 2 15,15 0-11-15,-12 0-5 0,12 1-4 0,0 1 11 0,0-1-1 16,0 1 28-16,0-1-14 0,0-1-2 0,0 1 8 16,18-1-14-1,0-2 27-15,-1 0-9 0,4 0 15 0,1-1-1 0,2-2-9 0,1-1 17 0,2-8-17 16,1 9 4-16,1-9-4 16,1 8-15-16,-2-8 9 0,1 0-14 15,-5 0-2-15,-1 0 3 0,1 0-3 0,-4 0 2 16,-2 0 9-16,-3 0 3 0,-2 0-15 0,0-11-2 15,-13 4-11-15,14 7-57 0,-14-10-58 0,13 10-73 0,-13-9-106 16,0 1-46-16,0-1-62 0,0 1-97 0,0-2-51 0,0-1-97 0,0-1-63 31,0 1-53-31,-18-4 51 0</inkml:trace>
  <inkml:trace contextRef="#ctx0" brushRef="#br0" timeOffset="56477.02">26491 7716 3507 0,'-11'0'46'16,"11"0"29"-16,0 0 58 0,0 0 52 0,0 0 26 16,0 0 16-16,23 0-25 0,1 0-37 15,5 0-25-15,4 12-24 0,6-2-6 0,3-2 2 16,4 2-35-16,1-3-4 0,2 2-9 0,-2-9-7 0,0 11 3 0,-5-4-25 15,-2-7-13-15,-6 0-10 0,-4 0-8 0,-3 0 2 32,-6 0 6-32,-7 0 1 0,-14 0-8 0,14 0 15 15,-14 0-19-15,0 0-13 0,0 0-21 0,0 0-121 16,0 0-113-16,0 0-127 0,0-4-148 0,0 0-56 16,0 4-156-16,-14 0-167 0,-2-8 77 0</inkml:trace>
  <inkml:trace contextRef="#ctx0" brushRef="#br0" timeOffset="59282.59">3334 9935 2280 0,'14'0'67'0,"-14"-7"29"0,13 7 13 0,-13-9 43 0,12 9-36 15,-12-6 9-15,10 6 29 0,-10-5-14 0,11 5 5 16,-11 0-8-16,0 0-21 0,0 0 4 0,0 0-1 16,0 0-14-16,0 0 8 0,0 0-15 15,0 0 5-15,0 0 7 0,0 0-10 0,0 0-6 16,0 0-33-16,0 0-5 0,0 0-32 0,0 0 1 15,-11 0-20-15,-3 0-1 0,0 0 12 0,-4 0-10 16,-1 0 17-16,-3 0-18 0,-3 0-2 0,1 0 9 16,2 0-11-16,0 0 9 0,0 0 6 0,4 0-13 15,1 0 4-15,1 0 1 0,5 0-1 0,11 0-7 0,-11 7 0 16,11-7-3-16,0 0 4 0,0 0-1 0,0 0 3 0,0 7-11 16,0-7-4-16,0 9 20 0,0-3 2 0,0 3-8 15,0-1-9-15,0 3-5 0,0 2 10 16,0-1 14-16,0 3-10 0,0-1 3 0,10 3-12 15,-10 0 3-15,12-1 4 0,-12 2-1 0,11-1-3 0,-11 0-8 32,11 0 32-32,-11 0-18 0,13-1 12 0,-13-1 13 15,13 0-20-15,-13-1 16 0,14-2 4 0,-14 0 3 16,14-1 8-16,0-2-2 0,-4-9 13 0,1 12-8 0,1-2 1 0,1-10-2 0,0 9-19 16,4-9 5-16,2 0-14 0,0 9-3 15,3-9 6-15,2 0-22 0,1 0-6 0,-2 0-34 0,0 0-77 16,2 0-56-16,-7 0-98 0,1 0-96 0,-5 0-111 15,-14-9-159-15,0 1-122 0,0 0-142 16</inkml:trace>
  <inkml:trace contextRef="#ctx0" brushRef="#br0" timeOffset="59465.07">3045 10096 2962 0,'0'6'8'0,"0"-6"1"0,0 0-3 0,0 0 43 15,0 0 30-15,0 0 38 0,16 0 38 0,4 0-26 32,2 0-24-32,3 0-26 0,1 0-22 0,4 0-14 0,0 0-2 15,3 0-27-15,-1 0 0 0,4 0-5 0,0 0-21 16,-1 0-26-16,0 0-84 0,-3 6-98 0,-4-6-166 0,-3 0-109 16,-3 0-91-16,-2 0-109 0,-5 0 119 15</inkml:trace>
  <inkml:trace contextRef="#ctx0" brushRef="#br0" timeOffset="60032.89">3703 10006 3185 0,'0'-6'36'16,"0"-1"29"-16,0 0 39 0,0 2 28 0,-15 5 2 0,15-6-10 16,-12 6-26-16,12 0-30 0,-13 0-40 0,13 0-14 15,-13 0-11-15,13 0-4 0,-17 0-4 0,1 0 2 16,2 0-4-16,1 9 5 0,-1 0 7 15,1 2-5-15,1-2 6 0,-1 2 0 0,13 0-3 0,-14 0 1 16,14-1-5-16,-13 2 6 0,13 0-4 0,0-1 3 16,-11 0 4-16,11-2 8 0,0 2 18 15,0-2 1-15,0 0 5 0,0 0 5 0,0-1-2 0,18-1 19 16,0-7 0-16,2 8-3 16,0-8-12-16,5 0-12 0,-1 0-1 15,1 0-2-15,-1 0 37 0,-2 0 3 16,-2 0 10-16,-2 0 5 0,-1-10-11 0,-5 0-2 0,-12 0 2 15,15-1-14-15,-15 2-4 0,0-2 6 0,0 2 1 0,0 0 16 16,0-1-22-16,0 3 2 0,0 7-28 0,0-9-8 0,0 9-4 0,0 0-36 16,0 0 16-16,0 0-13 0,0 0 0 0,0 0 11 15,0 0 16-15,0 0-3 0,0 0 6 0,0 0 2 32,0 0-20-32,0 0 0 0,0 11 2 0,0 1 0 15,0 3-5-15,0 3-1 0,13 2 7 0,-13 2 10 0,19 2-10 16,-6 4 21-16,-1-1-14 0,2 4 8 0,-1 0 2 15,3-1-10-15,-2 2-16 0,2-1-34 16,-2-2 29-16,0 0-8 0,-1-2 19 0,1-3 0 16,-14 0 7-16,13-3-31 0,-13-2 3 0,14-3 19 15,-14-1-33-15,0-2 38 0,0-2-5 0,0-2 2 16,0-9 12-16,0 11-1 0,0-11-2 0,0 11-6 16,-17-11 0-16,2 0 6 0,-2 0 5 0,2 0 15 15,-3 0-13-15,-1 0-6 0,0 0 9 16,0 0-16-16,-3 0 12 0,4-16-11 0,0-1 7 0,3-1 1 0,0 0-18 15,15-1-4-15,-16-1-30 0,16 0-64 0,0 1-79 16,0 0-106-16,0-4-120 0,0 2-123 0,0-1-160 16,0 0-143-16,14 0-167 0</inkml:trace>
  <inkml:trace contextRef="#ctx0" brushRef="#br0" timeOffset="60229.52">4060 10082 4379 0,'0'0'32'0,"0"0"8"0,0 0 17 0,0-7 5 16,0 7-29-1,0 0-8-15,0-7-16 0,0 7 2 0,0 0-13 16,0 0-36-16,0 0-120 0,0 0-171 0,0 0-176 16,0 0-195-16,0 0-86 0,0 0-52 0</inkml:trace>
  <inkml:trace contextRef="#ctx0" brushRef="#br0" timeOffset="60369.77">4178 10225 3757 0,'0'0'47'0,"0"0"55"0,0 0 33 0,0 0 45 0,0 0-27 0,0 0-53 0,0 0-41 16,0 0-39-1,0 0-20-15,0 0-7 0,0 0-46 0,0 0-110 16,0 0-141-16,0 0-144 0,0 0-191 0,0 0-73 15,0 0-124-15</inkml:trace>
  <inkml:trace contextRef="#ctx0" brushRef="#br0" timeOffset="60946.51">2961 10508 2738 0,'-22'0'13'0,"6"0"45"15,2 0 18-15,14 0 14 0,-10 0 21 0,10 0-22 0,0 0 45 16,0 0 24-16,0 0 0 0,14 0-3 0,4 0-36 15,9 0-24-15,4 0-13 0,12 0 12 0,6 0-26 16,11 0 27-16,8 0-7 0,8-13-30 0,10 4 26 16,5 9-27-16,10-11 14 0,4 11 21 0,4-13-28 15,2 13 2-15,4-11-1 0,0 11-3 16,-2 0 19-16,-3-11 14 0,-2 11-19 0,-6 0 5 0,-10 0-13 0,-7 0-15 16,-10-11 14-16,-13 11-28 0,-9 0 15 0,-13 0 7 15,-7-10-15-15,-11 10 7 0,-6 0-5 0,-16 0-33 16,0 0-3-16,0 0-3 0,0-10-19 0,0 10 20 15,0 0-15-15,0 0 8 0,0 0-19 0,0 0-53 32,0-12-67-32,0 12-48 0,-18 0-57 0,1 0-34 15,1 0-62-15,-3-9-108 0,1 9-115 0,0 0-168 16,-1 0-155-16,3 0 34 0</inkml:trace>
  <inkml:trace contextRef="#ctx0" brushRef="#br0" timeOffset="61311.46">5351 9845 4002 0,'0'-5'23'0,"0"0"9"0,0-2 35 0,0 2 44 0,0 2 1 0,0 3 9 0,0 0-24 15,0 0-45-15,0 0-26 0,0 0-11 16,0 2-20-16,0 0-1 0,0 0 3 0,0 1 2 0,0 1-6 16,0 2 9-16,5 1 7 0,-3 2-7 0,1 3 22 15,0 2 1-15,2 2-7 0,1 1 1 0,-1 2-12 32,3 1 19-32,0 1 1 0,0-2 0 0,1-1 0 15,-1 1-16-15,2 0 4 0,-1-3 3 0,-1 0 14 16,0-3-7-16,-3 1-23 0,4-3 21 0,-4-2-7 0,-2 1-8 15,0-2 20-15,0-3-31 0,-1-1 1 0,-2-2 15 16,2 1 4-16,-1-3 5 0,-1 2-2 0,2-2-8 16,-2 0-7-16,0 0 1 0,0 0-8 0,0 0-3 15,0 0-56-15,0 0-93 0,0-4-166 0,0 2-270 16,0 0-236-16,0 1-299 0</inkml:trace>
  <inkml:trace contextRef="#ctx0" brushRef="#br0" timeOffset="62142.62">4637 12480 2903 0,'0'0'25'16,"0"0"29"-16,0 0 40 0,0 0 14 0,0 0 5 15,0 0 8-15,0 0-26 0,0 0-6 16,0 0-39-16,0 0-31 0,0 0 4 0,0 0 15 16,0 0 55-16,0 0 16 0,9 8-1 0,3-8-1 15,0 0-20-15,2 0 7 0,5 6-11 0,-1-6-9 16,7 0 2-16,0 0-7 0,2 0 4 0,5 0 8 0,-1 0-25 15,3 0-27-15,-1 0 15 0,3 0-8 0,-1 0 21 16,0 0-7-16,-1 0-10 0,0 0-5 16,-4 0-13-16,-2 0 11 0,-2 0-10 0,-6 0-6 0,-3 0-1 15,-17 0 3-15,15-7-12 0,-15 7 3 0,0 0-16 16,0 0 9-16,0 0-4 0,0 0-18 0,0 0-85 16,0-7-107-16,0 1-127 0,0 0-116 15,0 3-65-15,-13 3-72 0,-1-7-9 16,-2 7-31-16,0-9-16 0,-3 1 125 15</inkml:trace>
  <inkml:trace contextRef="#ctx0" brushRef="#br0" timeOffset="62471.37">4936 12352 3363 0,'-8'0'35'15,"8"-6"23"-15,0 6 47 0,0-5 43 0,0 5 4 0,0 0 1 0,0 0-24 16,0 0-28-16,0 0-24 0,0 0-11 0,0 0-4 0,0 0-11 15,0 0-6-15,11 0-7 0,5 0 3 0,-2 0 7 32,5 0 15-32,3 0-8 0,2 0-9 0,1 7-3 15,2-7-23-15,1 10 16 0,1-2-12 0,-1-1-7 16,-1-7 3-16,0 10-2 0,0-2-10 0,-5 1-2 16,0-1-2-16,-6 0-14 0,0-2 15 0,-2-6-11 15,-14 11-2-15,14-2 4 0,-14-1 3 0,0 0 6 16,0-1 5-16,0 1 8 0,0 2-12 0,0-2 6 0,0 1 1 15,0 1-8-15,-20 0 9 0,5 0-11 0,-2 1-2 0,1-2-1 16,-1 1 0-16,2-2 17 16,-2 0-13-16,3 1 0 0,0-9-6 0,-1 8 2 15,3-8 9-15,-1 10-8 0,13-10 0 16,-15 8-42-16,15-8-42 0,-13 0-100 0,13 7-113 16,-11-7-108-16,11 0-110 0,0 0-97 0,0 0-77 0,0 0-71 0,0 0 70 0</inkml:trace>
  <inkml:trace contextRef="#ctx0" brushRef="#br0" timeOffset="63777.53">5420 12783 2124 0,'0'0'2'0,"0"10"34"16,0-10 68-16,0 0 49 0,11 0 23 0,-11 7 7 0,0-7-61 16,0 0-49-16,0 0 22 0,0 0-7 0,0 0 33 15,0 0 49-15,0 0 4 0,0 0 26 0,0 0-3 16,0 0-9-16,0 0 1 0,0 0-15 0,0 0 2 16,0 0 6-16,0 0-16 0,0 0-26 0,0 0-24 15,0 0-45-15,0 0-18 0,0 0-11 0,0-11-5 16,0 1-2-16,0-3-19 0,0 0 24 0,0-3-8 15,0 0 14-15,0-1 18 0,-15-4-34 0,15 0 5 16,-14-1-17 0,14 0 0-16,0-3 3 0,-14 2 5 0,14-3 10 0,0 0-14 0,0 0 15 15,0 0-18-15,0-1 5 0,0 2 17 0,0-1 15 16,0-1 13-16,0 1-8 0,0-1-14 0,0 2-19 0,0-1-9 16,0 0 2-16,0 2 3 0,0-3-4 0,16 3 7 0,-2 0 4 15,-1 0-7-15,1 1-9 0,0 0-2 0,3 1-9 16,-1 0-1-1,5 1 10-15,-2 1-13 0,2 1 11 0,-1 2-2 0,2-2 3 16,0 4 7-16,0 0-12 0,4 2-4 0,0 0-1 0,0 3-5 16,2 1 8-16,-1 1 8 15,3 1-9-15,2 7 1 0,2-7 1 0,-2 7-11 16,4 0 7-16,-1 0-6 0,0 0 0 16,0 0 7-16,0 0 3 0,0 10 3 0,1 1-3 0,-3-2-13 15,0 4 5-15,0-2-1 0,-1 3 7 0,-2 0 10 16,0 1-7-16,0 2 7 0,-3-1-12 15,0 1 0-15,-3 2-9 0,3 1-5 0,-4-1 12 0,2 1-13 0,-1 1 21 16,-3-1-19-16,3 1-3 0,-3 0 18 0,-1 0-19 16,2-2 19-16,-2 1-6 0,-2 1 0 0,1-2 8 15,-2 1-3-15,0-1 2 0,2-1-19 0,-4 0 13 16,0 0 4-16,0 1-8 0,-2-2 15 0,1 0-16 16,-14 0 3-16,14-3 14 0,0 1-14 0,-14-1 4 15,13 1-3-15,-13-1 1 0,0 1 7 0,0-2 0 0,12 3 0 31,-12-2-10-31,0 1 9 0,0-1-2 0,0 2 0 16,0-2 10-16,0 1-8 0,0 1 4 0,0 1 7 16,0-2-6-16,0 1 1 0,0 1-6 0,0 0 0 15,0 1 6-15,-14 2 6 0,1-2 5 0,13-1-9 16,-17 2-5-16,6 0-6 0,11 1-2 0,-19-3 0 0,6 2 13 16,-1-1-8-16,14 0 3 0,-14 0 8 0,0 0-23 15,3-1 11-15,11-1 1 0,-15 0-2 16,1-1 17-16,3 0-10 0,-1-1 3 15,0 1-6-15,0-1 1 0,-1 0 2 0,0 0-12 0,-2 1 15 0,2-1-17 16,-1-1 16-16,0 1-2 0,-2-2-14 0,0 3 14 16,0-2-4-16,-1 0 0 0,-2 0 9 0,1 0-14 15,1 0 9-15,-1-1 10 0,-2 3 6 0,1-4 19 16,0 2-3-16,0-1 6 0,-1-1 3 0,0 0-2 0,0-3-6 0,1 1-4 16,-2-1-7-16,1 0-15 0,1-2 1 15,-2-6-6-15,1 9-6 0,4-2 10 16,-1-7-11-16,1 8 11 0,0-8-4 0,2 0 14 15,0 0 7-15,1 7-5 0,-1-7-6 0,-1 0-10 0,-2 0 13 16,1 0-8 0,-3 0 10-16,3 0-21 0,-1 0 2 0,1 0 9 15,2 0-2-15,0 0 25 0,0 0-28 0,1 0 8 0,0-8 3 0,2 1-19 0,-2 1 18 32,1 6-33-32,-1-8 12 0,-2 1 11 0,2-2-8 15,-1 1 21-15,-1-1-39 0,0 1 18 0,0-2-4 16,0 1-2-16,0-1 22 0,0 0-35 0,0 0 23 0,0 1-6 15,0-2 9-15,2 0-7 0,-1 0-10 0,0 0 13 0,0 0-11 16,4 0 28-16,-2-1-13 0,2 3-13 0,10-1 12 16,-16-1-4-16,4 0 9 0,12 1-3 0,-15 0-9 15,3-1 2-15,12 1 0 0,-13-1 7 16,13 0-5-16,-17 0 4 0,17 0 0 16,-13-2-5-16,13 1 5 0,-11 0-9 0,11-1-3 0,-12-2 15 15,12 0 3-15,0-1-3 0,-12 0-7 16,12-2-3-16,0 1-3 0,0 1 1 0,0 0 3 15,0-1-7-15,0 1-4 0,0-1 4 16,0 0 8-16,0 1-3 0,0 0 1 0,0-1-4 0,0-1-1 0,0 2 5 16,0-1-13-16,0 1 7 15,13 1-7-15,-13 1 4 0,14 1 18 0,-14 2-17 0,11 0 12 16,-11 0-9-16,0 4-10 0,0-1 17 0,10 2-15 16,-10 6 9-16,0-7-17 0,0 7-27 15,0-6-43-15,0 6-58 0,0 0-18 0,0 0-64 16,0 0-38-16,0 0-27 0,0 0-87 0,0 0-28 15,0 0-41-15,0 0-86 0,0 0-83 0,0 0-74 16,0 0-114-16,0 0-30 0,0 0-17 0</inkml:trace>
  <inkml:trace contextRef="#ctx0" brushRef="#br0" timeOffset="64253.61">5766 12616 1999 0,'0'0'-3'0,"0"7"16"0,0-7 21 0,0 0 36 0,0 9 85 0,0-4 19 16,0-5-7-16,0 6-30 0,12-6-39 16,-12 7-8-16,0-7 17 0,0 0 42 0,0 0 23 15,0 0 38-15,0 0 49 0,0 0 27 0,0 0 0 16,0 0-2-16,0 0-12 0,0 0 0 0,0 0-31 15,0 0-38-15,0 0-61 0,0 0-47 0,0-10-9 16,13 0 1-16,-13-1 21 0,0-2-11 0,11-1-6 0,-11-1-23 16,0-2-16-16,14-2-7 0,-14 1-14 15,10-2 7-15,-10 0-3 0,14-1-2 0,-14 0 6 16,11 1 18-16,-11 1-12 0,13 1 3 0,-13 1-14 16,0 5-22-16,12 0 2 15,-12 2-3-15,0 3-3 0,0 7-7 0,0-5-6 0,0 5-16 0,0 0 8 0,0 0-6 16,0 0 6-16,0 0 2 0,0 0-3 15,12 0 9-15,-12 8 3 16,0 0 7-16,14 2-12 0,-3 3 9 0,-11 1 7 16,17 1-6-16,-4 1 10 0,1 4-15 0,0-3-8 15,2 2 15-15,-2-1-11 0,1 0 15 0,2 0-5 16,-4-1-8-16,4-1 17 0,-17-1-28 0,16-1-42 16,-2-1-51-16,-14 0-75 0,14-2-58 0,-14-3-34 15,0-8-47-15,16 11-11 0,-16-11-31 0,13 8-60 0,-13-8-41 16,0 0-69-16,0 0-115 0,0 0-47 0,0 0-102 15,0 0 123-15</inkml:trace>
  <inkml:trace contextRef="#ctx0" brushRef="#br0" timeOffset="64462.42">5829 12591 3003 0,'0'0'15'0,"0"0"47"0,0 0 23 16,0 0 60-16,0 0 40 0,0 0 6 0,19 0 11 0,-1 0-41 15,2 0-34-15,0 0-41 0,4 0-32 16,-1 0-18-16,2 0-15 0,0 0-11 0,2 0-12 0,-2 0 7 16,1 0-14-16,-3 0-14 0,-1 0-38 0,0 0-112 15,-6 0-152-15,1 0-192 0,-2 0-132 0,-15 0-114 16,17-9-3-16</inkml:trace>
  <inkml:trace contextRef="#ctx0" brushRef="#br0" timeOffset="65065.65">6805 12512 1817 0,'-16'6'34'0,"16"-6"21"0,0 0 26 0,-11 0 38 0,11 0 66 0,0 0-6 16,-10 0-7-1,10 0-7-15,0 0-81 0,0 0-8 0,0 0-4 0,0 0 11 0,0 0-4 16,0 0 62-16,0 0 0 0,0 0 8 0,0 0 13 16,13 7-23-16,7-7 4 0,0 7-30 0,5-7 4 15,3 0-28-15,6 9 15 0,2-9 5 0,3 6-16 16,4-6 10-16,4 0-36 0,-1 8-10 0,6-8 3 15,2 0-20 1,0 0 10-16,3 0-6 0,3 0 4 0,0 0-3 16,3 0 12-16,-1 0 9 0,3 0-5 0,-2 0 16 0,0 0-14 0,-3 0 7 0,-3 0 14 0,-5-9-11 31,-6 0 20-31,-5 2-5 0,-6 7-21 0,-7-8-6 0,-8 8-25 16,-3-7-15-16,-6 7-6 0,-11 0-7 0,0 0-1 15,0 0-4-15,0 0-5 0,0 0 9 0,0 0-10 16,0 0 2-16,0 0-3 0,0 0-3 0,0 0-4 15,0 0-55-15,0 0-58 0,0 0-63 0,0 0-43 16,0 0-29-16,0 0-45 0,0 0-57 0,0 0-85 16,-16 0-53-16,2 0-82 0,1 0-52 0,-4 0-50 15,3 0-33-15</inkml:trace>
  <inkml:trace contextRef="#ctx0" brushRef="#br0" timeOffset="65343.47">7371 12003 4204 0,'-3'-8'21'0,"-1"-1"18"15,4 0 23-15,0 2 15 0,0 3 3 0,0 0-14 0,0 4-15 0,0-2-14 16,0 2-19-16,0 0-7 0,4 0-15 0,-3 5 10 15,2-1-11-15,2 2 16 0,-2 1 4 0,2 0-7 16,1 2 2-16,-1 2-17 0,1 1 3 0,2 2-2 16,0 1 16-16,0-1-8 0,0 1 0 15,3 3-5-15,-2-1-65 0,1 0-73 0,-1-1-135 0,1 0-235 16,-4-1-162-16,2-1-209 0,1-3-15 0</inkml:trace>
  <inkml:trace contextRef="#ctx0" brushRef="#br0" timeOffset="66824.77">8169 12652 1629 0,'0'0'27'16,"0"0"35"-16,0 0 33 0,0 0 22 0,0 0 8 0,0 0 53 15,0 0 0-15,0 0 11 0,0 0 7 0,0 0-56 16,0 0 18-16,0 0 16 0,0 0-7 0,0 0 12 16,0 0 11-1,0 0-11-15,0 0 26 0,0 0-19 0,0 0-30 16,0 0-11-16,0 0-48 0,0 0-2 0,0 0-27 15,0 0 0-15,0 0-1 0,0-9 3 0,0 1 0 16,0 1-9-16,0-3 8 0,0 1-15 0,0 0-3 16,0-2-6-16,0-3-13 0,0 1-8 0,0-2 7 15,0-1-1-15,0-1-9 0,0-1 15 0,0-1 7 0,0 0 7 0,0-2 1 0,0 1 6 16,0-1-5 0,0-2 0-16,0 0-4 0,16 1-10 0,-16-2-18 15,14 2 3-15,-1 0-6 0,-13-1 6 0,16 1-2 0,-1 0-8 16,-2 1 11-16,3 0-5 15,-2 1 3-15,-1 1-12 0,4 0-2 0,0 2-11 16,1-1 7-16,2 1-4 0,0 1 11 0,0-1-12 16,5 0-8-16,0 1 4 0,-2 1-7 0,5 1 19 0,-1 1-4 15,3 1 5-15,0 2-3 0,0 0-8 0,0 2 6 0,2 8-2 16,1 0-7-16,0-8 16 0,1 8-13 16,-3 0 10-16,5 0 2 0,-3 0 0 0,2 0 3 0,-1 0-6 15,0 0-2-15,0 15-4 16,-1-1 13-16,0 1-11 0,0 2 7 15,-1-1-4-15,-2 2-4 0,0 0 14 0,-1 2-17 16,-1 1 6-16,-3-1-13 0,2 0-4 0,-2 0 10 16,-4 0-3-16,4 1 7 0,-4 1-1 0,-1-1 3 0,-2-1 0 0,-3 1-2 0,0-2-3 0,0 1-2 31,-15 0 5-31,16 1 2 0,0-2 8 0,-5 2-8 16,-11-1 0-16,16 0-7 0,0 0 3 0,-16 1 4 0,14 0-2 0,0-1 5 15,-14 1-5-15,13 0 10 16,-13 0-6-16,12 0-6 0,-12 0 10 0,0-2-4 15,0 2 2-15,0-2 2 0,0 1-13 0,0 0 8 0,0 1 4 16,0-2 4-16,0 3 5 0,0-1-7 0,0 0-1 16,0 0-1-16,0-2 3 0,0 2-5 0,-15-2-10 15,15-1 11-15,-16 1-6 0,2-1 9 0,14 0 6 16,-16 1-12-16,16-3 14 0,-19 1-12 0,6 0 2 16,-1-2 9-16,14 0-13 0,-18 0 13 0,3-1-1 0,2 0-6 15,1 0 14-15,-3-1 4 0,1 0 10 0,1-2 11 16,-1 2 1-16,2-3-10 0,-1 2-9 0,-3-2-5 15,3 0-15 1,-1-1 5-16,2 1 4 0,-1 0-8 0,-3-3 4 0,3 0-1 16,-1 2 3-16,0-1 7 0,0-1-2 0,-1 1-15 15,0-8 14-15,0 8 0 0,-3-1 24 0,0-7 3 16,-1 7-9-16,0-7 3 16,-2 7-27-16,-2-7 22 0,-1 0-23 0,-1 7-9 0,-3-7 5 15,0 0-15-15,-2 0 20 0,0 0-3 0,0 0-2 16,-3 0-2-16,0 0-4 0,3 0 4 15,-1 0 1-15,2 0 10 0,-1 0-9 0,0 0-2 0,1 0 11 16,2 0-18-16,2 0 22 0,3-7-2 16,-3 1 5-16,4-1 2 0,-1 0-5 0,2 1 5 15,2-2-10-15,-2-1-3 0,2-1 1 0,-1-1 11 16,2 0 4-16,1-1-2 0,0-1-6 0,0 0-5 0,2-1-5 0,0-1 6 16,0-2-2-16,3 2-1 15,-1-3-8-15,0-1 11 0,2 1-3 0,10-3-5 0,-14 0-6 0,3-1-8 16,11 0 14-16,-13-2 4 0,13 2 6 15,-14-1-9-15,14 0-16 0,0 2 7 16,-12-1-5-16,12 1 11 0,0 1-9 0,0 0-12 0,0-1 18 16,0 1-11-16,0 0 18 0,0 0-10 15,0 2-13-15,0 1 14 0,0 1-20 16,0 1 16-16,0 0-6 0,0 2-8 0,0 2 24 16,0 0-5-16,0 0-1 0,0 1-6 15,0 1-17-15,0 2 10 0,0-1 4 0,0 1 18 0,11 0-4 0,-11 0-19 16,12 2 18-16,-12-2-17 0,11 1 7 0,-11 6-10 15,13-9-22-15,-13 3-9 0,11 0-35 0,-11 1-13 16,0 5-20-16,11-7-22 0,-11 7-31 0,0-5-9 0,0 5-73 16,0 0-59-16,0 0-58 0,0 0-73 0,0-7-88 15,11 7-142-15,-11-6-88 0,0 6-146 16,0 0-107-16,0-9 142 0</inkml:trace>
  <inkml:trace contextRef="#ctx0" brushRef="#br0" timeOffset="67150.42">8578 12454 3890 0,'0'0'42'16,"0"0"27"-16,15 0 32 0,-15 0 45 0,0 0-19 0,0 0-6 15,0 0-36-15,0 0-43 0,0 0-19 0,0 0-24 16,0 0 6-16,13 0 4 0,-13 0-5 0,0 0 9 16,0 10 4-16,14 0-1 0,-14-1 5 0,0 4-3 15,14 0-15-15,-14 1 2 0,14 0-1 0,-14 2-3 16,0-2 5-16,13 1 0 0,-13-1-2 0,0 1-1 16,15-3 10-16,-15 1-13 0,15 1 9 0,-15-2 6 0,12-2-10 0,-12 1 4 15,0-1-74-15,16-10-90 0,-16 11-129 16,10-5-111-1,-10-6-57-15,0 0-140 0,0 0-86 0,0 0-132 16</inkml:trace>
  <inkml:trace contextRef="#ctx0" brushRef="#br0" timeOffset="67685.42">8520 12443 3336 0,'0'-7'9'15,"0"1"53"-15,0 1 49 0,0 5 69 0,0-6 41 16,0 6 4-16,0 0-23 0,19-7-47 16,-2 7-19-16,-1 0-36 0,3 0-19 0,0 0-4 0,-1-7-8 0,5 7-3 15,1 0-7-15,0 0-5 16,1 0-23-16,0 0-24 0,1 0 1 0,0 0-13 16,-5 0 5-16,1 0 2 0,-5 0 9 0,-2 0-11 15,-15 7-12-15,15-7 21 0,-15 0-18 0,0 7 4 16,0-7 7-16,0 0-16 0,0 9 20 0,0-9 5 15,0 9-3-15,0-1-11 0,0 1-9 0,0-9 0 16,-15 9 7-16,0 0 14 0,0-1-7 0,2-8-7 16,13 9 5-16,-17-9-12 0,17 8 18 0,-15-8 0 15,15 0-8-15,0 0 4 0,0 0-23 0,0 0 31 16,0 8-6-16,0-8-8 0,0 0 17 16,0 7-24-16,0-7 11 0,0 10 13 0,21-10-11 15,-2 11 0-15,1-1 3 0,1 0-8 0,1-1 13 16,-1 1-3-16,0 0 8 0,1 1 8 0,0 1 3 15,-2 1 3-15,-1 2-17 0,-2-1 6 0,1 1-21 0,-4 1 11 0,-3-1-1 16,-11 0-10-16,14 0 12 0,-14 1-9 0,0-1 14 16,0-1 13-16,0 0-1 0,0-1 12 0,0 0 8 15,0 0 29-15,-15-2 1 0,0-2 6 0,-2 2 7 16,-3-11-36-16,0 12 1 0,-2-12-1 0,-1 12-19 16,0-12 10-1,1 0-10-15,0 0-7 0,0 0-5 0,3 0-5 0,2 0 20 0,2 0-10 0,0 0-6 16,15 0 2-16,-11 0-19 0,11 0 4 0,0 0 10 0,0 0-17 15,0 0 14-15,0 0-11 0,0 0-47 16,0 0-78 0,0 0-109-16,-14 0-111 0,14 0-124 0,0 0-155 15,0-9-197-15,0 9-205 0,0-9-47 0</inkml:trace>
  <inkml:trace contextRef="#ctx0" brushRef="#br0" timeOffset="69126.42">11747 11919 2529 0,'0'-3'32'0,"0"1"38"0,0-1 62 0,0 0 49 0,0 0-10 16,0 2-23-16,0 1-56 0,0 0-36 0,0 0-27 31,0 0-23-31,0 0 6 0,0 0-11 0,0 4 7 0,3 0 15 15,0 1-22-15,0 3 19 0,1 0-6 0,0 2 9 16,1 2-4-16,2 2-14 0,2 0 14 0,-3 1-14 16,2 0 24-16,0 1-1 0,1 0-1 0,-2-1-18 15,1 0-4-15,-2 0-4 0,3 0 1 0,-2 0 13 16,-1-1-7-16,1-1 7 0,0 0-12 0,-2-1 1 16,0 1 2-16,-2-2-46 0,2-3-85 0,0 0-121 0,-4-1-84 0,1-1-39 31,0-1 3-31,-2-1 34 0,0-2-33 0,0 1-41 0,-4-3-40 15</inkml:trace>
  <inkml:trace contextRef="#ctx0" brushRef="#br0" timeOffset="71802.84">11668 11999 3008 0,'-12'-16'34'0,"12"-1"46"0,0-1 17 0,0 0 31 0,0 3-11 15,0 1-23-15,0 1-6 0,0 1-11 0,15 0 13 16,2 1 5-16,3-1 3 0,2 1 7 0,4 2-16 15,4 0-17-15,0 2-3 0,4 7-7 0,1-7-5 16,-1 7-8-16,1 0-16 0,0 0-15 0,-2 0-1 16,-1 0-7-16,-2 0 9 0,-3 12-12 0,-4-1-9 15,-1-2-3-15,-4 0-3 0,-1 2 6 0,-5-2 0 16,-12 1 4 0,0 1 2-16,0 2 11 0,0-1-11 0,0 2 1 15,0 0 16-15,0 1-13 0,-15-1 7 16,-4 1 4-16,0-1-29 0,-3-2 3 0,-2-1-7 0,2-1 6 15,-2-1 12-15,-1-9 3 0,3 0-1 0,0 11 0 0,4-11-9 0,-2 0 6 0,4 10 11 32,0-10-5-32,16 0 9 0,-14 0-17 0,14 0 15 15,0 0-2-15,0 0 11 0,0 0 14 0,0 0-31 16,0 0-6-16,0 0-21 0,0 0 9 0,0 0 6 16,0 0 12-16,0 0-3 0,0 0-8 0,0 0 6 15,13 0-22-15,4 10 24 0,-1-10-9 0,6 15 15 16,-1-6 5-16,4 1-15 0,2 0 7 0,1 0-12 15,2 0-7-15,0-1 30 0,2 3-6 0,3-2-9 0,1 0 20 16,-1-1-26-16,3-1 21 0,-2 1-1 16,-1-9-15-16,-2 9 22 0,1-9-17 0,-3 8 33 0,-1-8 16 15,0 0-9-15,-3 0 8 0,-2 0-18 0,-1 0 0 0,-2 0-6 0,-3 0 15 16,0-11-4-16,-3-1-4 16,1 1 10-16,-4-4-41 0,-13-1 7 0,17-1 3 0,-17 0-8 15,16 0 19-15,-16 0-28 0,0 0 11 0,0 1-20 16,0-1-1-16,0 2 12 0,0 0-26 15,0 2 31-15,0-1-22 16,-20 2 11-16,5 2 6 0,-2 10-28 0,1-9 31 0,-1 9-9 0,1 0 0 16,0 0 7-16,0 0-25 0,1 0 14 0,2 0-13 0,13 13 20 31,-16 0 9-31,16 0-10 0,-12-1 6 0,12 2-16 0,0 1 9 16,0-1-22-16,0 1 15 0,0-1-3 0,0 1 2 15,0-3 17-15,0 2-5 0,0 0-6 0,18-1 13 16,0-1-14-16,2-1 8 0,2-2 6 0,-1-9-11 0,6 9 9 15,1-9 7-15,3 0-16 0,0 0 8 0,-1 0 4 0,2 0-7 0,-1 0 8 32,-1 0 5-32,-3-11-4 0,-2 0 21 0,-4 0 6 0,0-2-16 0,-4-1 2 0,-6 1-16 15,-11 0 8-15,0 0 9 0,15 0 6 16,-15-1 3-16,0 2-37 0,0 2-8 0,0-1-6 16,0-2-8-16,0 3 30 0,0-1 2 0,0 2-11 0,0 9 8 15,0-11-2-15,-15 11-12 16,15 0 7-16,0 0 2 0,0 0 20 0,0 0 0 0,0 0-1 15,0 0-2-15,0 0-32 0,0 12 4 0,0 2 9 16,0 1-16-16,0 5 13 16,0 1-1-16,0 1-2 0,19 5 3 15,-1-1-1-15,2 2-2 0,-1 1 0 0,5 0 8 16,1 0-9-16,-1 0 10 0,3-1 3 0,-5-1-3 0,2 0 5 16,-1-1-11-16,-2-2 6 0,0 1 1 0,-4-2 1 0,-3-1 6 0,0-2-5 15,-14-1-11 1,13-2 6-16,-13-2 7 0,0-2-9 0,0 0 11 15,0-3-1-15,0-2-25 0,0 1 11 0,0-9-7 0,0 9 6 16,0-9 18-16,-22 0 0 0,3 8-3 16,-2-8-8-16,-4 0 11 0,1 0-13 0,-3 0 13 0,-1 0-4 0,1 0-6 15,0 0 9-15,2-15-18 0,1 4 14 16,5 1-4-16,-1 0 5 0,5 1 8 0,15-1 1 16,-17 0-6-16,17-1 2 0,0 1-6 0,0-2-9 15,0-1 4-15,0 1 1 16,0-5-6-16,0 2 7 0,20-2 5 0,0-1-18 0,3-2 13 15,1 2 5-15,1-1-5 0,3-2-5 0,-1 1 13 0,3 0-19 0,-2-1 12 16,0-1 26-16,1 1-24 0,-3-1 24 16,0 0-13-16,-3 0-9 0,-2-1 22 0,-1 1-28 0,-2 0 12 15,-7 1-6-15,-11-1-11 0,0 0 7 16,0 1-11-16,0 1 4 16,0 0-7-16,0 1 8 0,0 1-5 0,0 2 3 15,-16 1 1-15,3 0-3 0,1 3-4 0,-4 1-2 16,1 4-6-16,2 7 1 0,-2-9 7 0,1 9-7 0,14 0 0 15,-16 0 8-15,2 0 6 0,14 0-1 16,-11 12 5-16,11-1-3 0,0 3-4 0,0 0 11 16,0 2-3-16,0 2-6 0,0 0 2 0,0 0-8 0,0 0 14 15,0 0 4-15,0 0-1 0,16-1 2 16,3 0-8-16,-2-3-5 0,1 1 5 0,0-3-8 0,4 1 14 16,-4-2-9-16,4-1 2 0,-3-10 5 0,3 9-6 15,-1-9-2-15,-2 0 3 0,1 0 1 0,-1 0 8 0,0 0 13 16,-3 0-11-1,0-12 5-15,1 12-13 0,-2-14 12 0,0-1 0 0,-15 3-26 0,16 1 22 16,-2-1-29-16,-14 0 15 16,16-1 8-16,-16 1-9 0,18 1 12 0,-6-1-18 0,-12 1 14 15,18-1-20-15,-18 2 16 16,14 0-7-16,-14 10 3 0,14-9 3 0,-14 9-13 16,0 0 20-16,16-9-7 0,-16 9 2 0,14 0 2 15,-14 0-8-15,0 0 3 0,16 0 9 0,-16 0-2 0,17 0-2 16,-17 0-1-16,13 0-7 0,-13 0 1 0,14 0 4 0,-14 0-8 0,15 0 12 0,-15 0-1 15,0 0 3 1,13 0 7-16,-13 0-10 0,0 0 10 0,0 0 0 16,0 0-3-16,0 0 12 0,0-11-12 0,0 11-4 0,0 0-1 15,0-11-12-15,0 11 1 16,0-8 11-16,0 8-11 0,0-10 8 0,0 10-5 0,0-10-7 0,0 10 6 0,0-8 0 31,-17 8-8-31,4 0 0 0,13 0 5 0,-20 0-14 0,6 0 22 16,-2 0-5-16,16 0-3 0,-16 0 1 0,16 11-4 0,-19-1-2 0,19 2 12 15,0-2-5-15,-13 2 2 0,13 0 26 0,0 2-11 16,0-1 15-16,0 1-11 0,0-1-8 0,0 0-8 0,18 0-4 31,4-1 3-31,-3 0-21 0,3-4 20 0,3 1-6 0,2 0 2 0,0-9 10 0,-2 10-12 16,1-10 11 0,-1 0 2-16,2 0 3 0,-5 0-2 0,2 0 7 15,-3 0 3-15,-1 0-8 0,0-12 11 0,-4 0-22 16,2 0 0-16,-4 0-1 0,0-3-20 0,-14-2 6 15,14 0-4-15,-14-1 11 0,13-5 10 0,-13 1 2 0,0-3 1 16,0 0-4-16,0-1 5 0,0-1-5 0,0 0 2 16,0-2 3-16,0 0 4 0,0 0-3 15,0 0 4-15,-13 0-4 0,-1 0-5 0,14 1 11 0,-17 2 3 16,4 2-1-16,13 2 2 0,-17 1 8 0,17 6-7 16,-15 1 3-16,15 4-9 0,0 1-12 0,0 9-1 0,0 0-9 15,0 0-3 1,0 0-5-16,-14 0-1 0,14 0 11 0,0 0 8 15,0 0-7-15,0 9 9 0,0 2 2 0,0 2-5 16,0 2 18-16,0 4-18 0,0 0-11 0,0 3 20 0,14 0-15 0,-14 1 17 16,16-1 2-16,2 1-11 15,-6-2 14-15,1 3-11 0,3-2 9 16,1 0-9-16,2 0 5 0,0-2-1 0,2 1 0 16,3-3 12-16,2 1-8 0,1-2 9 0,0-2-7 0,3-2-9 15,0-1-11-15,0-2 11 0,0-10-1 0,-1 8 12 16,-3-8 7-16,0 0-11 0,-2 0 1 0,-6 0-6 15,0 0 18-15,-2 0-17 0,-16-11 8 0,17 2 0 16,-17-1-14-16,14 0 10 0,-14-1-14 0,0-3 10 16,0 3-10-16,0-3 7 0,0 1 1 0,0-1-14 15,0 0 10-15,0 1-8 0,0 0 10 16,0 1-14-16,-17 1 8 0,17 1 3 0,-21 1-13 0,4 2 17 0,3 7-15 16,-2-8-2-1,2 8 5-15,14 0 2 0,-18 0 1 0,4 0 0 0,14 0 4 0,-19 0-4 0,19 0 0 16,-17 15 7-16,17-2-3 0,0 1 0 0,0 0 4 15,0 0 4 1,0 0-7-16,0 1 17 0,0-1-14 0,0 0-4 0,0 0 7 0,0-2-11 0,19 0 15 16,-2 0-12-1,-1-3 13-15,3-9-13 0,-1 10-2 0,0-10 17 16,0 0-18-16,1 0 16 0,3 0 3 0,0 0-15 16,-3 0 8-16,3 0-6 0,-3 0-8 0,3-12 8 0,0-1 2 0,-1 2-4 0,-4-3 13 15,0 0-9 1,-2-1 1-16,0 1-3 0,-15 1-2 0,15-2 5 15,-1 1-7-15,-14 2 15 0,14 1-7 0,-14 0-5 0,12 1 1 16,-12 1-14-16,14 1 14 16,-14 8-4-16,0-7-3 0,13 7 2 0,-13-7 18 0,0 7 2 0,15 0-6 0,-15 0 12 15,0 0-32-15,15 0-3 16,-15 0 2-16,13 0-6 0,-13 0 6 0,15 0 2 16,-15 0 14-16,17 0-4 0,-17 9-15 15,13-9 12-15,-13 8-6 0,15-8 5 16,-15 0 7-16,0 0-1 0,0 7 7 0,0-7-6 0,12 0 12 15,-12 0 0-15,0 0 2 0,0 0-2 0,0 0 6 0,0 0 5 0,0 0-18 16,0 0-2-16,0-7-11 0,0-1-14 0,0 1 9 16,0 0 16-16,0 0-1 0,0-1-6 0,-13 1 1 0,13 7-15 15,-19-8-2-15,6 8 9 16,-1-6 15-16,14 6-27 16,-19 0 16-16,3 0-3 0,4 0-17 0,-2 0 37 0,14 0-20 0,-16 11 11 15,2 0-5-15,14 0-18 0,0 2 21 0,-13-1-10 16,13 2 17-16,0-2 5 0,0 3-10 0,0-1-5 15,0 1-6-15,0-1 4 0,0 1-1 16,14-3 9-16,0 0 10 0,2 0-8 0,0-1-4 16,0-4-9-16,1-7-8 0,-1 9 14 0,1-9 8 0,-2 0 10 15,0 0-8-15,-2 0-9 0,3 0 8 0,-5 0-1 16,-11 0 3-16,17-10 4 16,-4 0-20-16,-13-1 16 0,16-2-10 15,-16-1-1-15,0-1 3 0,11-2-12 0,-11 0 14 0,0-2 1 16,0 0 3-16,0-3-5 0,0 0-6 0,0 0 0 0,0-2 0 0,0 1 7 15,0 0 3-15,-13 0 5 0,13 1 2 0,-17 3 4 16,4 1-17-16,13 1 5 0,-16 6-7 0,16 0-18 16,0 11 16-16,-14-7-19 0,14 7 0 0,0 0 12 15,0 0-10-15,0 0 25 0,0 11-4 0,0 3-6 16,-14 4 17 0,14 0-29-16,0 6 24 0,0 1 0 0,0 1-18 15,0 1 39-15,0 1-30 0,0-1 3 0,20 2 9 16,-7 0-11-16,1-4 15 0,-14 0-21 0,19 0-50 0,-5-4-72 15,-14 0-37-15,15-3-39 0,-15-3-41 0,15-1-82 16,-15-1-106-16,10-4-141 0,-10 0-46 0,0-9 5 0,0 0-110 16,0 6 148-16</inkml:trace>
  <inkml:trace contextRef="#ctx0" brushRef="#br0" timeOffset="72047.45">14022 11609 2838 0,'0'0'-4'0,"0"0"16"0,0 0 43 0,0 0 56 0,0 0 31 0,0 0 38 16,16 0-27-16,0 0-43 0,4 0-33 0,4 0-42 0,3 0-21 0,3 0-9 15,3 0 9-15,0 0-24 16,2 0 11-16,2-5-9 0,-4 5 10 0,2-6-2 15,-4 2-49-15,0 0-53 0,-8-1-105 0,-3 0-144 16,-5 5-81-16,-15-9-77 0,0 3-4 0,0-1-59 16,0-1 119-16</inkml:trace>
  <inkml:trace contextRef="#ctx0" brushRef="#br0" timeOffset="72209.78">13159 11486 3009 0,'-27'0'18'16,"5"0"7"-16,5 0 21 0,5 0 14 0,12 0-13 0,0 0-5 0,0-6-16 15,0 6-14-15,0 0-51 0,0 0-63 0,0 0-153 16,0 0-153-16,0 0-137 0,0 0-171 0</inkml:trace>
  <inkml:trace contextRef="#ctx0" brushRef="#br0" timeOffset="72852.14">12969 13380 2041 0,'0'0'-9'0,"0"0"8"0,0 0 6 0,0 0 23 0,0 7 45 0,0-7 72 16,0 0 27-1,0 0-20-15,0 6-17 0,0-6-45 16,0 0-17-16,0 0 43 0,0 0 21 0,0 0-18 0,0 0 29 15,0 0 11-15,0 0 18 0,0 0 36 0,0 0 15 16,0 0-22-16,0 0-21 0,0 0-40 0,0 0-39 16,0 0-19-16,0-9-22 0,14 0 4 0,-2-2-9 0,2 0-9 0,0-3-12 0,0-3-2 15,2-2-18-15,-2-2 18 0,2-3-16 32,-1-1-6-32,0-1 16 0,-2-1-14 0,2-1 25 0,-2 2-3 0,-3 0 3 0,-10 4-9 0,16 2-3 15,-16 4 2 1,0 3-24-16,11 5 5 0,-11 8-12 0,0 0-11 15,0-9-8-15,0 9-3 0,0 0 0 0,0 0 4 0,0 0 8 16,0 0 7-16,0 0 9 0,0 14 6 0,12-1-12 0,-12-1-2 16,13 3 2-16,1 1-18 0,-3-1 19 0,0 2-34 15,3 2-54-15,-1-1-61 0,4-1-69 0,-4-1-62 16,1 1-86-16,1-3-74 0,-4-1-63 16,1-1-105-16,-12-2-45 0,13-3 22 0,-13-2-35 0</inkml:trace>
  <inkml:trace contextRef="#ctx0" brushRef="#br0" timeOffset="73071.92">13042 13222 3244 0,'-13'0'-8'16,"13"0"8"-16,0-7 16 0,0 7 34 0,0 0 65 0,0 0 45 0,0 0 15 15,0 0-6-15,13 0-42 0,4 0-54 0,2 0-24 16,4 0-37-16,4 0-18 0,1 0 9 15,4 0-1-15,-2 0 6 0,1 0 1 0,-1 7-15 16,0-7-11 0,-3 6-73-16,-2-6-108 0,-1 0-84 0,-6 0-109 15,-1 0-101-15,-4 0-54 0,1 0-55 0,-14 0-43 16</inkml:trace>
  <inkml:trace contextRef="#ctx0" brushRef="#br0" timeOffset="73458.98">13660 13105 3620 0,'0'0'27'0,"0"-8"23"0,0 2 41 0,0 6 34 0,0 0-5 16,0 0-23-16,0 0-29 0,0 0-43 0,0 0-19 16,0 0-9-16,0 0-7 0,0 0 8 0,0 0 2 15,0 0 9-15,-11 0-17 0,11 0-4 0,-16 0 1 16,2 0-8-16,3 6 13 0,1-6 4 0,10 8-10 0,-14-1 20 15,14-7-7-15,-11 8 7 0,11 0-11 0,0-2 0 16,0 0 8-16,0 0-2 0,0 0 3 0,0 0-4 16,0 1 2-16,0 0-5 0,0 2 31 0,13-1-6 15,4 0-5-15,-2 1 21 0,5 0-3 0,-2 0 3 32,2 0 12-32,0 0-11 0,0-1-16 0,-1-1-7 0,-1 0-14 0,-3-7-6 15,-4 8 5-15,-11-8 2 0,14 7 10 0,-14-7-11 0,0 0 7 16,0 7-3-16,0-7-4 0,0 0 14 15,0 7-20-15,0-7 14 0,0 7 1 0,0-7-8 16,-17 8 12-16,-1-8-15 0,-1 7-6 0,-3-7 10 16,0 0-1-16,-3 0 1 0,-4 0-4 15,2 0-47-15,-1 0-64 0,1 0-111 0,2 0-108 0,4 0-126 16,2 0-191-16,3 0-229 0,6 0 46 0</inkml:trace>
  <inkml:trace contextRef="#ctx0" brushRef="#br0" timeOffset="74209.56">14493 13119 1734 0,'16'7'35'0,"3"-7"22"0,-1 7 27 0,1-1 14 0,-7-2-2 15,4 2 43-15,-16-1-5 0,14-5 0 0,-14 6-16 16,11 0-59-16,-11-6-16 0,0 5 3 0,0-5 9 16,0 4 2-16,13-4 13 0,-13 0-1 0,0 6 30 15,0-6 18-15,0 0 25 0,0 5 32 16,0-5 6-16,0 0 37 15,0 0 9-15,0 0 3 0,14 0-29 16,-14 0-41-16,0 0-44 0,14 0-30 0,-14 0-25 16,15-9-23-16,-3 1 10 0,-12-1-1 0,16 0-12 15,-2-1 32-15,-14-2-17 0,13 2-12 0,-13-2 23 0,16 0-21 0,-16 0 6 16,0 2-10-16,0 1-9 0,11-1 4 16,-11 10-11-16,0-10-4 0,0 10-13 0,0 0-9 0,0-7-1 15,0 7 4-15,0 0 4 0,0 0-15 0,0 0 7 16,0 0-3-16,0 0 12 0,0 0 5 0,0 0-26 15,0 0 20-15,0 12-19 0,0-3 12 0,0 2 19 16,0 2-15-16,0 0 12 0,0 0-12 0,16-1 2 0,-16 1-3 16,14 0 3-16,0-1 5 0,-1-1 2 0,-2-2 5 31,1-1-13-31,1-8 12 0,1 8-7 0,-1-8 3 16,3 0 13-16,-2 0-11 0,3 0 11 0,-1 0-21 15,0 0-5-15,0 0-1 0,1-13 21 0,-1 0 13 0,-2 0 13 16,1-1 1-16,-3-3-10 0,1-2 21 0,-2 1-9 15,-11-3 13-15,14 0 0 0,-14-2 9 16,11-3 21-16,-11 0 11 0,0 2-7 0,0-1-13 16,0 0-11-16,0 1-26 0,0 4 13 0,0 1-23 0,0 4-7 15,0 3-2-15,0 2-21 0,0 2 2 16,0 8-10-16,0 0-4 0,-11 0 6 0,11 0 8 16,0 0-13-16,0 0 16 0,0 0-6 0,0 15-1 15,0 0 7-15,0 3-15 0,-11 4 6 0,11 0-4 0,0 3 10 16,0 3 2-16,0 1-10 0,0 0 5 0,0 1 1 15,0-1-1-15,14-1 7 0,-4-2-12 0,-10-2-23 16,19-1-48-16,-5-3-53 0,0-2-54 16,-1-3-24-16,3-1-14 0,-2-3-28 0,2-2-14 0,-2-3-47 0,0-6-64 15,0 0-44-15,-2 0-72 16,0 0-81-16,-12 0-23 16,11 0-23-16,-11-11-55 0,0 1 166 0</inkml:trace>
  <inkml:trace contextRef="#ctx0" brushRef="#br0" timeOffset="74396.88">14987 13007 2874 0,'0'0'9'0,"0"0"29"0,0 0 56 16,0 0 50-16,0 0 48 0,0 0 9 0,0 0-30 16,11 0-44-16,2 8-48 0,5-8-36 0,4 7-31 15,1 0 8-15,4-7-14 0,4 7 2 0,1-7-47 16,1 5-72-16,2-5-108 0,-4 0-117 0,1 0-134 15,-6 0-125-15,-1 0-76 0,-2 0-2 16</inkml:trace>
  <inkml:trace contextRef="#ctx0" brushRef="#br0" timeOffset="74562.81">14530 12811 2994 0,'-16'0'-7'15,"16"0"5"1,0 0 1-16,0 0-2 0,0 0 12 0,0 0-25 16,0 0-40-16,0 0-139 0,0 0-155 0,0 10-153 15,17-10-189-15</inkml:trace>
  <inkml:trace contextRef="#ctx0" brushRef="#br0" timeOffset="76857.62">16595 13088 2659 0,'9'0'25'0,"-9"0"33"0,10 0 53 0,-10 0 55 0,0-5 36 0,12 5-6 16,-12 0-1-16,0-4-25 0,0 4-37 0,0 0-14 16,0-6-20-16,0 6-1 0,0-7-6 0,0 7 2 15,0-8-10-15,0 1-20 0,0 0-8 0,0 7 4 16,0-10-10-16,0 1-1 0,0 0 3 0,0 1-18 15,0 0-9-15,0-1-6 0,-15 0-18 0,3 1 4 16,12-1 3-16,-20 1-16 0,6 8 15 0,-2-10-11 16,2 10 5-16,-2 0 8 0,2-8-17 0,0 8 14 15,14 0-16 1,-16 0 3-16,0 0 3 0,16 0-3 16,-14 11 6-16,-2-2 10 0,16 3-5 0,-11 0-16 15,11 1 10-15,0 0-8 0,0 1 1 0,0 0 16 0,0 0-5 16,0 1 7-16,0-3-5 0,0 0 0 0,0 0-9 15,0 0-6-15,0-1 14 0,15 0 1 0,0-1-3 0,0-1 3 0,3-1 7 16,2-1-8-16,0-7 12 16,2 8 0-16,1-8-10 0,1 0 14 0,-2 0-2 15,0 0 18-15,0 0-1 0,-2 0 8 0,-2 0 17 0,0-12-10 16,-4 0 7-16,2-1-11 0,-4-2-7 0,-12-2-6 16,13-1-2-16,-13-2-8 0,0-4-7 15,0-1-9-15,0-4 20 0,0 0-27 0,0-5-2 0,0 2 9 16,0-2-28-16,0-1 33 15,-14 0-14-15,-2 2 9 0,3 1 24 0,1 1-6 0,-4 5 29 0,3 4-6 0,13 1-5 0,-15 6-11 16,15 2-15-16,-15 3-9 0,15 10-17 16,0-6 4-16,0 6-15 0,0 0 9 15,0 0-5-15,0 0 7 0,-12 0 10 0,12 11-4 16,0 1 14-16,0 3-9 0,0 2 13 0,0 4-5 0,0 1-8 31,0 3 7-31,0 3-18 0,12 1 18 0,3 0-20 16,-1 1 17-16,0-1-9 0,3 1-8 0,1-2 29 0,1-1-25 15,3-1 15-15,-1-4-4 0,2 0-7 16,1-1 9-16,1-3-10 0,-1-3 5 0,3-1 4 16,-2-3 6-16,0-1 2 0,0-10 4 0,-2 0-15 15,2 0 7-15,-3 0 0 0,0 0 0 0,-3 0 14 0,-1 0-6 0,-4-12 4 16,-14 0-11-16,17 0 6 0,-17-2-13 16,0-3 3-16,13 0 1 0,-13 0-15 0,0-3 12 15,0 1 0-15,0-1 2 0,0 1 0 16,0 2 1-16,0 3-9 0,0-1 4 0,0 5 1 0,0 10-13 0,0-11 12 15,0 11-4-15,0 0-11 16,0 0 6-16,0 0-6 0,0 0 1 0,0 0 6 16,0 0 0-16,0 0-9 0,0 0 10 0,0 15 3 15,0 0 1-15,0 0 2 0,0 0-16 16,0 1 14-16,0 0-13 0,0 0 15 0,0 0 3 16,14 0-14-16,-14 0 27 0,16-2-16 0,1-2 6 0,-4-1 8 0,3-1-16 15,-2-10 12-15,2 8-9 16,-2-8 8-16,2 0 3 0,-3 0-2 0,1 0 12 15,-2 0-17-15,-12 0-3 0,18-9 1 0,-6-2-2 16,-12 1 5-16,18-2 1 0,-5-1-4 0,-13-1 3 0,14 1-13 0,-2 0 13 0,-12 0-11 16,16 0 2-1,-2 1 2-15,-4 1-9 0,-10 2 8 0,19 9-8 16,-6-11 12-16,1 11-10 0,-14-9 2 0,16 9 2 16,-2 0 0-16,-2 0 1 0,1 0 2 0,-13 0-5 0,18 0 3 15,-6 0 1-15,-12 0-13 0,16 0-4 0,-16 12 3 16,14-3 1-16,-14-1 11 0,14-8 11 0,-14 10-10 15,0-10 8-15,15 8-4 0,-15-8 3 0,0 0-4 16,0 0 3-16,0 0 12 0,0 0-8 0,0 0 18 16,0 0-11-16,0 0 5 0,0 0-9 0,0 0 0 0,0 0-5 15,0 0-16-15,0 0 22 0,0-11-22 0,0 2 13 16,-13-2-1-16,-1 1 2 0,3 2-2 0,-2 8-7 16,-1-12 10-16,-1 2-25 15,-2 10 21-15,3 0-3 16,-3 0-11-16,2 0 11 0,-2 0-17 0,3 0 6 0,-2 0 3 15,5 0 1-15,11 13 11 0,-16 0-13 0,16 0 10 16,-14 1-2-16,14 1 5 0,0 0-8 0,0 1 7 0,0 0-3 16,0 0-5-16,0-1 23 15,0 0-23-15,0-1 12 0,0 0-2 0,13 0 5 0,1-2-4 16,-2-1-6-16,2-2 11 0,1-1-15 0,2-8 15 16,-1 6-4-16,1-6 2 15,1 0 12-15,1 0-6 0,-2 0 4 0,1 0-4 16,0-12-7-16,-3 0 8 0,0-2-3 0,-2-3-2 0,0-1 1 0,-13-2-6 15,17-4 5-15,-17-2 3 0,13-2-14 0,-13-2 15 0,0-2-12 16,0-2-7 0,0-1 7-16,0 0-15 0,0-1 12 0,0 2 0 15,0 1-2-15,-13 2 10 0,13 4-3 0,-19 3 3 16,19 4 0-16,-14 3-10 0,14 6 4 0,-14 2-9 0,14 9 6 0,0-6-5 0,0 6-7 0,0 0 13 31,-13 0-4-31,13 12 7 0,0 1 7 0,0 4-1 16,-11 1 3-16,11 5 0 0,0 5 2 0,0 2-17 15,0 3 10-15,0 1-6 0,0 0-8 0,0 4 3 16,0-1-2-16,13-1 2 0,2-2 4 0,-2 0 15 16,3-3-14-16,0-1 10 0,1-4 4 0,-1-1-15 0,3-4 5 15,-1-2-9-15,-1-2-21 0,0-5-29 16,1-2-23-16,0-1-52 0,-5-9-40 0,3 0-44 16,-2 0-67-16,-2 0-94 0,-12 0-120 0,13 0-148 0,-13 0-88 15,0-12-61-15,0-2 31 0</inkml:trace>
  <inkml:trace contextRef="#ctx0" brushRef="#br0" timeOffset="77032.05">17115 12709 3149 0,'-21'-8'3'0,"7"8"1"0,14-8 8 0,-12 2-5 0,12 6-8 0,0 0 3 16,0 0-8-16,0 0-54 0,0 0-160 0,0 0-167 15,0 0-208-15,0 0-139 0</inkml:trace>
  <inkml:trace contextRef="#ctx0" brushRef="#br0" timeOffset="78441.48">19038 12847 1423 0,'-4'3'3'16,"4"-1"-7"-16,0 0 17 0,0-1 36 0,0 2 5 16,0 0 13-16,0 0 1 0,0 0-20 0,0 1 25 15,0 1 7-15,0 0-8 0,0 1 4 0,4-2-15 16,-3 0 5-16,-1 0 7 0,0 1-2 0,0-2 13 0,0 0 4 16,3 0 21-16,-3 0 39 0,0-3 30 0,0 2 36 15,0-1 23-15,0-1 7 0,0 0 7 0,0 0 3 16,0 0-46-16,0-3-37 0,0 0-61 0,0-1-58 15,0-1-9-15,0-2-24 0,0-1 4 0,0-2-5 16,0-2-6-16,2-2 4 0,1-2-11 0,2-2 2 0,-1-1-4 16,1-1 6-1,0-1-8-15,2 1 5 0,0 1 0 0,-1 0-2 0,2 1 3 0,-1 4-2 0,-1 2 5 16,0 2-16-16,-1 1 8 16,0 4-5-16,-2 1-5 15,2 3 12-15,-2 1-18 0,0 0 4 0,2 5 15 0,1 0-14 0,1 4 20 0,2 1-8 16,3 2-6-16,-2 3 1 15,3 4 4-15,3 0 8 0,-2 1-15 0,2 1 13 16,-2-1-17-16,2 2 9 0,0-1 8 0,-1-1-16 16,1-2 4-16,-2-2-2 0,2-1 3 0,-2-1 6 15,-1-2-1-15,1-3-4 0,-4-1 13 0,-1-1 4 16,1-4-2-16,-4-1 6 0,-1-2-16 16,0 0 18-16,-1-3 3 0,-2-2 3 0,1-2 0 0,2-3 5 0,-1-1-7 15,0-2-9-15,0-1 6 0,1-3-15 16,0-1 5-16,1-1-2 0,0 0 3 0,-1 0-7 15,0 0 6-15,3-1-8 0,0 3-1 0,-2 0 7 16,2 3-14-16,-1 2 13 0,3 3-14 0,-2 1-6 0,0 1 3 0,0 2 1 16,3 2 13-1,0 3-9-15,-1 0 11 0,4 0-14 0,-3 3-3 0,3 4 6 0,-1-1-6 16,-2 4 0-16,3-2 8 0,-2 2 3 16,-2 2-8-16,-2 0 21 0,-3 1-25 0,0-2 11 0,-3 1 2 0,-2 0-6 31,0 0 16-31,-5-2-13 0,-2-1 7 0,1 0-5 15,-5 0 0-15,-2-3-4 0,-1-1 6 0,-2-2-5 16,-3 0-2-16,0-3 6 0,0 1-4 0,-1-1 8 0,2 0 10 16,0-6-9-16,0 0 3 0,-1 0-9 0,6-4-7 15,-1 0 8-15,3-2-3 0,0-2 3 0,3 2-4 16,2-3 4-16,3 0 2 0,1 1 1 0,2 0-6 16,0 2-9-16,5 1 8 0,1 0-6 0,5 1 9 15,0-1 8-15,2 3-9 0,4 1 6 0,5 0-3 16,-1 1-7-16,4 1 10 0,4 1-13 0,-1 1 3 15,1-1 6-15,-1 1-7 0,0 0 7 0,-1 1 2 0,-3 0-2 16,2-1 4-16,-3 1 11 0,-2-1 15 0,-2-2 0 16,-2 1-4-1,-2-3 2-15,-2 0-15 0,-3-1 11 0,1-2-15 0,-5-2-3 0,-1-1 7 0,-2-2-19 16,1-3 22-16,-4 0-8 0,0-2 1 0,0-2 1 16,-7-1-7-16,1-1 9 15,-5 0 9-15,3 2 42 16,-2-1 11-16,1 2 17 0,-1 1-5 0,2 5-38 15,-1 1-8-15,1 4-26 0,3 1-13 0,1 3-5 0,-1 4-4 16,3-1-16-16,1 3 16 0,-1 0-2 0,2 0-3 16,0 5 10-16,0 3-8 0,0 2 0 0,0 4 1 0,0 3 17 15,0 2-17-15,3 5 18 0,0 1-11 0,1 2-10 16,2 2 10-16,2 0-6 0,1 2 15 0,-1-1-4 16,5 0 0-16,-1 0 0 15,3-1-2-15,0 0 2 0,2-1 2 0,0-1 1 0,0 0-1 0,2-4 0 16,0 1-7-16,0-4 0 0,0 0 3 0,0-4-4 15,2-1-12-15,-1-3-35 0,-1-2-57 0,0-4-20 16,2-1-48 0,-5-4-19-16,-1 1-18 0,0-2-72 0,-1 0-58 15,-5-4-129-15,-1-1-98 0,-1-3-49 0,-1 0-41 0,-5-3 7 16,-1-2 44-16</inkml:trace>
  <inkml:trace contextRef="#ctx0" brushRef="#br0" timeOffset="78673.92">19730 12448 2871 0,'0'-4'23'0,"0"4"14"0,0-5 5 0,0 5 29 0,0 0 21 15,0 0 39-15,0 0 20 0,0 0-2 0,0 0-16 16,13 0-24-16,5 0 1 0,3 0-10 0,5 0-21 31,4 7-27-31,5-7-23 0,-1 8-16 0,4-8-6 16,-2 5 5-16,-2-5 5 0,0 6-8 0,-4-6-13 0,1 0-3 15,-5 0-2-15,-4 6 5 0,-1-6 21 0,-4 0-23 16,-2 0-66-16,-3 0-74 0,-12 0-131 0,11 0-105 16,-11 0-153-16,0 0-125 0,0 0-128 15</inkml:trace>
  <inkml:trace contextRef="#ctx0" brushRef="#br0" timeOffset="80236.6">21120 12625 2944 0,'0'0'-2'15,"0"0"23"-15,0 0 0 0,0 0 11 0,0 0 7 0,0 0 7 0,0 0 27 16,0 0 2-16,0 0 39 0,0 8-13 0,0-8-5 15,0 7 16-15,0-7-20 0,14 7-6 0,0 0 6 16,1-7-11-16,-1 8-13 0,0-8 5 0,2 7-5 31,-4-7-3-31,1 0 18 0,5 7-4 0,-6-7-9 16,4 0 24-16,-3 0-28 0,-1 0 17 0,-12 0-1 16,19 0-17-16,-5 0 14 0,-14-10-25 0,13 2-4 0,-13 0-9 15,0-1-4-15,16 1-16 0,-16-3 2 0,0 0-21 16,0 0-15-16,0-2 30 0,0-2-21 0,0 1 11 15,0-1 6-15,0 1-22 0,-16-3 2 0,-1 5-4 0,-2-2-2 16,-2 2 11-16,0 2 2 16,0 2 6-16,-1 1-3 0,2 7-5 0,-2 0 8 15,3 0-10-15,2 0 3 0,0 0-9 0,2 0-9 16,1 9 7-16,14 1 3 0,-13 2 7 0,13 1 10 16,-14 1 8-16,14 2-15 0,0 2 6 0,0-1-4 0,0 1-7 15,0 2 12-15,0-2 5 0,0 1 2 0,22 0-3 16,-1-1 8-16,0 1-16 0,2-3-2 15,-1-1 12-15,5-1-13 0,0-1 9 0,1-2-2 0,2-3-8 0,2-8 3 0,0 10 5 32,-1-10 0-32,2 0-10 0,1 0 17 0,-6 0-12 0,1 0 17 15,-5 0 1-15,1-10-9 0,-2 0 9 0,-1-1-19 0,-5-2 15 0,0-1 2 16,-1 0-5-16,-1-1-5 0,-2 0-2 16,-13-1-9-16,13-1 2 0,-13 1 13 0,0 2-6 0,0-1 1 15,0 1-2-15,0 0-7 0,0 4 0 0,0-1-2 16,0 3 11-1,0 1-11-15,0 7 0 0,0 0-2 0,0 0-18 16,0 0 5-16,0 0 4 0,0 0 3 0,0 0 9 16,0 0 9-16,0 0 0 0,0 11-4 0,0 0 0 15,0 1-5-15,0 1-3 0,0 0-5 0,0 2 5 16,0 0 9-16,0-1-2 0,0 0 4 0,0 0 8 16,0-2-14-16,14-1 8 0,-14-2 3 15,0-9-18-15,0 11 25 0,0-11-19 0,12 8 13 16,-12-8 6-16,0 0-14 0,0 0 7 0,0 0 1 15,0 0-9-15,0 0 2 0,0 0 6 0,0 0-2 16,0-11 0-16,13 0 8 0,-13 1 1 0,0-1-16 0,0 0 20 0,0-2-34 0,13 1 1 31,-13 1 9-31,0-3-4 0,0 2 32 0,12 0-10 16,-12 0 6-16,0 1-7 0,13 1-19 0,-13 2 9 16,0-1-16-16,14 2 7 0,-14 7 6 0,0-7-6 0,15 7-3 15,-15-6 1-15,14 6-1 0,-14 0-4 16,14 0 21-16,-1 0-15 0,-13 0 3 0,17 0-5 15,-1 0 2-15,-3 13-7 0,-1-2 8 0,2 1 4 16,-2-1 0-16,2 1 7 0,-2 1-5 0,-12-2-6 16,19 3-2-16,-4-3 8 0,-1 1-2 0,-14-1 13 15,17 0-4-15,-3-1 4 0,-14 0-12 0,16-2 1 0,-2-8-1 16,-14 9-3-16,13-9 9 0,-13 9-2 0,0-9 4 16,15 0-2-16,-15 0 11 0,0 0-10 0,0 0-2 15,14 0 1-15,-14 0-2 0,0 0-6 0,16 0 0 0,-16-11 8 16,14 1-13-16,-14 1 17 0,14-2-7 0,-14-1-10 15,20 0 9-15,-4 1-13 16,-2 0 15-16,-14-2-8 0,21 1 8 0,-3 1-4 0,-1 0-11 0,-1 0 16 16,-1 1-17-16,-2 1 14 0,4 1-7 0,-4 1-4 15,4 7 1 1,-4-7-4-16,3 7 13 0,-2 0-8 0,0 0 12 0,2 0-5 0,-2 0-10 0,-1 0 12 16,0 0-13-1,1 0 5-15,-3 0-1 0,3 0-4 0,-14 7 9 16,16 1 0-16,-2-8-4 0,-14 7 8 0,11-7-10 15,-11 9 10-15,0-9 1 0,0 0-9 0,0 8 10 16,13-8-9-16,-13 0 13 0,0 0 0 0,0 0 4 0,0 0-7 16,0 0 11-16,0 0-4 15,0 0 11-15,0 0 10 0,0 0-14 0,0 0-4 0,0 0-21 16,0 0-3-16,0-9 2 0,0 1-4 0,0 2 13 16,-16 0-14-16,-1-2 14 0,3 1-2 0,-4 0-7 15,-2 7 6-15,-2-7-18 0,-4 7 9 0,1 0-3 16,-3 0 11-16,-1 0-2 0,2 0 4 0,-1 0-3 15,1 0-7-15,2 10 3 0,3 2 2 0,2 1-2 16,5 0 17-16,0 1-7 0,15 1-3 0,0 0 10 0,-14 2-18 16,14-1 15-1,0 2-3-15,0-2 3 0,0 3 8 0,0-1-5 16,0-1 6-16,24 0-11 0,-4-2 12 0,0 1-10 0,-2-2-4 16,3-4 9-16,-2-10-15 0,1 12 20 15,0-12-6-15,-2 0 1 0,1 0-9 0,1 0-3 16,-2 0 0-16,0 0 3 0,1-14 7 0,-2-1-17 0,1-2 17 0,-4 0-11 15,-2-1 12-15,4 0 1 16,-16-4-19-16,16 0 1 0,-2-2-3 0,-14-1 1 0,13-1 13 0,-13 0 1 16,0-1-5-16,13-2 11 0,-13 3-19 0,0-3 10 15,0 2-1 1,0 2-2-16,0 1 10 0,0 4-4 0,0 2-4 0,0 4-1 0,0 3-12 16,0 2-7-16,0 9 9 0,0 0-7 0,0 0 11 15,0 0-3-15,-15 12-3 0,15 3 0 0,-17 1 6 16,17 6 8-16,-13 3-7 0,13 1 10 15,0 5-10-15,0 1 14 0,0 0-6 0,0 1-5 0,0 1 7 16,0 0-9-16,0 0 16 0,16-2-10 0,0-1 11 16,-3-4-18-16,1-1 7 0,-1-4 5 0,-13-4-10 0,17-3 12 15,-4-3-10 1,-13-3-6-16,13-9 0 0,-13 9-16 0,12-9-49 16,-12 0-34-16,0 9-69 0,0-9-75 0,14 0-112 15,-14 0-205-15,0 0-228 0,0 0-231 0,0 0-36 0</inkml:trace>
  <inkml:trace contextRef="#ctx0" brushRef="#br0" timeOffset="81783">23673 12592 2323 0,'0'0'111'0,"0"0"35"0,0 0 35 0,0 0 30 0,0 0-85 15,0 0-35-15,0 0-19 0,0 0-20 0,0 0-49 16,0 0 1-16,0 0-22 0,0 0 6 0,0 0 3 16,0 0 8-1,0 0 7-15,0 7-23 0,0-7 29 0,0 5-6 0,0 0 0 16,0-5 15-16,0 7 10 0,0-1 41 0,0 0 23 15,11-1 20-15,-11 2 24 0,16-7-14 0,-2 6 4 0,-1-6-3 16,1 0-10-16,-1 0 5 0,1 0-24 0,-3 0 16 16,-11 0-17-16,17 0-14 0,-4 0-4 0,-13 0-34 15,14-13-15-15,-14 2-15 0,0 1-9 0,13-2-4 16,-13-1-2-16,0-1 15 0,0-1 2 0,0-2 2 16,0 2 13-16,0-2 7 15,0 0 7-15,0 2 11 0,0 0-1 0,0 2-29 0,0 1-4 0,-13 4-12 16,13 8-6-1,0-8-16-15,0 8 7 0,-15 0-8 0,15 0 1 16,0 0 14-16,0 0-14 0,0 0 9 0,0 0-8 0,-13 9 14 0,13 0 2 0,0 3-4 16,0 1 6-16,0 0-3 15,0 2 3-15,0 0 0 0,0 1-14 0,0-1 9 16,0 0 7-16,14-1-6 0,0 1 4 16,-1-3-11-16,2 0 8 0,0 0 1 0,0-4 1 0,3-8 0 15,-2 10-20-15,-3-10 15 0,-13 9 2 0,20-9 14 16,-5 0-1-16,-15 0-3 15,18 0-6-15,-18 0-4 0,17 0-1 0,-17-12-3 0,17 0 4 0,-17 2-5 0,0-2 6 16,14-2-7-16,-14 1 8 0,0 1-4 16,0-1 15-16,0 2 3 0,0 1-1 0,0 1 14 15,0 1-22-15,0 8 14 0,0-8-28 0,0 8-9 0,0 0 1 16,0 0-18-16,0 0 30 0,0 0-18 16,0 0-5-16,0 0 26 15,0 0-19-15,0 0 25 0,0 11 14 0,0 1-30 0,0 0 12 0,0 1-7 0,0 0 1 31,0 0 17-31,0-1-14 0,0 0-5 0,0-2-6 0,0-1 5 16,0-1 9-16,0-8 11 0,0 9-6 0,0-9-4 0,0 0 0 16,0 0 2-16,0 0 25 0,0 0-16 0,0 0 25 15,0 0-15-15,0 0-12 0,0 0 9 0,0 0-15 16,16-9 8-16,-16-1-24 0,0-2-5 16,13-3 15-16,-13-3-12 0,0 0 25 0,14-2 17 15,-14-1 0-15,12 3 3 0,-12-1 0 16,0 0 1-16,16 2-11 0,-16 0-2 0,14 5 0 0,-14 0-24 15,15 3-5-15,-15 1 8 0,14 8-23 0,-14 0 14 0,14 0-10 16,0 0-2-16,-2 0 9 0,3 0-4 16,0 0 20-16,2 12-6 0,-1 0 13 0,3 1-13 15,-2 1-15-15,4 2 9 0,-3 0-5 0,-1 0 16 0,0 0-1 16,-4 0 7-16,0-2-4 0,-13 1-7 0,15-1 1 16,-15-2-10-16,16-1 4 15,-16 0 11-15,0-3-19 0,12-8-28 0,-12 11-58 0,0-3-75 0,0-8-45 0,0 0-57 16,0 6-62-16,0-6-85 0,0 0-178 0,0 0-123 15,0 0-154-15,-18 0 19 0</inkml:trace>
  <inkml:trace contextRef="#ctx0" brushRef="#br0" timeOffset="81959.85">23623 12229 3917 0,'0'0'7'0,"-12"-8"-15"0,12-1-3 0,0 2 8 16,0 7-13-16,0 0 8 0,0 0-64 0,0 0-120 15,0 0-111-15,0 0-223 0,0 0-146 0,17 0-112 0</inkml:trace>
  <inkml:trace contextRef="#ctx0" brushRef="#br0" timeOffset="84215.43">25221 12514 2076 0,'0'6'4'16,"0"-6"0"-16,0 0-7 0,-11 0 8 0,11 5 11 0,0-5 38 0,0 5 92 0,0-5 28 15,0 5-3-15,0-1-12 0,0 1-72 0,0-1-15 16,0 1 22-16,0 0 13 0,0-1 27 16,0 0 25-16,10-4-6 0,-10 6 5 0,12-6-5 15,-12 0 4-15,11 0 12 0,-11 0-22 0,13 0 0 16,-13 0-9-16,16 0-24 0,-4 0-18 0,-12 0-16 0,15 0-26 15,-15 0-10-15,17-10 2 0,-4 1-21 16,-13-1-7 0,17-1-2-16,-17-1 2 0,16-2 14 0,-16-2-15 0,14-2 15 15,-14-3-8-15,0 0-5 0,0-4 5 16,0-2-20-16,0-3 13 0,0-2 0 0,0-1 21 16,0-2 13-16,0-1 9 0,0-2 1 0,0 1-29 15,-14-1 8-15,0 1-1 0,14 3-4 0,-21 2 32 0,9 3-26 16,12 5-15-16,-18 3-3 0,18 4-30 0,0 5 2 15,-14 4-11-15,14 8-2 0,0 0-6 0,0 0 8 16,0 0 6-16,0 0 10 0,0 16 9 0,0 2-1 0,0 4 1 16,0 4-13-16,0 4 3 0,0 3-15 15,0 4 2-15,0 1-1 0,0 2 15 16,0 0 1-16,0 0-4 0,0 0 0 0,0-1-6 0,0-2 5 0,16-2 12 16,-4-1 1-1,-12 1 1-15,18-3-2 0,-2-2-10 16,-2-1 9-16,3-1-6 0,0-2 12 0,1-2-7 0,1-2 7 15,2 0 3-15,-3-4-9 0,4 0 11 0,-1-3-16 16,1-1 4-16,0-3 0 0,0-1-2 0,-2-10-3 0,0 0 15 16,-2 0 6-16,-1 0 6 0,0 0 1 0,-3 0-13 15,-1 0-3-15,-13 0-3 0,18-12 8 0,-18-1-15 0,18-2-2 16,-18 0 6-16,13-2-7 16,-13-1 8-16,0-3-6 0,0-1-17 0,0 0 11 15,0-3-8-15,0 0 10 0,0-2-2 0,-19 2-1 0,2-1 7 16,-5-1-2-16,-3 1 6 0,-1 1-17 0,1 2 1 15,-5 0 3-15,-4 4-7 0,3 1 23 0,-4 3-20 16,5 2 2-16,0 2 4 0,3 4-8 0,2 7 9 16,3 0-4-16,1 0-4 0,5 0 1 0,1 0 2 15,15 0 5 1,-15 8-2-16,15 2 5 0,-14 1-1 0,14 0-7 16,0 1 11-16,0 1-10 0,0 1 15 0,0 1-6 0,16 1 2 15,0-2 2-15,4-1-15 0,2 1 17 0,5 0-13 16,2-3 11-16,1-2-4 0,1 0-6 0,2-3 5 15,2-6-2-15,0 0 5 0,-2 0 7 16,-1 0-1-16,0 0-11 0,-1 0 11 0,-2-7-17 16,-2-3 15-16,-5 1 0 0,-3-2 1 0,0-1 1 15,-5-2 1-15,-14 2 0 0,16-3-3 0,-16 1 0 16,13 1-6-16,-13-1 7 0,0-1 2 16,0 1-3-16,0 2-11 0,0 0 1 0,0 2-15 0,0 1 18 0,0 2 8 15,0 7-10-15,0-7-10 0,0 7-7 0,0 0-9 16,0 0 4-16,0 0 21 0,0 0-3 15,0 0 13-15,0 0-10 0,0 11 12 0,0 1-11 16,-13 0-9-16,13 1 9 0,0 1-7 0,0-1 3 0,0 1 8 16,0 1 6-16,0 1-12 0,0-2 14 0,0-1-13 15,0-1 4-15,0 0 2 0,17 0-13 0,-1-3 16 0,-2-1-2 16,5-8 1-16,-2 7 2 0,3-7-4 0,0 0-1 16,0 0 2-16,-2 0-1 0,1 0 6 0,-1-9-11 31,-1-1 10-31,-4 0-1 0,2-2-8 0,-15-1 16 0,16-2-21 15,-16-1 20-15,16-2-14 0,-16 0 0 16,0 0 14-16,0-1-18 0,0-1 10 0,0 1-1 16,0 1-10-16,0 1-1 0,0 1-2 0,0 3 7 0,0 1-7 15,0 3 4-15,0 9-13 0,0-7-13 16,0 7 14-16,0 0-5 0,0 0 16 0,0 0 0 16,0 0 0-16,-16 11 10 0,16 1-10 0,0 0 2 0,0 2-4 15,0 3-1-15,0-2 16 0,0 3-10 16,0-2 6-16,0 0-6 0,0-1 1 0,0 0 6 15,0-2-4-15,0-1-7 0,0-3-9 0,0 0 12 0,0-4 3 16,0-5 14-16,0 0-2 0,0 7 2 16,0-7 1-16,0 0-3 0,0 0 0 0,0 0-7 0,0 0 5 15,0 0 0-15,0-9 6 0,0-1-7 16,0 2-11-16,0-3 5 0,17-1-8 16,-17-1 2-16,16 1 5 0,-16-2-3 0,14 0 1 0,-14-1 13 15,16-1-9-15,-16 3 6 0,14-1-11 0,-14 2 0 16,13 1 4-16,-13 2-7 0,14 0 15 15,-14 9-23-15,0 0 4 0,0 0-19 0,0 0 15 16,0 0-5-16,11 0 1 0,-11 0 9 0,0 0-3 16,16 0 16-16,-16 11-13 0,14 4 11 0,-14-3-17 15,18 3 6-15,-4 0 15 0,-1 1-16 0,-13-1 14 0,19 0-15 16,-5-1 6-16,-14 1 11 0,17-2-8 16,-17-3 4-16,18 1-6 0,-18-2 7 0,14-2-2 15,-14 1 5-15,0-8-1 0,16 6-1 0,-16-6 6 16,0 0 1-16,0 0-2 0,12 0-2 0,-12 0 3 15,0 0-3-15,16 0-6 0,-16 0 3 0,13-10-9 16,-13-1 0-16,14 2 19 0,-14-4-9 0,19 1-4 0,-6-1-6 16,-13-1 5-16,19 0-3 0,-5-1 12 0,-1 1-7 15,1-1-10-15,0 1 5 0,-14 2-9 0,19-2 22 16,-3 3-18-16,-2 1 9 0,-14 1-4 0,21 2-12 0,-7 7 21 16,-14 0-19-1,17 0-5-15,0 0 4 0,-2 0-3 0,0 0 6 0,2 0 9 16,0 0-6-16,-1 9-5 15,1 1 3-15,-1 0 8 0,1 0-2 0,-2-1 3 16,-1 0 5-16,-3 0-12 0,-11-1 11 0,14 0-14 16,-14-8 3-16,0 0 11 0,13 6-8 0,-13-6 15 0,0 0-2 0,0 0-4 0,0 0 2 15,0 0 9-15,0 0-4 0,0 0 14 0,0 0-4 16,0 0-9-16,0 0-8 0,0 0-16 0,0 0 5 16,0 0-4-16,0-8 11 0,0-1-8 0,0 1 7 15,0 0 9 1,-15 1-14-16,15 7 11 0,-17-7-13 0,1 7-13 0,0-9 12 15,2 9-5-15,-3 0 3 0,0 0 8 0,-3 0-10 16,2 0 13-16,-3 0-5 0,-1 0-7 16,0 0 12-16,0 10-16 0,2 1 16 0,2-1 7 15,2 1-15-15,-2 0 9 0,18 2-5 0,-16-2-9 0,16 0 5 16,0 0 10-16,0 0-8 0,0 0 0 0,0 0 8 16,0-1-10-16,0 1-2 0,0-3 4 0,0 2 8 15,0-1-1-15,0-1-6 0,16-3 13 16,3-5-7-16,-3 7 0 0,3-7 10 0,-1 0-10 0,0 0-6 15,0 0 3-15,-1 0 6 16,0 0 1-16,-2-10 2 0,-1 2 7 0,-14-3-13 16,16 1 5-16,-16-2-8 0,16-2-7 0,-16 2 14 15,0-1-7-15,0-1 15 0,0 2 0 0,12 2-2 16,-12-1-9-16,0 3-6 0,0 8-9 0,0-9-10 16,0 9 12-16,0 0-10 0,0 0 5 0,0 0 7 15,0 0-7-15,0 0 5 0,0 0 10 0,0 0-17 16,0 0 18-16,0 11-6 0,0 1-1 0,0-1 11 15,0 0-6-15,0 1 12 0,0-1-13 0,0 2-3 0,0-1-1 16,0-1 4-16,21 0 13 0,-8-1-15 0,-13-1 5 16,18-1-2-16,-3-3 2 0,-1-5 28 0,-1 7-24 15,-2-7 8-15,1 0-5 0,0 0-8 16,1 0 21-16,-1 0-18 0,1 0 7 0,-1-10-6 0,-1 0 3 0,3-1 7 16,-14-2-18-1,15-1 10-15,-1-1-9 0,-14-3 6 0,12-2 6 0,-12 0 0 0,0-4-5 0,13 0-5 16,-13-3 11-1,0-2-3-15,0-2-1 0,0-1 1 16,0-2-13-16,0 0-9 0,0 0 20 0,0 0-4 0,0 3 14 16,-14 2 3-16,14 3-23 0,-16 5 11 15,16 6-14-15,0 2-7 0,-13 5 8 0,13 8-24 0,0 0 19 16,0 0-2-16,0 0 9 0,0 0 12 0,0 13-7 0,0 2 15 16,0 4-8-16,0 5 0 0,0 2-12 0,0 4-2 0,0 4 5 15,0 1-3 1,0 1 3-16,0 0-7 0,0-1 0 0,13-1 11 0,1 0 3 15,-2-4 6-15,1-1-13 0,0-1-3 16,1-3 14-16,1-1-10 0,0-4 8 0,0 0-2 0,4-3-11 0,-3-2 8 16,2-3-6-16,-1 0-31 0,1-4-24 15,1 1-46-15,-1-9-24 0,0 8-7 0,-3-8-45 0,-1 0-54 16,-14 0-106 0,14 0-149-16,-14 0-93 0,0-7-135 0,0-3-51 15,0 0-95-15,0-4 162 0</inkml:trace>
  <inkml:trace contextRef="#ctx0" brushRef="#br0" timeOffset="84410.25">25952 11936 3402 0,'-22'-7'4'0,"4"3"4"0,18-6 11 0,0 5-3 0,0 5-6 16,0 0-6-16,0 0-16 0,0 0 8 0,0 0-91 15,0 0-173-15,0 0-179 0,0 0-246 0,0 0-78 16</inkml:trace>
  <inkml:trace contextRef="#ctx0" brushRef="#br0" timeOffset="85123.58">28228 12096 2283 0,'0'-8'94'0,"-14"1"40"0,14-1 32 0,0 1 37 0,0 0-55 0,0 1-9 0,0 6-24 31,-14-6-9-31,14 6-4 0,0-7-10 0,-16 0 26 0,16 7-2 16,-14 0-10-16,14-6 0 0,-16 0-22 0,2 0-19 16,1 6-8-16,13-9-15 0,-16 9 2 0,-1-7-7 15,4 0-18-15,1 7-2 0,-1 0-15 0,0-5 2 16,13 5-2-16,-17 0-6 0,3 0 8 0,14 0-6 15,-18 0 0-15,6 0 3 0,12 0-10 0,-13 8 15 16,13-8-7-16,0 9 7 0,-9-9 2 0,9 12-22 0,0-3 23 16,0-1 14-16,0 1 19 0,0-1 18 0,0 3 7 0,0 0-10 15,0 2 10 1,0 0 7-16,14 2-9 0,2 1 7 0,0 0-25 0,-1 0 10 16,3 1-17-16,1 0-10 0,0-2 3 0,-3 0-34 0,2-1 19 0,-5 0-18 15,3-4-4 1,-16 0 16-16,14-1-13 0,-14-2 5 15,0-7 11-15,0 7-15 0,0-7 3 0,0 0-7 0,0 0-5 16,0 5 4-16,0-5 6 0,0 0 12 0,0 7-2 0,0-7 9 16,0 8-23-16,-22-8 4 0,1 0 0 0,-1 7-6 0,-3-7 11 0,3 0-3 31,-4 0-2-31,1 0-6 0,2 0 12 0,-2 0-9 16,4 0 0-16,0 0-15 0,2 0-63 0,3 0-52 0,2 0-80 15,14-5-112-15,-12 1-117 0,12-1-160 0,0 0-107 16,0 5-43-16,0-10-39 0</inkml:trace>
  <inkml:trace contextRef="#ctx0" brushRef="#br0" timeOffset="85380.21">28352 12050 3719 0,'0'0'66'0,"0"-8"49"16,0 8 20-16,0 0-2 0,0 0-71 0,0 0-47 0,0 0-24 0,0 0 13 15,0 0-19-15,0 0 13 0,0 0 0 0,0 0-16 16,0 0 21-16,0 0-3 0,0 0 3 0,0 13-2 16,16 1-3-1,-16 3-2-15,14 2-7 0,-5 3 11 0,4 1 2 16,-1 1-5-16,0-1 19 0,2 1-16 0,-3-2 15 16,0 0-16-16,5-2-3 0,-3-1 6 0,-4-2-53 15,5-1-81-15,-4-1-149 0,-10-3-118 0,12 0-145 0,-12-4-80 16,0 1-4-16,13-4-24 0</inkml:trace>
  <inkml:trace contextRef="#ctx0" brushRef="#br0" timeOffset="86538.6">28228 12148 3338 0,'0'-5'5'0,"0"-1"13"0,0 6 34 0,0-5 26 0,0 5 2 16,0 0 0-16,21 0-18 0,3 0-14 15,3 0 18-15,4 0 2 0,6 0-1 0,1 10 6 16,4-2-23-16,1 0-14 0,1 0-6 0,-3 0-2 16,1 1 6-1,-2-3 8-15,-3 1 15 0,-6-2-4 0,1-5 15 16,-5 0-4-16,-5 6 3 0,-3-6 2 0,-3 0-8 0,-5 0 16 16,-11 0-28-16,0 0-10 0,0 0-24 0,0 0-16 15,0-7 1-15,0 0-5 0,0 7 18 16,0-8-14-16,0 1 3 0,0 1-2 0,0 0-11 0,0 6 4 15,-19-8 11-15,5 8-17 0,-3-7 20 0,2 7-1 16,0 0-11-16,-3 0 7 0,1 0-23 0,1 0 18 16,0 0-8-16,2 12 1 0,0-1 10 15,14 0-10-15,-13-1 6 0,13 0 19 0,-14 2-16 0,14 1-11 0,0 0 7 16,0 1-3-16,0-1 12 16,0 0-1-16,0 0-1 0,0-1-9 0,0-1-1 0,20 0 23 15,-4 0-12-15,3-2 14 0,0 1-3 0,-1-4-24 0,0 1 22 0,3-2-22 31,-5-5 14-31,-1 0 11 0,0 0-16 0,-1 0 21 16,-14 0-14-16,16 0-1 0,-16-9-2 0,13 0-9 16,-13-1-7-16,0-2 14 0,0 0 2 0,0-2 9 15,0 1-2-15,0-3-7 0,0 1-8 0,0 1-1 16,0-1 8-16,0 4-6 0,0-1 9 0,0 3-19 16,0 2 9-16,0 2-4 0,0 5-3 0,0 0 12 15,0 0-18-15,0 0 13 0,0 0-8 0,0 0 8 16,0 0 6-16,0 0-8 0,0 8 10 0,0 1-6 15,0 0 7-15,0 2 10 0,0 0-15 0,0 1 6 16,0 1 2-16,17-2-26 0,-3 0 31 0,2 0-20 16,-2-3 9-16,2 1 7 0,3-1-5 0,-3-1 6 0,2 0-3 15,-1-7 10-15,0 6-5 0,-3-6 13 0,2 0 12 16,-3 0 9-16,-13 0 3 0,17 0-10 16,-3 0-3-16,0-9-18 0,-14 1 6 0,18-3-9 0,-3 1 1 0,-3-4 9 15,-12-1-12-15,17-1 20 0,-17-3-28 0,13-1 10 31,-13-4-8-31,0-2 3 0,14-2 5 0,-14-2-13 16,0-2 2-16,0-2-14 0,0 0 13 0,0-2-1 16,0 0 2-16,0 2 4 0,0-1-7 0,0 3 7 0,-17 3-5 15,17 3 4-15,-18 3 0 0,18 4-11 0,-17 3 7 16,17 7-6-16,0 1 2 0,-16 3-9 0,16 5-1 16,0 0-4-16,0 0-2 0,0 0 22 0,0 0-3 0,-14 13 16 0,14 1-8 15,0 3-13 1,-14 3 10-16,14 4-8 0,0 1 14 0,-15 5-3 15,15 2-13-15,0-1 9 0,0 3-15 0,0 0 9 0,0-1 9 16,0 2-23-16,0-3 15 0,0 0-3 0,21-1-9 16,-4 0 15-16,4-2-8 0,-2 0 11 0,1-2 8 0,6-1 11 15,-3-2 4-15,1-2 0 0,5-3 5 0,-2 0-7 16,3-3 11 0,0-2 1-16,3-1-3 0,-2-2 1 0,3-4-4 0,-4 0 18 15,0-7 5-15,-2 0-2 0,-1 0 7 16,-3 0-21-16,-2 0-12 0,-5 0-2 0,0-7-17 0,0 0 4 15,-5-3-3-15,-12-1-7 0,14 0 7 0,-14-1-10 16,16-2 5-16,-16-1 3 0,0 0-17 0,0-1 14 0,0-1-7 0,0 0-7 16,0 2 7-1,0-2-13-15,0 1 11 0,-17 2-1 0,1 1 0 16,-2 1 6-16,0 2-12 0,-2 3-1 0,3 2 17 16,-2 5-20-16,0 0 19 0,-1 0-8 0,4 0-8 0,-1 0 5 0,4 0-4 15,0 7 14-15,13 3-14 16,-14-2 19-16,14 3-18 0,-11 0 0 0,11 0 7 15,0 1-3-15,0 1 20 0,0 1-15 0,0-2 12 0,0 2-13 16,0 0-9-16,0 0 27 0,0 0-17 0,0 0 8 16,12 0-6-16,6-1 0 0,-1 1 13 0,4-2-17 15,2 0 19-15,1 1-11 16,5-3-14-16,1-1 25 0,2 0-10 0,-2-1-4 0,1-3 8 16,1-5-10-16,-2 7 9 0,-2-7 0 0,-4 0-9 0,-1 0 11 0,-3 0-6 15,-3 0 0-15,-3 0 9 0,0 0-20 0,-14-7 1 31,13 2-55-31,-13-3-55 0,0 1-76 0,0 0-96 16,0-1-64-16,0-1-95 0,0-2-79 0,0 0-105 0,0-1-39 16,-18-2-43-16,-4 1-58 0</inkml:trace>
  <inkml:trace contextRef="#ctx0" brushRef="#br0" timeOffset="86791.5">28687 11872 3075 0,'0'-4'8'16,"0"2"5"-16,0-3 33 16,0 5 17-16,0 0 7 0,17 0 19 0,2 0-29 0,5 0-1 0,6 5-8 15,9 2-25-15,3 3-3 0,2 0-11 0,5 1-6 16,1 0 8-16,0 3-5 0,-1 0-15 15,-2-2-48-15,1 2-95 0,-6-3-213 0,1 1-187 0,-4 0-146 16,1-3-67-16</inkml:trace>
  <inkml:trace contextRef="#ctx0" brushRef="#br0" timeOffset="86994.11">30339 12387 3606 0,'0'6'6'0,"0"-3"9"0,0-3 11 0,0 0 0 0,0 0-9 15,0 0 6-15,0 0-14 0,0 0 0 0,0 0 5 16,0 0-25-16,0 0-83 0,0 0-124 0,0 0-196 16,0 0-215-16,0 0-146 0,0 0 56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31T08:08:31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2314 1544 557 0,'0'0'28'0,"0"0"-4"0,5 0 20 16,-5 0 5-16,0 0-2 0,0 0 11 0,0 0-8 0,0 0 18 0,0 0-6 15,0 0-5-15,0 0 25 0,0 0 17 0,9 0 1 16,-9 0 35-16,0 0-22 0,0 5 1 0,0-5 2 16,0 0-2-16,0 0 5 0,0 0 24 0,0 3-1 15,0-3-13-15,0 2-8 0,0-2-46 0,0 0 6 16,0 0 2-16,0 0-11 0,0 0 1 0,0 0 9 15,0 0-16-15,0 0 4 0,0 0-4 0,0 0-14 16,0 0 7-16,0 0 8 0,0 0-21 16,0 0-17-16,-7 0-6 0,0 0-8 0,1 0 8 0,-4 0-1 15,-2 0-9-15,-1 0-17 0,-2 0 12 0,-3 0-2 16,-3-2 6-16,-1 1 9 0,0-2 6 16,-2 1 24-16,-1 0-11 15,-2 0 21-15,1-1-18 0,-1 0-15 0,1 0 22 0,1 1-5 0,0-1-2 16,1 1 4-16,6 0-24 0,1-1-5 15,4 2-3-15,1 0-11 0,4-1 14 0,8-1 2 0,0 3-8 16,0 0 10-16,-8 0 1 0,8 0-30 16,0-1 6-16,0 1-4 0,0 0-14 15,0 0 22-15,0 0 9 0,0 0-11 0,0 0 7 0,0 0-13 16,0 0-3-16,0 0 2 0,0 0-11 0,0 0 18 16,0 0 4-16,0 0-7 0,0 6 7 0,0-6-4 15,0 4-18-15,0 1 23 0,0 0-5 0,0 1-8 16,0 3 18-16,0-1-19 0,0 1 13 15,0 2-1-15,0-2-1 0,0 3 12 0,0 2-22 16,8 1 7-16,-8 1-2 0,0 0-11 16,0 3 11-16,0 0 6 15,0 1 1-15,0 2-12 0,0-1 9 0,0 2 0 0,0-2 0 0,0 2 14 0,0-1-5 16,-11-1-8-16,1-1-2 16,10 1 0-16,-11-2-2 0,2-1 3 0,-2-1 4 0,3 0-6 15,0-3 4-15,8 0-4 0,-11-4 2 0,5-1-1 16,6-1 8-16,0-2-11 0,0-1-6 0,-8 0-3 0,8-4-8 0,0 2 21 31,0-3 3-31,0 0 3 0,0 0 10 0,0 0-24 16,0 0 5-16,0 0-1 0,0 0-9 0,0 0 22 15,0 0-10-15,0 0-1 0,0 0 15 0,0 0-13 16,11 0 7-16,0 0 11 0,0 0-28 0,-2 0 9 0,4 0-4 0,1 0-5 16,2 3 11-1,0-1-14-15,-1-1 15 0,0 1 9 0,2-2-13 16,-1 1 18-16,3 1-20 0,-6-1-1 0,2-1 9 15,-5 2-6-15,2-1 2 0,-4-1-8 0,0 0 8 0,-8 0-10 0,7 2 8 0,-7-2 2 0,0 0 2 16,0 0 6-16,6 0 1 16,-6 0-5-16,0 0-6 0,0 0 7 0,0 0-7 15,0 0-3-15,0 0 3 0,0 0-15 0,0 0-40 16,0 0-32-16,0 0-71 0,0-2-43 0,0-1-21 16,0 2-36-16,0-2-23 0,0 1-72 0,0 0-43 15,0 1-61-15,0-2-22 0,9-1-24 0,-9-2 99 0</inkml:trace>
  <inkml:trace contextRef="#ctx0" brushRef="#br0" timeOffset="387.47">1772 1851 1172 0,'0'0'3'0,"9"0"40"0,-9 0 37 0,0 0 30 0,0 0 20 0,8 0-4 15,-8 0-2-15,10 0-16 0,1 4-6 0,-5-1 30 16,2-1-18-16,1 1 10 0,1 1-2 15,1-2-44-15,2 0-4 0,-1 0-7 0,4 0-3 16,-2 0-15-16,5-1-11 0,-4 1-12 0,5 0-3 16,-4-1-7-16,0 0-4 0,-3 0-6 0,-1 0-11 15,1 0 5-15,-5 0 7 0,1-1-1 0,-4 0 2 16,1 0-1-16,-6 0-4 0,3 0-3 0,-3 0 2 16,0 0-9-16,0 0-4 0,0 0-57 0,0 0-84 0,0 0-149 15,0 0-150-15,0 0-35 0,0 0-38 0,0 0 90 16</inkml:trace>
  <inkml:trace contextRef="#ctx0" brushRef="#br0" timeOffset="681.77">2216 1834 2708 0,'0'-3'67'0,"0"0"49"0,0 0 28 0,0 0 6 15,0 1-60-15,0 1-43 0,0 1-34 0,0 0-7 0,0 0-6 0,0 0-8 0,0 4-2 32,0-1 9-32,0 1 8 0,7 0-4 0,1 2 2 0,1 0-2 0,0 1-13 15,4 2 6-15,0 1 7 16,0 1 2-16,2 1 0 0,-2 1 0 0,4-2 1 16,-4 1 0-16,1 1 7 0,-1-1 4 0,2-1-7 0,-2 0 0 15,-3-1-11-15,2 0 6 0,-4-1 3 0,2-1-44 16,-4-1-46-16,2-1-82 0,-3-1-81 0,-5 0-89 15,0-4-38-15,0 2-54 0,0-3-50 16,0 0-10-16</inkml:trace>
  <inkml:trace contextRef="#ctx0" brushRef="#br0" timeOffset="884.65">2469 1827 2176 0,'0'-7'92'0,"0"3"45"0,0 0 29 0,0 1 18 0,0 0-85 15,0 3-36-15,0 0-19 0,-8 0-18 0,2 5 7 16,-2 0 10-16,-1 1-4 0,-4 2 3 16,0 1-5-16,-1 3-24 0,0 0 2 0,0 3-4 0,-4 1-19 15,4-1 11-15,-2 2-7 0,3-1 2 0,2 0 12 16,-3-1-7-16,5 0-2 0,-1-1 10 0,3 0-12 16,0-2-3-16,1-1-59 0,6 0-86 0,-5-1-133 15,5-2-106-15,0 0-73 0,0-2-22 0,0-3 18 16,0 0 51-16</inkml:trace>
  <inkml:trace contextRef="#ctx0" brushRef="#br0" timeOffset="3348.88">2743 1814 2990 0,'0'-5'71'15,"6"-2"71"-15,-6 3 32 0,0-1 29 0,0 0-58 16,0 4-60-16,0-1-31 0,0 2-27 16,0 0-8-16,0 0-26 0,0 0-3 0,0 0 0 15,0 0-3-15,0 3 14 0,0 0 3 0,-8 2-4 16,8 1 3-16,-11 1 7 0,-1 1-15 0,0 3 5 16,-3 0-4-16,3 2-3 0,1-1 10 0,-3 2 1 15,3-3-8-15,0 2 1 0,0-1-4 0,3 0-3 16,2-3 11-16,6 1-4 0,0-2 11 0,-8 0-5 0,8 0-9 15,0-3-4-15,0 1 8 0,0-2 5 0,0-1 6 32,0 0 10-32,0 0-8 0,11-1 12 0,-3-1-6 0,3-1 8 0,1 0-10 15,0 0-1-15,0 0 16 0,-1-4-3 16,-3 0 23-16,2 0-1 0,-10 0 2 0,12-2-6 16,-12 1-8-16,8-1-3 0,-8-1-10 0,8 0 5 0,-8-1 1 15,0-1-10-15,9 0 7 0,-9 0-11 0,0-1-7 16,0 1 8-16,0 0 1 0,0 1 8 15,0 1 7-15,0 0 2 0,0 3-11 0,0 0 6 16,0 1-17-16,0-1 3 0,0 4-11 0,0 0-18 0,0 0 2 0,0 0-11 16,0 0 6-16,0 0 12 0,0 0-7 0,0 4 8 15,0 1 4 1,0 0 2-16,0 3-5 0,0-1 5 16,0 1 0-16,0 2-8 0,0 0 16 0,0 0-11 0,10 0-11 15,-10-1 15-15,13 0-4 0,-2 0 6 0,0-1 5 16,-1 0-12-16,-1 0 11 0,2-3-8 0,0 0 3 0,0 0 10 15,0-2-11-15,3 0 16 0,-3 0 1 0,1-3-16 16,3 0 12-16,-5 0-3 0,2 0-3 0,0-6 12 16,-3 0-14-16,2 1 6 0,-1-2 2 0,-1-3-12 0,0 0 5 0,-2-1-16 15,-7-1-7-15,8-2 18 16,-8 0-2-16,9 2 8 0,-9-2 13 0,0 1-21 0,0 1 24 16,0 2-7-16,0 0-10 0,0 3 5 0,0 1-15 15,0 1-1 1,0 2-4-16,0 1 5 0,0 2-9 0,0 0-4 15,0 0 7-15,0 0 4 0,0 0-8 0,0 0 8 16,0 5-10-16,0 3-6 0,0 0 15 0,0 2 5 0,0 0-1 0,0 1 12 16,0 2-12-16,0-1-7 0,0 2 8 0,0-2-4 15,0-1-1-15,0 0 14 0,0-3-2 0,0 0-4 0,0-1-7 32,0-1-1-32,0-3 2 0,0-1-4 0,0 0 25 15,0-2-7-15,0 0 7 0,0 0 0 0,0 0 14 0,0 0-9 16,0-3-7-16,0-1 5 0,0 1-21 0,0-4 9 15,0 0-1-15,0-2 6 0,0-1-3 0,0-2-5 16,0 0 10-16,0-2-12 0,11-1 0 0,-11 1 7 0,8 0-10 16,0-1 4-16,-8 3 4 0,11 0-21 0,-3 1 6 15,-2 1-3-15,-6 3-12 0,10 1 21 16,-1 1-14-16,-2 3 5 0,-7 2 15 0,9 0-28 0,-2 0 20 16,0 0 2-16,1 4-19 15,0 3 30 1,-1 1-11-16,0 1-19 0,1 2 24 0,2 1-15 0,-2 1 15 0,3 0 0 15,-3 1-7-15,1 0 5 16,1-1-11-16,-4 0 12 0,2-1-5 0,-8-1 6 0,10-1 1 0,-10-2-7 0,9-1-3 16,-9-2 8-16,6-1-4 0,-6-1 3 15,0-3 7-15,0 0 0 0,0 0 9 0,0 0 6 0,0 0-5 16,0 0-6-16,8-4 8 0,-8 0-16 16,0-3 9-16,0 0-19 0,8-1 1 15,-8-2 13-15,11-2-23 0,-11 0 33 0,10-1-29 16,-10 0 9-16,8 0 6 0,-8 1-14 0,12 1 4 15,-12 1-5-15,10 0 6 0,-10 4 5 0,8 0-1 16,-8 2-11-16,0 2-2 0,0 0-18 0,0 2 17 0,0 0-6 0,9 0 7 16,-9 0 9-16,0 0-11 15,0 7 17-15,8-2-5 0,-8 3 0 0,11 2 3 16,-2 0-6-16,-1 0 5 0,2 1-2 0,0 0 6 16,0 0-9-16,0 0-3 0,1 0 4 0,0-1 0 0,0-1-8 15,3 0 19-15,-3-2-6 0,1-1 2 16,3-1 18-16,-3-2-3 0,0 0 5 0,1-3 2 15,-4 0 2-15,2 0-8 0,-3 0 2 0,2-6-10 16,-10 1 3-16,14-1-4 0,-6-2 7 0,-8 0 5 16,13-2-2-16,-4-1 2 0,-9-1-6 15,9-1-2-15,-9-2-15 0,0-1-8 0,10 0 7 0,-10-1-8 16,0-2 22-16,0 3 1 0,0-1-3 0,0 2 9 16,0 1-20-16,0 1 12 0,0 3-1 0,0 2-3 15,0 1 12-15,0 3-20 0,0 4-6 0,0 0 11 16,0 0-9-16,0 0 3 0,0 0 4 0,0 0-21 0,0 0-5 0,0 0-3 15,0 0-4-15,0 0 12 0,0 0 12 0,0 8 3 32,0-2-7-32,0 4 12 0,0 0-6 0,0 4 3 0,0 0 7 15,0 4-11-15,12 1 1 0,-2 2 7 16,-10 0 0-16,11 1-4 0,0 0 4 0,0 2-1 0,-4-2 8 0,3 2-7 0,2-1 1 16,-4 0-3-16,4 1-10 0,-4-2 12 0,2 2-13 15,1-3 15-15,-3 1-4 0,0-2-6 0,-8-2 18 16,12 1-14-16,-12-2 13 0,8-2 2 0,-8-1-16 15,8-1-2-15,-8-4-13 0,0 1 19 0,0-3-2 0,8-1 19 32,-8-6-12-32,0 5-13 0,0-5 21 0,0 0-16 15,0 0 17-15,0 0 13 0,0 0 2 0,0 0-3 16,0 0 7-16,0 0-29 0,0-6-8 0,0-2 5 0,0-1-10 16,0-2 16-16,-10-1-9 0,2-5-12 0,-2-1 10 15,10-4-9-15,-13-1-5 0,3-4 10 16,10-2-4-16,-12-2 1 0,12-2 20 0,-10 0-15 0,10 0 8 15,0 1 3-15,0 1-13 0,0 2-2 0,0 1 6 16,0 4-6-16,0 1 0 0,10 5 13 0,2 1-14 16,-4 3 17-16,2 3-11 0,1 2 2 0,-2 1-10 15,1 5-6-15,2 3 16 0,1 0-14 0,-2 0 7 16,5 0-4-16,0 6 6 16,1 4 1-16,0 0 8 0,1 2-2 0,-1 1-15 15,-1 2 8-15,1 0 7 0,-4 0-4 0,1 1 14 0,-4 2-6 16,-2-2-3-16,-8-1-3 15,9 0-3-15,-9-1 12 0,0-1-4 0,0 0 4 16,0-2 3-16,0 0-9 0,0-1 6 0,-16 0-4 16,2-3 11-16,-2 1-3 0,0-4-11 0,-4 0 6 0,1-1-8 0,-2 0 8 15,1-3-2-15,-2 0 5 0,3 0-10 0,0 0-8 16,3 0 24-16,2-5-19 16,4 2 5-16,-1 0 10 0,11 1-35 0,0 1 27 0,-9 1-11 15,9 0-8-15,0 0 16 0,0 0-23 0,0 0 17 16,0 0-4-16,0 0 5 0,0 0 3 0,0 0-2 0,14 0 3 0,-1 3-7 15,1 0 13 1,3 0-5-16,2 0 9 0,0-3 0 0,0 3-15 16,2-3 7-16,1 3-10 0,0-3 19 0,0 0 2 0,-1 0-8 15,1 0 16-15,-2 0-21 0,1-6 13 16,1-1 9-16,-2 0 11 0,0-2 16 0,-3 0-5 0,-1-2 9 16,-2-1-8-16,-1-3-15 15,-1-1-2-15,-4-2-25 0,-8-2-8 0,10-3 12 16,-10 0-4-16,0-3 11 0,0-2-5 0,0 0 0 15,0-2-7-15,0 0-6 0,0 1-2 0,0 0-11 0,-10 1 18 16,2 3 6-16,-1 3 3 0,9 2-2 0,-11 2-10 16,3 3 4-16,8 3 2 0,-11 3 2 15,11 2-1-15,-8 2-18 0,8 2-4 0,0 1 3 16,0 2-8-16,0 0 7 0,0 0-11 0,0 0 12 0,0 0-2 16,0 5-4-16,0 1 24 0,0 1-24 0,0 4 26 15,0 2 7-15,0 3-7 0,0 3 14 0,0-1-22 0,0 3 0 0,0 1-1 16,0 1-5-16,0 0 6 0,0 0-1 15,0-1-12 1,0 0 16-16,10-1-9 0,-1 1 6 0,-9-2 9 0,11-2-11 0,-3 2 11 16,4-2-1-16,-2-2 0 0,0 0 1 0,2-2-1 15,-1-1 0-15,3 0 2 0,-1-2 5 0,4 0 5 16,1-2 1-16,2-1-5 0,0-1 17 0,0-2 1 16,4-1-1-1,-1-1 18-15,1-3-10 0,2 0-7 0,-3 0 12 0,2 0-21 0,-1-5-2 16,-3 0 15-16,2-1-16 0,-1-2 6 0,-4 0 4 15,1-1-3-15,-5-1 4 0,0-1-15 0,-1 0 3 16,-2-1-19-16,-5-1 3 0,-6 0 17 0,8-1-19 0,-8 0 9 16,0 2-1-16,0-2-12 0,0 2 6 0,0 0 5 0,0 1-13 31,0-1 0-31,-11 4-9 0,2-1-9 0,-1 3 1 16,-1 0-2-16,0 1 4 0,0 2-8 0,-2 2 15 15,1 1-3-15,-1 0 4 0,-3 0 4 0,4 7-11 0,-4 1 14 16,5 0-9-16,-2 3 9 0,1-1-5 0,2 1 6 15,0 1 11-15,10 0-15 0,0 0 15 0,-9 1-14 16,9 0 9-16,0 1 1 0,0 0-9 0,0 0 6 0,0-1-7 0,14 1 1 16,-1 0 13-16,4 0-3 15,1-1 10-15,2-1 9 0,1-2 17 16,1 1 25-16,3-4-8 0,1 1 10 16,0-2-19-16,1-1-16 0,3-1-2 0,-3-1-3 0,3-1-10 0,-3-1 0 0,2 0-6 15,-4-1 1 1,2 0-4-16,-4 0-9 0,-5-3 15 0,-1 1-14 0,-2 0 3 15,-5 1 8-15,0 0-15 0,-10-2 3 0,7 3 2 0,-7-2-7 0,0 1-24 16,0 0-71-16,0 1-51 0,0 0-93 0,0 0-92 16,0 0-59-1,0-2-117-15,0 0-146 0,0 0-114 0,0 1-151 0,-12-2-101 16,-3-2 166-16</inkml:trace>
  <inkml:trace contextRef="#ctx0" brushRef="#br0" timeOffset="4017.96">1244 2531 1819 0,'-8'2'38'0,"8"-2"33"0,-8 0 74 15,8 0 16-15,0 0-21 0,0 0-10 0,0 0-72 16,0 4 3-16,0-4 24 0,0 0 2 0,0 0 61 16,0 0-16-16,11 4-3 0,3-4 9 0,2 3-41 15,8-3 37-15,1 3 0 0,7-1-5 0,3-2 10 16,4 0-20-16,7 0-11 0,6 0-10 0,5 0-17 0,8 0 3 0,6 0-22 0,5 0 17 15,9 0-5-15,5-5-6 0,5 5 30 16,7-6-14-16,6 3 8 0,5 3 0 0,7 0-35 16,5-4 22-16,6 4-12 0,5-5 4 0,8 5 4 0,0-5-20 15,3-1 15 1,0 0 6-16,0 0 34 0,0-2-4 0,-3 1 3 16,-5-1-10-16,-6 0-22 0,-7 2 7 0,-7 0-18 15,-10-2-13-15,-8 2-6 0,-12-1-20 0,-12 2-1 16,-13 5-9-16,-9-6-4 0,-14 0 16 0,-8 6-14 15,-7-3 16-15,-11 3-10 0,-4 0-16 0,-11 0 31 16,0 0-20-16,0 0 11 0,0 0-3 0,0 0-24 16,0 0 16-16,0 0-15 0,0 0 1 15,0 0-6-15,0 0 3 0,0 0 7 0,0 0-5 16,0 0-4-16,0 0-13 0,0 0-24 0,0 0-32 0,0 0-82 16,0 0-76-16,0 0-51 0,0 0-103 0,-11 0-53 15,11 0-159-15,-12 0-135 0,-3 0-198 0,0 0-151 0</inkml:trace>
  <inkml:trace contextRef="#ctx0" brushRef="#br0" timeOffset="7857.45">2265 3248 1637 0,'8'0'61'0,"-8"0"42"0,8-6 99 0,-8 0 33 0,0 6-25 0,0 0 6 0,5 0-70 32,-5 0 32-32,0 0 4 0,0 0-19 0,0 0 5 15,0 0-30-15,0 0-29 0,0-6-3 0,0 6-31 16,0-5-15-16,0 5-6 0,0-6-7 0,-8 6 0 15,0-3-10-15,0 3-6 0,2 0-9 0,-4 0 3 16,2 0-10-16,-1 0 3 0,-2-4-15 0,1 4-4 16,-2 0 8-16,2 0-5 0,-3 0 11 15,1 0-8-15,2 0-6 0,-2 0 2 0,2 0-10 16,-1 0 2-16,0 0 1 0,0 0 0 0,0 6 1 0,0 3 7 16,0-1-8-16,3 2 0 0,-3 1 3 15,1 1-7-15,1 2 16 0,9 0-5 0,-11 1-4 16,11 1 2-16,-8 0-2 0,8 1-4 0,0 0 11 15,0 0 3-15,0-1-9 0,0 0 11 0,0 0-9 0,8-1 8 16,3-1 6-16,0 0 2 0,3 0 10 0,-1-1 5 0,4-1-8 16,-1-1 14-16,3 0-3 0,0-1-8 0,3-2 20 15,-2 1-6-15,3-3 12 0,-1-1 8 16,2-5-6-16,-1 4 3 0,0-4-20 0,-1 0 1 16,0 0 15-16,-3 0-2 15,0 0 14-15,0-9-4 0,-2 3-6 0,-3-3 5 0,1 2-3 0,-1-3-2 0,-3 1-5 16,2-4-28-1,-1 1 1-15,-1-2-1 0,2-1-13 0,-4 1 21 0,1-1-5 0,-2-1-5 0,-8 1 4 16,14 1-17-16,-6 1-4 0,-8 1 2 0,12 1 1 16,-12 0 6-16,13 3-19 0,-5 1 2 0,-8 1-12 15,14 1 5-15,-4 5 19 0,1-6-15 0,1 6 20 16,-2 0-19 0,1 0 7-16,0 0 11 0,-11 0-23 0,15 0 5 15,-2 0-6-15,-3 11 0 0,-10-2 4 0,17 0 10 16,-4 0-2-16,-3 0-4 0,2 2 18 0,-2 0-7 0,-10-1-9 15,11 0 3-15,-11-1-8 0,0 0 11 16,0 0 4-16,0 0-5 0,0 1 0 0,0-2-1 16,0 2 0-16,0-2 12 0,0 1-20 15,-13 0 3-15,0-2 7 0,-1 0-14 0,1-1 26 0,0-6-7 0,0 5 1 16,-3-5 2-16,3 0-11 0,-1 0 8 16,0 0 1-16,1 0 8 0,-3 0-3 15,5-7-6-15,-1-2-2 0,2 0-2 0,-1-1 12 16,11-1-17-16,-11-1-5 0,11-1 0 0,0-1-4 0,0 1 15 0,0-3 4 0,0 1 2 15,0 1-17-15,0 0-8 0,0-1 4 0,0 3-10 16,13 1 21-16,-1 1 5 0,4 0-4 0,-2 2 3 16,5 1-15-16,-1 1 8 0,4 6-8 0,-2-6 0 31,1 6 5-31,3 0-6 0,-1 0 9 0,1 0-3 16,-3 0 11-16,1 0 5 0,0 7-2 0,-3 3 5 15,1 0-16-15,-5-1-13 0,2 2 2 0,-6 0 4 16,3 0-3-16,-4 1 10 0,0 1 6 0,-10 0-7 15,12-1 9-15,-4 1-5 0,-8-1-4 0,0-1-2 0,8 0 3 16,-8 0 6-16,0-3-6 0,0 1 16 0,0-4-13 16,0 1 9-16,0-6 0 0,0 0-3 0,0 0 12 0,0 0-2 15,0 0 14-15,0 0 3 0,0 0 3 0,0 0-13 16,0 0-11-16,0-7-12 0,0 1 3 0,0-1-8 0,0-1 7 31,0-1-3-31,0-2-9 0,0-1 18 0,0-2-9 0,0-1-2 16,0 0 0-16,0-1-7 0,0 1 7 0,0 0 8 0,0-1-7 0,0 3-19 15,0 0 26 1,11 3-18-16,-11 1 10 0,11 1 3 0,-11 0-18 16,11 8 21-16,-11-6-22 0,11 6 25 0,-11 0-15 0,10 0-5 0,-10 0 8 0,9 0-2 0,2 0-2 31,-3 0 0-31,0 0 15 0,1 8-17 0,1-1 8 16,-2 4-4-16,3-2 5 0,-2 3 1 0,3 1 2 15,0 1 7-15,-1-1-3 0,2 2 0 0,-1 0-13 16,1-1 15-16,3-1-17 0,-3-1 11 0,2-1 0 0,0-1-10 15,-1 0 13-15,0-3-1 0,-1 0 6 0,4-1-1 16,-4-6-3-16,1 6 5 0,-1-6 9 16,1 0-5-16,-1 0 2 0,1 0 4 15,-3 0 5-15,0 0 6 0,0 0 2 0,-11-10-11 0,14 1-4 16,-4-1-14-16,-10-1 3 0,14-2 6 0,-14-2-8 0,13 0 15 16,-13-2-13-16,0 1-6 0,0-3 6 0,0-1-2 15,0 0-4-15,0 2 9 16,0 0-17-16,0 2-10 0,0 0 13 15,-15 0-15-15,-2 4 21 0,3 1-6 0,-2 2 1 0,3 0-1 16,-1 9-11-16,0-7 1 0,1 7 0 16,1 0 4-16,0 0-3 0,12 0 6 0,-12 0-19 0,12 0 9 15,-10 0-3-15,10 13-12 0,0-4 8 0,0 2 13 0,0 1-3 0,0-1 33 16,0 0 0-16,0-1-29 16,19 1 16-16,-1 1-12 0,1 2-2 15,1-2 13-15,1 0-8 0,4-1 2 0,0 1 5 16,0 0 1-16,1-1 7 0,-2 0-15 0,1-2 4 0,0 1-7 15,-3-1-8-15,-1 0 6 0,-1 0 13 0,-1-2-5 16,-3 0 12-16,-3-1-7 0,-4-1-6 0,-9 0 7 0,0-5-11 16,0 6 19-16,0-6-16 0,0 7 4 0,0-7 8 0,0 5-10 15,0 1 9 1,0-6 15-16,0 5-11 0,-17 0-6 0,3-5 0 0,-2 6-6 16,2-6-1-16,-3 0 12 0,2 0-6 0,-2 5-14 0,6-5 17 15,11 0-19-15,-16 0 14 0,16 0-5 16,-11 0 2-16,11 0-1 0,0 0-6 15,0 0 3-15,0 0-15 0,0 0 9 0,0 0-12 0,0 0 16 16,0 0 1-16,0 0-2 0,0 0 5 16,0 0-5-16,0 0-2 0,0 0 18 0,19 0 0 15,-2 0 4-15,2 0 2 0,0 0-21 0,5 0 15 0,0 0-22 0,-1 0 18 16,0 0 5 0,-1 0-14-16,1 0 9 0,1-7-14 0,-5-2 5 15,0 1 14-15,-3 0 10 0,1-4-1 0,-4 0 10 16,1-2-14-16,-3-3-5 0,0-2-2 0,-11-2-4 15,10-4 6-15,-10 0-3 0,0-3-10 0,0-3-4 0,0 1-8 16,0-2-1-16,0 3 13 0,0-2 6 16,0 2 2-16,-16 1-8 0,3 2-7 0,-1 4-7 15,-2 1 6-15,-1 3 9 0,4 2 8 16,-1 3-9-16,1 2 3 0,2 2-5 0,11 3-7 0,-11 1 3 0,11 5-11 0,0 0-6 16,0 0 1-16,0 0-5 0,0 0 6 0,0 0 18 15,0 8 4-15,0 1 10 0,0 1-3 16,0 3-9-16,0 2-5 0,0 1 14 0,0 2-4 0,0 3 14 15,0 0 9-15,0 3-22 16,11-2 15-16,-1 2-27 0,-10 0 4 0,12 1 9 0,-1-2-5 16,-1 0 7-16,-2 0-4 0,4 0-8 0,0-2 0 15,0 2 19 1,2-3-4-16,2 1 2 0,-2-3 1 0,5-1-10 0,-3-1 3 16,3-1 5-16,0-2-8 0,2-2 2 15,-1-1 0-15,1-2-6 0,1-1 17 0,-2-2 4 0,-2-5-6 0,1 0 14 16,-2 0 6-16,-4 0-7 0,0 0 24 0,-1 0-8 0,-1 0-9 0,-11-9 3 15,10 1-25 1,-10-2-5-16,11-1 3 16,-11-2-6-16,0-1 8 0,0-2-2 0,0-1-2 15,9-2-6-15,-9-2 5 0,0 1-8 0,0 0 6 0,0-1-1 0,0 1-9 0,0 0 4 16,-13 0-17-16,1 0 9 0,1 2-4 16,0 3 1-16,-2-1 6 15,2 3-8-15,-3 2-1 0,3 3 10 0,1 1-10 0,-2 7 5 0,2 0 3 0,10 0-15 16,-11 0 8-16,2 0 10 0,9 0-11 0,-10 0 13 15,10 9 2-15,0 0-6 0,0-2 7 0,-10 2-2 16,10 2-1-16,0-1 4 0,0 0 5 16,0 0-6-16,0-1-1 15,0 2-13-15,0 1 12 0,15-2 3 0,-3-2 7 0,1 1 4 16,4-1-10-16,-2 1 0 0,4-3-1 16,-2-6 5-16,5 7-6 0,0-7 7 0,1 0-15 15,-1 0 20-15,1 0 1 0,-1 0-6 0,-2 0 4 16,-2 0-7-16,-3-10 5 0,-1 2 0 0,-1-1 18 0,-4 2-23 15,-9-3 18-15,11 1-13 0,-11 0 25 0,0 1-4 0,13-2 1 16,-13 2 8 0,0 0-31-16,0 2 10 0,0-1-13 0,0 0 1 15,0 7-5-15,0-4 2 0,0 4 0 0,0 0-9 16,0 0-5-16,0 0-14 0,0 0-16 0,0 0 6 16,0 0 9-16,0 0 19 0,0 0 14 0,0 9 11 0,0 2-6 15,0-2-14-15,0 2-4 0,0 4-6 16,0-1 2-16,0 1 4 0,0 2 2 0,12-2-6 0,-12 3 9 0,13-1-2 15,-2 0 10-15,0 0-2 0,-1-2-3 0,1-1 11 0,0 0-12 32,0-2 14-32,3-1-8 0,2-1-2 0,1-2 9 0,1-2-11 15,2-6 5-15,2 5 6 0,1-5-11 0,0 0 25 0,-1 0-10 16,2 0 4-16,-5 0 2 0,3-9-11 16,-6 1 5-16,1-3-13 0,-4 1 17 0,0-1-12 15,-2-2-1-15,-11 0 9 0,8-2-15 0,-8-1 1 16,0-2 2-16,0 1-7 0,0 0-6 15,0 1 8-15,0 0-5 0,0 1-4 0,0 1 15 0,0 2-13 16,0 1 17-16,0 2-7 0,-8 2-11 0,8 2 7 16,0-1-18-16,0 6 18 0,0 0 9 0,0 0-13 15,0 0 10-15,0 0-21 0,0 0-14 0,0 0 11 16,0 0 7-16,0 0 0 0,0 0 12 0,0 0-12 16,0 7 4-16,0 1 12 15,0 1 3-15,0 0 6 0,0 0-5 0,0 3-16 0,0 2 1 0,0-3-5 16,0 3 3-16,0 0 11 0,0-1 10 0,8 1-8 15,4 0 12-15,-2-2-7 0,2-1-5 0,1 1 3 0,0-3-8 16,4 1 13-16,-1-2-12 0,1-3 18 0,2-5 2 16,-1 6 4-16,-1-6-5 15,1 0-5-15,1 0-11 0,-1 0 6 0,-2 0 10 16,0-8-3-16,-3-1 8 0,-2 1-8 16,1-2 5-16,-12-1-12 15,12-1-7-15,-12 0-9 0,0-2-4 0,0-1 22 0,0 0-13 0,0-1 11 16,0 0-8-16,0-1-8 0,0 3 13 0,0-1-10 15,0 2-2-15,0 1 1 0,0 3-3 0,0 0 12 16,-10 1-7-16,10 2-6 0,0 6-4 0,0-4-10 16,0 4 15-16,0 0-11 0,0 0 8 0,0 0-4 15,0 0-2-15,0 0 22 0,0 0-4 0,0 9-1 16,0-2-4-16,0 2-6 0,0 1-5 0,0-2 12 0,0 2-3 16,0 2 7-16,0-1-1 0,0 3 1 0,0-2 0 0,0 0-10 15,0 2 7-15,11-1-6 0,0 0 4 0,2-1 7 16,-2-1-1-16,0-2-2 0,2-1 1 15,-2-2-3-15,1-2 6 0,1-4 0 16,1 0 0-16,-3 0-7 16,3 0 8-16,-1 0 3 0,-2 0-2 0,3 0 4 15,-1-7-12-15,-2-1 11 0,0 0-2 0,-1-2 1 16,-10-1 5-16,14-3-13 0,-5 2 6 0,-9-3-4 16,12 1-12-16,-12-1 6 0,9-3-7 0,-9 2 10 0,0-1-2 15,10-1-1-15,-10-1-1 0,0 1-4 0,0 1 3 16,11 2 8-16,-11 1-11 0,0 2 11 0,12 1-11 15,-12 2-1-15,8 1 12 0,-8 2-17 0,0 2 20 16,10 1-13-16,-10 3 4 0,12-3-2 0,-12 3-4 16,0 0 1-16,11 0 1 0,-11 0 7 0,8 0-2 0,-8 0-4 15,11 0 0-15,-11 0 0 0,0 0 5 0,10 0 4 16,-10 4-7-16,0-4 3 0,0 3-10 0,0-3 9 0,0 0-3 16,9 0 5-16,-9 0 17 0,0 5-12 0,0-5 15 15,0 0-13-15,0 0-7 0,0 0 4 0,0 0-7 16,0 0 16-16,0 0-11 0,0 0 1 0,0 0-8 15,0 0 0-15,-9-5-5 0,9 5 13 0,-13 0-8 16,2-3 5 0,0 3-12-16,11 0-2 0,-14 0 9 15,3 0-13-15,1 0 19 0,10 7-18 0,-14 0 18 0,3 2-6 0,11-1 8 0,-11 2 1 16,11 2-13-16,-13 3 16 0,13 1-2 0,0 1-2 16,-11 2 2-16,11-3-7 0,0 3 3 15,0-1 3-15,0-1-4 16,0 0-1-16,0-2-13 0,0 0 8 0,0-1-5 0,13 1 8 15,1-2 4-15,-1-1 3 0,2-1 16 0,0-1-12 16,3-2-4-16,0-1 2 0,4-2-10 16,0-5 18-16,2 6 1 0,3-6-2 0,-2 0 5 15,2 0-9-15,2 0 22 0,-1 0-2 0,-3 0 19 0,2 0-10 16,-3-6 13-16,0 0 6 0,-1-2-16 0,-2 1 7 16,-4-2-14-16,2-2-1 0,-4 0-8 0,-1-3 5 15,-3 1-12-15,-11-3-17 0,11 1 3 0,0-3-12 0,-11-2 1 16,0-2 4-16,0 1-3 0,8-3 5 15,-8-1 7-15,0 0-20 0,0 0 21 0,0 0-3 16,0 1-6-16,0 1 14 0,0 2-26 0,0 0 16 16,0 4 1-16,-11 1 7 0,11 2 24 0,0 1-21 0,-11 3 0 15,11 2 1-15,0 2-11 16,0 1 3-16,0 2-10 0,0 0 3 0,0 3-12 0,0-1 9 0,0 1 4 31,0 0 0-31,0 0 0 0,0 0-9 0,0 0 4 16,0 0-13-16,0 3 10 0,0 0 3 0,0 0 0 0,0 0 7 0,0 3-7 15,0 2 9-15,0 1-4 16,0 3 1-16,0 0 2 0,0 2 3 0,0 3-4 0,0 0 1 16,0 1 4-16,0-1-11 0,0 2 12 0,0 0-5 15,12 0 3-15,-12 2-2 0,13-2-4 0,-5 1 5 0,3-1-6 16,-11-2 16-16,13-1-18 16,1-1 5-16,-3 0 0 0,2-1-12 0,4-1 12 15,-4 0 2-15,4-1-2 0,-1-1 7 0,4-1-4 0,1 1 2 16,0-2-2-16,1-1-5 0,1-2 6 0,2-1-16 15,1-5 9-15,-4 0-1 0,2 0-1 0,-5 0 1 0,-2 0-8 16,-3 0-26-16,-4 0-33 0,1 0-54 0,-11 0-70 31,0 0-78-31,0-11-58 0,0 0-52 0,0 2-48 0,0-2-77 16,0 1-93-16,0-1-89 0,0 0-99 0,0-1-34 16,-16-2 51-16</inkml:trace>
  <inkml:trace contextRef="#ctx0" brushRef="#br0" timeOffset="8176.7">5676 2959 2709 0,'0'0'61'0,"-7"0"64"0,7 0 67 0,0 0 35 0,0 0-27 0,0 0-32 0,0 0-43 0,0 0 7 16,0 0-9-16,0 0-7 0,0 0 10 0,0 0-30 15,0 0 16-15,0 6 20 0,0-6-25 0,0 5 27 16,0-5-6-16,14 4-37 0,-1-4 15 0,3 6-22 16,1-6-24-16,4 0 6 0,1 0-2 0,5 5-30 31,0-5 1-31,3 0-9 0,3 0-13 0,-1 0 6 16,3 0-6-16,-2 0-6 0,0 0-2 0,-4 0 14 15,-1 0-14-15,-3-6-2 0,-3 6 0 0,-6-5-4 16,-2 5 10-16,-14-4 0 0,13 4-50 0,-13 0-72 15,0-4-106-15,0 1-114 0,0-1-135 0,0 1-93 0,0 2-116 0,0 1-120 0,-18 0-80 16,3-7 131 0</inkml:trace>
  <inkml:trace contextRef="#ctx0" brushRef="#br0" timeOffset="8864.34">3603 3100 1540 0,'0'0'12'16,"0"0"23"-16,0 0 33 0,0 0 31 0,0 0 5 15,0 0-17-15,0 0-29 0,0 0-6 0,0 0 6 16,0 0 58-16,0 0 12 0,8 0 0 0,4 0-4 16,-2 0-33-16,4-4 9 0,2 2 5 0,0-1 20 15,4-1-9-15,2 1 8 0,2 0 5 0,2 0-11 16,-1 2 9-16,3 1-5 0,2-5-4 0,0 2-4 0,0 0-9 15,-1-1-11-15,1 1-15 0,-2-1-1 0,-3 0-17 0,-2-1-1 16,-3 2-14-16,-4 3-10 16,-5-4 2-16,-1 4-3 15,-10 0 2-15,0-4 0 0,0 4-1 0,0 0-17 0,0 0 4 0,0 0-18 0,0 0-1 0,0-5-12 32,0 5-56-32,0 0-72 0,0-3-109 0,0 1-101 0,0 1-95 0,0 1-99 0,0 0-124 15,0 0-111 1,0-2 77-16</inkml:trace>
  <inkml:trace contextRef="#ctx0" brushRef="#br0" timeOffset="11130.43">7714 2953 1106 0,'0'0'28'0,"0"0"59"0,0 0 45 0,0 0 48 0,0 0 16 15,0 0-22-15,0 0 43 0,0 0-5 0,0 0-6 16,0 0-5-1,0 0-34-15,0 0-8 0,0 0 6 0,0 0 8 16,0 0-51-16,0 0 9 0,0-5-31 0,0 5-15 16,0-6 27-16,0 1-24 0,0-1 5 0,0 2-7 0,0-2 0 15,0-1-10-15,0 2-17 0,-10-2-12 0,10 1-37 16,-11 0-3-16,0 1-5 0,0 1-9 0,1-1 13 16,0 5-16-16,-2 0 2 0,1-4 0 0,-3 4-9 15,0 0 19-15,-2 0 2 0,2 0 7 0,0 0 1 16,1 9-14-16,-3-1-3 0,5-1 4 15,0 1-6-15,-1 1 13 0,12 0-14 0,-10-1-4 0,10 3 8 16,0 0-11-16,0 0 16 0,0 0 6 0,0 0-6 0,0 0 7 16,0 1 2-16,0 0 0 15,0-1-3-15,11 1 6 0,1-1-27 16,-2-1 7-16,0 0 4 0,2 0 0 0,-1-2 19 0,-1 0-18 16,4-1-2-16,-1-7 2 0,-1 0 25 0,3 7-18 0,0-7 19 15,-2 0-18 1,3 0-4-16,-2 0 29 0,0 0 12 0,-1 0 21 15,0 0 2-15,-1-9 2 0,-12 0-26 0,13 1 2 0,-13 0 0 16,12-3 1-16,-12 0-12 0,0-1 9 0,0 1-17 16,0-2 5-16,0 1-8 0,0 0-6 0,0 1-6 15,0 1-2-15,0 1 3 0,0 0-3 0,0 3 1 16,0 1-12-16,0 5 6 0,-12 0-2 0,12 0-6 16,0 0-8-16,0 0 2 0,0 0-10 0,0 0 13 0,0 0 1 15,0 0 13-15,0 0 0 0,0 8-7 0,0 2 16 16,0 0-10-16,0 2-13 15,0 0 15-15,0 1-17 0,0 0 15 0,12-1 4 0,-12 0-7 0,16 0 16 16,-3-2-27 0,-2 0 16-16,0-1-2 0,2-2-19 0,-2 1 19 15,0-8-6-15,1 7-7 0,1-7 23 0,1 0-6 16,-3 0 1-16,1 0-9 0,0 0-12 0,-12 0 15 0,13 0-6 16,-13 0-13-16,12 0-59 0,-12 0-97 15,10 0-123-15,-10-8-161 0,0-2-118 0,0 1-178 16,0-2-126-16,0-2 52 0</inkml:trace>
  <inkml:trace contextRef="#ctx0" brushRef="#br0" timeOffset="11456.69">8474 2803 3449 0,'0'-3'63'0,"0"-2"54"16,0-1 26-16,10 2 12 0,-10 0-51 0,0 4-60 0,0 0-21 0,0 0-11 15,0 0-9-15,11 0 5 0,-11 0 11 0,0 8-2 16,11-2-2-16,-11 2 17 0,12 1-17 0,-2 2 13 0,1 1-14 16,0 2-10-16,0 1 2 0,0 1-7 0,-11 0 10 15,14 2 9-15,-2 1-8 0,0-2 1 16,-2 0 0-16,-10 0-5 0,11-1 10 0,1 1-8 15,-2-3 11-15,-10 0-8 0,11-1-4 0,-11-2 3 16,14 0-23 0,-14-3-28-16,11-1-70 0,-11-1-78 0,0-1-61 0,10-5-91 15,-10 0-86-15,0 0-82 0,0 0-81 0,0 0-37 16,0 0 63-16</inkml:trace>
  <inkml:trace contextRef="#ctx0" brushRef="#br0" timeOffset="11810.51">8368 2823 3030 0,'0'-3'60'0,"0"-2"76"0,-6 2 63 0,6 0 47 15,0 3-22-15,0 0-53 0,0 0-32 0,0 0-21 16,0 0-14-16,0-4-5 0,0 4 0 0,0 0-12 16,14-5-16-16,3 5-11 0,-1 0-8 0,3 0 10 15,2 0 0-15,4 0 10 0,2 0-21 0,2 0-15 0,1 0-12 0,0 0-13 31,1 0 11-31,-1 6-21 0,2 2 2 0,-4-1-8 16,1 1-2-16,-2 1 5 0,-3 2 10 0,-4 0 4 16,2 1-15-16,-6 0 15 0,-4 0-2 15,0 2-4-15,-12 0 6 0,9 1 11 0,-9 0-10 0,0 0 6 0,0 0 8 16,0 1-24-16,0-2 12 0,0 2-13 0,-14-2 4 16,1 0-7-16,-3-1 6 0,-1-1 14 0,0 0-9 15,-4-1 6-15,0-3-13 0,-1 1 0 0,0-2 2 16,0-7-6-16,0 9-8 0,0-9-46 0,0 8-16 15,3-8-36-15,-2 0-34 0,4 0-27 0,3 0-52 16,2 0-46-16,12 0-74 0,-10 0-83 16,10 0-126-16,0 0-84 0,0 0-16 0,0 0-53 0,0-6 174 15</inkml:trace>
  <inkml:trace contextRef="#ctx0" brushRef="#br0" timeOffset="12096.32">9078 2814 3790 0,'0'0'82'0,"0"-2"60"0,0 2 34 0,0 0 27 0,0 0-74 16,0 0-58-16,0 0-33 0,0 0-33 0,0 0-8 16,0 0 17-16,0 0-15 0,0 0 10 0,0 6 9 15,0-1-19-15,0 4 25 0,0 0-6 16,0 0-3-16,11 4 6 0,-11 0-14 0,10 1 7 15,-10 1-4-15,12 2-7 0,-2-1 0 0,1 0 3 16,-2 0 1-16,-9-1-5 0,12 2 10 0,0-2-24 0,-1-1-41 16,-3-1-56-16,3-2-62 0,-11 0-84 0,11-4-67 15,-3 0-14-15,-8-4-55 0,0-3-93 0,0 0-62 0,0 0-99 0,11 0 1 16</inkml:trace>
  <inkml:trace contextRef="#ctx0" brushRef="#br0" timeOffset="12363.21">8926 2792 3002 0,'-8'-1'49'15,"8"-1"12"-15,0-1 79 0,0 3 28 0,0 0-4 0,0 0 26 16,0 0-26-16,0 0 17 0,0 0-4 0,0 0-16 16,13 0-6-16,4 0-31 0,-1 0 2 15,6 0-7-15,-1 6-29 0,5-6 9 0,0 0-30 16,1 4 0-16,0-4-34 0,-2 0 8 0,0 0-20 15,-4 5-6-15,1-5 12 0,-1 0-37 0,-4 0 8 0,0 0-18 16,-2 5 20-16,-1-5 0 0,-4 0-7 0,-10 0-50 16,11 0-76-16,-11 0-65 0,9 0-87 0,-9 0-54 15,0 0-67-15,0 0-49 0,0 0-70 0,0 0-27 0,0 0-38 16,0 0 2-16,0 0 39 0</inkml:trace>
  <inkml:trace contextRef="#ctx0" brushRef="#br0" timeOffset="12545.67">9051 2948 1501 0,'-11'6'32'0,"11"-6"53"0,0 5 53 0,0-5 51 0,0 4 85 0,0-4-3 0,0 3 1 0,0 0-13 16,13-3-80-16,0 2 2 0,2-2-35 0,3 3-17 16,4-3-30-16,0 0-47 0,3 0-6 0,-2 0-35 15,2 0-7-15,-2 0 6 0,-1 0-12 0,-1 0 10 16,-2 0-8-16,0 0-44 0,-5-3-73 0,-2 1-99 15,-12 2-171-15,0 0-144 0,10 0-138 0,-10 0-85 16</inkml:trace>
  <inkml:trace contextRef="#ctx0" brushRef="#br0" timeOffset="13003.46">9716 3060 1791 0,'0'6'27'0,"12"-6"40"0,-12 5 22 0,11 1 27 0,-11-1 45 15,9 0-34-15,-9-5-4 0,0 5 4 16,8-5-64-16,-8 4 39 0,0-4 10 0,0 0 21 0,0 0 36 16,0 0 18-16,0 0 32 0,0 0-11 0,0 0-37 15,0 0-46-15,0 0-44 0,0 0-23 0,-12 0 26 16,12-8-11-16,-14 1-7 0,2 0-11 0,0-1-37 15,2-1 6-15,-2-2-4 0,1 2 14 0,11-3 17 16,-15-1-16-16,3-1 2 0,12 0-5 0,-15-1-22 16,15-1 8-16,-12-1-1 0,12-1-12 0,0-1 18 15,-11 1-2-15,11 1-5 0,0 0-5 0,0 0-5 16,0 2-7-16,0 3 4 0,0 1 6 0,0 1-9 0,0 3-2 31,10 3-5-31,-10 4 4 0,13 0 3 0,-13 0 12 0,13 0 1 0,-3 0-9 16,2 0-2-16,-2 0-15 0,2 0 10 0,1 9 10 15,0 0-11-15,1 0 28 0,0 2-20 16,2 1-4-16,0 2 15 0,3 0-6 0,-2 1 3 16,-1 0-7-16,1 1 7 0,-2-1-13 0,2 0 5 15,-3 1 10-15,0-1-9 0,-1-1 5 0,0-1 9 16,-1 0-26-16,-2-1 5 0,1-3 10 0,-11 2-6 16,14-2-21-16,-14-1-38 0,10-2-88 0,-10-6-80 15,11 6-36-15,-11-1-80 0,0-5-41 0,0 4-23 16,0-4-124-16,0 0-69 0,0 0-52 0,0 0 5 0</inkml:trace>
  <inkml:trace contextRef="#ctx0" brushRef="#br0" timeOffset="13245.95">9648 2977 2270 0,'0'0'97'16,"0"0"62"-16,0 0 54 0,0 0 46 15,13 0-57-15,2 0-22 0,2 0-20 0,2 0-27 16,2 0-24-16,2 0-28 0,-2 0-25 0,5 0-21 16,-3 0-15-16,2 0-4 0,-3 0-21 0,-2 0 13 15,-2-3-4-15,-2 3-14 0,-2-3-46 0,-4 0-108 16,-2 1-118-16,-8 2-208 0,0 0-163 16,0-6-165-16,12 2 100 0</inkml:trace>
  <inkml:trace contextRef="#ctx0" brushRef="#br0" timeOffset="13678">10988 2567 3623 0,'0'-4'50'0,"0"0"69"0,0-2 39 0,0 3 27 0,0 3-52 0,0 0-66 16,0 0-37-16,0-3-22 0,0 3-10 16,0 0 2-16,0 0-9 0,0 0-4 0,0 0 0 0,0 8 8 15,0 1-3-15,0 2 0 0,0 2 15 0,0 2-3 16,11 3 5-16,2 3 10 0,-13 2-11 16,13 3-3-16,-2-1 10 0,1 0-2 0,-1 0 5 15,1 1-3-15,2 0-2 0,-2-3-19 0,2 0 16 0,-1 0-10 31,1-3-5-31,-3-2 22 0,2-4-18 0,-13 0-6 16,14-4-48-16,-14-2-84 0,15 0-73 0,-15-4-74 0,0-2-86 0,0-2-128 0,0 0-132 16,0 0-132-16,0-5 84 15</inkml:trace>
  <inkml:trace contextRef="#ctx0" brushRef="#br0" timeOffset="14947.91">10676 2731 2541 0,'0'3'41'0,"0"-3"57"0,0 0 71 15,13 3 21-15,1-2 23 0,4 1-33 0,4 0-30 16,3 1 14-16,5 0-35 0,5-3 4 0,2 2-11 0,2-2-11 0,4 0-10 0,1 0-15 16,2 0-11-16,-2 0-27 0,-1 0-8 15,1 0 1-15,-6-5 2 0,-1 1 10 0,-6 0-3 0,-2-2-10 31,-6 1-8-31,-2-1-7 0,-5 0 7 0,-2-1-7 0,-14 0 3 16,0-1-9-16,0-1-10 0,0-1-3 0,0-1-7 16,0 0 5-16,0-1-6 0,0 0 4 0,-19-1-5 15,2 3 0-15,1 0-14 0,0 1 14 16,0 3-5-16,0 0-1 0,5 0 9 0,11 6-25 0,-14-3 3 16,14 3 2-16,0 0 1 0,-13 0 22 0,13 0-14 15,0 0 8-15,0 9 8 0,0 0-11 16,0 4 6-16,0 1-3 0,0 2-9 0,0 1 9 0,0 4 3 0,0 1 0 15,0 1 7-15,14 3-6 0,1-3 8 0,-4 2-7 16,3 2 4-16,0-2-5 0,-1-1 1 0,1 0-1 16,0-1-6-1,-1-1 10-15,0-1-8 0,2-1 5 0,-3-3 4 0,2-2-8 16,-3-1-3-16,0-3 15 0,-11-2-16 16,13-1 9-16,-13-2 29 0,0-6 14 0,0 0 13 15,9 0-2-15,-9 0-23 0,0 0-24 0,0 0 3 0,0-7-7 16,0-2 7-16,0 2-17 0,0-4-7 15,11 0 9-15,-11 1 0 0,0-2 5 0,0 0 1 16,0-1-4-16,0 2-11 0,0 1 19 0,11 0-13 16,-11 3-3-16,0 1 4 0,0 1 2 0,0 0-2 15,0 5 2-15,11 0 3 0,-11 0-13 0,0 0 10 0,0 0 3 16,14 0-8-16,-14 0 12 0,15 0-6 0,-3 8-2 16,1 1 7-16,1-1-9 0,-1 1 18 0,1 0-14 15,4 1 7-15,-1 0-11 0,0-1 14 16,4 2-4-16,-2-2-4 0,3 0 1 15,0 0 9-15,0-2 23 0,-3-1-13 0,3-6 44 0,0 6-16 16,-2-6 3-16,-2 0 21 0,0 0-22 0,-1 0-20 0,-1 0-11 0,0 0-9 31,-2 0-7-31,-14-10-11 0,17 1 7 0,-17-1-6 0,13 0 7 0,-13 0 11 0,0-1-8 0,0-1 1 32,0 1-5-32,0-1 4 0,0 0-5 0,0 0 2 0,0-1 2 15,0-1-5-15,0 2 3 0,0 0 8 0,0 1-13 0,-14 2-3 0,1 0 1 0,-1 1-1 31,1 2-3-31,2 2 21 0,-3 4-7 0,2 0-10 0,0 0 11 0,-1 0-10 16,0 0-4-16,1 9 11 0,0-2-11 16,12 1-4-16,-14 1 13 0,2 2-17 0,12-2 13 15,-14 2-2-15,14-2-2 0,0 2 11 0,0-1-6 16,0 0 7-16,0-1-5 0,0 2 3 0,0-1-8 0,0-2-2 16,0 1 5-16,19-1-11 0,-4-1 18 0,0-2-6 15,1 1 1-15,-2-6 8 0,2 5-4 0,1-5 6 16,-1 0-5-16,0 0 6 15,0 0-10-15,-2 0 11 0,1-7-3 0,0 2-9 0,-15-2 5 0,15 0-6 16,-15 0-2-16,13 0 17 16,-13 1-4-16,0 0 3 0,0 0-7 0,0 1-7 0,0 5 4 15,0-6-12-15,0 6 9 16,0 0-13-16,0 0 0 0,0 0-2 0,0 0-2 0,0 0 3 0,0 0 1 16,0 0 6-16,0 0-4 0,0 8 18 0,0-2-9 15,18 1-4-15,-18 0 10 0,16 1-15 16,-16 0 16-16,16 0-5 0,-4 0-3 15,-12 0 0-15,19-1-6 0,-3-1 10 0,-1-1-9 16,-2-5 5-16,2 6 2 0,2-6-1 16,-4 0 24-16,4 0-11 0,-4 0 0 0,-1 0-4 0,1 0-1 15,-2-8-10-15,-11 0 3 0,14-1 7 0,-14-1-12 0,15-1 8 16,-15-2-4-16,0 0-1 0,12-3-3 0,-12-1 14 0,0-1-10 0,0-2-1 31,0-1 12-31,0-2-24 0,0-3 10 0,0 0 15 16,0-2-17-16,0-1 12 0,-14 0 9 0,14 0-10 0,-16 1 22 15,4 1 19-15,12 2-9 0,-15 4-6 0,1 4-8 0,14 3-10 0,0 2-9 16,-11 5-4-16,11 2-20 0,0 5-3 0,0 0-3 16,0 0 6-1,0 0 18-15,0 0-13 0,0 6 11 0,0 3 6 0,0 4-11 0,0 2 20 16,0 3-8-16,0 3 1 0,0 1 11 16,11 3-13-16,2 0 11 15,0 1-9-15,-1 1-6 0,-1-3 4 0,4 0 9 0,0-2-6 16,1-1 1-16,1-1 10 0,-1-1-16 15,0-4 14-15,1 0-4 0,-1-1-6 0,1-3-17 0,0-2-33 0,-2-1-36 0,1-2-42 16,1-2-28-16,-4-4-45 16,4 0-64-16,-4 0-90 0,1 0-117 0,-3 0-145 15,-11 0-71-15,13-9-78 0,-13 0 28 0</inkml:trace>
  <inkml:trace contextRef="#ctx0" brushRef="#br0" timeOffset="15193.31">12087 2684 2055 0,'0'4'39'0,"0"-1"96"0,16-3 46 16,3 2 44-16,2 0 11 0,5 0-64 0,4 0-3 0,2 1 11 16,1-2-7-16,2-1-10 0,3 0-29 0,-2 2-38 15,-3-2-35-15,2 0-15 0,-3 0-11 0,-2 0-20 16,-3 0-1-16,-5 0-4 0,-5 0 0 0,-3 0 7 15,-6 0-8-15,-8 0-12 0,0-3-63 0,0 1-111 16,0 0-123-16,0 1-89 0,0 1-93 0,0 0-58 16,0 0-29-16,-18-4-80 0</inkml:trace>
  <inkml:trace contextRef="#ctx0" brushRef="#br0" timeOffset="18145.41">14278 2666 1960 0,'0'-4'48'0,"0"-3"86"0,0 1 30 0,0-1 25 0,0 1-29 16,0-2-63-16,-10 3-9 0,-2 0-10 0,1 0 1 15,0 1-16-15,2 0-11 0,-4 2 2 0,2 0-22 16,0 0 4-16,-3 2-13 0,3 0-8 0,-2 0-4 16,-1 0-5-16,1 6 8 0,-1-1-14 0,1 2-3 15,2 1 0-15,0 1-5 0,0 1 16 0,0 1 3 16,1 2-9-16,10 0 6 0,-9 0 6 0,9 1 29 16,0 0 10-16,0 1 20 0,0-2-1 0,0 0-11 15,0 1 8-15,0-2 4 0,0 2 8 0,14-3-4 0,2 0 2 31,0-1-16-31,1-1-21 0,2-1 14 0,2-2-18 16,-1-1 8-16,1-2 7 0,1-3 0 0,-2 0 14 16,-2 0-15-16,1 0 13 0,-5 0-2 0,0-8-4 0,-2 2 1 15,-12-2-15-15,13 1-19 0,-13-3-11 0,0 1 4 16,0 0-9-16,0 0 6 16,0-2-3-16,0 2-16 0,0-2 20 0,0 4-20 15,0-2 18-15,0 4-9 0,0-1-8 0,0 2 2 0,0 4-21 16,0-3 17-16,0 3-16 0,0 0 10 0,0 0 4 15,0 0 6-15,0 0-5 0,0 5 8 0,0 1 3 16,0 1-12-16,0 2 16 0,0 0-14 16,0 0-4-16,0 3 9 0,12-1-4 15,-1 1-1-15,1 0 7 0,0-1 1 0,2 1 5 16,-3-2-9-16,0 0 11 0,5-1-20 0,-3-1 3 0,0-2 24 16,2-1-28-16,-1-2 23 0,0-3-7 0,-1 0-9 15,-13 0 16-15,17 0-13 0,-1 0 12 0,-5-5-10 16,-11-2-1-16,19-1 11 0,-6-1-17 15,-13-2 9-15,15-3-4 0,-15 1 3 0,16-3-6 0,-16 1 5 16,13-3 6-16,-13 1-21 0,14-1 16 0,-14 0 1 16,13 2-6-16,-13 0 5 0,14 3-3 0,-14-1-8 15,0 3-1-15,13 3 18 0,-13 1-10 0,0 2 3 16,0 2-2-16,12 3-11 0,-12 0-5 0,13 0 2 0,-13 0 24 16,17 0-17-16,-5 0 15 0,-1 0-4 0,1 6-11 15,-12-1 8-15,15 0-7 0,-3 0 10 0,-12-1-18 0,14 0 24 31,-14 1-1-31,13-5-3 0,-13 3 9 0,0-3-20 16,14 4 8-16,-14-4 10 0,0 0 37 0,0 0 18 0,0 0 12 0,0 0-5 0,0 0-30 0,0 0-28 16,0 0-1-16,0-6 1 0,0 0-23 15,0 0 39 1,0 0-41-16,0 1 5 0,0-1 22 0,-15 0-39 0,15 2 25 16,-15 0-14-16,0 0-10 0,15 4 16 15,-16 0-1-15,0 0-14 0,3 0 12 0,0 0 3 16,13 0-12-16,-18 0 23 0,2 7-21 0,16 0 4 0,-18 1 4 0,18 0-4 15,-17 1 14-15,17 1-16 16,0 1 11-16,-13 1-2 0,13 0 2 0,0-1 7 16,0 1-14-16,0 0 11 0,0 1-14 0,0-1 9 15,0-1 10-15,0 2-21 0,0-2 21 0,15 1-6 0,0-1-5 16,1-1 15-16,2 0-19 0,0-3 3 0,2 1 0 16,3-3 3-16,1-1 7 0,-2-4-3 0,4 0-1 15,-1 0-10-15,-2 0 9 0,1 0 3 0,-5 0 8 16,3 0 4-16,-3-9-16 0,-3 1 14 0,0-1-19 15,-2 0 6-15,-3-3 10 16,0 1-6-16,-11-1 1 0,15-2-12 0,-5-1 19 0,-10 1-23 16,11-1 14-16,-11 0 0 0,10-2-16 0,-10 1 26 0,0 1-23 0,12 1 15 15,-12 1-12-15,0 0-13 0,13 3 25 0,-13-1-10 32,0 2 9-32,14 1-17 0,-14 0 3 0,10 4 10 0,-10 0-13 0,11 0 10 0,-11 4-10 0,14-4 4 15,-14 4 4-15,11 0 6 0,-11 0 4 16,13 0-18-1,-13 0 13-15,16 0 3 0,-16 0 7 0,11 0-27 0,-11 0 24 0,12 0-12 0,-12 0 1 0,0 0 27 32,0 0-32-32,0 0 31 0,0 0-9 0,13 0 12 15,-13 0 6-15,0 0-18 0,0 0 16 0,0 0 0 0,0 0 11 16,0 0-9-16,0 0-13 0,0 0-8 0,0 0-24 16,0 0 14-16,0 0-9 0,0 0 5 0,0 0 2 15,0-5-6-15,0 5-5 0,-14 0-12 0,14 0 14 0,-13 0 2 16,13 0 7-16,-14 0 14 0,14 6-24 15,-16 1 4-15,5 1 1 0,11 1-9 0,-13 0 19 0,13 2-13 16,-14 0 2-16,14 1 1 0,-11 0 4 0,11-1 1 16,0 1 8-16,0 0-1 0,0-1-14 0,0 0 7 15,0 0-9-15,0 0-1 0,0 0 8 0,0 1-1 0,0-2 7 16,16 0-3-16,5 2 3 0,-4-3 2 16,5 0 5-16,0 0-11 0,5-3-3 0,1 1-3 0,2-3-3 31,1-4 15-31,-1 0-7 0,1 0 2 0,-1 0 1 15,2 0-3-15,-2 0 20 0,-2 0-5 0,2-9-4 16,-4 1 3-16,1-1-6 0,-4 0-7 0,1-2 18 16,-5-3-16-16,0 2-2 0,-3-3 0 0,-2 1-7 15,-14-2 17-15,13 0-7 0,-13 0 11 0,0 1-19 0,0 0 3 16,0 1 6-16,0 0-9 0,0 1 10 0,0 1-10 0,0 1-4 16,-18 0-6-1,1 4 13-15,1 0-7 0,-3 1-1 0,5 2 22 0,-3 4-33 0,4 0 8 16,-1 0 1-16,1 0-11 0,13 0 12 0,-16 0 10 15,16 9-13-15,-12 1 10 16,12 0 7-16,0 0-15 0,0 1 17 0,0 2-4 16,0-1 1-16,0 1-5 0,0 1 4 0,0-2-5 0,0 1 1 15,14 0 16-15,2-1-17 0,1 0 13 0,2-1-3 0,5-1-14 0,1-2 12 16,-3-1-4 0,5-1-4-16,2-1 13 0,-3-5-5 15,1 0-4-15,0 0 11 0,0 0-1 0,-5 0-3 16,0-8-1-16,-1 1-2 0,-4-1-4 0,-1-2 16 15,-2 0-11-15,-1-2 0 0,-13-1 1 0,11-2-10 16,-11 0 16-16,14-3-1 0,-14 0-6 0,0-2-9 0,0-1-2 16,0-2-1-16,0 2 5 0,0 1 20 15,0-2-9-15,0 4-7 0,0 0 13 0,0 1-27 0,-14 5 7 16,14 1 3-16,0 2-17 0,-11 3 1 0,11 6-8 16,0 0 4-16,0 0 4 0,0 0 8 0,0 0 3 15,0 7 3-15,0 4 6 0,0 1-11 0,0 3 8 0,0 4-2 16,0 2 0-16,0 2 12 0,0 5-7 0,0-1 1 15,11 3-14-15,5-1 7 0,-7 0 17 0,3 1-20 16,1 1 13-16,0-2 1 0,1 0-13 0,2 0 22 16,0 0-4-1,0-1-13-15,0-2 6 0,0 0 8 0,-1-2-14 16,1-2 14-16,0-1-22 0,-3-2 3 0,-13-3 10 16,17-2-10-16,-17-3 20 0,13-2-6 0,-13-3 18 15,0-6 4-15,0 0-1 0,0 0 63 0,0 0 26 16,0 0 4-16,0 0-6 0,0 0-71 0,0-6-36 0,0-2-13 15,0-1 14-15,0-2 0 0,0-2-7 16,0-3 9-16,-12-2-19 0,12 0 6 0,-13-4-1 16,13-1-4-16,-13-1 6 0,13-2-8 0,0-2 13 0,-13 1-5 15,13-2-4-15,0 0-2 0,-13 1-5 16,13 0 16-16,0 3-4 0,0 1 6 0,0 4-9 0,0 2 7 16,0 4-4-16,0 2 2 0,0 3 5 0,0 2-21 15,0 2 13-15,0 0 1 0,0 5-7 0,0 0 1 16,0 0-3-16,0 0 8 0,13 0 1 0,1 0 6 15,-2 0-1-15,3 0-18 0,1 0 7 0,1 6 1 16,-4 1-3-16,4 0 13 0,-2 0-14 0,-3 0 2 0,1-1 3 16,-13 0-13-16,16 2 19 0,-16-1-9 0,0-1-4 15,11-1 17-15,-11 2-5 0,0-1-7 0,0 1 12 16,0 1-9 0,0 0 2-16,0 1 14 0,0 0-10 0,-21 1 1 15,4-1-8-15,0 0 2 0,0 0-5 0,0-2 9 0,1-2 4 16,2 1-8-16,1-1 6 0,0-1-10 15,13 1-5-15,-15-3 11 0,15-2-8 0,-14 3 4 0,14-3 3 16,0 0-11-16,0 0-6 0,0 0-7 0,0 0 2 16,0 0-1-16,0 0 20 15,0 0-1-15,0 0 3 0,0 0 0 0,0 0-10 16,19 0 16-16,1 0-11 0,-2 0 7 0,4 0 16 0,0 0-16 16,0 0 7-16,4 0-1 0,-3 0-18 0,2-5 11 0,1-1 3 15,-4-1 0-15,3-1 7 0,1-1-2 0,-4 0 0 16,-2-2 1-16,-1-1-11 0,2-1 7 0,-5-1 4 15,-1-4-1-15,-4 0 14 0,-11 0 1 0,13-2-3 0,-13-2 9 16,0 0 2-16,0-2-1 0,0 0-8 0,0 2 0 16,0-3-7-16,0 2-18 0,0 0 5 0,-13 0-2 31,1 2-12-31,-4-1 5 0,3 2 13 0,-2 1-6 0,2 2 9 0,0 2-4 0,13 2-5 0,-16 2 7 16,16 5-9-16,-12 0 4 0,12 2-9 0,0 4-18 31,0 0 22-31,0 0-22 0,0 0 5 0,0 0 4 0,0 0-13 0,0 0 29 0,0 0-8 15,0 0 11-15,0 7 0 0,0 1-8 0,0 1 13 16,0 2-6 0,0 2 9-16,0 3-5 0,0 1-4 0,0 1-1 0,0 2-7 15,0-2 16-15,16 2-9 16,-4 0-3-16,1 0 8 0,0 0-15 0,2 0 14 16,0 0-5-16,2-2 4 0,-1 2 6 0,3-3-5 0,-2-2 16 15,5-2-15-15,-1-1 7 0,0-2 14 0,1-1-7 0,1-3 7 16,-1 1-2-16,-1-3-12 0,3-4-1 0,-4 3 8 15,-2-3 3-15,-1 0-13 0,-3 0 8 0,0 0-4 16,-14-5-10-16,15 0 12 0,-15 0-12 0,12-1-4 16,-12 0 18-16,0-1-16 0,11-2 2 0,-11 1 5 15,0-2-17-15,0-2 11 0,0 1 1 0,0-2-10 0,0 0 8 32,0 0-14-32,0 0 7 0,0-1 3 0,0 4-14 0,0-1 12 0,0 2-7 0,0 0-2 0,-12 1-4 15,12 2-6-15,-14 1-5 0,14 5-22 0,-12-4 21 31,12 4-10-31,0 0-1 0,-12 0 14 0,12 0-13 0,0 0 19 16,0 0-5-16,0 0 10 0,0 0 10 16,0 0-20-16,0 0 30 0,0 7-16 0,0 1 6 15,0 0 12-15,0 2-17 0,0 1 14 0,16-3-9 16,-4 2 3-16,2 1 7 0,3 0-5 0,-2-2 2 16,1 2-5-16,1-1 12 0,1-2-5 0,2 2 5 15,-1-2 13-15,0 0-20 0,0 1 7 0,2-1 8 16,-5 1-8-16,2-1 8 0,-3 0-11 0,0-1-14 0,-15 2 3 15,15-3 0-15,-15 1 9 0,14-3-3 16,-14 2-7-16,0-2 0 0,0-1 6 0,0-3 10 0,0 4-3 0,0 0 7 16,0-4-18-16,0 5 3 0,0-2 10 15,0 2-17-15,0-3 16 0,0 2-5 0,0 0-7 16,0-4 25-16,-14 4-11 0,1 0-9 0,-2-4-1 16,2 2-49-16,-3-2-19 15,2 0-52-15,-4 0-55 0,-1 0-60 0,0 0-59 16,-1 0-49-16,2-6-102 0,0 1-79 0,1 0-139 15,0 1-126-15,4-4-100 0</inkml:trace>
  <inkml:trace contextRef="#ctx0" brushRef="#br0" timeOffset="18408.93">16408 2327 2728 0,'0'3'64'0,"0"-3"57"0,0 0 56 16,0 0 57-16,19 0-27 0,2 0-19 0,1 0-11 0,5 0-26 15,1 0 18-15,4 0-17 0,1 6-21 0,2-6-21 16,1 5-34-16,-1-5-17 0,0 0-13 0,-3 0-20 16,-4 0-14-16,-3 0-1 0,-3 0-5 0,-6 0 0 15,-4 0 0-15,-12 0-16 0,0 0-13 0,0 0-64 16,0 0-118-16,0-5-163 15,0 3-179-15,0 2-172 0,0 0-142 0,0-4 25 16</inkml:trace>
  <inkml:trace contextRef="#ctx0" brushRef="#br0" timeOffset="19903.89">18366 2376 1511 0,'0'5'41'0,"0"-5"46"0,10 0 47 0,-10 0 45 0,0 0 40 15,0 0-5-15,0 0-17 0,0 0-4 0,0 0-37 0,9 0-4 31,-9 0 25-31,0 0 2 0,0 0 8 0,0 0-10 16,0 0-46-16,0 0-5 0,0 0-63 0,0 0-6 16,0-5-5-16,0 5-46 0,0-6 3 0,0 0-2 15,0 1-20-15,0-2 23 0,-12 1 5 0,0 1-11 0,1-2 13 16,0 1-7-16,0 1-3 0,-1 1-5 0,-1 0 2 16,1 1-14-16,1 3 17 0,-1 0-11 0,0 0 1 15,0 0 2-15,2 0-16 0,-1 0 11 0,11 8 5 16,-17 0-2-16,4 1 7 0,2 1-5 0,11 2-7 15,-14-1 18-15,14 0-10 0,-11-1-4 0,11 1 3 16,0 1-19-16,0-1 24 0,0 1 3 16,0-1-6-16,0 1 16 0,0 2-20 15,0-2 2-15,0 2 8 0,0-2-11 0,14-1 4 16,2 0 7-16,-2-2 2 0,3-1 6 0,-1-1-2 16,2-2 11-16,-2-1-4 0,1-4 4 0,-3 0 35 0,3 0 4 15,-2 0 8-15,-1 0 22 0,-1 0-14 0,-2-9-30 0,-11 0 3 0,14-1-28 0,-3 2-12 16,-11-2 29-16,11-2-14 15,-11 0 5-15,0-2 5 0,0-1 9 16,10 3 2-16,-10-2-11 0,0 2 0 16,0 1-21-16,0 2 10 0,0 1 4 0,0 2 4 15,0 1-8-15,0 5-15 0,0-6-9 0,0 6-19 0,0 0-7 0,0-4-2 0,-12 4 13 16,12 0-5-16,0 0 16 16,0 0 0-16,0 0 0 0,0 0-9 0,0 0-4 15,0 10 6-15,0 1 3 0,0-2 15 0,0 2-6 16,0-1 4-16,0 1-14 0,13 0 10 15,-13-1 8-15,13 1-10 0,-1-1 6 0,0-1-12 0,0-2 1 16,-1-2 6-16,2 1-3 16,-1-6 1-16,3 5 4 0,0-5-1 0,0 0 23 0,-1 0 10 0,-3 0 3 0,2 0 13 15,-1 0-32 1,-12-10 14-16,15 3-6 0,-15-2-10 0,14-2 26 0,-14-1-23 0,13 0-18 16,-13-2-2-16,0-3-17 0,0-3 11 0,0 0 8 15,0-3-7-15,0-3 13 0,0-1-9 0,0-2 5 16,0 0 18-16,-13 1 5 0,0 0 17 0,1 4 27 0,0 1-12 15,-2 2 1-15,1 4-16 0,1 1-22 16,1 4-3 0,11 3-25-16,-11 4 3 0,11-1-23 0,0 3-11 15,-13 3 16-15,13 0-11 0,0 0 19 0,0 0 9 16,0 5-15-16,0 2 16 0,0 1 0 0,0 1 3 0,0 3 4 16,0 2-9-16,0 2 12 0,0 2 4 0,0 0 3 0,0 3 0 0,0-1-9 15,0 4-2 1,13-2 5-16,-13 2-4 0,14 0-3 0,-3-1-1 0,3-1-7 15,-2-1 15-15,1-1-3 0,0-4-8 0,1 0 12 16,-1-1-18-16,2-3 9 0,3-1 7 0,0-2-5 0,3-1 13 16,-1-2-12-16,3 0 3 0,-2-6 3 0,1 0-9 15,0 0 22-15,-4 0-4 0,-1 0 2 0,-4 0 10 16,3 0-16 0,-16-10 8-16,13 0-14 0,-13 1 3 0,13-3 3 0,-13-2-12 0,15 0 6 0,-15-4-11 0,0-2-4 15,0-2 9-15,0-1-2 16,0-3 2-16,0 0-6 15,0 0 0-15,0 0 13 0,0 2-6 0,0 1 7 16,-15 0-4-16,15 5-6 0,0 2 10 0,-15 1-3 16,15 4-2-16,0 1-10 0,0 4-5 0,0 1 0 15,0 2-4-15,0 1-8 0,0 2-7 0,0 0-3 0,0 0 4 0,0 0 16 16,0 5 6-16,0 1-3 0,0 2 7 0,0 1 2 16,0 2 8-16,0 2-4 15,0 1 4-15,0 4-7 0,0 0 2 0,0 1 12 0,0 2-4 16,0-2-5-16,15 4-7 0,0-2 1 0,0 1-4 15,2-2 7-15,1 0 0 16,0-4-1-16,-1 0-5 0,4-1 4 0,-4-1-2 0,0-2-2 0,0-4 14 0,0 1-3 0,-4-3-7 31,0 0 5-31,-1 0-13 0,-12-6 10 0,15 0 5 0,-15 0-8 16,12 5 7-16,-12-5 7 0,0 0-7 0,0 0 10 0,0 0-6 0,0 0-22 16,0 0-4-16,0 0-57 0,0 0-53 0,0 0-91 15,0 0-68-15,0-6-63 0,0 1-99 0,0-1-111 16,0 3-144-1,0 3-123-15,0-6-121 0,0-1 186 0</inkml:trace>
  <inkml:trace contextRef="#ctx0" brushRef="#br0" timeOffset="23464.69">19997 2309 1266 0,'0'0'47'0,"11"5"37"0,-11-5 33 0,0 0 26 0,0 4-38 0,0-4-24 0,0 0-27 16,11 4-22-16,-11-4 2 15,0 5-11-15,0-5-3 0,0 3 5 16,0 1 9-16,0-4 3 0,0 5 23 0,0 0 58 16,9 0 3-16,-9 2 9 0,0-1-18 0,10 0-29 15,-10 0 13-15,11 1 7 0,-1 0 29 0,1-2-21 16,-2 1-11-16,4-2 13 0,0 1-9 0,0-5 11 15,2 5-2-15,1-5-4 0,1 0 1 0,1 0-12 16,-1 0-16-16,-1 0 5 0,1 0-25 0,1 0 21 16,-4-7 1-16,2 2-23 0,-3-3 15 0,-4 0-33 0,-9-1-3 15,14-3-2-15,-14 0-16 0,0-1 3 16,11 0-6-16,-11-3-12 0,0 1 4 0,0-1-8 0,0 0 13 16,0 0-11-16,0 0-9 0,-11 1 4 15,11 1-2-15,-17 1 1 0,4 1 6 0,13 1 0 16,-14 4-16-16,4 0 16 0,10 3-13 0,0 1-9 0,-11 1-5 0,11 2-3 15,0 0 1-15,0 0 6 0,0 0 0 0,0 0 1 32,0 5 11-32,0 1 0 0,0 0 10 0,0 0-5 0,11 3 9 0,2 1 1 0,3 0 1 15,-2 4 3-15,7 0-21 0,-1 1 12 16,1 0-3-16,3-1 10 16,-2 3 3-16,1 0-20 0,0-1 20 0,-1 0-5 15,-2-1 6-15,-4 0-7 0,0-1-7 0,-3-2-7 16,-13 0 11-16,0-3-3 0,0 0 3 0,0 0 9 0,0-2-16 0,0 1 31 0,0-2-17 15,0 1-7-15,0-3 10 0,-20 2-24 0,3-6 8 32,-2 0 7-32,2 0-4 0,-4 0-2 0,-1 0 8 15,5 0-10-15,-2 0 4 0,3 0 11 0,0 0-2 0,5-6-15 16,11 6 5-16,-11-6-5 0,11 6-5 0,0 0 8 16,0 0-5-16,0 0 9 0,0 0-13 0,0 0 16 0,0 0-7 0,0 0 3 0,0 0 12 15,13 0-5-15,-1 0-6 0,4 0-18 16,3 0 13-1,0 0-16-15,5 0 27 0,-1 0 5 0,-2 0-11 0,0 0 27 16,-1 0-18-16,-1 0 7 0,2 0-8 0,-4 0 35 16,0 0-10-16,1 0 27 0,-4-8 8 0,2-1-37 0,-4 2-1 15,1-3-20-15,1 0-4 16,-2-3-14-16,-12-2 13 0,12 0 1 16,-12-1-2-16,0-3 5 0,0-1-10 0,0-3 0 15,0-2-10-15,0 2 1 0,0-2 4 0,0-2-6 0,0 1 13 16,0 0-2-16,0 0-1 0,-20 3 5 0,2 0 5 15,5 3 22-15,1 3 10 0,12 2 1 16,-21 3-6-16,21 3-26 0,-14 1 0 0,14 4-3 0,0-1-14 16,-13 3 2-16,13 2-18 0,0 0-20 15,0 0 10-15,0 0 8 0,0 0-2 0,0 7 30 0,0-1-5 16,0 3-1-16,0-1 4 0,0 4-14 0,0 1 8 16,0 3 4-16,0 0 13 0,0 3-13 0,0 2 9 15,0 1-7-15,0 0-3 0,0 0 21 0,16 1-9 16,-3 2 11-16,-2-1-16 0,1-1 2 0,1 0 12 0,1 0-25 15,-1 0 15-15,4-3-8 0,-1 0-12 16,2-1 21-16,-2 0-2 0,2-2-12 16,3 1-1-16,1-4-1 0,3 1-2 15,-1-4 8-15,0 0-2 0,-2-2 6 0,3-3 5 0,-3 0 7 0,-2-6 15 16,-2 0-8-16,0 0-10 0,-6 0 3 0,0 0-4 0,-12 0 3 16,15 0-22-1,-15-9-1-15,13-2-9 0,-13-1 3 0,12 0 24 0,-12-2-11 0,0-1-2 16,13-2-15-16,-13-2 12 0,0 0 1 0,0-1 5 0,0-2-6 15,0 1-3 1,0 0 7-16,0 0-4 0,0 2 7 0,0 1-7 16,-14 3 13-16,14 1 8 0,-16 2-15 0,7 0 8 15,9 5-17-15,-16-1-13 0,5 4 25 0,11 0-15 0,-13 1-1 0,1 3 0 16,12 0-17-16,-15 0 2 0,15 0 16 16,-12 0 1-16,12 0-1 15,0 7 7-15,-11-2-20 0,11 1 10 0,0-2 29 16,0 0-28-16,0 2 15 0,0-1-16 0,0-1-11 0,0 3 24 15,0-1 2-15,0 0 12 0,0 0-11 0,0 0 0 0,0 0-4 16,12 0-6-16,1 0 8 0,0 0 4 0,1-1 1 0,0 0 7 16,3-1-5-16,-2-4 0 15,2 0-4-15,-1 0-12 0,-1 0 9 0,2 0 3 0,-2 0-3 16,1 0 15 0,-2 0-4-16,-3-7-21 0,-11 1 10 0,18 1 0 0,-9 0 0 15,-9-1 11-15,0 0-1 0,12 0-14 0,-12 0 4 0,0 1 8 16,0 1-11-16,0 1 10 0,0 0-2 0,0 3-16 15,0-4 17-15,0 4-15 16,0 0 9-16,0 0 4 0,0 0-25 0,0 0 18 0,0 0-6 0,0 0-8 0,0 0 20 0,0 0-8 31,0 0-10-31,0 7 24 0,0-1-2 0,0 2-3 16,0 0 9-16,0 3-24 0,0 0 2 0,13 0 7 0,-13-1-8 16,0 3 32-16,13-1-20 0,-13-2 2 0,17 1 12 15,-4-1-32-15,1-1 15 0,-1 0 5 0,-2-2-9 16,5 0 17-16,-2-1 2 0,2-6-12 0,-3 6-4 0,2-6 0 15,-2 0 11-15,4 0-5 0,0 0 5 0,-2 0 6 16,0 0-11 0,0 0 21-16,0-8-5 0,-3 1-12 0,-12-1-22 0,14 0-1 0,-14-1-2 15,13-1 17-15,-13 0 18 0,0-2-10 0,0 0 21 0,0 1-7 16,0-4 4-16,0 1-1 0,0 1-19 16,0 0 6-16,0 0-12 0,0 1 7 0,0 3 3 0,-14 0-14 15,14 3 10 1,0 0-8-16,0 3 1 0,0 1-8 0,0 2-6 0,0 0-9 0,-11 0-5 0,11 0 23 15,0 0 2-15,0 0-3 0,0 5 14 0,0 3-15 16,0-1 0-16,0 2 18 0,0 0-8 16,0 2-2-1,0 3 8-15,0 0-8 0,12-1-3 0,1 0 4 0,-13 0-7 16,17 0 14-16,-1-2 2 0,-2 0 2 0,-1-1 5 16,1-1-14-16,1 0-2 0,0-1 7 0,0 0 1 15,0-8-1-15,1 6 2 0,2-6-2 0,-4 0 2 16,2 0 7-16,-2 0-5 0,0 0-10 0,-3 0-3 15,2-10-1-15,-4 2 0 0,-9-2 12 0,13 0-1 0,-13 1-11 16,16-4 7-16,-16 1-10 0,11-1-4 0,-11-1 12 16,0-1-6-16,0 0 0 15,0 1-1-15,0 0-7 0,0 0-2 16,0 1 15-16,0 1 1 0,0 3-5 0,0 1-1 0,0 3-20 16,0-1 8-16,0 3 2 0,0 2-9 0,0 1 8 0,0 0-11 15,0 0 2-15,0 0 20 0,0 0-13 16,0 6 18-16,0 2-2 0,0-1-4 0,0 3 10 15,0 1-9-15,0 0 11 0,0 0-3 0,0 3-5 16,0-2 9-16,0 0-14 0,0 0 5 0,0-1 4 0,12-2-14 16,-12 0 11-16,0-2-9 15,0-1 1-15,0-1 3 0,0-5 4 0,0 0 10 16,0 0-3-16,0 6 2 0,0-6-4 0,0 0 14 16,0 0-3-16,0 0-10 0,0 0 4 0,0 0-18 15,0-7 5-15,12 0 5 0,-12 0-11 0,0-2 12 16,0-1-4-16,0 0-11 0,0-2 4 0,0 0-3 15,9 0 8-15,-9-1 11 0,0 0-3 0,12 1-2 0,-12 1-19 16,0 2 7-16,10 1 8 0,-10-1-13 0,11 4 15 16,-11 1-3-16,0 1-14 0,13 1 13 0,-13 2-15 0,11 0 4 15,-11 0 8-15,14 0-2 0,-3 5 5 0,-11 1-9 16,16 1 8-16,0 1 7 0,-3 2-1 0,1 1 4 16,-1 0 1-1,0 1-11-15,2 2 2 0,-1 0 6 0,-1-1-8 0,0 1-3 16,1-1 16-16,-2 0-11 0,-12 0-5 0,18-2 13 0,-7-1-19 15,-11-1 10-15,15-2 12 16,-15-1-8-16,0-6 11 0,12 5-3 0,-12-5-6 16,0 0 1-16,0 0-1 0,0 0 11 0,0 0-6 0,0 0 0 15,0 0 3-15,0 0-19 0,0 0 15 0,0 0 0 16,0-5-10-16,0-1 12 0,0-1-25 0,14-1 12 16,-14-1 3-16,0-1-4 0,0 0 20 0,14-2-17 15,-14 1-8-15,0-2 2 16,16 1-5-16,-16-1 3 0,0 1 8 0,14-2-7 15,-14 2 0-15,16 0 6 0,-16 1-3 0,11 1 13 0,-11 0-11 0,14 4-4 16,-14-1 3-16,14 0-14 0,-14 3 13 0,16 1-4 16,-3 0 1-16,-2 3 6 0,-11 0-1 0,17 0 3 0,-2 0 2 15,-1 0-4 1,-2 4-8-16,0 0 8 0,0 0-4 0,-1 1-4 16,-11 0 18-16,17-1-7 0,-5-1-10 0,-12 2 15 15,15-1 0-15,-15-1 3 0,13 0 7 16,-13 0-8-16,15-3-12 0,-15 0-1 0,0 0 9 15,0 0 3-15,0 0 12 0,0 0-5 0,0 0 2 16,0 0 10-16,0 0-15 0,0 0 5 0,0 0-20 16,0-3-9-16,0-3 14 0,0 2 3 0,0-1 2 15,0 0-8-15,0-1-8 0,-15 1-3 0,15 1 9 0,-17 0 2 16,1-1-3-16,0 3-2 0,0 1 3 0,-2 1-9 16,0 0 2-16,-1 0 10 0,0 0-13 15,3 7 19-15,1-2-7 0,-1 3-2 0,2-1 1 16,14 3-6-16,-16-2 10 0,16 2-8 0,-18 0 5 0,18 0 9 0,0 0-8 15,-12 1 4-15,12-2 7 0,0 2-14 0,0 0 12 16,0 0-10-16,0-1 0 0,0 2 5 16,0-2-7-16,0 0 10 0,17-1-4 15,-4 0 6-15,3 1 6 0,-1-4-11 0,1 2-8 0,0-8 1 0,3 6 2 16,-2-6 5 0,2 6 14-16,-3-6-6 0,1 0-2 0,-1 0 4 0,-2 0-4 0,-1 0-1 0,-13-6 4 15,14 0-16 1,-14-2 9-16,11-1 0 0,-11-1-8 0,0 0 9 15,0-1-4-15,0-1-5 0,0-2 1 0,0 2-5 16,0 0-2-16,0 0 8 0,0 1 3 0,0 0 14 16,0 4-17-16,0 0 0 0,0 1-13 0,0 2-14 15,0 0 17-15,0 4-6 0,0 0-8 0,0 0 21 16,0 0-11-16,0 0 0 0,0 0 11 0,0 0-9 0,0 8 14 16,0 1 4-16,0 0-5 0,0 4 5 15,0 0 1-15,0 3 4 0,0 2-4 0,0 2 5 0,0 0-12 16,0 1 1-16,0 2 7 0,12 2-10 0,-2-2 2 0,2 3-6 15,0-2 8-15,-1 3 3 16,2 0 2-16,4 1 6 0,-2 0-3 0,4 1-8 0,-2 1-2 16,0 1 7-16,2 0-10 0,0 0 21 0,0 0-14 0,0 1-12 31,-3-1 19-31,1-1-18 0,-1-2 19 0,-2-1-2 0,-1-3-11 16,-13-1 21-16,13-4-18 0,-13-1 4 0,0-4 1 15,0-2-20-15,0-2 23 0,0-3-2 0,0 1 6 0,0-8-7 16,0 7 0-16,-18-7-3 0,0 0-9 15,1 6 12-15,-1-6-15 0,-3 0 10 16,2 0-1-16,-1 0-2 0,0 0-4 0,2-7 7 16,-1 1-3-16,1-2 7 0,1 2-1 0,-1-2-2 0,3 2-1 15,0-3-7-15,0 1-3 0,0-2-11 16,1-1 13-16,1 0 1 0,13-1 11 0,-14-2 1 16,14-1-18-16,-12-2 1 0,12-1 2 0,0 1-1 15,0-3 4-15,0-1 5 0,0 1-11 0,0-3 7 0,0 0-4 16,0-1-3-16,0 0 9 0,12 1-1 0,2-1 0 15,-1 1 4-15,3 1 2 0,-2-1-6 0,3 2 17 16,1 1-11-16,1 0-4 0,0 2-2 16,-2 0-4-16,2-2 3 0,-1 3 2 0,1 0 7 15,-1 0-3-15,-2-1-4 0,3 1-3 0,-4 2-2 0,0-3 7 0,1 1 3 16,-2-1-1 0,1 0 1-16,-1-1-12 0,-5 1 9 0,4 0-6 15,-13 1 3-15,12-1 10 0,-12 3-7 0,0 0 6 16,12 1-1-16,-12 0-11 0,0 3 9 0,0 0-1 0,0 2 5 15,0 0 3-15,0 3-11 0,0-2-5 16,0 3-5-16,0 1-1 0,0 1 4 0,0 2 1 16,0-1-11-16,0 2 14 0,0 0-14 0,0 0 1 15,0 0 2-15,0 0-12 0,0 0 2 0,-12 0 4 16,12 3-2-16,0-1-5 0,-12-1-2 0,12 2 8 0,0 0-1 16,-13 0 6-16,13 0 14 15,0 0-3-15,0-1 2 0,0 1 8 0,0 0-5 0,0 0-10 16,-9-1 16-16,9-1-14 0,0 2 8 0,0-1 9 15,0-1-13-15,0 2 10 0,0 1-13 0,0-1 3 16,0 1 10-16,0 2-5 0,0 0 4 16,14 2-10-16,5 1 4 0,-3 1 4 0,4 1 6 0,1 0 3 0,3 1-6 0,3 1-8 15,-1 0 2-15,0-1 3 0,-1 1 2 16,-3 0 12-16,0 0-4 0,-1-1-7 0,-5-1-8 16,-2 0 0-16,-14-1 3 0,14-2-10 0,-14 0 9 0,14-2 4 31,-14 0-8-31,0-6 14 0,0 6-7 0,0-1-7 0,0-5 18 15,0 6-6-15,0-6-1 0,0 6 0 16,0 0-3-16,0-6 5 0,0 7 14 0,0-7-8 0,-17 7 0 16,3-7 13-16,0 0-14 0,-1 0-2 0,0 0-43 15,-3 0-73-15,-4 4-93 0,0-4-123 0,-3 0-131 16,1 0-101-16,-6 0-144 0,1 0-113 0,-1 0-37 16</inkml:trace>
  <inkml:trace contextRef="#ctx0" brushRef="#br0" timeOffset="24291.72">20548 2184 868 0,'0'-4'20'0,"-15"1"33"0,15 1 11 0,-15-1 32 0,3 0 16 0,12 0 0 0,-17 0 28 15,8 0-18-15,9 2-4 0,-13 0-12 0,13 0-15 16,-14 0-10-16,14 1-16 0,0 0-8 0,0 0-7 16,0 0 5-16,0 0 31 0,0 0 2 0,0 0 0 15,0 0 9-15,0 0-6 0,0 0 16 0,0 0 16 16,0 0 31-16,0 0-22 0,0 0 5 0,15 0 2 15,-2 3-16-15,3-2 11 0,1 2-1 16,5-3-14-16,0 0-13 0,4 0-9 0,4 0-35 16,0 0-4-16,2 0-14 0,4-4-17 0,-5 0 4 31,3 0 2-31,-4 1-1 0,-5-1-7 0,-1 0-6 0,-4 1-11 0,-2-2-11 16,-2 3 12-16,-7 0 4 0,-9 0-7 0,0-1 3 15,0 2 1-15,0-1-8 0,0 1-5 0,0-1-63 0,0 1-94 0,0-2-110 16,0 0-102-16,0-1-47 0,0 0-60 15,0 1-26-15,0-3-59 0,0 1-85 0</inkml:trace>
  <inkml:trace contextRef="#ctx0" brushRef="#br0" timeOffset="24511.68">21241 1900 3300 0,'0'3'44'0,"0"-3"37"0,0 0 7 0,0 0-10 0,0 0-38 16,0 0-40-16,0 0 1 0,0 0-1 0,0 0-34 15,0 0-71-15,0 0-146 0,0 0-205 0,0 0-216 16,0-5-128-16</inkml:trace>
  <inkml:trace contextRef="#ctx0" brushRef="#br0" timeOffset="28581.04">24649 2137 1124 0,'0'-3'44'0,"12"0"63"0,-12 0 24 0,0-2 28 0,12 2-8 15,-12 0-28-15,0 0-2 0,0 0 4 0,0 0 28 0,0 0-5 32,0 0 2-32,0 0-2 0,0 0-38 0,0 0-10 0,0 0 6 0,0 1 10 0,0 1-26 15,0-1-3-15,0-1-21 0,0 3-29 0,0-1 6 31,0 1-2-31,0 0-9 0,0 0-1 0,0 0-8 16,0-2-16-16,0 2-2 0,0 0-8 0,0 0 0 16,-13 0 0-16,4 0 6 0,1 0-6 0,8 0 5 15,-15 3-8-15,4 0-6 0,3 1 18 0,0 0-22 16,0 2 17-16,8 0 8 0,-14 0-21 0,6 2 13 0,8 0-4 0,-9-1-11 16,9 3 15-16,-9-2 7 0,9 2-10 0,0-1 5 15,0 0-2-15,0-1 1 0,0 1 4 0,0-1 5 16,0 1 7-16,0 0-5 0,0 0 6 15,10 0 8-15,-2 0-4 0,4 0 6 16,-2-1 25-16,3 1-4 0,2-1 5 16,0-1 22-16,1 0-15 0,1-4 0 0,2 0 5 0,-3-3-8 0,3 3 4 0,-3-3 16 15,1 0-7-15,-2 0-15 0,0 0 5 0,-3 0-2 0,-12-6-4 32,15 1 14-32,-4-1-22 0,-11 0-13 0,12-1-5 0,-12 0-14 15,12-1-3-15,-12-1-1 0,0-1-1 0,0-1 0 16,0 0-7-16,0-1 1 0,0-2-3 0,0 2-10 15,0-2 12-15,0 0-6 0,0-1-1 0,-16 2-2 16,0 0-4-16,-1 1 11 0,-4-1-6 0,-1 3 9 0,-1 2 1 16,-1 1-13-16,2 0-4 15,-2 3-2-15,4 1 1 0,4 1 0 0,0 2 8 16,5 0-13-16,11 0 1 0,-13 0-4 0,13 5-13 0,0-2 32 0,0 2-6 0,0 1 11 16,0-2 8-16,0 2-14 0,0 1-1 0,0-1-8 31,0 1 9-31,0 1 1 0,0-2-2 0,14 2 21 15,-4-1-10-15,0-1-7 0,0 1 4 0,3-1-7 16,0-2 7-16,3 1-2 0,-2-1 8 0,0-2-1 16,2 1-8-16,0-3 9 0,1 0 2 0,-3 0-9 15,2-3-1-15,-2-1 4 0,0-1 1 0,-1 0-5 16,0 1 10-16,-13-1-4 0,16-1-4 0,-3 0-1 16,-13 0 5-16,13 0-2 0,-13-1-4 0,12 2 10 15,-12 0-7-15,0-1 4 0,0 1 7 0,0 2-5 0,0 0-1 16,0 0-11-16,0 3-6 0,0-2 4 0,0 1-5 15,0 1-2-15,0 0 5 0,0 0-14 16,0 0 4-16,0 0 9 0,0 3-12 0,0 0 16 0,0 0 2 16,14 2 10-16,-14 1 4 0,12 1-24 0,-12 1 12 0,19 1-7 15,-4 4-9-15,0 0 26 0,1 2-5 16,2 0-16-16,-1 0 19 16,0 0-15-16,0 0 0 0,0-1 5 0,0 0 1 0,-1-1 5 0,-2-1-7 0,0-2 5 15,-1 0-5-15,-1-2 0 0,-2 0 0 0,-10-2 0 16,10-1-5-1,-10-5 9-15,0 4 9 0,0-4-3 0,0 0 9 16,0 0 0-16,0 0 5 0,0 0 19 0,0 0 21 0,0 0-12 0,0 0-5 16,0-5-15-16,0 0-35 15,0-4 4-15,0-1 3 0,0-2-12 0,0-2 8 16,0-2-2-16,0-1-7 0,0 0 3 0,0-1-2 16,0-1 2-16,0 2-1 0,0 2 8 0,14-1-4 15,-14 3 3-15,0 2-7 0,0 0 0 0,11 3 11 16,-11 1-4-16,0 2 5 0,0 2-1 0,0 2-1 15,0-1-14-15,0 1-2 0,0 1 8 0,0 0-12 16,10 0 16-16,-10 0-2 0,0 0-3 0,10 0 4 16,-10 0-3-16,13 3 12 0,0 0-3 0,-4 0-5 0,6 0 6 15,-3-1-4-15,1 1-3 0,2-2 14 0,0 2-12 16,0-1-4-16,2 1 5 0,-2-2-9 0,0-1 13 16,-1 0-1-16,-2 0 1 0,1 0 1 0,0-4 8 15,-13 1-2-15,13 1 7 0,-13-2-4 0,13-1-13 16,-13 2 5-16,0-2-13 0,12-1 7 15,-12 0 10-15,0 0-14 0,0-1 15 0,0 0-7 0,0 0-13 0,0 1 11 16,0-2-7-16,0 2 4 0,0-2 7 0,0 2 6 31,0 0-12-31,0-1-1 0,0 2-5 0,0-1-12 0,-13 2 4 0,13 1 0 0,-12 0 5 16,12 2 9-16,-13-1-6 16,13 2-7-16,-16 0-4 0,5 0-3 15,11 5 11-15,-11 0-5 0,11 1 7 0,-14 1 6 16,14 1-10-16,-12-1 9 0,12 4 1 0,0-2 1 15,0 2 0-15,-9 0-1 0,9 1 6 0,0-1-4 0,0 1-1 16,0 0 3-16,0 1-11 0,0-1-2 0,0 0 6 16,0-2-1-16,11 1 4 0,-1 1 4 0,0-2 3 15,-10-1 4-15,15-1-11 0,-1-1 3 0,0-1 0 16,1-1-7-16,-1-2 16 0,2 0 0 0,1-3 1 16,2 3 3-16,2-3 2 0,1 0-4 0,0 0 7 15,-2-6 1-15,2 1 6 0,-1-1 12 0,-3 0-1 0,-1-2 3 16,-3 1-3-1,0-3-14-15,-14 2-5 0,16-3-7 0,-4 0-6 16,1-1-5-16,-13 0-1 0,12-1 3 0,-12-2-4 16,0 1 5-16,12 1-3 0,-12 0-5 0,0-2 3 0,0 2 2 0,0 0-4 15,0 1 3 1,0 1 2-16,0 2-5 0,0-2 7 0,-16 4-5 16,16-1-13-16,-14 2 3 0,14 1-13 0,-17 1 13 15,6 2 5-15,11 0-3 0,-16 2 1 0,16 0-11 0,0 0-4 16,-13 3-2-16,13 1-2 0,0 0 5 0,0 0 0 15,0 0 7-15,0 1 16 0,0 0-5 0,-13 0-6 16,13 0-4-16,0 1 2 0,0-2 7 0,0 1 6 16,0 1 7-16,0-3-6 0,0 2-11 0,0-1 8 0,0 1-2 15,0-2 1-15,0 0 13 0,0 0-6 0,15 0-8 0,-1-2 5 32,0-1-4-32,2 0-1 0,0 0 5 0,3 0-6 0,-2 0 3 0,4-4 9 0,-4 0 9 15,0-1 14-15,2-1-12 0,-4 1 10 0,-1 0 6 16,-3 1-11-1,-11 0 11-15,11 0-23 0,-11 1 6 0,0 2-24 0,0-1 11 0,0 1 4 0,0 1-21 16,0 0 9-16,0 0-20 0,0 0 2 0,0 0 2 16,0 4 2-16,0 0 16 0,0 3 3 15,0-1-1-15,0 2 7 16,12 3-9-16,-12 0-3 0,0 2 9 0,13 1-2 16,-13 1-8-16,12 0 5 0,-12 0-3 0,14-1 2 15,-3 0 6-15,0 0 6 0,-11-1-7 0,12-1-3 16,1-2 6-16,0 1 2 0,-4-2-9 0,4-3-3 15,-4 1 0-15,-9-2-13 0,13-3 11 0,-13 1-28 0,16-3-37 16,-16 0-46-16,9 0-37 0,-9 0-50 0,0 0-75 16,10 0-89-16,-10-4-122 0,0-1-125 0,0-1-113 15,0-1-50-15,0-3 52 0</inkml:trace>
  <inkml:trace contextRef="#ctx0" brushRef="#br0" timeOffset="29391.1">27242 1615 2228 0,'8'0'95'0,"-8"0"55"0,0-3 37 0,0 0 36 31,0 0-50-31,9 2-31 0,-9-2-9 0,0 1-23 0,0 1-48 16,0-1-18-16,0 0-12 0,0-1-26 0,0 2-3 15,0-2 2-15,-13-1-23 0,4 1 19 0,0 0 2 16,-3 2-3-16,2-2 1 0,-3 2 1 0,-3 0 1 16,3 1-7-16,1 0 2 0,-4 5-5 0,3-1-1 15,-1 0 12-15,1 0 4 0,4 1-18 0,-4 0 11 16,5 1-5-16,0-2-6 0,8 2 11 0,-7 2-13 16,7-2 1-16,0 3 3 0,0-1 8 0,0 1 2 15,0 0-2-15,0 0 7 0,0 2 2 16,0-2 12-16,0 2 12 0,10 1 1 0,3 0-8 0,0 2 10 0,0-1-18 15,-1 0 9-15,6 0 2 16,-2 0-8-16,-2 2 5 0,0-1-19 0,2 0 9 0,-3-2-19 16,-3 2 1-16,1-1 3 0,-1-2-5 0,-10 0 14 0,9-1-2 15,-9-1-3 1,0 0 4-16,0-1-2 0,0 0-2 0,0 1 4 0,0-1 1 0,-10 2 0 0,-2-2 1 16,-2 0 6-16,0 2-19 15,-3-3 10-15,1 1-5 0,-2-2-9 0,1 0 16 0,-2-1-12 0,3-1 13 16,0 0 0-1,3-3-1-15,0 2 3 0,3-3-14 0,0 2-2 16,10-2 5-16,0 0-1 0,-7 0 10 0,7 0 4 0,0 0 3 0,0 0 11 0,0 0-11 16,0 0 4-1,0 0-5-15,0 0-2 0,0 0-2 0,10 0 1 16,0 0-9-16,0 0-5 0,0 0 3 0,2 0 1 0,-1 0 7 0,1 0 3 16,-2 3-8-16,0 0 1 15,-10 2-4-15,12-1-14 0,-12 0 8 0,10 3-1 16,-10-1-1-16,0 3 14 0,9 2-7 0,-9-1 3 0,0 3 2 0,0 1-4 15,0 1 11-15,0 0-7 16,0 0-16-16,0-1 2 0,0 2 5 0,0-2 4 16,0-1 15-16,0-1-6 0,0-3-8 0,0 2 2 0,0-2 3 0,13-2-4 15,-13 0 3-15,11 0 0 0,1 0-8 0,-2-3 17 32,0 1-9-32,3-1-8 0,0 0-6 0,3-1-61 0,2-3-84 15,-1 2-84-15,-1-2-78 0,-1 0-61 0,0 0-105 0,0 0-82 0,-2-5-70 16,3-1-5-16</inkml:trace>
  <inkml:trace contextRef="#ctx0" brushRef="#br0" timeOffset="29907.79">27781 1842 3044 0,'0'-7'42'16,"0"2"21"-16,0-2 38 0,0 1 27 0,0 0-22 0,0 0 0 16,0 2-40-16,0 0-27 0,0 0-29 0,0 0-9 15,0 2-1-15,0-1-5 0,-11 1 9 0,0 1-15 16,1 0 10-16,1 0-2 0,-4 1-5 0,1 0 7 16,0 0-5-16,-3 5 4 0,2-1 11 0,-3 2-11 15,3 2 2-15,1 0-9 0,-1 1 4 0,4 1 7 16,0 0-8-16,0 0 14 0,9 1-9 0,0 0-5 15,-9 0 11-15,9 1-9 0,0-3 13 0,0 1 6 32,0 0-3-32,0 0 15 0,11-1-3 0,-1 0 4 0,4-2 11 0,-1 1 10 0,0-3 7 15,5 1 15-15,-1-2 12 0,1-1-11 0,1-2 1 0,-5-1 5 32,5 0 2-32,-3 0 5 0,-4-4-6 0,0 0-19 0,-2 0-14 15,0-2 5-15,-10 0-5 0,10 0-10 16,-10-3 0-16,0 1-15 0,10-1-11 0,-10-1 13 0,0 0-14 0,0 0 0 0,0 0-2 0,0-1-13 15,0 2 7-15,0 0-4 16,0 2 2-16,0 0 10 0,0 3-1 0,0 1-3 0,0 1-14 16,0-1 4-1,0 3-17-15,0 0 7 0,0 0 6 0,0 0-8 0,0 5 20 16,0-2-6-16,0 1 1 0,0 3-9 0,0 0 1 16,0 1 6-16,0 2 9 15,0 1 0-15,0 1-9 0,12 0-36 0,-1 1-31 0,0-2-66 0,0 1-89 0,3 0-99 16,-1-2-115-16,0 0-136 0,2-2-125 15,1-1-35-15,1-2 42 0</inkml:trace>
  <inkml:trace contextRef="#ctx0" brushRef="#br0" timeOffset="30121.43">28443 1888 2535 0,'-10'3'5'0,"10"0"6"16,0-2 8-16,0 1 5 0,0 0-7 0,-8 1 5 0,8 0 6 16,0 1 1-16,0 1 5 0,0 0-1 0,0 2-10 15,0 0-1-15,-9 1-1 0,9 2-7 0,0-2 4 16,0 2 1-16,0-1-27 0,0 0-68 0,-10 0-148 0,10 1-110 16,0-3-110-16,0 1-72 0,0-3 19 0</inkml:trace>
  <inkml:trace contextRef="#ctx0" brushRef="#br0" timeOffset="30678.77">28558 1555 3293 0,'-9'-10'42'16,"9"1"24"-16,0 1 8 15,0 3 6-15,0 3-42 0,0 2-35 0,0 0-3 0,0 0-18 0,0 4 4 0,0 1 16 0,0 1 3 32,0 2 11-32,0 3-6 0,0 3-7 0,0 3-9 15,0 3 4-15,9 2 1 0,0 2 16 0,-9-1-15 16,8 3 7-16,-4-1-1 0,-4 0-14 0,9-2 22 16,-9 0-10-16,0-3-2 0,9 0 6 0,-9-3-3 15,0-1-5-15,8-2 8 0,-8-2-12 0,0 0-2 16,0-4 14-16,6-1-3 0,-6-1 7 0,0-2 0 0,0 0-1 0,0-3 25 15,0 0 39-15,0-1 50 0,0 0 37 0,0 0 3 16,0-2-27-16,0-3-47 0,0 1-49 0,0-1-33 16,0-2-6-1,0 0 11-15,0-2 8 0,0-2 2 0,0 0 0 16,0-1-13-16,10-1-12 0,-10-1 13 0,10 0-5 16,-10 0 3-16,10 1 7 0,-2 0-15 0,3 1-1 15,-1 1-6-15,-1 3-4 0,2 1-2 0,2 1 3 0,-2 1 2 16,3 4 7-16,1 1 8 0,2 0-5 0,-1 0-5 15,-1 6 2-15,3 0-10 0,1 1 3 0,-2 1 14 16,-1 1-10-16,0 1 10 0,0 0-4 0,-4 1-3 16,-1 0 6-16,1 0-2 0,-12-1-1 0,12 0-7 15,-12 0 9-15,0-1-4 0,0 0 6 0,0 0 6 16,0 1-7-16,0-1 2 16,0 0-1-16,0-1 7 0,-16 1-6 0,2-3 2 0,0 1 9 15,-1-2-12-15,0-1-1 0,0 0 5 0,0-1-9 0,0-1 5 16,1-1-16-16,0-1-28 0,3 0-41 0,-2 0-77 0,2-3-50 15,0 0-85-15,2 0-97 0,-1 0-137 0,10-1-100 16,-12-1-88-16,12 0-31 0</inkml:trace>
  <inkml:trace contextRef="#ctx0" brushRef="#br0" timeOffset="31400.58">29082 1544 3291 0,'0'-5'49'0,"0"0"49"0,0-2 36 0,0 1 20 0,0-1-20 0,0 3-37 16,0-1-10-16,11-1-16 0,2 0-15 0,1-2-5 15,0 3-20-15,5-1 13 0,-1 1-13 0,2 1-6 16,1 1-3-16,-2 0-12 0,1 3-4 15,-4 0 2-15,3 0 2 0,-3 0-12 0,1 5-8 16,-4-1 3-16,0 1-10 0,-4 0 11 0,1 1 3 16,-10-1-5-16,9 3 6 0,-9 0-1 0,0 1 3 15,0 3 3-15,0 0 0 0,0 1 4 0,0 2-3 16,0 1 0-16,0 1 3 0,0 1-4 16,-11 0-1-16,0-1 2 0,1 0-5 0,1-1 4 15,0 1-3-15,-1-1 5 0,10 1 13 0,-12-2-18 16,2-1 15-16,10-2-10 0,-10 0-13 0,10 0 18 15,0-1-16-15,0-2 3 0,0-1 7 0,0-1-1 16,0 1 12-16,0-2 2 0,0 0 2 0,0-1 3 16,0-1 10-16,12 2-14 0,0-2 7 0,-1 0-7 0,4-1 2 15,0-1 5-15,3 0-14 0,1-1 9 0,-1 0 9 16,-1-1 19-16,0 0 9 0,-3 0-4 0,-1 0-12 16,-2-3 0-16,-11 1 3 0,8 0-11 15,-8 0 5-15,0 2-7 0,0-1-15 0,0 0 12 16,0 1-15-16,0 0-10 0,0 0-1 0,0 0-21 0,0 0 3 0,0 0 10 0,0 0-11 31,0 0 14-31,0 0-5 0,0 2-1 0,0 2 5 16,0 0-2-16,0 1 7 0,0 1-9 0,0 1 8 15,-8 1-2-15,8 1-3 0,0 1-3 0,0 2 3 16,0 1 3-16,0 1-3 0,0 2 9 0,0 1 12 16,0 2-9-16,14 1 8 0,0 2-15 15,2-1-10-15,-2 2 10 0,2 0-1 0,0 0 18 0,-2 0-1 16,4 0-3-16,-6-2 3 0,2 3-3 15,-2-3-7-15,-2 0 5 0,-10-3-13 0,0 0 0 0,8-2 7 16,-8-2 4-16,0 0 1 0,0-5 8 0,0 0-2 16,0-2-14-16,-17-2 9 0,1-5-18 15,-3 5 14-15,-3-5 8 0,0 0-1 0,-5 0 4 0,-1 0-9 0,1 0-2 16,-3 0-6-16,0 0 16 0,1 0 1 0,1 0-8 16,3-8 12-16,1 2-20 0,-2-1-32 0,8-1-13 0,-2-1-74 31,3 1-61-31,3-1-61 0,3 0-96 0,11 1-93 0,-10-2-145 0,10 0-96 0,0-1-93 15,0-3-37-15</inkml:trace>
  <inkml:trace contextRef="#ctx0" brushRef="#br0" timeOffset="31928.67">30656 1419 1806 0,'0'0'25'15,"0"0"23"-15,0 0 18 0,0 0 4 0,0 0-11 0,0 0-13 0,0 4 37 16,0-1 10-16,0 1-12 0,0 1 10 0,0-1-43 15,0 4 5-15,0 1 13 0,0 2-3 0,0 3 19 16,0 2-6-16,6 1-4 16,-6 3 10-16,8 1 3 0,-2 2 2 0,1 1-1 15,3 0 12-15,-2-1-20 0,0-1 2 0,5 3-4 16,-2-2-20-16,0 0-11 0,1-1-11 0,1-1-2 16,1-3-11-16,-2 1 0 0,0-3-4 0,2-1-9 15,-2-2 4-15,0-2-6 0,-2-1-3 0,-2-3 6 0,-8-1-13 16,6-2-1-16,-6 0-35 0,0-4-81 0,8 1-105 0,-8-1-115 15,0 0-128-15,0-3-93 0,0-1-35 0,0-3-22 16</inkml:trace>
  <inkml:trace contextRef="#ctx0" brushRef="#br0" timeOffset="33243.25">30441 1611 2094 0,'0'4'78'0,"0"-4"59"0,0 2 30 0,0 1 36 0,9 0-60 32,2 0-12-32,6-1-6 0,3 2-14 0,3 1 15 15,4-2-11-15,1 1-8 0,6 1 10 0,0-2-1 0,3 0-12 0,1-1 3 16,3-1-27-16,-3 1-22 0,0-2-13 16,3 0-5-16,-7-5 5 0,0 2-3 0,-3-3 9 15,-2 0 3-15,-7 1-8 0,-1-2-6 0,-4 2-3 16,-4-3-5-16,-4 2 4 0,2-1 3 0,-11 0-20 0,7 0-2 0,-7 0-12 15,0-1-19-15,0-1 12 0,0 0-7 0,0 0 1 16,0 0 17-16,0 1-6 0,-12 0-2 0,2 1 0 16,1 3-4-1,9 0-14-15,-8 1-6 0,8 2 11 0,0 1-3 0,0 0 1 0,-9 4 10 16,9 1-7-16,0 1 2 16,0 3 16-16,0 2-2 0,0 3-8 0,0 0 8 15,0 3-7-15,0 3-1 0,0-1 13 16,11 3 0-16,-3 1-4 0,-1 0 12 0,2 1-5 15,-1 1 5-15,0-3-1 0,-2 2-12 0,2-3 7 0,0 1-17 16,-8-3 11-16,9-1-1 0,-2 0-4 0,-7-3 8 0,10-1-3 16,-3-2-4-16,-7-3-4 0,8-1 4 0,-8-2-1 0,0-1 9 15,0-3 2 1,0 0-8-16,0-1 5 0,0-1 26 0,0 0-2 16,0 0 11-16,0-3-9 0,0 1-25 15,0-3-2-15,0 0-14 0,10-2-2 0,-10-1-3 0,0-1 7 0,9 0 1 16,-9-2 9-16,6-1-2 0,-6 0-10 0,0-1 1 0,8 2-6 15,-8 0 4-15,11 1 5 16,-5-1 1-16,-6 4-2 0,10 0 0 0,-2 2 1 0,3 1 1 0,-3 1 0 16,-2 3-9-1,2 0 8-15,5 0 1 0,-4 5 1 0,1 1 3 0,2 1 4 0,0 1 2 16,1 0-3-16,-1 1 8 16,1 2-23-16,1-1 12 0,0-1 7 0,0 1-6 15,1-1 22-15,0 0-6 0,0-1 1 0,2 0 6 16,-1-2-7-16,-1 0 1 0,6 0 5 0,-2-3 2 0,0 1 2 15,0 0 3-15,0-3-13 16,1 0-1-16,-4-1 0 0,1 0 3 0,-2 0 9 0,-1 0-12 0,-1 0 0 16,-2-4-15-16,0 0-10 0,-11-1 16 0,13 0-11 15,-3 0-6-15,-10 0 14 0,8-1-3 0,-8-1 2 16,0 0 9-16,0-1-20 0,0-1-4 0,0-2-6 16,0-1 8-16,0 0 8 0,0-1-21 15,0-1 11-15,0 0 5 0,-14 1-11 0,0-1 19 0,-2 2-2 16,2 1-13-16,-3 2 9 15,1 0-7-15,-3 4-6 0,1-1 21 0,-1 3-11 0,3 3 0 0,-2 0 8 16,0 0-22-16,2 6 18 0,2 2 3 0,3 0-10 0,0 1 8 16,11 0-7-1,-12 3 10-15,12 0 9 0,0-1-1 16,0 1-2-16,0 2-2 0,0-1-5 0,0-1-1 0,0 0 7 16,0 0-12-16,13-1 11 0,-1-1 5 0,2-1-7 15,-1-1 0-15,3-1 2 0,1-1 4 0,0 0-5 16,1-3 2-16,0 1-4 0,2-1-5 0,-2-2-4 15,0-1 11-15,-1 0 0 0,0 0-17 0,-2-4 13 16,-1 0-15-16,-3 1-2 0,0-3 34 0,-1 1-22 0,-10 1 11 16,11-2-5-16,-11 0-19 0,8 1 18 0,-8 0-2 15,0 1-3-15,0 0 2 0,0 1 2 16,0 1 1-16,0 1 11 16,0 0-13-16,0 1-5 0,0 0 8 0,0 0-16 0,0 0 16 0,0 3 2 0,0 0-19 15,0 1 12-15,0 0 2 0,0 0 2 16,0 4 5-16,0-1-6 15,0 1 1-15,0 1-14 0,14 0 8 0,-6-1 2 0,-8 0-2 0,13 1 12 0,-1-3 2 16,-2 2-7-16,-1-3-4 16,4 1 4-16,-2-2-6 0,1-2 8 0,0 0-7 0,0-1-4 15,2-1 10-15,-2 0 3 16,2 0 0-16,-2-4-3 0,0 0-9 0,2-3 12 16,-5 2 4-16,4-1-9 0,-4-2 5 0,-1 0-16 15,0-1 8-15,-8 0 6 0,11-2 0 0,-1-1-3 16,-10-2-5-16,8-1-10 0,-8-2-11 0,0-2 24 15,0-2-7-15,0-2 16 0,0-3 7 0,0-1-23 0,0-2 1 0,0 0 2 16,-12-1-3-16,0 0 6 0,-1 1-1 16,4 3-3-16,-4 3 4 0,4 2 2 0,1 5-3 15,8 3-3-15,-10 3 4 16,10 5-8-16,0 2 8 0,-9 3-3 0,9 0-15 0,0 0 4 0,0 4-3 16,0 1 8-16,0 5 3 0,0 1 5 0,0 3 13 15,0 1-14-15,0 4 23 0,0 3-16 0,0 0-12 16,0 2 20-16,0 1-15 15,0-1 15-15,0 2 13 0,0 0-19 0,9-2 13 0,-1-1-3 0,0 1-21 0,0-3 27 32,3-2-15-32,-2-2-6 0,1-1 8 0,1-1-15 0,2-1 5 15,-4-2 5-15,5-1-7 0,1-2-20 0,-1-1-44 16,0-1-21-16,3-1-54 0,-2-1-44 0,4-2-68 16,-5-3-159-16,2 0-134 0,-3 0-145 0,-1-4-31 15,-1-1 57-15,-1-3 42 0</inkml:trace>
  <inkml:trace contextRef="#ctx0" brushRef="#br0" timeOffset="33482.99">31862 1643 1977 0,'0'3'78'0,"0"0"53"0,0-1 44 0,0 0 52 0,13 2-56 0,-1 2-4 0,6-2-6 16,3 2-3-16,4 1 16 0,0-2-10 0,3 3-5 15,2-3-24-15,0-1-21 0,0 0-14 0,-1-3-25 16,-4 2-19-16,-1-3-10 0,-5 0-26 16,0 0-7-16,-6 0-5 0,-3 0-11 0,0-3 3 15,-10 2-9-15,0-1-37 0,5-1-118 0,-5 1-163 0,0-1-156 16,0 0-204-16,0-1-92 0,0-2 30 0</inkml:trace>
  <inkml:trace contextRef="#ctx0" brushRef="#br0" timeOffset="43134.98">2841 4768 1270 0,'0'0'52'16,"0"0"45"-16,0 0 51 0,0 0 36 0,0 0-29 15,0 0-14-15,0 0 30 0,0 0-17 0,0 0 1 16,0 0-5-16,0 0-40 0,0 0-4 15,0 0 24-15,0 0-2 0,0 0 7 0,11 0 21 0,-11 0-12 16,0 0 8-16,0 0-29 0,0 0-18 0,0 0-36 16,0 0-15-16,0 0-18 0,0 0-7 0,0 0 10 15,0-9-13-15,-14 4 9 0,4-2-12 0,10 2 2 16,-14-1 5-16,1-2-14 0,0 2 16 0,1 0 0 16,-1 1-22-16,-1-2 5 0,3 7-14 0,-3-6-8 15,1 1 21-15,0 5-9 0,-4-6 6 0,1 6-4 16,-1 0-18-16,-2 0 8 0,1 0 0 0,1 0-5 0,0 0 12 15,1 0 5-15,3 0-9 0,-1 0-1 0,5 0-3 16,-1 0-2-16,10 9 7 0,-12 0 1 0,12-1 6 0,-12 1-16 31,12 2 7-31,-8-2 7 0,8 4-8 0,0-1 8 0,0 0-6 0,-10 0-3 16,10 0 9-16,0 1-13 16,0-1 13-16,0 0-6 0,0 0-5 0,0-1 6 15,0 1-8-15,0 0 8 0,10-1-8 0,-10-2 18 16,13 1-4-16,-3-1 4 0,2-1 5 0,-2-1-11 15,1 0 12-15,3-7 9 0,-1 7 0 0,2-7 20 16,1 0-13-16,3 0 0 0,-3 0 2 0,1 0-3 16,2 0-1-16,-3 0 0 0,0 0 13 0,0-10-8 0,-2 1 19 15,0-1 0-15,0 0 4 0,-1-2 4 0,-3-1-18 16,-10 0-7-16,12-2-20 16,-12-2-8-16,0-2-7 0,0-3-1 0,0-1 14 15,0-2-11-15,0-2 14 0,0-1 12 0,0 0-6 0,-14 1 13 0,1 3-6 0,13-2-28 16,-17 3 19-16,6 2-12 0,11 2 5 0,-16 1 10 15,16 2-21-15,-12 2 9 0,12 2-9 16,0 1 11-16,-12 4-13 0,12 1 1 0,0 6-7 0,0 0-15 16,0 0 21-16,0 0-15 0,0 0-1 0,0 0 3 15,0 0-14-15,-14 0 10 0,14 0 10 16,0 7 2-16,0 3 6 0,0 0 0 0,0 2 4 16,0 4-1-16,0 1 4 0,0 1 1 0,0 1-11 0,0 2 4 15,0-1-7 1,0 1-2-16,0 1 3 0,14 2 7 15,-14-2-12-15,13 2 24 0,-3-1-5 0,4 0-14 0,-1 0 29 16,2-2-40-16,3 2 12 0,1-1-6 0,1-1-6 16,1-1 13-16,1-2-3 0,1 0 6 0,-2-2-12 15,3-2 5-15,-4-2-2 0,4-1 10 0,-5-3 3 16,0-1-9-16,0-7 9 0,-2 0-5 0,-1 0-2 16,-3 0 10-16,-2 0-5 0,-2 0-3 0,-9 0 2 15,13 0 9-15,-13 0-2 0,11-12 1 0,-11 1-8 16,13-2 2-16,-13-1-1 0,9-2 9 0,-9-1 2 15,10-1-11-15,-10 1-5 0,0 2 7 0,12-1-16 0,-12 1 6 16,8 1-1-16,-8 2-18 0,0 0 19 16,14 4-15-16,-14-2 13 0,10 0-8 0,-10 3-3 15,13 7 15-15,-1-9-15 0,-1 9 13 0,1 0 8 0,0 0-20 16,1 0 6 0,4 0 10-16,1 0-13 0,2 0 22 0,-1 0-2 15,2 12-7-15,-1-1 5 0,2-1-10 0,-4-1 4 16,4 2-9-16,-3-2 3 0,0 2 4 0,-2 0 6 15,-2-1-1-15,-3 1-7 0,-12 0 1 0,13 0-9 0,-13 0 10 16,0 1-1-16,0-2 7 0,0 0 7 0,0 0-1 0,0-1 3 16,0-1-5-16,0 0-13 15,0 0 2-15,-22-1 2 0,1-7-1 0,-1 8 20 0,-2-8-10 16,-1 0-3-16,1 0 0 0,-3 0-9 16,2 0 7-16,0 0 8 0,0 0-11 0,1 0-4 15,3-9 0-15,-1 0-20 0,3-1 37 0,2-1-24 0,1 2 4 16,5-1 18-16,11 0-34 0,-11-1 27 0,11 0-8 0,0-1 26 15,0 0-10-15,0 2-24 16,0-3 28-16,0 2-32 0,0 0 10 0,12 0 20 0,4 0-24 16,0 3 5-16,3 1-8 0,0-1 7 15,3 8-4-15,2-8 3 0,-1 8 19 0,3 0-10 0,1 0-8 0,1 0-2 16,2 0-16-16,0 0 18 0,2 0 9 0,0 0 6 16,1 0 6-16,0 0-17 0,3 0 14 0,-3 0-12 15,2 0 10 1,0 0-3-16,-2 0-4 0,-1 0 15 0,-2 0-31 0,0 0 16 0,-5 0-9 15,0 0-11-15,-4 0 27 16,-4 0 1-16,-2 0 9 0,0 0 6 0,-7 0 5 16,-8 0-7-16,10-7-7 0,-10 7 1 0,0-11-2 15,0 2 6-15,0 1-8 0,0-1-7 0,0 1-5 0,0-1-14 16,0 0 6-16,0-2 2 0,0 1-1 0,0 1 6 16,0-1-5-16,-11 3-1 0,1-1-7 15,-4 1 1-15,3 7-2 0,-1-7-7 0,-1 7 8 16,0 0-2-16,-1 0 1 0,-1 0 6 0,2 0-3 0,0 0-6 15,-3 0 11-15,5 0-3 0,-2 12 8 0,1 1 6 16,12-2-10-16,-15 3 1 0,1 1-3 16,14 1-1-16,-11 1 5 0,11 2-2 0,0-3-6 0,0 1 9 15,0 0-11-15,0 0 12 0,0-2-3 0,0 0-12 16,0 1 15-16,16-1-8 0,1 1 15 0,-2-1-3 16,2-1-3-1,2-1-8-15,0 1 13 0,5-5 1 0,-1 2 4 0,4-2 8 0,1-9-18 0,0 9 1 0,3-9 3 31,5 8-5-31,-1-8-7 0,0 0 13 0,3 0-1 16,2 0 15-16,-1 0 16 0,-3 0-4 0,-1 0 14 0,-3 0-1 16,-2-11 4-16,-3 1 5 0,-4 0-17 0,-5-1-4 15,-4-2-11-15,0-1-5 0,-14 0-2 0,14-1-2 16,-14 0 0-16,0-2-9 0,0 1-4 0,0-2 1 0,0 3-10 16,0-1 5-16,0 1-9 15,-20 0-1-15,6 0 9 0,1 2-3 0,0 1 7 0,1 3-3 16,-1-1-3-16,13 3-2 0,-17 7-1 0,4 0-8 15,13-7-2-15,-16 7-1 0,16 0 2 16,0 0 2-16,0 0-4 0,0 0 1 0,0 0 5 0,0 0 2 0,0 0 3 16,0 0 9-16,0 0-11 0,0 12 9 0,0-2 6 15,14 0-8 1,-14-1 4-16,20 3-9 0,-2-1 10 0,1 1 5 0,2-1 5 0,0-1 2 0,0 2-12 16,0-1 1-1,3 2-10-15,-2-1 7 0,0-1 0 0,-3 1-7 16,0 0 2-16,-3 0-4 0,1 0 2 0,-4 0 9 0,-2-1 7 15,-11 0-11-15,10-2-2 0,-10-1-2 0,0 0 1 16,0-8 7-16,0 9 3 0,0-9 10 16,0 9-6-16,0-9 9 0,-13 9 6 0,-4-9-12 15,-2 8-6-15,-4-8-2 0,-2 0-4 0,-3 0-13 0,-1 0-19 16,-1 0-41-16,3 0-20 0,-1 0-45 16,3 0-18-16,2 0-24 0,3 0-51 0,7 0-26 0,-3 0-104 15,16 0-100-15,-11 0-127 0,11 0-112 0,0-8-85 16,0-1 16-16</inkml:trace>
  <inkml:trace contextRef="#ctx0" brushRef="#br0" timeOffset="44421.35">5611 4698 1453 0,'0'0'17'0,"12"0"11"15,-12 7 9-15,0-7 3 0,8 8-2 0,-8-8 2 0,0 9-3 0,0-9 11 16,0 9 2-16,0 1 5 0,0-4 11 0,0 2 2 16,0-1 16-16,0 2 1 0,0 0 48 15,0-1 2-15,0-8-14 0,0 9 3 0,0-3-34 0,0-6 18 16,0 0 33-16,0 0 49 0,0 0 32 0,0 0 41 16,0 0-4-16,0 0-31 0,0 0-60 15,0 0-69-15,0 0-47 0,0 0-36 0,0-11 5 16,0 2-7-16,0-3 11 0,-12-2-4 0,12-1 0 15,0-2 4-15,-11 1 2 0,11-3 12 16,0 1 8-16,-10 1-7 16,10-2 0-16,0 3-10 0,0 1-13 0,0 1-7 0,0 0 1 0,0 3-21 15,0 0 9-15,0 2 1 0,0 4-19 0,0 5 19 0,0-6-9 16,0 6 3-16,10 0 8 0,-10 0 4 16,15 0 5-16,-3 0 0 0,-1 0-7 0,3 9-11 0,-1 0-4 0,2 1 8 31,0 1 2-31,0 0 4 0,1 1-8 0,0 1 4 15,0 1-7-15,1 0 6 0,-1 1 11 0,1 0-3 16,1 1 2-16,-1-1 12 0,2-1-11 0,-3-2-2 16,3 2 1-16,-3-2-12 0,1-1-1 0,-1-2 5 0,-2-9 7 0,-1 0-11 0,-1 9 14 15,-12-9 18-15,16 0 16 0,-3 0 17 16,-13 0 3-16,13 0-28 16,-13 0-4-16,14 0-17 0,-14-11-4 0,17 1 0 15,-17-2-11-15,13-2 9 0,-13 2-18 0,16-2 8 0,-16-1 3 16,12-1 5-16,-12 1 17 0,16 0-24 0,-3 1 13 15,-1 2-19-15,1-2 4 16,0 3 16-16,1 0-16 0,0 2 11 0,2 2 0 0,-3 7-10 16,4-7 8-16,-4 7-5 0,2 0-3 0,0 0 14 15,0 0-14-15,0 0 3 0,0 0-10 0,0 10-10 0,-1 0 16 0,-1 0 0 16,-2 0 7-16,1 0 7 16,-2 2-10-16,-10 0 8 0,12-1 2 0,-12 1-5 15,0 0 17-15,0 0-7 0,0 1-1 0,0-3 1 0,0 1-19 0,0 0 6 16,0-2-7-16,-17 0 0 0,3-9 22 0,-3 10-18 31,-1-10 14-31,-3 0-9 0,1 0-23 0,-2 0 22 0,1 0-8 16,-1 0 3-16,0 0 5 0,3 0-13 0,-1-10 7 15,2 1-2-15,4 1 12 0,14-1 11 0,-17 3-7 16,17-2 6-16,0 2-17 0,0 6-8 0,-15-11-5 16,15 4 21-16,0-1-13 0,0 2 18 0,0 6-9 0,0-10-17 0,0 2 21 15,16 1-29-15,0 0 13 16,4 0-14-16,1 7 2 0,4-8 9 15,2-1 6-15,2 3 13 0,-1-2 1 0,0 2 3 0,1-3-9 0,1 1 7 16,-6 0-2-16,3-2 28 0,-4 0 1 16,-1-1-2-16,-4-1 3 0,-1-1-25 15,-4-1 10-15,-2 0-3 0,-11-2-6 0,0-2 6 16,11 0-10-16,-11 1-2 0,0-2 8 0,0 0-9 16,0 0 2-16,0 1 6 0,0 3-9 0,0-1 10 0,-13 4-4 0,13 0-2 0,-12 4-3 31,12 1-16-31,0 7 0 0,0 0-10 0,-11 0-3 15,11 0 1-15,0 0-4 0,0 0 9 0,0 10 6 0,-13 3 7 16,13 1 3-16,0 2 2 0,0 4 2 0,0 4 0 16,0-1 14-16,0 2-15 0,0 2 1 0,0 0 3 0,0 0-18 15,0 0 5-15,0-2-1 16,16 2 3-16,-2-2 10 0,2 1-1 0,-2-3 8 16,4 0-6-16,0-3 6 0,2 1 3 0,0-4-35 0,2 0-28 15,0-5-39-15,2 0-63 0,1-12-19 0,0 0-39 0,-2 0-62 16,1 0-69-1,-1 0-108-15,-4 0-74 0,-1-13-91 0,-3-2-25 0,-15-1-12 0,0 1-46 0</inkml:trace>
  <inkml:trace contextRef="#ctx0" brushRef="#br0" timeOffset="44635.39">6398 4433 1790 0,'-14'0'32'0,"14"0"42"0,0 0 51 0,0 5 100 0,0-1-4 0,0 1 0 0,0 0-30 15,19-1-66-15,1 0 9 0,3 1-42 0,4-1 15 32,3-2-20-32,1-2-14 0,3 0 10 0,0 5-23 0,4-5-5 15,-5 0-18-15,0 0-8 0,-4 0 0 0,-5 0-13 16,-2 0 0-16,-5 0 18 0,-6 0-31 0,-11 0-21 16,0 0-79-16,0 0-124 0,0 0-90 0,0 0-154 15,0 0-98-15,-20 0-76 0,4 0-13 0</inkml:trace>
  <inkml:trace contextRef="#ctx0" brushRef="#br0" timeOffset="47396.05">7851 4344 2202 0,'0'0'108'0,"0"0"49"0,0 0 57 0,0 0 52 0,0 0-59 16,0 0-14-16,0 0-37 0,0 0-44 0,0 0-31 15,0 0-22-15,0 0-2 0,0 0-10 0,0 0-4 0,0 0-9 16,0 0-9-16,-15 0 6 0,3 0-14 0,12 0 2 16,-14 0-10-16,2 0-11 0,0 0 10 0,0 8-13 15,-1-2 8-15,0 3 5 0,1 0-11 16,-1 2 13-16,1 1-4 0,2 2 5 0,10 1-3 16,-13-1-12-16,13 1 2 0,-12 1 7 0,12-1 3 15,0 0 12-15,0-1 0 16,0 1-11-16,0 1 0 0,0-3 19 0,0 1 1 0,0 0 10 0,17-2 11 15,-4-1-10-15,4-2 23 0,-1-1-11 16,3-8 1-16,3 9-5 0,-1-9-17 0,2 0 19 0,3 0 6 16,-1 0 9-16,-3 0-2 0,5 0-1 0,-2-13 2 15,-1 2-13-15,-2 0 5 0,0 0-9 0,-1-1-10 16,-1-2 8-16,-4 0-12 0,1 0-2 16,-4-1-10-16,1 1-10 0,-2 0-8 15,-12 0-8-15,12 1 9 0,-12 1 10 16,14 1-4-16,-14 0 1 0,13 2-10 0,-13 3-8 0,13 0 8 0,-13 6-1 0,9-6 0 0,-9 6-16 15,11 0 9-15,-11 0 1 0,14 0-5 0,-2 0 17 32,2 0-10-32,-3 0 10 0,3 0 3 0,0 0-12 0,1 11-1 15,0-1-20-15,0 1 16 0,-1 0-4 16,-1-1 22-16,-1 1-7 0,-12 2-2 0,11-2 15 0,-11 0-22 16,0 1 21-16,0 1-6 0,0-1-7 0,0 0 13 15,0 1 5-15,0-1-8 0,-14 0-1 0,-3-1-2 16,-1-1-12-16,1 0 22 0,-4-10-15 0,2 8 10 0,0-8-1 15,-3 0-23-15,3 0 25 0,-1 0-21 16,-1 0 5-16,2 0 9 16,2-11-9-16,-2 1 16 0,6-1-14 0,-1-1-8 0,1 0 17 0,13-2-8 15,-11 2 13-15,11-2-7 0,0-1-6 0,0-2 0 16,0 2-7-16,0 0 10 0,0-1 0 0,0 1-7 0,0 0 5 16,0 1-2-1,16 0-3-15,3 3-2 0,-3 2-4 16,3 0 7-16,1 2-4 0,-1 7-6 0,3-7 5 0,0 7 2 0,2 0 9 0,-3 0 5 0,4 0 0 15,-1 0-4-15,-1 10-24 16,-2 0 14-16,1-1-1 16,2 2-2-16,-3 3 9 0,-3-1 6 0,1 1-9 15,-1 0 5-15,-1 0-1 0,-1 1-14 0,1 0-3 0,-4-1 11 16,1 0 9-16,-14-2 0 0,13 1 9 0,-13-1-18 0,16-1 9 16,-16-1-1-16,0-2-4 0,0-1 12 0,0-7-13 15,0 7-2-15,0-7 0 0,0 0 15 0,0 0 14 0,0 0 13 16,0 0 18-16,0 0-10 0,0 0-4 0,0 0-11 15,0 0-8-15,0 0 1 0,0-8-20 0,0-1 15 16,0 0-13 0,0-2-10-16,0-2 17 0,0 0-14 0,0-1 5 15,0-1 9-15,0 0-18 0,0 0-2 0,0 0-8 0,0 1-7 16,12 1 15-16,-12 1-3 0,0 1 15 0,18 2-7 0,-18 1-13 16,14 3 7-16,-14 5-7 0,11 0 8 15,-11 0 7-15,14 0-2 16,-14 0 2-16,13 0-6 0,1 0 2 0,-14 0 2 15,18 0-7-15,-1 10 1 0,-1-1 1 0,1 0 2 16,2 0 3-16,0 2 4 0,0-1-3 0,0 0-8 16,0-1 13-16,1 2 4 0,-2-1-1 0,-1-2 7 15,1 1-17-15,-1-2 0 0,0 0 3 0,-4-7-5 0,2 7 14 0,-3-7 2 16,-1 0 15-16,-11 0 10 0,14 0 19 0,-14 0-2 0,11 0-7 16,-11 0 1-1,10 0-29-15,-10-9 5 0,12 0-9 0,-12-1-15 0,0-3 10 16,12 1-8-16,-12-2-4 15,0-2 13-15,0-3-3 0,0 1-9 0,0-2 12 16,0-3-11-16,0-1-1 0,0-1 9 0,0-1-10 0,0-3 5 0,-15 0-5 16,3 0 0-16,2-2-4 0,-4 2 6 0,3 2 0 0,1 2 6 0,10 2 5 15,-17 6-3-15,17 2-3 0,-13 3-10 16,13 4 7-16,0 8-21 0,-10 0 4 0,10 0 2 16,0 0-20-1,0 0 15-15,0 0 0 0,0 0-6 0,0 0 16 16,0 0 5-16,0 8-6 0,0 4 13 0,0 3-6 0,0 2-5 0,0 5 12 0,14 0-11 15,-3 2 11-15,1 0-5 0,-12 1 1 0,15 0 2 32,0 0-10-32,-4-1 6 0,2 0 4 0,1 0 5 0,-1-3-5 15,3 2-1-15,-2-4-4 0,3 2-9 0,-1-3 10 16,0-1-3-16,0-2-2 0,1-1 10 0,-1 0-3 16,1-3 1-16,-1-1 4 0,-2-2 0 0,-1 0 0 0,-2-8-2 15,-11 6 2-15,16-6-3 0,-5 0 5 0,-11 0 3 16,11 0-11-16,-11 0 8 0,11-8-9 15,-11-1-3-15,14-2 9 0,-14-1-12 0,13 0 8 0,-13-2 4 16,14-1-5-16,-14 0-1 0,16-2-4 16,-16 3-3-16,17-3 4 0,-5 2 0 0,-12 1 1 0,17-1-2 15,-3 3-1-15,-14 1 4 0,17 1 3 0,-4 1-6 16,-13 3-5-16,17 0-4 0,-17 6-4 0,15 0 12 16,-15 0 6-16,17 0 3 0,-6 0-5 0,3 0-4 15,-4 0-3 1,1 0-4-16,5 8 4 0,-2 1 5 0,0-3 3 0,-1 2 0 0,1-1-1 0,-1 1-1 15,-2-2-8 1,1 2 10-16,-12-2 4 0,13-6-2 0,-13 5 10 0,0-5-6 16,13 0-4-16,-13 7 14 0,0-7-2 0,0 0 6 15,0 0 10-15,0 0-14 0,0 0 10 16,0 0-23-16,0 0 1 0,0 0 1 0,0-9-17 16,0 0 22-16,0 1-19 0,0 2 5 0,-14-2 3 15,14 1-5-15,-19 0 8 0,4 0-15 16,-2 2 3-16,4 5 3 0,-4-6 0 0,1 6 7 0,-1 0-6 15,1 0-3-15,-3 0 1 0,3 0 0 0,-1 0 0 0,-1 10 2 0,1-1-10 16,-2 3 9-16,3-1-4 0,-1 1 3 16,4 2 14-16,2-2-19 0,11 2 11 0,-14 1-4 15,14-3-8-15,0 2 18 0,0 0-8 16,0 0 4-16,0-1 0 0,0 0-5 0,0 0 15 0,17 0-9 0,-4-1-2 31,4 0 0-31,-1-1-16 0,1-1 11 0,1-2 12 0,1 0-1 0,1-2 3 0,0-6 6 0,2 0-11 16,0 0-1-16,-3 0 5 15,4 0-13-15,-4 0 12 0,-1 0-1 0,-1-8-1 16,-1 0 5-16,-4-1-9 0,-12-1 4 0,13-2 4 0,-13-1-5 0,14-1 0 31,-14 1 5-31,0-3 0 0,0 1-5 0,0 1-1 0,0-1-10 16,0 0 0-16,0 1 2 0,0 2 15 0,0 3-9 16,0-1 6-16,0 4-5 0,0 6-4 0,0-6-3 15,0 6-7-15,0 0-4 0,0 0-1 0,0 0 5 16,0 0-5-16,0 0 9 0,0 0-6 0,0 6 15 15,0 2-4-15,0 2-2 0,0 0 7 0,0-1-9 16,0 3 9-16,0 1 2 0,0 0-3 0,10-1 9 16,1 1-4-16,2-1 4 0,-4-1-2 0,2 0-1 0,5-1-13 15,-3-1-1-15,2-3 12 0,2 1-18 0,0-7 20 0,2 8-6 32,0-8 5-32,1 0 9 0,-1 0 1 0,3 0-2 0,-3 0-12 0,-1 0-3 15,1 0 0-15,-3-10 6 16,-2-1 7-16,-1 3 4 0,-3-3-3 0,-10 0-2 15,12-2 1-15,-12 1-5 0,0-3-3 0,0 1 7 16,0-1-13-16,0-2 1 0,0 1-4 0,0 1 5 16,0-2 0-16,0 2 0 0,-16 3 9 0,16 0-20 15,-16 3 3-15,16 1 2 0,-10 2-2 0,10 6 3 0,0 0-5 16,0 0-5-16,0 0-14 0,0 0 22 0,0 0 3 16,0 0-5-16,0 0 13 0,-12 8-15 0,12 2 3 15,0 1 8-15,0 1 2 0,0 0 3 0,0 2-1 16,0 0 1-16,0 1 0 0,0-1-6 0,0 1-4 0,0-1 5 15,12-2-10-15,-12 2 17 0,15-2 0 0,-1-3-1 16,-3 1 7 0,2-1-9-16,1-2 8 0,-1 1-1 0,2-8 9 15,1 6-6-15,3-6 1 0,0 0 15 0,5 0-12 0,-1 0 15 16,4 0 12-16,-2 0-4 0,-4-7 16 0,1 0-9 0,-1-2-7 0,-4 1-14 16,-3-2-15-16,-1-1-2 15,-13 0-6-15,16-1 1 0,-16-2-5 16,11-1-4-16,-11 1 9 0,0-1-12 0,0 1 10 15,0 2 6-15,0 0-17 0,0 1 19 0,0 2-10 0,0 1 2 0,0 2-3 16,0 6-19-16,0 0 9 0,0 0-21 0,0 0-4 0,0 0 10 16,0 0 0-16,0 0 15 0,0 0 8 0,0 0 0 15,0 11-4-15,0 0 5 0,0-1 8 16,0 1-2-16,0 3-2 16,0 0-12-16,0 0-5 0,0 0 5 0,0-1 3 15,0-1 4-15,0-1-2 0,0 1-6 16,0-2 4-16,0-3 1 0,0 1 6 0,0-4 6 15,0-4-7-15,0 6 19 0,0-6-9 0,0 0 7 0,0 0 8 0,0 0-21 16,0 0 10-16,0 0-12 0,0 0-1 0,0-9 7 0,0 0-13 0,0 1 8 31,0-2-11-31,0-1 5 0,0 0 7 0,0 1-9 0,0-3 8 0,13 1-6 0,-13 0 2 32,0 1 2-32,14-1-1 0,-14-1-1 0,14 2-7 15,-14 1-5-15,16 1 1 0,-5 0 2 0,-11 3 3 0,19 0 5 16,-6 6-7-16,-1 0-3 0,1-5-7 15,-2 5 12-15,3 0 3 0,-2 0-1 0,1 0 9 16,0 9-11-16,3-1 4 0,-2 2 2 0,3 1-3 16,-2 0 1-16,2 3 0 0,-4-2 1 0,3 3 8 15,-4-1 2-15,-2-2 7 0,-10 2-7 0,14-2-5 0,-14 0-5 16,13-1-6-16,-13 0 6 0,12-1 1 16,-12 0 2-16,0 0 4 0,0-1-39 0,0-1-69 15,0-1-59-15,0 0-100 0,0-1-45 0,0-6-55 16,0 6-103-16,0-3-93 0,0-3-155 0,0 0-120 15,0 0-63-15</inkml:trace>
  <inkml:trace contextRef="#ctx0" brushRef="#br0" timeOffset="47601.98">9810 4047 3878 0,'0'0'27'0,"0"-10"41"0,0 0 6 0,0 4 4 16,0 6-38-16,0 0-28 0,0 0-14 0,0 0-5 15,0 0-26-15,0 0-96 0,0 0-111 0,0 0-121 16,0 0-151-16,0 0-95 0,0 0-67 0,0 0-6 16</inkml:trace>
  <inkml:trace contextRef="#ctx0" brushRef="#br0" timeOffset="47892.91">8909 4224 2042 0,'-11'0'48'16,"11"0"87"-16,0 0 41 0,0 0 51 0,0 0-35 0,0 0-70 15,0 0-24-15,0 0-35 0,0 0 8 0,0 0-8 16,0 0 29-16,0 0 33 0,0 0 41 0,0 0 32 16,0 0-16-16,0 7-20 0,13-7-57 0,1 6-15 15,3-6-25-15,4 0-38 0,2 6-3 16,6-6-20-16,-1 0-4 0,5 0 19 0,-1 0-13 16,1 0-3-16,-1 0-2 0,0 0-8 0,-1 0 17 15,-4 0-55-15,1 0-86 0,-2 0-125 0,-5 0-150 16,-1 0-135-16,-4-5-100 0,0 5-92 15,-5-6 7-15</inkml:trace>
  <inkml:trace contextRef="#ctx0" brushRef="#br0" timeOffset="48396.75">12063 4055 2589 0,'0'-5'53'0,"0"-1"55"0,0 0 68 0,0 1 26 0,0 5-18 0,0 0-28 16,0 0-67-16,0 0-30 0,0 0-33 15,0 0-23-15,0 0-8 0,0 0 7 0,0 0 0 0,0 0-6 16,0 0 7-16,0 8-1 0,0 1-2 16,0 0 2-16,0 4 6 0,0-1-1 0,0 3-3 15,15 3-3-15,-3-1 1 0,-1 1 4 0,1 1 8 16,0 1-4-16,-1 0-14 16,3 0 9-16,0 0-3 0,-1-1 3 0,5 0 11 15,-6-1-14-15,4-2-8 0,-2-1-1 0,0-3-114 0,-1-1-107 0,-13-2-148 31,14-1-97-31,-14-4-49 0,0-4-45 0,0 0 15 0</inkml:trace>
  <inkml:trace contextRef="#ctx0" brushRef="#br0" timeOffset="49196.7">11949 4166 2550 0,'-12'-4'11'0,"12"-1"27"0,0 2 37 0,0 3 35 0,0-3-4 0,0 3 28 15,14 0-18-15,3 0-22 0,3 0 25 0,5 0-15 16,3 0 18-16,5 0 6 0,2 0-1 0,3 0-21 16,1 0-17-16,1 0-12 0,0 0-24 0,-1 0 18 15,-3 0 3-15,-4 0 12 0,-2 0 2 0,-5-10-26 16,-2 2-4-16,-4 0-21 0,-3-1-12 0,-4-1 8 16,-12 0-22-16,11-2 8 0,-11 1-2 0,0 0-21 15,0-1 16-15,0 1-17 0,0 2 8 16,0 0 2-16,0 0-16 0,0 3 2 15,-11 6-2-15,11 0 2 0,-12 0-12 0,12 0 17 0,0 0-2 16,-13 0-2-16,13 0 4 0,0 9 1 0,0 3-1 16,-11 4 0-16,11 0 6 0,0 5-9 0,0 1 3 15,0 1-1-15,0 2-4 0,0 0-2 0,0-1 7 0,0 0 4 16,0-1 2-16,12-1 4 0,0-1-13 0,-12-3 6 16,12-2 2-1,-12-3-5-15,11-2 11 0,-11 0-6 0,0-4 5 0,11-2 23 16,-11-5 13-16,0 0 2 0,0 0 5 0,0 0-18 0,11 0-3 15,-11 0-11-15,0 0-6 0,12-9 0 0,-12 1-10 16,0 1-2-16,15-3 4 16,-15 0-4-16,11 1-9 0,-11-1 15 0,0 2-8 15,14 1 3-15,-14 0 6 0,0 7-1 0,0-5 2 16,0 5-12-16,13 0 0 0,-13 0-3 0,0 0-1 16,11 0 13-16,-11 6-5 0,16 3 1 0,-3-1 2 15,-1 3-5-15,3 0 3 0,2 2 1 0,-1-1-5 0,3 1 7 16,0-1 2-16,3 0-2 0,2-1 30 0,-1 0 24 15,2-2-2-15,1-2 24 0,-1 1-21 0,5-2-15 16,-1-6 42-16,1 0-14 16,-2 0 7-16,1 0-9 0,-1 0-18 0,-1 0-2 0,-2 0 4 15,-4 0 2-15,-1-11-15 0,-4 1-7 0,0 0-15 0,-5 0-8 16,-11-1-2-16,14-1-2 0,-14-2 1 0,0 0 0 0,0-1-2 16,0 0-4-16,0-3-10 0,0 1 5 15,0-1-7-15,0 0 3 0,-17 0 7 0,-1 1-7 0,1 2-3 16,-2 1-4-16,0 3 1 15,-3 2 3-15,0 2-5 0,0 7-3 16,-4 0-1-16,6 0-7 0,-2 0 11 0,1 0 7 16,4 14-10-16,-1 0 14 0,4 0-5 0,14 1-6 15,-13 1 12-15,13 1-2 0,0-1 2 0,0 1 12 16,0 0-2-16,0 0-12 0,0 0 14 0,0 0-7 0,17-2-4 16,4 0 23-16,1-1-19 15,7-2 6-15,3 0 9 0,1-1-6 0,3-2 17 0,1-1 15 16,1-2 7-16,-1-6-3 0,0 0 0 0,-4 0-18 0,0 0 2 15,-6 0-8-15,0 0-4 0,-5 0 4 16,-6 0-15-16,-2 0 8 0,-14 0-7 0,0 0-28 0,0 0-85 16,0 0-102-16,0-6-144 0,0 6-156 0,0-4-113 15,0 0-161-15,0 4-126 0,0-6-72 16</inkml:trace>
  <inkml:trace contextRef="#ctx0" brushRef="#br0" timeOffset="49851.21">14726 3838 2827 0,'0'-4'44'0,"0"1"75"0,0-1 56 0,0 1 34 0,0 3-35 32,0 0-46-32,0 0-52 0,0-4-22 0,0 4-4 15,0 0-13-15,0 0 6 0,0-4-10 0,-15 4 11 16,-2 0-10-16,3-4-6 0,-2 4 14 0,0 0-10 0,-1 0 2 16,-2 0 3-16,3 0-16 0,-1 0-8 0,4 0-10 15,-2 0 0-15,0 0-3 0,15 0-1 0,-13 0 4 16,13 5-1-16,-14-5 9 0,14 6 0 0,0-1 36 15,0 1 1-15,0-6 21 0,0 11 32 0,0-1-9 16,0 0 7-16,22 2-13 0,-2 2-3 0,0 0-21 0,5 1-1 16,0 2 16-16,2-2-36 0,2 1-3 0,-2-1-4 0,1-1-33 15,-1 1 14-15,-2-1-2 0,-3-1-2 16,-4 1-9-16,-2-3-4 0,-3 0-5 0,-13-2-5 16,0-1 20-16,0-8-5 0,0 9 1 0,0-9 1 15,0 9-3-15,0-1-9 0,0-1 16 0,-21-1 13 16,0 2-19-1,-4-1 27-15,-2-7-33 0,-1 9-3 0,-1-9 8 16,-2 7-14-16,-1-7 27 0,0 0-11 0,2 0 10 0,0 0-4 0,6 0-16 0,-1 0 3 0,3 0-26 31,3 0-55-31,8 0-58 0,11 0-99 0,0-6-91 16,0 0-76-16,0-2-49 0,0 1-72 0,0-1-49 0,20-3-44 0,1-3-109 16</inkml:trace>
  <inkml:trace contextRef="#ctx0" brushRef="#br0" timeOffset="52481.91">14914 3764 3320 0,'0'-3'86'0,"0"-2"60"0,0 2 34 0,0 3 20 0,0 0-81 16,0 0-70-16,0 0-19 0,0 0-25 0,0 0-6 0,0 0 1 15,0 0-11-15,0 0 21 0,0 9 22 0,0-1 40 16,0 0 16-16,0 2-6 0,0 1-22 0,0 2-16 15,0 0-9-15,0 4 11 0,0 0-3 0,0-1 3 0,0 2-3 16,0 0-14-16,0 2 9 0,17-3-15 0,-5-1-9 16,-12 1-2-16,18-1-2 0,-5-1-4 31,3-1 5-31,-2-1-4 0,3 0-8 0,0-2 0 0,1-2-2 0,3-1-3 16,-2-8 0-16,1 8-52 0,-2-8-51 0,2 0-58 0,-2 0-77 0,-4 0-30 15,-3 0-66-15,-11-9-16 16,11-2-74-16,-11 2-4 0,0-1 8 15,0-1 23-15,0-1 95 0,0-1 46 0,-22 1 85 0,-2-1 40 0,4 0 54 16,-4 1 45-16,-3-1 25 16,2 2 43-16,0-2 14 0,1 1 45 0,-2 1 45 0,6 0 8 0,0 1 48 15,4 1 11-15,-2 0 16 0,7 2 0 0,11 2 47 16,-11 1-21-16,11 4-26 0,0-3-13 0,0 3-65 16,0 0 9-16,0 0 1 0,0 0 8 0,0 0-3 15,0 0-10-15,0 0 5 0,0 0 7 0,0 0-9 0,14 0 10 16,0 0-24-16,-1 0 11 0,0 0-23 15,1 0-25 1,-1 0 12-16,-1-9-43 0,1 9 14 0,1-6-6 16,-3 6-29-16,-11 0 1 0,16-6-21 0,-3 6-11 15,-2 0 0-15,-11-6 0 0,15 6-9 0,-15 0 5 16,13 0-11-16,-13 0-12 0,16 0 18 0,-16 0-13 16,13 0 14-16,-13 0 6 0,13 0-16 0,-13 0 15 0,18 7-9 15,-5 0 2-15,1 2-5 0,-1 1 8 0,1 1-16 16,2 2 10-16,0 1 20 15,0 2-16-15,-1 1 16 0,0 0 0 0,2-1-7 16,-3 1-4-16,2-1-5 0,-3-3-19 0,-13 1 7 0,20 0 0 0,-7-4 12 16,-13 0 1-16,16-1 5 0,-16-1-4 15,14-8-5-15,-14 7 6 0,0-7-15 0,0 0 16 0,0 0 3 0,0 0 10 16,0 0 8-16,0 0-2 0,0 0-14 16,0 0-3-16,0 0-17 0,0 0 5 0,0 0 7 15,0-9-4-15,0 0 12 0,0 0-22 0,0-1 7 16,0-2-12-16,0 0 6 0,16-3 24 0,-16 1-26 0,0-1 14 15,14-2-12-15,-14 1-10 0,0 1 29 0,0 0-12 32,0 1 24-32,14 2-14 0,-14 3-6 0,0 1-1 0,0 1-10 15,0 0 6-15,13 7-2 0,-13-6 7 16,0 6-9-16,0 0-4 0,15 0 7 0,-15 0-5 0,12 0 10 0,-12 0-5 0,0 0 8 0,15 0 3 16,-15 0-18-1,0 0 25-15,16 11-20 0,-16-1 10 0,18 1 10 16,-18 0-22-16,16 1 6 0,-2 1 0 0,-14 2 6 15,16 0 10-15,-2-1 1 0,-3 0-8 0,2-1-13 0,-1 1 2 16,1-3 3-16,1 0 1 0,-3-4 0 16,2-7 1-16,1 11-7 0,-3-11 7 0,2 9 0 15,-13-9 6-15,17 0 19 0,-3 0-10 0,-1 0 17 16,-13 0-19-16,16 0-8 0,-7 0 14 0,-9 0-44 0,15-9 18 16,-15 9 11-16,14-11-34 0,-14 0 36 0,0 2-15 15,13-2-14 1,-13 1 18-16,0-2-2 0,0-2 10 0,0-1-11 15,0-2 8-15,0 1-9 0,0 0-5 0,0 0 29 0,0 1-19 0,0 1 1 16,0 1 4-16,0 2-18 0,0 3 17 0,0-1 0 0,-12 2-1 0,12 7-10 31,0-5-1-31,0 5 28 0,0 0-14 16,0 0-1-16,0 0 6 0,0 0-26 0,0 0 16 0,0 0 7 16,0 0-7-16,0 11 4 0,0-1-2 0,0 1 5 0,0 3-4 0,0-2 5 15,0 2 1-15,0 0-4 0,13 1 5 16,1 2-7-16,-1 0 9 0,-1-2-16 15,0-1 14-15,-1-1 4 0,1-2-9 0,1-2 7 0,-2-9-10 16,2 9 2-16,-1-9-8 0,1 0 3 0,-13 0-7 16,14 0-4-16,0 0 14 0,-14 0 1 0,0 0 11 0,13 0 0 15,-13 0-11-15,0 0 5 0,0 0-12 0,0 0 10 16,0 0 1-16,0 0-11 0,0-11 12 0,0-1-13 16,0 2 3-16,0-3 13 0,0 1-7 15,0 1 1-15,0-1-8 0,0 0 0 0,0 1-4 16,0 2 7-16,-14-2-3 0,0 1 7 0,14 2-7 15,-15-2-7-15,15 2 21 0,-14 1-26 0,14 1 15 16,0 6 5-16,-14-6-16 0,14 6 14 16,0 0-7-16,0 0-6 0,0 0-2 0,0 0 2 15,0 0 4-15,0 0-3 0,0 0 12 0,0 0-4 16,0 0-9-16,0 0 6 0,0 0-9 0,0 0 10 16,0 0 4-16,0 0 3 0,0 0-1 0,0 0-2 15,0 0 7-15,0 0-10 0,0 0 6 0,0 0-6 16,0 0 5-16,0 0-2 0,0 0 2 0,0 0 10 15,0 0-20-15,0 0 13 0,0 0 0 0,0 0-2 16,0 0 1-16,0 0-6 0,0 0-9 0,0 0 0 0,0 0 10 16,0 0 3-16,0 0 7 0,0 0-4 0,0 0-6 15,0 0-3-15,0 0-2 0,0 0 8 0,0 0-1 32,0 0 5-32,0 0-5 0,0 0-6 0,0 0 8 0,0 0-4 15,0 0-3-15,0 0 3 0,0 0 0 0,0 0 14 0,0 0 17 0,0 0-18 16,0 0 2-1,0 0-32-15,0 8-7 0,0-1 30 0,0 1-17 16,0-2 32-16,0 3-17 0,0 1-21 0,0-1 33 0,0 1-32 16,0 3 17-16,13-1 13 0,-13-1-27 15,14 3 23-15,-14-4 10 0,11 3-23 0,-11-3 13 16,0-1-3-16,13-9-5 0,-13 11 25 0,0-11-9 16,0 8-8-16,0-8-11 0,0 0-4 0,12 0-19 0,-12 0 5 15,0 0 0-15,0 0 13 0,0 0 7 16,0 0 21-16,0 0 14 0,0 0-23 0,0 0 4 15,0 0-7-15,0 0-22 0,0 0-9 0,0 0 26 16,0 0-34-16,0 0 8 0,0 0 17 0,0 0-16 0,0 0 18 16,0 0 6-16,0 0-1 0,0 0 7 0,0 0 5 15,0 0 11-15,0-12 5 0,0 1-4 0,0 0 20 16,0-1-16-16,0 1 2 0,0-1 2 0,0-2-20 16,0-1 5-16,0 0-17 0,0-2 0 15,0 0 5-15,0 0-13 0,0-1 10 16,0 0 1-16,0 0-14 0,16 0 17 0,-2 1 2 0,-1 2-11 0,-13 1 1 0,17 2-4 15,-6 3-2-15,-11 1 3 16,16 2-1-16,-16 1-5 0,14 5 2 0,-14 0 1 16,14 0-4-16,-14 0 7 15,16 0-15-15,-16 0 9 0,18 0 13 0,-4 10-5 0,-14 0 10 16,19-1 0-16,-5 2-10 0,-14 2 7 0,19 1 2 16,-4 0-8-16,-15 1 4 0,18 0 3 0,-5 0-4 15,-13 1 4-15,16 0 9 0,-3-1-11 0,-13 0-4 16,15-1 1-16,-15-1-12 0,18-1 14 0,-4 1-3 0,-1-1 1 15,2-2 0-15,-2 1 6 0,3-1-3 0,-4-2-2 16,1 1 5-16,3-9-13 0,-2 8 8 16,-1-8-5-16,1 0 12 0,-1 0 4 0,-1 0 5 15,-12 0 4-15,18 0-11 0,-6 0-11 0,-12-8 0 0,18-2 11 16,-9 1-15-16,-9-1 17 0,13-2-15 16,-13 0-11-16,12 0 22 15,-12-2-13-15,12 2 14 0,-12-2-19 0,0 0 6 0,11-2 0 0,-11 3-8 16,0-1 21-16,16 0-26 0,-16 1 7 15,0 2 11-15,12 0-16 0,-12 3 18 16,11 1-3-16,-11 1-18 0,0 2 12 0,0 4 3 16,15 0-12-16,-15 0 8 0,0 0 6 0,10 0-4 0,-10 0 3 15,0 0-2-15,13 0-10 0,-13 0 2 16,13 0 10-16,-13 0-4 0,0 0 9 0,12 0-7 16,-12 0 0-16,0 0 11 0,0 0-12 0,0 0 6 0,0 0-4 15,0 0 5-15,0 0 20 0,0 0-10 0,0 0 5 0,0 0-15 16,0 0-5-16,0 0 6 0,0 0 0 0,0 0 0 15,0 0-11-15,0 0-1 0,-14 0-1 0,2-5 8 16,-4 5 4-16,3 0 4 0,-4 0-17 0,3 0 16 16,-7 0-10-16,5 0-7 15,-3 0 15-15,2 10-21 0,-2-1 21 0,2-1-5 16,1 2-2-16,2 0 4 0,14-1-10 0,-15 3 12 0,15-1-14 16,-14 1 8-16,14 1 5 0,0-2-9 15,0 2 21-15,0-1-9 0,0 0-9 16,0 2 6-16,0-1-13 0,0-1 21 0,14 0-8 0,-1 0 10 0,4 0 3 0,4-1-23 31,-5-3 20-31,4 1-8 0,2-9-12 0,-1 0 11 16,1 8-2-16,-2-8 2 0,0 0 9 0,-3 0 4 15,-1 0-7-15,-1-10-4 0,-3 0 12 0,-12-1-12 16,15 1 1-16,-15-1 5 0,11-2-10 0,-11 1 15 0,0 0-7 0,0 0 3 0,0 1 0 0,0-2-6 16,0 3 15-16,0 1-10 0,0-1 2 0,0 2-2 15,0 1-7 1,0 1-6-16,0 6 0 0,0-5-9 0,0 5-6 15,0 0-1-15,0 0 0 0,0 0 2 0,0 0 9 16,0 0 9-16,0 11-4 0,0 0 4 0,0 0-4 16,0 2 1-16,0 3 9 0,0 2-1 15,0 2 1-15,0 3-5 0,0 0-1 0,0 1-4 16,0 3-6-16,13 2 5 0,1 0-4 0,-1 1 3 0,1 1 9 0,1 1-8 16,0 0 7-1,3 3-2-15,1-1 5 0,-1 0 3 0,0 1 0 0,1-1 17 0,-1-1-5 0,0 3-11 16,-2-3 6-16,2 2-12 0,-6-2 4 15,2-2 12-15,-14-2-10 0,13-3-1 0,-13-1-10 16,0-5 4-16,0 0 12 0,0-4-11 0,0-3 19 16,0-4-7-16,0 1-6 0,-25-10 0 0,1 9-9 15,-5-9-2-15,-2 0-3 16,-4 0 9-16,-3 0-11 0,-1-12 1 0,-1-2 1 16,2-1 2-16,-3-2 6 0,5-1-1 0,3 1-4 15,-1 1-3-15,7-1 2 0,4 0 6 0,4 1-2 0,3 0 3 16,16 2-1-16,0 1 1 15,0-1-8-15,0 1-2 0,0 1 4 0,0 0-17 0,0 1 5 16,16-1 10-16,-2 1-28 0,5 2-22 0,-1-2-21 0,3 2-37 16,1 2-18-16,-1-1-22 0,1 0-12 0,-3-1-59 15,0 2-72-15,0-3-93 0,-4 1-148 16,-3-2-99-16,-12-1-162 0,0-3-93 0,11-2 53 0</inkml:trace>
  <inkml:trace contextRef="#ctx0" brushRef="#br0" timeOffset="52649.36">15693 3613 3244 0,'-15'0'2'16,"3"0"-11"-16,12-8 4 0,0 5 2 0,0 3-3 0,0 0 12 15,0 0 6-15,0 0-54 0,0 0-121 0,0 6-220 31,0 0-233-31,0-2-150 0</inkml:trace>
  <inkml:trace contextRef="#ctx0" brushRef="#br0" timeOffset="53804.9">18653 3836 2267 0,'0'0'105'0,"0"-5"55"0,11 1 51 0,-11 0 36 0,0 0-88 16,0 1-28-16,0-1-11 0,0-1-15 0,0 1-4 15,0 0-15-15,0-2-20 0,0 2-14 0,0-1 7 0,0 0-10 16,0 0-16-16,-14-2-5 0,0 3-1 0,0-1 17 16,-5 0 9-16,0 2 3 0,-2 3-9 0,-1-5-29 15,0 5-10-15,0 0 5 0,-2 0-13 0,0 0 9 16,1 0-2-16,2 0-4 0,1 8-1 0,-1 3 2 0,5-1 3 15,1 3-11-15,3-2 5 0,12 3 11 0,-14-1-8 16,14 3 9-16,0-1-5 0,0 0-6 16,0 2 9-16,0-2 5 15,0 2 10-15,14 0 6 0,2-2 9 0,2-1-17 16,0 0-4-16,3-3-4 0,1-1-12 0,3-2 6 16,-1-8-2-16,0 0 18 0,0 6 3 0,-1-6 14 15,-1 0 20-15,-2 0-11 0,-3 0 0 0,-3 0-5 16,2 0-7-16,-16-10-12 0,14-2 3 0,-14 2 0 15,14-1-22-15,-14-1 3 0,0-2-8 0,0 0 5 16,0 0 5-16,0 1-2 0,0 1-10 0,0 0 2 16,0 2 4-16,0 1-19 0,0 3 7 0,0 0-14 0,0 6 0 15,0 0 11-15,-14 0-7 0,14 0 10 0,0 0-17 0,0 0 9 16,0 0 8-16,0 0-6 0,0 0 22 0,0 0-4 16,0 10 0-16,0 0-2 0,0-1 0 15,0 1 6-15,17 1-10 0,-4 0 10 16,0 0-4-16,-1 1-6 0,1 0 17 0,1-3-11 0,-1 0-15 15,3-1-27-15,-2-8-72 16,0 8-66-16,-3-8-113 0,3 6-104 0,-14-6-63 16,13 0-174-16,-13 0-104 0,0 0-100 0</inkml:trace>
  <inkml:trace contextRef="#ctx0" brushRef="#br0" timeOffset="54343.77">19164 3813 3019 0,'0'0'75'0,"12"-4"67"16,-12-1 40-16,0 1 19 0,0-1-57 0,0 1-59 16,0 0-30-16,0 1 0 0,0 0-17 0,0 0 4 15,0-1-4-15,0 1-14 0,0-1-8 0,-13 1-9 16,-2 3-6-16,1-3-7 0,0 3 8 0,-2 0 2 0,0 0-8 0,-1 0 4 0,-1 0-2 31,-1 0-3-31,1 9 5 0,2-1-4 0,0 1 10 16,2 0-3-16,1 2 1 0,13 0 4 0,-16 1 0 0,16 0-3 15,0 1-2-15,0-1 4 0,0 2-5 16,0-1 24-16,0 1 1 0,0 0 3 0,0-2 6 0,19 2-8 0,-3-2 30 0,1-1-13 0,-1-2 11 31,5 1 6-31,-4-10-19 0,4 7 9 0,-3-7 7 0,2 0-11 16,-1 0 14-16,-1 0-1 0,-2 0-25 0,1 0-1 15,-4 0-12-15,-1 0 2 0,2-11 11 0,-14 3-8 16,12-2 2-16,-12 1-11 0,11-1-1 0,-11-2 0 16,0-2-24-16,0 2 11 0,0 0-8 0,0-2 6 0,0 2 25 15,0 1-22-15,0 0-6 0,0 2 3 0,0 2-11 16,0 2 2 0,0 5 5-16,0 0-14 0,0-5-1 0,0 5 9 15,0 0-11-15,0 0 12 0,0 0-5 0,0 0-1 0,0 0 13 0,0 0-4 0,0 11 7 16,0-1 2-16,13 0 4 0,-13 0-2 0,16 1-2 15,-4 0 9-15,-2 0-12 16,4 0 12-16,1 0-17 0,-2 0 4 16,0-1-4-16,3-3-51 0,-2 1-19 0,0-8-89 0,-1 7-84 0,-2-7-75 0,0 5-120 15,-11-5-91-15,13 0-67 0,-13 0-68 0,0 0-73 16,11-9 149-16</inkml:trace>
  <inkml:trace contextRef="#ctx0" brushRef="#br0" timeOffset="54899.43">19378 3487 3329 0,'-13'-5'80'16,"13"1"35"-16,0-1 35 0,0 2-10 0,0 1-58 0,0 2-21 16,0 0-34-16,0 0 23 0,0 0-15 15,0 8-2-15,0 1 10 0,0 1 11 0,0 2-8 16,16 2-3-16,1 3-6 0,-3 1-19 0,4 1 15 15,-4 3 2-15,2-1 4 0,1 1-8 0,0 1-13 16,1 1-5-16,-4-2-8 0,3 1 9 0,-2-2 7 0,2 1-21 16,-4-1 21-16,0-1-7 0,1-2-9 15,-2-1 9-15,-12-1-10 16,14-2-4-16,-1-2 2 0,-13 0 4 16,0-3-7-16,16-1 9 0,-16-8 2 0,0 6-4 0,0-6 3 15,0 0 10-15,0 0 27 0,0 0 42 0,0 0-2 16,0 0-19-16,0 0-22 0,0 0-28 0,0 0-7 15,0-10 3-15,0 0-18 0,0 1 1 0,0-3 13 16,0-1-2-16,0-2 28 0,0 2-3 0,0-1 2 16,0 0-6-16,0 0-10 0,0 1-5 0,0 0-12 15,0 1 3-15,0 1-8 0,0 1-2 0,0 1 0 16,0 2 7-16,0 1-2 0,14 6 3 0,-14-5-7 16,19 5 9-16,-3 0 9 0,1 0-3 0,-2 0 9 0,0 0-13 15,1 9-5-15,2-1 2 0,-6 0-1 0,4-1 6 16,-1 3-4-16,-3 0-3 0,-12-1-7 0,16 1 4 15,-16-1 3-15,14 0 3 0,-14 0 8 16,0 0-13-16,0 0 14 0,0 0-1 0,0 0 1 0,0 1 6 16,0-2-5-16,0 0 0 0,-19 2-2 0,6-3 3 15,-4 1-2 1,3-1-1-16,-4-7 3 0,2 8-13 0,-1-8-31 16,-2 0-31-16,3 0-57 0,-2 0-39 0,1 0-41 15,2 0-71-15,0 0-86 0,2 0-110 0,1 0-135 0,12-5-71 16,0-2-61-16,0 0-3 0</inkml:trace>
  <inkml:trace contextRef="#ctx0" brushRef="#br0" timeOffset="55427.21">19923 3532 3298 0,'0'-5'56'0,"0"-2"32"0,0 3 4 0,0 1 3 0,0 0-56 15,0 3-33-15,0 0-7 0,0 0-1 0,0 4 1 16,0 0-4-16,0 2 12 0,0 1-2 0,0 4 18 16,0 0 34-16,0 4 7 0,0 3 17 0,0 1-15 15,11 2-2-15,3 1-11 0,-3 1-23 16,-11-1-3-16,16 1-23 0,-2-1 9 0,-4-1 5 0,-10-1 7 16,16-1-15-16,-5-1-2 0,-11-4 12 15,11 1-13-15,-11-4 19 0,0-1-25 0,0-2-9 16,0-2 17-16,9-1-9 0,-9-5 22 0,0 0 42 0,0 0 19 0,0 0 51 15,0 0 20-15,0 0-6 16,0 0-14-16,0 0-40 0,0 0-17 0,0 0-33 16,0 0-20-16,0-9 22 0,0 1-7 15,0 0 13-15,0-1 13 0,0-1-17 0,0 0-1 16,0-2-32-16,0 0-3 0,0-2-14 0,0 2 14 16,0-2 16-16,0 2-9 0,0 0 5 0,0 0-19 0,0 2 1 0,16-1 9 15,0 4 5-15,-2-1 19 0,2 4-10 0,-2 4 3 16,5-5 1-16,-2 5-17 0,1 0 14 0,-1 0-7 15,-1 0-8-15,3 6-1 0,-3 2-10 0,1-1-9 16,-1 3 8-16,0 0-2 16,-3 0 2-16,-1 1 7 0,-12 1-8 15,16 0-2-15,-16 0 6 0,16 0 0 0,-16-1 0 16,0 1 4-16,0-1-10 0,0 0 6 0,0-1 4 0,0 1 4 0,0-3 1 0,0 2-3 16,0-1-14-1,0 1 6-15,-17-3 3 0,2 1 5 0,-4-1 3 16,3-7-8-16,-6 9-2 0,2-9-33 0,-1 0-24 15,-3 0-53-15,2 0-65 0,0 0-73 0,5 0-85 0,0 0-103 16,5 0-147-16,12 0-176 0,0 0-170 16,0-7-59-16</inkml:trace>
  <inkml:trace contextRef="#ctx0" brushRef="#br0" timeOffset="56512.88">21276 3750 1441 0,'13'0'49'0,"-13"6"49"0,0-6 50 16,0 0 31-16,12 4-15 0,-12-4 12 0,0 3-28 0,0-3-20 0,0 0-24 0,0 3-63 15,0-3-20-15,0 0-15 0,0 0-9 0,0 4 16 16,0-4-12-16,0 4 21 0,0-1 17 0,0 0 14 31,0-1 20-31,0 3 4 0,0-2-1 0,13 2 25 0,-13 0-8 0,12 0 17 16,-12 0 4-16,12 1-24 0,-1 0 16 15,-11-1 7-15,16-1 2 0,-3-4 1 0,-13 0 8 16,15 0-2-16,-2 0 9 0,-13 0-7 0,16 0-8 16,-16 0-24-16,14-10-36 0,-14 1-10 0,13-1-18 0,-13-2-11 15,0 0 15-15,0-2-16 0,0 0 7 0,0 1 9 16,0-3 2-16,0 2 13 0,0-1-11 16,0 3-15-16,0 1-15 0,0 1-6 0,0 2 1 0,0 0 5 15,0 5 1-15,0 3-20 0,0 0-1 16,0 0 4-16,0 0-4 0,-13 0 13 0,13 0 2 0,0 0-3 15,0 6-6-15,0 2 0 0,0 0 5 16,0-1 2-16,0 2 17 0,0 2-5 0,0 0-6 0,0-1-5 0,0 3-15 16,0-1 18-1,0 0-8-15,0-1-1 0,0-1 16 16,0 3-11-16,0-2 3 0,16-2 7 0,-2 0-8 0,3-1 3 16,-1-1 0-16,3-1-6 0,2-6-4 15,-1 0 20-15,2 0-1 0,-1 0-4 0,1 0 3 0,-1 0-17 16,-4 0 0-16,2 0 4 0,-4-7 8 0,-1 0-2 15,-3-2 5-15,-11 0 13 0,12-1-18 0,-12 0-3 0,0-1-5 16,11 1-20-16,-11 0 31 0,0 0 4 16,0 3-11-16,0 0 19 0,0 1-22 0,0 3-3 0,0 3 18 0,0 0-27 15,0 0-10-15,0 0 3 0,0 0-2 0,0 0 11 16,0 0 14-16,0 0 4 0,0 8-8 0,0-1 15 16,0 1-8-16,0 1-9 0,0 0 8 0,0 1-12 15,0 0 8-15,0-1 5 0,13-1-11 16,-13 2 0-16,0-1 4 0,0-4-2 0,0 1 18 15,0-6-7-15,0 0 1 0,0 7 11 0,13-7-2 16,-13 0 10-16,0 0 0 16,0 0-8-16,0 0-5 0,0 0-3 0,0 0-11 0,0-8 0 0,0 0 2 15,0-1 8-15,0-1 9 16,0-1 7-16,0-1-6 0,0 0 8 0,0 0-3 16,0 0-4-16,0 0-1 0,0 1-12 15,11 0-9-15,-11 0 4 0,0 0-8 0,15 3 0 16,-15-1 5-16,13 1-5 0,-13 4 2 0,14 4 1 15,-1-5-6-15,-13 5-5 0,17 0 7 0,-2 0-8 0,0 0 9 0,-2 0 4 16,4 9 4-16,-2-1 0 16,2 2 10-16,-3 1 0 0,4 0-10 0,-6 0 5 15,0 1-14-15,3 1 3 0,-15 0 5 0,16-1 8 0,-3-1-14 16,-13 1 12-16,14-1-12 0,-14 0-2 0,16 0 16 16,-16-4-14-16,13 1 16 0,-13-1-59 0,0 0-27 0,14-7-71 15,-14 5-74-15,0-5-33 0,0 0-100 16,0 3-93-16,0-3-161 0,0 0-168 0,0 0-144 15,0-4 150-15</inkml:trace>
  <inkml:trace contextRef="#ctx0" brushRef="#br0" timeOffset="56714.37">21311 3446 3094 0,'0'0'2'16,"0"0"-2"-16,0 0 6 0,0 0 4 0,0 0-15 0,0 0-46 16,0 0-161-16,0 0-172 0,0 0-204 0,15 7-134 15</inkml:trace>
  <inkml:trace contextRef="#ctx0" brushRef="#br0" timeOffset="57652.65">22908 3737 1902 0,'0'4'29'0,"0"-4"10"0,0 0 10 16,0 3 7-16,0-3-28 0,0 0-5 0,0 4-10 16,0-4-3-16,0 4 5 0,0-1 2 0,0 0 4 15,0 0 10-15,0 0 4 0,0 0 53 0,11 0 5 16,-11-3 9-16,0 3 11 0,0-3-33 0,0 2 19 15,0-2 15-15,0 0 23 0,0 0 15 0,0 0 21 16,0 0 7-16,0 0 5 0,0 0-10 0,0 0-17 16,0 0-33-16,0 0-12 0,13 0-31 0,-13-8-19 15,0 2-2-15,12-2-25 0,-12 2 13 0,0-3-4 16,13 1 0-16,-13-2-6 0,0-1-23 0,0 0 0 16,0 1-2-16,0-3-11 0,0 1 5 0,0 0 5 15,0 1-6-15,0 0 2 16,0 0 16-16,0 2-18 0,0 2-8 0,0 1 6 0,0 1-16 0,0 1 12 15,0 4 2-15,0 0-12 0,0 0 0 0,0 0 2 16,0 0-5-16,0 0 12 0,0 0-5 0,0 6-7 0,0 1 11 16,0 1 7-16,0 1 0 0,0 2-8 15,0 0 2-15,0 1 4 0,0 1-12 0,0 1 14 0,0-1 1 16,16 0-20-16,-5-1 31 0,3-1-9 0,-1 0-7 16,2-1 8-16,-2-2-9 0,5 0 4 15,-4-2 4-15,3-1 6 0,2-5 0 0,0 0 15 16,-3 5 10-16,3-5 8 0,-2 0 22 0,-1 0-4 0,1 0-2 15,-4-8 5-15,-13 0-13 16,17 0-3-16,-5-1 6 0,-12-1-14 16,0-1-21-16,15-1-2 0,-15-1-16 0,0-2 5 0,13 0 2 15,-13-2-6-15,0-3-4 0,0 0-10 0,0-3 2 0,0 0 6 0,0-3 0 16,0 0 1 0,0-2 3-16,0 0-7 0,0 1 5 0,0 0 12 15,0 2 4-15,-17 2 15 0,17 2 23 16,0 1-6-16,-14 6 0 0,14 0-5 0,0 5-34 0,0 2-6 15,0 7-6-15,-12 0-16 0,12 0 7 0,0 0-8 0,0 0-8 16,0 0 14-16,0 0 1 0,0 0 6 0,0 0 2 0,0 11-2 16,0 1-6-1,0 1 0-15,0 1 8 0,0 2-8 0,-15 1 11 16,15 1-4-16,0 0-5 0,0 0 3 0,0 0 2 0,0 0 9 0,0 0-1 16,0-1 3-16,0 0-8 0,0-2-2 15,0 0 7-15,0 0 2 0,0-1 1 16,0 2-2-16,0-2 4 0,17 1-5 0,-4 0-6 15,2 0 6-15,1-1-8 0,2 1 9 0,-1-1 8 16,4-1-7-16,1-1 4 0,0-2-8 0,0 0 1 0,2-1 3 0,-3-2 2 16,1 0 2-1,0-2-9-15,-5-5 8 0,4 0-2 0,-3 5-8 16,-1-5 12-16,-2 0-14 0,-2 0-3 0,1 0 10 16,-3 0-47-16,-11 0-37 0,17-7-27 0,-5 0-80 0,-12 2-46 15,9-2-39-15,-9 1-89 0,0 0-83 0,0-2-69 0,0-1-100 0,0-1-46 16,0-1 19-1,0 0 28-15,-16-3 98 0</inkml:trace>
  <inkml:trace contextRef="#ctx0" brushRef="#br0" timeOffset="57911.62">23098 3456 1998 0,'-11'4'38'0,"11"-4"31"16,0 3 79-16,0 0 42 0,0-3 12 0,0 1-1 15,0 2-24-15,0-2 2 0,0 1 2 16,12 1 9-16,1-3-13 0,3 5-5 0,3-2-15 16,0-3 9-16,1 0-22 0,5 3-20 0,5-3-19 0,1 0-41 15,-1 0-21-15,3 0-19 0,0 0-19 0,0 0 4 16,-1 0-9-16,-2 0 13 0,-2 0-7 0,-2 0-3 16,-5 0 12-16,-1 0-14 0,-1 0-1 15,-8 0-4-15,-11 0-43 0,11 0-71 0,-11 0-82 0,0-3-138 16,0 1-96-16,0 1-73 0,0 1-13 15,0-4 20-15,0 4 15 0,-21-4-15 0,-2-1 24 16</inkml:trace>
  <inkml:trace contextRef="#ctx0" brushRef="#br0" timeOffset="58063.25">22584 3398 1723 0,'-11'0'17'0,"11"0"12"0,0 0-6 0,0 0 7 0,0 0-19 15,0 0-5-15,0 0 4 0,0 0-49 0,0 6-137 16,0-6-168-16,14 0-119 0</inkml:trace>
  <inkml:trace contextRef="#ctx0" brushRef="#br0" timeOffset="58281.06">24661 3856 4500 0,'5'11'2'0,"-2"-4"6"16,2-7-3-16,-3 0 7 0,0 0-10 0,-2 0-2 15,0 0-1-15,0 0-17 0,0 0-13 0,0 0-107 16,0 3-99-16,0-3-162 0,0 7-232 0,0-7-151 0,0 7-110 0</inkml:trace>
  <inkml:trace contextRef="#ctx0" brushRef="#br0" timeOffset="60115.68">8991 5777 1932 0,'0'5'48'0,"0"-5"105"0,0 0 55 0,0 0 50 0,0 0-16 15,0 0-59-15,0 0-37 0,0 0-21 0,0 0 1 16,0 0-7-16,0 0 10 0,0 0 5 0,0 0 3 0,0 0-27 16,0 0-7-16,0 0-32 0,0 0-9 0,0 0 2 31,0 0-19-31,0 0 12 0,0 0-23 0,0 0-26 15,0 0 10-15,0 0-16 0,0 0-6 0,0 0 19 16,0 0-13-16,0 0-3 0,0 0 11 0,0 0-9 16,-13 0 4-16,-2 0-5 0,-4 9 9 0,0-4-17 15,-3-5 4-15,-5 8 6 0,0-2-16 0,-3-6 13 16,3 8-2-16,0-2 2 0,0-6 1 16,2 6 2-16,3-6-5 0,4 6 2 0,3-6 4 0,3 0-6 15,12 6 12-15,0-6-5 0,-15 0 1 0,15 0 9 0,0 0 1 16,0 0 5-16,0 0 2 0,0 0 14 0,0 0 21 0,0 0 17 15,0 8 16-15,0-8 7 0,0 0-21 0,0 6 7 16,15 1-16-16,-2-7-9 0,4 8 17 16,1 0-25-16,1 0 17 15,3-1-16-15,2-1-16 0,0 2-9 0,2-2-19 0,1 2 4 0,0-2-6 0,-2 2 4 16,-1-2 4 0,-2 2-12-16,-1-1-5 0,-5-1 11 15,-1-6-12-15,-5 8 8 0,-10-8 6 0,0 9-11 0,0-9 9 0,0 8-24 0,0 0 15 0,0-1-10 16,0 1 5-16,0 1 10 15,-20 0-15-15,-3 3 18 0,-2 0-18 16,0-1 12-16,-5 2 28 0,-2 1-34 0,-1-3 9 16,1 2-5-16,2-1-8 0,3 0 12 0,2 1-2 15,1-2 21-15,5 0-19 0,1-1 20 0,18-1-4 0,-17 0-18 0,17-1 2 16,0-8-6 0,0 9 7-16,0-9-11 0,0 12 10 0,0-3 2 15,0-9-24-15,0 11 20 0,21-3-10 0,3-8 4 0,3 12 20 0,1-12-5 16,5 12-6-16,2-4 6 15,3-8-2-15,3 9 12 0,2-9 3 0,1 0-5 16,0 0 12-16,-1 11-17 0,0-11 3 16,0 0 7-16,-3 0-17 0,-2 0 13 0,-3 0-14 0,-5 0 1 0,-3 0 0 15,-6 0 5-15,-4 0 2 0,-4 0-20 0,-13 0-42 0,0 0-75 0,0-8-107 32,0 8-94-32,0-9-124 0,0 1-112 0,0-1-114 15,0 1-113-15,0-2-85 0,-16-3 97 0</inkml:trace>
  <inkml:trace contextRef="#ctx0" brushRef="#br0" timeOffset="60347.86">9511 5957 3547 0,'10'3'43'0,"-10"-3"70"0,14 0 53 15,-14 0 25-15,14 0-24 0,-1 0-48 0,1 0-59 0,2 0-23 16,1-6-20-16,2 6-28 0,2-6 12 0,1 6-1 0,3-6-12 16,0 6-18-1,-2-3-80-15,4 3-123 0,-2-3-98 0,-3 3-105 0,-1 0-114 0,-4 0-45 0,0 0-24 16,-7 0-23-16</inkml:trace>
  <inkml:trace contextRef="#ctx0" brushRef="#br0" timeOffset="60528.06">9529 6061 2095 0,'0'6'59'0,"0"-6"103"0,0 4 22 0,20-4 50 0,1 4-42 0,0-4-73 0,6 4-17 16,1-4-47-16,0 0-14 0,-1 0-24 0,0 4-12 15,0-4 4-15,-5 4 0 0,0-4-69 0,-5 0-100 16,-4 0-171-16,-3 0-178 0,-10 0-87 15,0 0-58-15</inkml:trace>
  <inkml:trace contextRef="#ctx0" brushRef="#br0" timeOffset="61371.38">10724 5619 2742 0,'0'-6'45'15,"8"-1"35"-15,-8 0 21 0,0 0 19 0,0-1-35 16,0 1-17-16,0 0-17 0,0 1-26 0,0 0-6 0,0 1-10 16,0 1-3-16,0 4 2 0,-16-5-12 0,1 5-2 15,0 0-4-15,1 0 9 0,-2 0 0 0,-1 0 0 16,1 0 2-16,2 0-6 0,1 0 16 0,0 6-11 16,1 2-1-16,12-2 2 0,-15 0-7 0,15 0 13 15,-14 0-15-15,14 2 16 0,-9-2 4 0,9 0-5 16,0 0 26-16,0 0 0 0,0 2 32 0,0 0 25 15,0 0 13-15,0 0 23 0,0 3-3 16,0 2-11 0,14-1 7-16,2 1-25 0,-5 0-6 0,3 2-10 15,1-2-36-15,0 1-11 0,0 0-15 0,0 0-7 0,0 0 7 0,0 1-6 16,-2-1-9-16,-1 0 3 0,-12-2 7 0,15 0-3 0,-15 0 0 0,0-1-12 31,9 1-1-31,-9-2 9 0,0-1-9 0,0 2 23 16,0-2-9-16,0 0-3 0,0-1 10 0,-11-1-11 0,-2 1-1 0,-1-2 6 15,1 0-9-15,-2-6 3 0,0 7-1 0,0-7 5 16,2 0 9-16,-1 0 0 0,1 5 5 16,13-5 7-16,-14 0 11 0,14 0 6 0,0 0 21 15,-13 0 1-15,13 0-4 16,0 0-10-16,0 0-20 0,0 0-17 0,0 0 2 0,0 0 2 16,0 0-4-16,0 0 12 0,0 0-7 0,0 0 5 15,0 0 0-15,0 0-14 0,18 0-3 0,-4 0-2 16,-1 0-2-16,1 9-7 0,-3-2-1 0,-11 1-4 0,17 0 18 15,-7 0-19-15,-10 4 18 16,15-1-10-16,-15 1-2 0,0 3 21 0,0-1-16 16,0 4 9-16,0 0-7 0,0 2 9 0,0-1-6 15,0 1 5-15,-20 1-18 0,3-2 0 0,1 1 14 0,0 0-13 16,2-2 16-16,1-1-6 0,-1-3-4 0,14 1 2 16,-13-4-1-16,13-2 1 0,0-9-18 0,-14 11 9 15,14-11 3-15,0 0 1 0,0 0 21 0,0 10-15 0,0-10-6 16,0 0 3-16,14 0-8 0,2 0 4 0,3 0 5 15,0 0-9-15,3 10 3 0,5-10 4 0,-2 0 6 16,2 0 0-16,0 0-10 0,-1 0 16 0,-1 0-9 16,-2 9-1-1,-1-9 20-15,-4 0-31 0,1 0 5 16,-5 0-5-16,0 0-47 0,-14 0-31 0,12 0-66 0,-12 0-75 0,0 0-65 16,9 0-109-16,-9-7-67 0,0 7-113 0,0-7-55 0,0-1-9 0,0-1-98 31,14 0 178-31</inkml:trace>
  <inkml:trace contextRef="#ctx0" brushRef="#br0" timeOffset="61838.65">11268 5908 2795 0,'11'-13'50'0,"-11"-1"11"0,0 0 41 0,0 0 28 0,0 0-42 0,0 2 29 16,0 2-25-16,0 0-14 0,0 0-6 0,0 4-36 15,-18-1-17-15,1 2-6 0,4 5-1 0,0 0-7 16,1 0-2-16,-2 0-4 0,0 0-2 0,1 0-1 16,-3 0 5-16,5 9-1 0,-3 0 2 0,3 1-4 15,1 0 3-15,10 0-1 0,-12 2-6 0,12 2 6 16,0 0 2-16,-10 0 8 0,10 0 9 0,0 1 6 16,0 0 8-16,0-1 3 0,0-1 16 15,0 0 11-15,16-1 22 0,0-3 7 0,0 2 4 0,1-3 27 16,2-1-33-16,-1-2-2 15,2-5 15-15,-1 0-31 0,5 0 20 0,-2 0-15 0,-2 0-8 16,0 0 13-16,-2 0-18 0,0-7 21 0,-1-3-27 16,-2 2 2-16,-3-1 15 0,-12-2-17 0,13 2-7 15,-13-2-13-15,0 0-7 0,14 0-8 0,-14 2 13 16,0-1-18-16,0 3-11 0,0-1 13 0,0 8-15 16,0-6 5-16,0 6-18 0,0 0-16 0,0 0-1 0,0 0 8 15,0 0 3-15,0 0 6 0,0 0 8 0,0 0-12 16,0 0 12-16,0 0 3 0,0 0-6 0,0 9 9 0,0 2 0 15,0-2-12 1,16 2 1-16,-16 1-2 0,19 0-55 0,-6-1-54 16,-1 1-64-16,1-3-70 0,-2 2-27 0,3-2-65 0,1 1-73 0,-2-2-54 15,0-1-118-15,1-1-37 0,1-6-99 0,2 4 72 16</inkml:trace>
  <inkml:trace contextRef="#ctx0" brushRef="#br0" timeOffset="62046.16">11940 5795 3168 0,'0'0'12'16,"0"-3"21"-16,0-1 15 0,0 4 11 0,0 0-31 16,0 0-13-16,0 0-5 0,0 0-6 0,0 7 30 15,0-1-4-15,0 3-10 0,0 2-6 0,0 0-10 16,0 4 4-16,0-1-2 0,0 3 3 0,0-1-11 0,0 1-27 15,0 0-80-15,0 0-94 0,0 0-144 0,0-2-108 0,14-1-44 16,-14-2-51-16,19 0 27 0</inkml:trace>
  <inkml:trace contextRef="#ctx0" brushRef="#br0" timeOffset="62543.43">12315 5533 3364 0,'0'-14'51'0,"-13"2"35"0,13 3 13 0,0 3-2 15,0 2-45-15,0 4-41 0,0 0-10 0,0 0-5 16,0 0-5-16,0 0 20 0,0 10 5 0,0 1 15 16,0 4 11-16,0 0 5 0,0 4-9 0,0 1-6 15,0 3-12-15,14 1-28 0,-14 3 11 0,13 0-2 16,-13-1 5-16,14 1 6 0,-14 0-3 0,11-3-3 15,-11 0-3-15,0-4-7 0,13 0 1 0,-13-4-5 16,0-3 6-16,0-1 4 0,0-3 10 0,11-1 6 16,-11-3 10-1,0-5 47-15,0 0 45 0,0 0 54 0,0 0 18 0,0 0-37 16,0 0-46-16,0 0-60 0,0 0-26 0,0-9 2 16,0 1-12-16,0-3 13 0,0-1-11 0,0-1 5 15,0-1-5-15,0-1 5 0,0 0 1 0,0-1-9 16,0 0 0-16,14 1-18 0,0 0 12 0,-2 2-22 15,0 2 5-15,-1 1 2 0,2 2 2 0,1 8 9 16,2 0-2-16,-2 0 4 0,1 0-10 0,0 0 10 16,1 0 5-16,1 0-11 0,-2 12 5 0,0 1-3 0,1-1-9 15,-2 2 4-15,-1 0 2 0,-13 1 0 16,14 2 4-16,-14-2-1 0,0 0-2 0,0 2 7 16,0-3-9-16,0 1 10 0,0-2-10 0,0 0-14 0,0-2 25 15,-14 0-1-15,0 1 3 16,-2-3-25-16,-2-1-44 0,1-2-78 0,-3-1-73 0,2-5-87 0,-2 4-110 15,1-4-58-15,-2 0-153 0,2 0-83 16,2 0-109-16</inkml:trace>
  <inkml:trace contextRef="#ctx0" brushRef="#br0" timeOffset="63256.03">12922 5445 3665 0,'0'-8'52'0,"14"-1"45"0,-14 1 17 15,13 2 13-15,-13-1-56 0,16 3-41 0,-16 0-11 0,18 4-14 16,-3 0-1-16,4 0-2 0,-3 0-6 0,4 0 6 16,2 7 7-16,1 1 5 0,0 0-5 0,-1 2-6 15,3 1-2-15,-4 0-6 0,-2 1 6 0,1 0 6 16,-7-1-5-16,-2 0 2 0,-11-1 2 15,14 0-12-15,-14-1 18 0,0-2-3 0,0 3 0 0,0-1 9 16,0 0-27-16,0 0 7 0,0 0 0 0,0 1 3 16,0 0 5-16,-15 1-4 0,2 1-2 15,-1 0-6-15,-2 1 2 0,0 1 3 0,2 1 1 0,-2 1-4 0,4 0 3 32,-4-1-8-32,5 0 6 0,11-1-2 0,-15 0 2 15,15 0 1-15,-12-1-1 0,12 0 4 0,0 0-2 0,0 0 2 16,0-1 5-16,0-1-10 0,0 1 12 0,0-3 9 15,0 2-1-15,0-2 30 0,0 0 6 0,17-1 12 0,-1 0 3 16,1-2-3-16,-1 1 23 0,2-7-8 16,0 5-1-16,0-5 5 0,1 0-10 0,-5 0-12 15,3 0 8-15,-5 0 5 0,-12 0-12 0,14 0 2 16,-14 0-7-16,0 0-21 0,0 0 0 16,0 0-8-16,0 0-16 0,0 0-15 0,0 0-10 15,0 0 0-15,0 0 9 0,0 0 2 0,0 0 5 16,0 0-13-16,0 0 2 0,0 0-6 0,-13 0-11 0,13 11 9 15,-17-2 8-15,1 0 10 0,3 1 5 0,13 1 3 0,-17 0-8 16,17 3-4-16,-14 1-6 0,14 3 1 0,0 0 6 16,-14 3 8-16,14 1 9 0,0 2-3 0,0 2-7 0,0 2 2 15,0 2-11-15,0 2 8 0,0 2 5 16,18-2-12 0,0 3 6-16,-1-1 7 0,-2 0-1 0,2 0 3 15,-3-2-4-15,2-2-5 0,-3-1-12 0,-1-2 4 16,-12-2 2-16,16-2 2 0,-16-3 4 0,0-3 4 15,0-2-6-15,0-3-8 0,0-3 23 0,0-1-11 16,0-2 20-16,0-6 4 0,-16 0-6 0,-1 0 3 0,-4 8-23 16,-3-8 17-16,-4 0-29 0,-2 0 6 15,-3 0 9-15,-2 0-23 0,0-12 18 0,-1 1 3 16,4 2 1-16,-1-1-2 0,3 0 4 0,3 1-7 16,3 0-3-16,2 0 3 0,2 2-81 0,4 7-97 0,0-9-119 15,16 3-170-15,-16 0-110 0,16 6-181 0,-12 0-152 16,12-5-29-16</inkml:trace>
  <inkml:trace contextRef="#ctx0" brushRef="#br0" timeOffset="64867.7">3761 8055 1667 0,'2'1'91'0,"-1"0"78"0,1 0 68 15,-1-1 90-15,1 0-15 0,-2 0-14 0,0 0-6 16,0 0-59-16,0 0-26 0,2 0-29 0,-2-2-34 0,0 1-2 16,0-1-35-16,0 2-18 0,0-2-20 15,0 1-31-15,0 1-11 0,0 0-20 0,0 0-13 0,0 0 7 16,0 0-8-16,0 5 3 0,0-3 5 0,1 3-19 16,2 1 12-16,-1 2 7 0,-1 4 1 0,2 1 9 15,1 3-18-15,-1 2 3 0,0 2 1 16,2 1 11-16,-2 3 12 0,3-2-5 0,-1 1 1 0,-2 0-10 0,0-3-6 0,0 1 1 15,1-2-8 1,-3-1-2-16,1-1 17 0,1-2-9 0,-3-1 16 16,2-2 8-16,-1-3-17 0,-1-1 2 0,0-1-7 0,0-4 14 15,0 1 31-15,0-4 50 0,0 1 34 16,0-1 15-16,0 0 3 0,0 0-40 0,0-4-29 0,0 0-25 16,0-1-27-16,0-1 0 0,0 0 2 15,0-1-6-15,0-1-2 0,0 0-6 0,0 0-15 16,0 0 2-16,3 3-5 0,2 0-8 0,0 1 0 0,-2 1 6 15,3 0 4-15,1 1 3 0,2 2 9 0,1 0-14 16,1 0-5-16,3 5 12 16,0-2-5-16,3 2 4 0,3 2 10 0,0-1-6 0,2 2-8 0,2-1 5 0,0 1-3 31,1-1-11-31,3 0 12 0,-1-2-5 0,3 0-9 0,0 0 20 0,-1-3 0 0,-1-1-4 16,2-1 13-16,-3 0-2 0,-3 0 2 0,-2-5 24 0,0 0 13 15,-6-1 2-15,3-1 2 0,-6 0-6 16,-1-3-17-16,-4 0 2 15,0-1-12-15,1-1 0 0,-4-1 2 0,-2-3-15 16,-3 1 19-16,0-2-22 0,0 0-13 16,-6-2 17-16,0 0-26 0,-2-1 15 0,0 2 7 0,-5 0-12 15,1 1 5-15,-3 2-5 0,-2 1-13 0,1 4-2 16,-4 0-1-16,1 5-2 0,-1 1 13 0,0 4 1 16,0 0-3-16,2 4-4 0,1 1-1 0,1 4-7 15,0 0 15-15,2 4-3 0,0 1 1 0,4 2 6 16,1 1-12-16,1 2 6 0,0 0-4 0,3-1-7 0,2 2 9 15,3-1 1-15,0-1 10 0,0-1-4 0,5-2 1 16,4 0-5 0,2-1-6-16,-1 0 29 0,4-1-13 0,3-2 15 15,4-1-9-15,1 0-10 0,2-4 13 0,3 0-16 0,1-2 13 0,2-3-4 16,0-1-5-16,0 0 17 0,0-5-10 0,0-2 3 0,-1 0 1 0,-1-3-4 16,-4-1 17-16,0-2-7 0,-2-1-2 15,-2-1 2-15,-4-3-17 0,0-3 17 16,-5 0-2-16,-1-3 10 15,-1-3 8-15,-4-2-8 0,-2-3 0 0,-3 0-19 16,0-3-3-16,0-1-3 0,-5 1-2 0,0-1 20 0,-2 2-2 16,0 3 4-16,-1 4 3 0,2 2-11 15,-2 4-5-15,2 6-13 0,1 3 8 0,2 3-19 0,-2 4 3 16,2 2 3-16,1 3-15 0,2 0 9 0,-1 4 9 16,-1 2 0-16,-1 3 12 0,3 2 4 0,0 6-4 15,-1 2 4-15,1 3-11 0,0 4-1 0,0-1 0 16,6 4 3-16,-2 0 0 0,3 1 7 0,-1 0 2 0,2 1-9 15,1-1 8-15,1-1-11 0,3-1-8 0,-1-2 17 16,0 0-7-16,3-2 4 0,-2-3 10 0,4-2-31 16,-4-1-5-16,3-3-19 0,0-2-52 15,-1-2-38-15,1-3-57 0,0-2-56 0,0-2-20 16,-1-1-43-16,0-3-56 0,0 0-68 16,-2-7-96-16,-3 0-37 0,1-1-75 15,-5-4-59-15,-4-2 43 0</inkml:trace>
  <inkml:trace contextRef="#ctx0" brushRef="#br0" timeOffset="65077.85">4423 8031 2294 0,'-12'0'13'0,"12"0"84"0,0 0 36 0,0 0 50 0,0 0 22 0,0 0-39 16,0 0-11-16,14 0-4 0,5 0-8 0,2 0-39 15,5 0-2-15,6 0-28 0,1 0-24 0,2 0 1 16,3 0-23-16,0 0-7 0,-2 0-12 0,-1 0-8 15,-2 0 6-15,-6 0-3 0,0 0-10 0,-6 0-14 16,-1 0-94-16,-3 0-106 0,-5 0-71 0,-12 0-175 31,9 0-157-31,-9 0-164 0</inkml:trace>
  <inkml:trace contextRef="#ctx0" brushRef="#br0" timeOffset="66025.14">6308 8026 3269 0,'0'0'84'0,"0"0"48"0,0-2 68 0,0 2 28 0,0 0-63 0,0 0-50 0,0 0-58 15,0 0-26-15,0 0-19 0,0 0 1 0,0 0-24 16,0 0 12-16,0 4 4 0,0 2-5 16,0 2 38-16,0 1-2 0,-3 3-4 0,1 3 22 0,-1 3-15 15,-1 0 10-15,2 0 3 0,0 2-2 0,1 2 5 16,1-1-23-16,0-1 5 0,5 0-15 15,1-2-1-15,0 0 17 0,2 0 23 0,0-2 7 16,3-2 4 0,0-1-5-16,2-2-13 0,4 1 11 0,0-4-10 15,1-1-1-15,4-2-3 0,-2-2-10 0,3-3 5 0,-1 0 17 16,1 0-2-16,1-6 5 0,-5 1 7 0,2-2-11 16,-4-1 1-16,-1-1-2 0,-3-2-2 0,1-1-4 15,-5-1-1-15,-1-1 3 0,0-2-7 0,-3 0-5 16,-2-3-15-16,0 1-4 0,-3 1-5 0,0-1 0 15,0 0-2-15,0 1 6 0,-5 1-10 0,2 3-7 16,-3 1 1-16,3 2-10 0,0 3-2 0,1 0 9 16,1 4 0-16,-1 1-8 0,2 0-2 0,0 2-11 0,0 0-3 15,0 0 5-15,0 0-4 0,0 4 7 0,0 1 9 16,0 1-12-16,0 1 9 0,0 3 8 0,0 1-6 16,0 1 6-16,0 2 5 0,3 0-15 15,2 2 2-15,1-2 15 0,0 1-17 0,1-1 7 0,1 0 3 0,3-1-1 31,0-1 7-31,2-1-6 0,1-2-2 0,0 0-2 16,5-2 5-16,1-1 1 0,1-1 2 0,3-2 1 0,-1-2 10 16,1 1-8-16,-3-2 3 0,1 0-4 0,0-6-4 15,-3 0 34-15,0-1 7 0,-3-1 13 0,-2-1-3 0,-3 0-33 16,0-2 14-16,-5 0-21 0,-1-2 11 16,0-1 4-16,-3-1-29 0,-2 0 3 0,0-3-12 15,-7-1 13-15,1-1 3 0,-3 0-9 0,-1 1 7 16,2 0-15-16,-2 2-7 0,0 0 14 0,0 3-22 15,3 2 10-15,0 4 12 16,2 1-17-16,2 2 16 0,1 0-22 0,1 3-2 0,1 2 10 0,0 0-8 16,0 5 20-16,-2-3-13 0,2 4 7 0,0 1 15 15,0 1-11-15,0 2 15 0,0 1-25 0,0 3 0 16,0 0 9-16,5 3 1 0,0 0 19 0,2 2-21 0,5-1 11 31,0 2-1-31,6-2-1 0,2 1 12 0,1-1-18 0,4-1 10 16,2 0-1-16,1 0 0 0,1-1 3 15,-1 1-19-15,2-1 12 0,0-1 6 0,-1 0 2 16,-4 0 9-16,-1-1-28 0,0-1 4 0,-6-2-4 16,-5-1 3-16,-3-2 26 0,-5-1-18 0,-5-2 7 0,0 0-9 15,-5-1-1-15,-5 0 13 0,-3 0-6 16,-5 0 10-16,-6-2-9 0,-1 0-6 0,-4-1 0 0,-4-1-19 0,0 0-33 16,0 0-17-16,-1-5-44 0,3 0-68 0,1 0-28 15,3 0-58-15,4 1-54 0,3-2-25 0,3 1-75 16,4 1-119-16,3-1-119 15,4 1-125-15,2 1-131 0,4-2 112 0</inkml:trace>
  <inkml:trace contextRef="#ctx0" brushRef="#br0" timeOffset="70060.36">8435 8128 1022 0,'0'2'48'0,"0"-1"49"0,0 0 40 0,0 0 27 0,0 1-22 16,0-1-12-16,1 1-17 0,-1 0-13 0,3 1-5 16,-3 0-7-16,2 0-3 0,-2 2-2 0,3 0 6 15,-1 0-6-15,0 0 8 0,1 2 41 0,1-2-27 16,2 2 5-16,-2-2 4 0,0 0-38 0,1 0 35 16,0-1 3-16,3-1 0 0,-2 0 11 15,2 0-1-15,0-1-4 0,1-2-6 0,1 0-3 16,4 0-14-1,0-5 10-15,-1 2-16 0,4-2-1 0,-2-2 17 0,0 1-29 16,0-2 18-16,0-1-8 0,-2-2-28 16,1-1 12-16,-1 0-11 0,-2-3-24 0,0-1 2 0,0 0-9 0,-1-2 0 0,-1 0 1 0,1 0 3 15,-1 0-16-15,-1 0-10 16,-2 0 9-16,1 1-8 0,-2 3 9 0,-1-1-6 16,1 3-10-16,1 2-8 0,-3 0-8 0,1 4 6 15,-1 1 6-15,0 2 5 0,0 0-18 16,-1 3 11-16,3 0-2 0,-1 0-13 0,4 0 23 0,-2 0 2 0,1 3-23 15,4 2 32-15,-2-1-12 0,1 0-12 0,-2 0 22 16,3 0-16-16,-3 0 18 0,-2 0-13 0,-1-4-5 16,-1 3-4-1,-2-1 12-15,-1-1 15 0,1-1 30 0,-2 0 7 0,0 0 0 0,0 0-7 0,0-3-20 16,0 0-8-16,-5-1-22 0,1 0-2 0,-1-2-3 16,0 2 6-1,-3-1-5-15,0-1-1 0,-2 0-3 0,-2 0-3 16,-2 2 1-16,1 1 13 0,-4 0-6 0,1 2 6 0,-3 1-6 0,3 0-6 15,-4 0 9-15,2 6-7 0,1 1 13 16,-2 0-12-16,3 2 0 16,-1 2 8-16,4 1 0 0,-1 2-2 0,3 1-7 0,1-1-1 15,0 3-1-15,2 0-1 0,3 0 10 0,2 0 8 16,3 0-11-16,0 0 17 0,4 1-14 0,3-2-10 16,4 1 13-16,-2 0-11 0,4-3 11 0,4 1 4 15,2-1-10-15,2-2 16 0,4 0-1 0,0-2-13 16,4-2 7-16,1-3-14 0,1 1 10 0,-1-2 0 0,2-3 13 15,-2-1-4-15,-1 0 0 0,-3 0 14 0,-2-4-5 16,0-3 3-16,-4 2 11 0,0-3 9 0,-3-1-2 16,-3-2 4-1,0-2-24-15,-1-1-14 0,-1-2-4 0,-2-1 2 16,0 0 7-16,-1-2-4 0,-1 1 2 0,-2 0 7 16,-1 0 0-16,2 0-1 0,0 3-8 0,-2-1-21 0,0 3 8 15,-2 1-8-15,2 2 13 0,-2 3 10 16,3-1-18-16,-1 3 3 0,1 1 4 0,-1 2-5 15,2 1 4-15,3 1 9 0,0 0-16 0,1 0 10 0,3 5 6 16,2 1-12-16,1 1 10 0,-1 2 4 0,3 1-8 16,-3 0-3-16,1 1-7 0,1 0-7 0,-2 2 24 15,-2 0-3-15,-2-1 0 0,0 0-4 0,-2 0-14 16,-3 0 17-16,-1 0 3 0,-1-1 2 16,0 0-2-16,-2-1-9 0,-3-2 7 0,0 1 2 0,0-1 1 15,-8-2-4-15,0 0-7 0,0 0 9 0,-3-1-8 16,0 0 17-16,-2-2 3 0,-4-1-15 0,-2-2 12 15,0 0-8-15,-1 0-12 0,0-4 16 0,-2-2-12 16,2 1 8-16,2-4-6 16,-1 2-15-16,2-3 20 0,1 0-7 0,2 0 27 0,1-2 4 15,4-1-20-15,-2 0-2 0,6 0-3 0,0 0-1 0,2 0 7 0,3-3 3 32,0 3-10-32,3-1-15 0,2-1 15 0,2 0-8 15,3 2 0-15,0 0 5 0,1 1-9 0,3 2 10 16,1 0-10-16,0 2 13 0,3 2-5 0,2 1-10 0,2 3 7 15,0 1-6-15,-1 1 11 0,4 0-1 0,-1 4 6 0,-2 0 7 16,2 3-19-16,-2 0-1 16,0 1 8-16,-1 2-3 0,-2 1 6 0,0 2 6 0,-3 0-16 15,-1 0-9-15,1 1 6 0,-3 0 11 0,-1 1 0 16,-2-1 6-16,1 0 1 0,-3 0-19 0,0-2 3 16,-3 2 5-16,-2-3-1 0,1 0 9 0,-1-1-8 0,-3-3 2 15,2 0-10-15,-2-2 8 0,0 0 16 0,0-3 6 0,0-2 17 16,0 0 6-1,0 0-8-15,0 0-13 0,0-4-3 0,0 0-11 0,0-1-6 16,0-3 1-16,0 0-5 0,0-1 12 0,-3-4 2 16,3 0 2-16,0 0 0 0,0-3-8 0,0 0-14 0,0 0 3 15,5 0 10-15,-2 0-6 0,3 0 26 0,-1 1-14 16,4 1-5-16,-4 2 0 0,0 1 0 0,1 2 0 16,-1 2-16-1,0 0 9-15,3 4-17 0,-4 3 8 0,0-3 10 16,0 3-12-16,1 0 7 0,0 5-6 0,3 0 10 15,0 2 7-15,-2 0-2 0,2 1 3 0,3 3-15 16,0 0 2-16,-1 1 9 0,0 0-5 0,2 0 10 16,-1-2-10-16,3 2 0 0,-3-3 4 0,5 1-3 15,-3 0 3-15,2-2 9 0,0 0-2 0,0 1-7 0,3-2 2 0,-1 1-10 16,2-4 6 0,0 0 14-16,1-1 11 0,0-3 1 0,0 0 12 0,-1 0 10 0,-3-4 18 15,1 0 3-15,-2-3-13 0,-3-2-23 0,-1 2-18 16,-1-1-9-16,-1-2-2 0,-3-1 10 0,-1 0-22 15,-2-3 12-15,-1 2 0 0,-2-3-4 0,0-2 16 0,0-1-26 16,-5 1 6 0,2 0 2-16,-2 1 3 0,-2 1 6 0,0 1-23 0,-1 2 11 15,2 1-12-15,-2 3 11 0,2 1 2 0,-1 1-18 0,-1 2 7 16,2 0-1-16,-2 3 1 0,4 1-9 0,-1 0-9 16,0 0-1-16,0 3 8 15,0 2 8-15,-1-1 1 0,3 1 3 0,2 1 3 0,-1 0 12 0,0 2-6 0,2-1 0 31,0 0-2-31,5 0-3 0,2 1 8 0,2 0 6 16,-1 1 1-16,3-2-8 0,3 3 6 0,2-1-13 16,1 1 12-16,5-2 3 0,-1 1-4 0,3 3 9 0,-1-2-15 15,1 1 4-15,-3-1-4 0,-1 0-4 0,1 0 3 16,-4 1-8-16,-3-3 8 0,-1 2 2 0,-2-2-2 16,-2 1 6-16,-4 0-3 0,0 1 3 0,-5-1 8 0,0 1-12 15,-5 0-3-15,0-2-2 0,-5 2 1 0,-2-3 8 0,1 2-5 16,-3-4 0-16,-2 0-7 0,-3-1 8 15,1-2 14-15,0-1-9 0,-1-1 4 0,1 0-12 16,0-3 5-16,3-1 2 0,-2 0 1 16,6 0 3-16,0 2-9 0,3-3 5 0,0 2 1 15,5 1-4-15,0 0 1 0,1-1-5 0,-1 2 0 0,3 0 6 16,0-1 0-16,0 2-6 0,0 0 3 0,5 0 3 16,-1 0 1-16,1 0-3 15,5-2 1-15,1 2-2 0,3-1 0 0,3 0 11 16,1 0-9-16,4-1 5 0,0 1-13 0,0-2 10 0,2-1 0 15,0 0 1-15,-1 0 13 16,0-2-17-16,-1 0 8 0,0 0-3 0,-5-2 5 16,2 1 20-16,-4-3-6 0,0 0-5 0,-4-1-1 0,-1-2-10 0,-2-1 10 15,-2-3 5-15,-1-3-15 0,0-2-4 0,-4-2-16 16,-1-2 6 0,0-1 10-16,0-2 9 0,-6 0 3 0,-1 0-11 0,-1-2-1 0,-2 2-5 0,-2 0 13 15,-2 0 8-15,0 2-14 16,-2 2 14-16,0 2-10 0,0 2-3 0,1 3 14 15,0 3-16-15,3 2 1 0,2 2 0 0,2 5-9 0,-1 1-8 16,6 2-13-16,0 3 0 16,1 0 13-16,0 0 2 0,2 0 5 0,-1 5-3 0,1 2 3 15,0 1 7-15,0 3 1 0,3 1 0 0,0 3-8 16,1 2 7-16,0 1 11 0,5 2-3 0,-2 2 6 0,3 0-15 0,0 0 2 31,3 0 7-31,0 2-10 0,1-2 8 0,0 2-16 0,4-1 9 0,-4 0 4 16,5 0-8-16,-2-2 15 0,-1 2-12 0,1-1 9 15,1-1 17-15,-1-1-10 0,2-2-3 16,-1-1-13-16,0-2-6 0,0-2 8 16,-1-1 7-16,2-2 3 0,2 0-11 0,-2-3-3 0,0 0 13 15,1-1 1-15,-2-1 9 0,2-1-10 0,-1-1-5 16,-4-2-5-16,0-1 17 0,-2 0 8 0,-2-4-8 16,0 0 10-16,-1-2-14 0,-2 1-6 0,-1-1 5 15,-2-2-15-15,1-1 9 0,-1 0 5 0,-3-2-11 16,1-3 11-16,-1 0-23 15,-2-2 11-15,0-1 2 0,0-2-10 0,-5 2 16 16,0-1-11-16,-3 1-4 0,2-1-1 0,-4 4 2 0,1-1 14 0,-2 4-19 16,-2 0 8-16,2 1-7 0,-3 2-7 15,1 2 22-15,2 1-16 0,-3 3-3 0,3 1-1 0,0 0 3 0,1 1 2 16,2 0-8 0,0 4 6-16,2-1-9 0,2 2 4 0,0-2 6 15,4 3-20-15,0-1 6 0,0 0 0 0,0 0 16 0,5 2 10 0,1 0-4 0,0 0 11 16,2-1-13-1,1 1 5-15,4-1 13 0,0-1-16 0,4 2 12 16,1-2-8-16,1-2-14 0,0 2 24 0,3-3-18 16,0-1 13-16,2-1 11 0,-2 0-20 0,-1-5 15 15,-1 1-15-15,-2-2 7 0,-1-1 15 0,-3 0-6 16,0-1 4-16,-4 1-13 0,-2-1-5 0,0 0 6 0,-4-1 6 16,-2 0 6-16,-2 1-16 0,0 2-6 0,0-2 0 15,-3 3-7-15,0-1 20 0,-2 2-20 16,4 2 4-16,-1 0-9 0,0 0-7 0,1 2 24 0,-1 0-21 15,2 5 21-15,-1-1-2 0,-1 1-1 0,0 4 12 16,1 0-12-16,-2 2 5 16,1 3-1-16,2-1-4 0,-2 3 2 0,2-1-4 15,0 0 0-15,5 2 7 0,0-1 6 0,1 0-2 16,2-1-13-16,0 0 12 0,3-1-9 0,0-1 11 0,0-1 8 0,1-2-19 0,3-2 16 16,1-2-17-1,3-1 4-15,0-1 5 0,2-2-8 16,1-1 13-16,1-1-4 0,-2 0 7 0,1 0-2 0,0-4-5 15,-3 0 6-15,-1-3-4 0,-4-2-3 0,2-1 5 16,-5-2-15-16,0-2 7 0,-2-1 16 0,-4-1-10 16,1-2 6-16,-2-1-17 0,-3 1-4 15,2 0 9-15,-3-1-5 0,0 1 10 0,0 1-12 0,-6 2 0 0,3 1 19 0,-2 2-12 0,2 3 0 16,-2 1-7 0,3 2-7-16,-1 1 0 0,0 2-3 0,1 1 4 15,0 2-12-15,0 0 10 0,0 0 5 0,1 7-1 16,-1-1 12-16,-1 0-2 0,1 3 7 15,-1 1 1-15,0 0-12 0,1 2 9 0,1 2-8 0,1 1 1 0,0-1 8 16,0 3-17-16,5-2 8 0,-1 2-1 0,3-2 12 16,0-1-2-16,1 1-2 0,2-1 2 0,1-2-12 15,3 0 4-15,-1-2-3 0,3-2 13 0,0-1-5 16,1 0-1-16,-1-5 3 0,3 1-7 0,-1-3 0 0,-1 0 9 16,-2-3 1-1,1-2 8-15,-3-2-1 0,-2-1-4 0,-2-1 2 16,1-2-16-16,-4-1 16 0,0-2-2 15,-2-1-8-15,-3 0 3 0,1-1-16 0,-2 0 0 16,0-1 7-16,0 2 8 0,-5-1 5 0,3 1-7 16,-1 3-2-16,0 1-14 0,1 2 4 0,-1 2 3 0,2 1-9 15,-1 2 6-15,2 2-5 0,-3 1-5 0,3 1 8 0,0 0-4 0,0 0 8 32,0 3 10-32,0 1-5 0,0 2 9 0,0 1-11 15,0 1 4-15,5 0 4 0,-2 3-3 0,0 1 7 0,0 0-17 0,0 1 1 16,2-1 7-16,2 2-4 0,0 0 16 0,-2-2 3 15,1 1-16-15,1-3 10 0,1-1-4 0,1 0-1 16,-1-2 5-16,0-1-8 0,1-1 8 16,-1-2-11-16,0-1 6 0,0-2 4 15,1 0-6-15,1-3 7 0,-2-2-1 0,1-2 2 16,-1 0-7-16,0-3 3 0,2 1-9 0,-1-3-6 0,-1-1 5 0,0-2 0 16,0 0 13-16,1-1 3 0,-1-1-8 0,2-2-4 15,1 2-3 1,-3-1 5-16,0 1 4 0,3-1-4 0,-2 1-1 0,1 1-7 15,-2 1 7-15,3 2 3 0,-2 1-5 0,-2 2 1 16,2 1-5-16,-3 4 7 0,1-1-2 0,1 2-5 0,-2 2 1 16,3 2-9-16,-1 0 9 0,2 0 10 15,2 0-6-15,-2 3 1 0,-2 0 0 0,4 2-3 16,-2-2 10-16,-2 1-4 0,0 0-8 0,-2-1 6 16,1 1-6-16,-4-2 10 0,0 0-2 0,-1 1-1 15,-1-3-2-15,-1 1 1 16,0-1 4-16,0 0-5 0,0 0 10 0,0 0-5 0,0 0 3 0,-3 0-2 15,1 0-4-15,1-3 1 0,-2 1-1 16,-1-1 4-16,-1 0-12 0,-2 1 3 16,2-2 4-16,-3 1 0 0,2-1 8 0,-1 3-9 0,-3-2-6 0,1 2 5 0,0 1-10 15,-2 0 10-15,1 0 4 0,-1 5-8 0,0 1 9 16,0 1 0-16,2 1-11 0,-4 1 1 0,5 2 0 0,-3 0 2 31,0 1-1-31,3 1 6 0,0 1-2 0,2 1-2 16,0 1 11-16,3 1-10 0,3-2 0 0,0 2 0 15,0-2 1-15,4 0 10 0,4 0-10 0,0-1 3 16,0-1-8-16,3-1 6 0,-2-1 15 0,4-2-15 16,0 0 8-16,1-2-7 0,3-2-3 0,-1 0 12 15,6-2-7-15,0-1-2 0,1-2 1 0,2 0-9 16,0-3 10-16,0-2 16 0,-1-2-13 0,-3-2 9 0,1 1-8 0,-2-3-7 0,-2-2 10 31,2 0 0-31,-4-3 8 0,0 0-6 0,-2-1-5 0,0-2-9 16,-1 0 5-16,0 0-5 0,-4-2 11 0,1-1 6 0,-1 1-7 15,-1-3-4-15,-2 1-2 16,1-1 5-16,-4 0-1 0,0 0 1 0,0 0-1 0,-3-1 1 0,0 1-1 0,0 3-1 16,-6-1-5-1,3 4 3-15,-2 1 6 0,0 3-2 0,0 2 3 16,2 3-13-16,-3 2-7 0,3 2 4 16,1 0-8-16,-1 3 3 0,3 2-13 0,-1 0 9 0,-1 0 8 15,0 5 8-15,-1 2 5 0,0 0-7 16,-2 2-2-16,0 3-5 0,-1 1 9 0,0 1-8 15,1 2 5-15,0 1 10 0,2 1-6 0,0 1 6 16,1 0 1-16,0 0-9 0,2 2 6 0,0-1-4 0,0-1-3 16,6 1-3-16,0-2 5 0,0 1 6 0,2 1-4 15,2-4 7-15,-1 1-8 0,2 0 3 0,3-2-3 0,-1 0 2 16,6-1 0-16,0 0 4 0,3 0-3 16,5-1-4-16,0-1 7 0,5-2-9 15,-1 2 15-15,4-3-14 0,0-1 3 0,-2-2 3 0,-1 0-7 0,-4-4 12 16,-1-1-40-16,-2-1-52 0,-6 0-95 0,-3-6-110 0,-5 1-76 15,0-2-56 1,-3-1-48-16,-5-1-55 0,-3-3 32 16,0 1-110-16,0 1-52 0,0-1-39 0,-16-2-68 0</inkml:trace>
  <inkml:trace contextRef="#ctx0" brushRef="#br0" timeOffset="70395.23">12169 7532 2791 0,'-14'5'62'16,"14"-5"71"-16,0 0 92 0,0 0 51 15,0 0-6-15,0 0-47 0,0 0-57 0,0 0-36 0,0 0-36 16,0 0 4-16,21 0-19 0,2 0 10 0,4 0-1 15,3 0-12-15,3 0-5 0,6 0 2 0,-3 0-10 16,6 0-13-16,-2 0-3 0,1 0-20 0,0 0-6 0,-1 0-15 16,-4 0 5-16,-3 0 1 0,-1 0-1 15,-5 0 15-15,-4 0-19 0,-4 0 0 0,-4 0 3 0,-15-9-2 16,11 9 1-16,-11 0-27 0,0-7-55 0,0 7-65 16,0 0-98-16,0-7-94 0,0 3-72 15,0 4-47-15,0 0-84 0,-16 0-38 0,-3 0-66 0,1-6-94 16</inkml:trace>
  <inkml:trace contextRef="#ctx0" brushRef="#br0" timeOffset="71029.13">10431 7606 1284 0,'0'0'5'0,"-15"0"51"0,15 0 34 0,-13 0 33 0,13 0 27 0,-15 0-18 16,15 0-6-16,-17 0-1 0,5 0 39 0,1 0 7 15,11 0-15-15,-17 0-16 0,5 0-31 0,0 0-16 16,-1 0 11-16,13 0 9 0,-13 0-23 0,13 0-11 16,-12 0 10-16,12 0-20 0,0 0 7 0,0 0 5 15,0 0-34-15,0 0 28 0,0 0 2 0,0 0 8 16,0 0 32-16,0 0 2 0,0 0 13 0,0 0-3 0,0 0-3 15,0 8-8-15,14-8-30 0,2 8-5 16,4-8-20-16,1 0-5 0,4 0 10 0,2 0-5 0,5 6-9 16,2-6-18-16,4 0-17 0,0 0-11 31,2 0 0-31,-1 0 5 0,1 0-5 0,-4 0-2 0,-2 0 13 0,-6 0-14 16,-3 0 10-16,-6-6 1 0,-5 6-1 15,-14 0-8-15,13 0-6 0,-13-8-15 0,0 8-42 16,0 0-71-16,0-7-112 0,0 2-122 0,0 1-145 0,-13 4-149 15,-1 0-132-15,-3 0-162 0</inkml:trace>
  <inkml:trace contextRef="#ctx0" brushRef="#br0" timeOffset="72764.58">14423 7699 1711 0,'10'0'50'0,"-10"0"65"16,0 0 46-16,11 0 102 0,-11-7-38 0,0 7-18 0,0-6-32 15,0 6-87-15,0-5 38 0,0 5-18 16,0-6 14-16,0 6 1 0,0-5-30 0,0 5-13 16,0-7-18-16,0 7-4 0,0-6 4 0,0 1-11 0,0 5 1 15,0-7 8-15,-12 1-14 0,-1 0 10 16,2 0-1-16,-1 1-30 0,-1-2-3 0,-2 7-1 15,-3-7-15-15,0 1 15 0,-1 6 4 0,0-6-12 16,0 6 4-16,0 0-3 0,1 0-20 0,1 0-7 16,0 0-1-16,4 0 10 0,-1 0 5 15,14 8 9-15,-12 0 4 0,12 2-16 0,-10 1 14 0,10 2-18 16,0 1 14-16,0 0-1 0,0 1-14 16,0 1 27-16,0 0-11 0,0 1 4 0,14-1 4 15,0-1-9-15,-2-1 4 0,0 0 7 0,2-2 6 16,-2-1 11-16,2 0-6 0,0-4 6 0,0-7 0 15,0 9 12-15,1-9 8 0,1 0 5 0,1 0 11 0,-3 0-26 0,3 0 1 16,-4 0 15-16,0 0-9 0,4 0 2 0,-4-9 20 16,-1 0-26-16,-12-2-6 0,17-1 18 0,-17-2-25 15,15 2 10 1,-15-3-19-16,0 0-3 0,0-1-7 0,0 1-5 0,0 1 2 0,0 1 0 16,0-1-5-16,0 3-11 0,0 0 23 15,0 4-26-15,0 7 6 0,0-10-4 0,0 10-22 0,0 0 12 0,0 0-4 16,0 0 13-16,0 0-4 0,0 0 18 0,0 0-5 15,0 0-8-15,0 13 8 16,0-1-16-16,0 2 8 0,0 0 11 16,0-1 7-16,15 3-3 0,-2-3 0 0,0 3-13 15,4-3 5-15,-2 1-6 0,2-2 3 0,-2 1-7 16,0-3 12-16,1-10-8 0,-2 11 12 0,1-11-17 16,-3 9-54-16,-12-9-74 0,19 0-112 0,-5 0-85 15,-2 0-140-15,-12 0-46 0,14 0-87 0,-14 0-56 0,14-9-24 16,-14 0-33-16</inkml:trace>
  <inkml:trace contextRef="#ctx0" brushRef="#br0" timeOffset="73039.56">15146 7564 3682 0,'10'0'52'15,"-10"-6"69"-15,0 0 5 0,0 6 16 0,0 0-34 0,10-5-81 0,-10 5 6 0,0 0-23 0,0 0-13 16,0 0 15-16,0 0-9 0,0 0 11 0,0 9 4 31,12 1-5-31,-12 1 3 0,0 2 3 0,14 1 0 16,-14 2-4-16,16-1 13 0,-5 2-15 0,-11-1-7 16,17 1 13-16,-5 0-23 0,-1 0 15 0,-11 0 0 15,17-2-3-15,-1 1 7 0,-3-1-7 0,-13-3-10 16,14 0 4-16,0-1-66 0,-14-1-91 0,11-2-103 15,-11-2-96-15,0-6-26 0,0 0-60 0,0 0-20 16,0 0-25-16,0 0-48 0,0 0-10 0</inkml:trace>
  <inkml:trace contextRef="#ctx0" brushRef="#br0" timeOffset="73400.89">15026 7579 2707 0,'0'-8'66'0,"-14"1"45"0,14-2 50 0,0 1 26 0,0 4-41 0,0-1-12 15,0 5-27-15,0-6 0 0,0 6 12 0,0-6 11 16,17 6 9 0,2 0 13-16,2 0-18 0,1 0-8 0,2 0-4 15,1 0-9-15,2 0-15 0,2 0-18 16,1 0-10-16,1 0-35 0,-1 9 22 0,0 1-14 0,0-1-28 16,0 1 17-16,-1 0-20 0,-4 1-9 0,0 0 22 15,-4 1-16-15,-4 0-14 0,-3 0 10 0,-1-1-10 0,-13 2 2 16,13-1 13-16,-13 0-2 15,0 0-3-15,0-1-1 0,0 1 2 0,0 1-10 0,0 1 11 16,0-1 0-16,0-1-8 0,0 0 11 0,0-2-8 16,-18 2 6-16,3-1-3 0,0-2-1 0,1 1 7 15,0-10-4-15,-2 11-7 0,-1-11 15 0,0 10-3 0,-3-10-14 16,1 0 13-16,-3 0-30 0,3 0-31 0,0 0-42 16,2 0-36-16,-2 0-62 15,3 0-101-15,0-8-97 0,2 1-147 0,1-1-168 16,13-1-118-16,-14 1-33 0</inkml:trace>
  <inkml:trace contextRef="#ctx0" brushRef="#br0" timeOffset="73704">15771 7627 3838 0,'0'-5'80'0,"0"-3"54"0,0 1 62 0,0 1 6 0,0 6-85 15,0 0-52-15,0 0-64 0,0 0-5 0,0 0-1 16,0 0-6-16,0 0 9 0,0 0 4 16,11 0 4-16,-11 0 5 0,0 11-15 0,13-1 8 15,-13 3 9-15,14 1-4 0,-14 0 14 0,16 1-20 16,-3 2-1-16,-1-1 17 0,-1 0-17 0,-11 0 5 0,16-2 5 16,-3 1-16-16,-13-1 20 0,12 0-1 0,-12-3-1 15,16-2 3-15,-16 1-10 0,11-10-14 0,-11 10-3 16,0-10 17-16,0 7-6 15,13-7 13-15,-13 0-8 0,0 0-58 0,0 0-54 0,0 0-80 16,0 0-112-16,0 0-46 16,0 0-51-16,0 0-42 0,-13-10 45 0,0 0-6 15,-1-2-2-15,2 0 29 0,-6-1-55 0,2-3 14 16</inkml:trace>
  <inkml:trace contextRef="#ctx0" brushRef="#br0" timeOffset="73958.2">15594 7521 2204 0,'0'0'32'15,"0"-6"101"-15,0 6 41 0,0-3 40 0,0 3 4 0,0 0-61 16,0 0-9-16,0 0 11 0,0 0-8 0,0 0 15 16,12 0 17-16,5 0-5 0,-4 8 7 0,4-8-14 15,0 7-26-15,0-7-22 0,2 0-32 0,3 6-27 16,-1-6-17-16,1 0-7 0,0 0 3 0,2 0-11 16,-5 0-4-16,1 0-17 15,-2 0-8-15,1 0-5 0,-4 0 7 0,0 0-14 0,-2 0 18 0,-13 0-6 16,17 0-7-16,-17 0 21 0,14 0-23 0,-14 0 4 15,14 0 6-15,-14 0-48 0,0 0-37 0,0 0-83 16,0 0-107-16,0 0-104 0,0 0-94 0,0 0-111 16,0 0-75-16,0 0 0 15,0 0-73-15</inkml:trace>
  <inkml:trace contextRef="#ctx0" brushRef="#br0" timeOffset="74180.07">15739 7656 1771 0,'0'7'74'16,"0"-7"72"-16,0 0 107 0,0 0 62 0,0 4-21 0,0-4-28 15,0 0-67-15,0 4 0 0,13-4-3 0,3 0-5 16,3 7-17-16,-2-7-53 0,5 0-43 16,3 7-30-16,-2-7-35 0,5 0-8 0,-1 0-3 0,-2 5-3 15,1-5 7-15,-1 0-4 0,-3 0-1 0,-1 0-7 0,-3 0 5 16,-3 0-39-16,-1 0-94 0,-14 6-106 0,11-6-137 15,-11 0-177-15,0 0-106 0,0 0-114 0,0 0 64 16</inkml:trace>
  <inkml:trace contextRef="#ctx0" brushRef="#br0" timeOffset="74643.98">16402 7783 1803 0,'12'0'36'16,"-12"7"24"-16,0-7 13 0,12 0 18 0,-12 7-15 0,0-7-13 15,0 0 57-15,0 0 16 0,0 0-5 0,0 5 32 16,0-5-34-16,0 0 29 0,0 0 49 0,0 0 36 16,0 0 14-16,0 0-29 0,0 0-53 0,0 0-53 0,0 0-27 0,0 0-16 15,0 0-18-15,0-10-8 0,0 3-19 0,-13-1-13 16,13-1 11-16,-19-2-4 0,6 0 4 0,13 1 4 31,-15-4 0-31,15 2-8 0,-15-2-11 0,15-2 8 16,0-1-4-16,0-1 2 0,-15 0 5 0,15-2-9 0,0 0-1 0,0 0 7 0,0 0-3 15,0-2-6 1,0 0 9-16,0 2-14 0,0 3 4 0,0-1-3 16,18 1-4-16,0 3-11 0,-4 4 4 0,3 0-5 15,-2 10 5-15,0-7 15 0,1 7-7 0,1 0 10 0,0 0-10 16,0 0-10-16,-1 0-8 0,-1 0-3 0,3 14 4 15,-2-1 6-15,-2 3 10 0,3-1 1 0,-4 2 1 16,3 0-10-16,-3 1-4 0,-3 0 4 0,-10 2 3 0,16-1 6 0,-2 0-6 31,-14-2-4-31,13 1 0 0,-13-1 2 0,17-1 13 0,-5-1-7 16,-12-1-8-16,14-1 5 0,-14 0-5 0,14-4 4 0,-14 1 7 0,11-1-9 16,-11-2-24-16,14-7-51 0,-14 9-74 15,0-9-72-15,11 7-73 0,-11-7-65 16,0 6-27-16,10-6-94 0,-10 0-63 0,0 0-29 0,0 0-119 0,0 0 96 0</inkml:trace>
  <inkml:trace contextRef="#ctx0" brushRef="#br0" timeOffset="74877.53">16475 7618 2293 0,'0'4'109'15,"0"-4"54"-15,0 0 49 0,0 0 50 0,0 5-66 16,0-5-1-16,12 0-27 0,4 0-20 0,-2 6-16 0,4-6-39 16,2 0-15-16,-1 0-30 0,2 0-27 15,-2 0-11-15,5 0 0 0,-6 0-9 0,0 0 8 16,-1 0-10-16,-2 0-29 0,-1 0-67 0,-6 0-158 16,-8-5-119-16,0 5-207 0,0 0-130 0,0-6-75 15</inkml:trace>
  <inkml:trace contextRef="#ctx0" brushRef="#br0" timeOffset="75376.86">17936 7425 2330 0,'0'-8'130'0,"0"2"51"0,0-1 75 0,0 0 69 16,0 7-79-16,0-5-38 16,0 5-61-16,0 0-55 0,0 0-59 0,0 0-6 15,0 0-10-15,0 0-19 0,0 0 8 0,0 0 10 16,0 0 10-16,0 0 8 0,0 7 16 0,0 2-12 15,0 0 3-15,0 5 1 0,17 0-3 0,-17 4 5 16,14 0-7-16,-14 1 9 0,14 1 0 0,-14 1-12 16,18 2-9-16,-4-3-15 0,-14 0-9 0,16 1 3 15,0-2 14-15,-5 0-15 0,-11-1-1 0,19-2 3 0,-8-2-7 16,-11 0 7-16,15-3-7 0,-15-1-66 16,13-1-103-16,-13-4-87 0,0-5-118 0,0 0-126 15,0 0-62-15,0 0-68 0,0 0-45 0,0 0 107 16</inkml:trace>
  <inkml:trace contextRef="#ctx0" brushRef="#br0" timeOffset="76677.33">17706 7513 2287 0,'0'-5'116'16,"0"5"24"-16,0-5 40 0,0 5 6 0,0 0-65 15,0 0 18-15,0 0-2 0,0 0 18 0,22 0-21 16,-1 0-5-16,4 0 1 0,4 0-5 15,1 7 2-15,1-7-26 0,4 0-13 0,3 5 2 16,1-5-23-16,0 0-19 0,-3 0-23 0,2 0-16 16,1 0 8-16,-2 0 14 0,-2 0 26 0,-5 0 14 15,-2 0-6-15,-3 0 6 0,-5 0-30 0,-2-9-14 16,-5 2 2-16,-1-1-9 0,-12-1 12 0,13-1-1 16,-13 1-6-16,0-1 1 0,0 0-12 0,0-2 1 15,0 0-6-15,0 1-18 0,0 0 8 0,0-1-1 16,0 2-1-16,-17 0 8 0,1 2-2 0,3 8-3 0,13-7-11 15,-15 7-2-15,15 0-9 0,-15 0 7 0,15 0-7 0,-14 0 0 16,14 0 7 0,0 0-6-16,0 8 17 0,-11 4 5 0,11 0-8 15,0 1 5-15,0 2-7 0,0 1 7 0,0 1 4 16,0 3-6-16,0-1 5 0,0 1-3 16,0-1 3-16,16 2-16 0,0-2 23 0,-5 3-4 0,1-2-2 15,-1-1 15-15,-11 1-19 0,18-2 12 0,-5 0-8 16,-1-3-1-16,-1-1 3 0,-11 0-11 0,16-4 6 0,-2 1 31 0,-14-3-20 15,13-8 11-15,-13 7 6 16,12-7-7-16,-12 0 23 0,0 0-10 0,0 0-3 0,12 0-19 16,-12 0-1-16,0 0 6 0,0-7-3 0,0-1-10 15,12-1-2-15,-12 1-7 0,0-3 6 16,0 1 8-16,0 1-20 0,14-1 12 0,-14 0-5 0,0 0 6 16,0 2-1-16,12 2-2 0,-12 6 2 0,0-9-10 15,0 9 16-15,14 0-20 0,-14 0-1 0,0 0 7 0,12 0 0 16,-12 0 5-1,13 0 10-15,0 0-10 0,1 0-3 0,0 0 22 0,2 10-13 0,0-2 8 16,1 0 1-16,4-1-7 0,1 0 2 16,-1-7 18-16,2 10 17 15,2-3 8-15,1-7 8 0,0 0-9 0,-1 8 7 0,-2-8-10 16,1 0-27-16,-2 0 2 0,-3 0-9 0,0 0-6 0,-3 0 28 16,0 0-8-16,1-8-14 15,-4 1 12-15,-13-2-15 0,17 1-9 0,-4 0 9 16,-13-3-5-16,14 1 7 0,-14 0 16 0,16-1-11 0,-16-1-7 15,0-1-7-15,0 0-5 0,0 0 9 0,0 0-13 16,0-1 9-16,0 2-7 0,0-2-8 0,0 3 15 0,0 0-17 16,-21 1 3-16,3 1 5 0,0 1-14 0,2 8 17 15,-5 0-3-15,3 0-8 0,-2 0 14 16,1 0-13-16,-1 0 1 0,2 0 6 0,1 10 0 16,3 0 9-16,-2 1-3 0,16 1 6 0,-14 1-5 15,14 1-1-15,0 0 4 0,0 0-10 0,0 0 4 16,0 0 0-16,0-1 1 0,0-2 2 0,0 2-3 15,0-1 9-15,16-1-8 0,1-1 2 16,-3 0 10-16,5-3-19 0,-3-7 13 0,3 8 0 0,-2-8-6 16,3 0 13-16,-2 0-4 15,-2 0-5-15,2 0-3 0,-4 0 5 16,2 0-1-16,-4 0 5 0,-12 0 6 0,18-11-4 0,-6 1-3 16,-12 1-15-16,13 0 2 0,-13-1 6 0,0-1-2 15,0 3 9-15,0-1-10 0,0-1 2 0,0 2-4 16,0 0 7-16,0 8 2 0,0-8-19 0,0 8 8 15,0-6-11-15,0 6-4 0,0 0 14 0,0 0-4 0,0 0 11 16,0 0-6-16,0 0-1 0,0 0 6 0,0 7-3 16,0 0 11-16,0 2 0 0,0-1-3 15,0 1-4-15,16 0 6 0,-16-1-2 0,15 1-8 0,-15 1 0 16,18-2 4-16,-2 0 3 0,-2-8 0 0,2 10 0 16,-2-3 7-16,3-7-7 0,-1 0 5 0,2 0 5 0,-2 0-11 15,1 0 12-15,-3 0-6 0,3 0-8 0,-1 0 5 16,-3-11-5-16,1 0 4 0,-1-1 2 0,-13 0-3 15,14-3 1 1,-14-1 6-16,16 1 2 0,-16-4-5 0,13-1-2 16,-13-2-6-16,0-2 2 0,0-1-1 15,0-1-1-15,0-3 10 0,0 0 5 0,0-2-1 0,0 2-8 16,0 0-2-16,0 2-12 0,0 1-3 16,-17 3 6-16,17 3-3 0,-17 4 3 0,17 4-2 15,-16 1-5-15,16 4 3 0,-12 7-4 0,12 0 7 0,0 0 6 16,0 0 0-16,-13 0 2 0,13 11-8 0,0-1 15 0,0 4-19 15,-14 1 10-15,14 4 5 16,0 0-14-16,0 0 14 0,0 1-3 0,0 2 3 0,0 0-8 16,0 0-3-16,0-1 4 0,0-1-6 0,14 0 8 0,1-2 14 15,-3 2-17-15,-1-3 14 16,5 1-2-16,-2-1-4 0,5-1 6 0,-1-1-5 0,-1-1 0 16,2-1 1-16,3-2 1 0,0-2 2 0,-1 1-1 0,-1-3-9 15,2-7 6-15,-2 8 2 0,0-8 5 0,-3 0 3 16,-1 0-6-16,0 0-23 15,-16 0-32-15,18 0-95 0,-5 0-111 0,-13 0-124 16,15 0-163-16,-15 0-84 0,0-8-133 0,0-1-128 0,0-2 47 0</inkml:trace>
  <inkml:trace contextRef="#ctx0" brushRef="#br0" timeOffset="76973.52">19046 7312 2602 0,'-15'8'57'0,"15"-8"62"0,0 0 76 0,0 0 48 16,0 0-30-16,0 0-21 0,13 0-30 0,6 0 0 0,3 0-9 16,6 0 11-16,5 0-24 0,2 0-30 0,3 0-6 15,4 0-24-15,0 0-16 0,-1 0-9 0,1 0-16 16,-3 0-14-16,-3 0 2 0,-3 0-12 0,-4 0 8 15,-6 0-5-15,-5 0-16 0,-2 0 16 0,-16 0-10 16,0 0-4-16,0 0 1 0,0 0-22 0,0 0-59 16,0-8-85-16,0 8-99 0,0 0-118 0,0 0-45 15,0 0-121-15,-21 0-90 0,4 0-65 0,-4 0-50 16</inkml:trace>
  <inkml:trace contextRef="#ctx0" brushRef="#br0" timeOffset="81406.53">21275 7415 2121 0,'0'0'122'0,"0"0"31"0,0 0 58 0,0-10 13 0,0 2-106 0,0 1 6 16,0 2-29-16,0-1-11 0,0 0 0 0,0 6-13 15,0-8 10-15,0 2 7 0,0 6 8 0,0-7-8 16,-14 1-8-16,14 6-19 0,-13-8-6 0,2 8 4 31,-2-9-23-31,4 9 17 0,-4 0-5 0,0-7-21 0,1 7 10 16,-2 0-5-16,-1 0 6 0,0 0 2 0,-2 0-12 0,2 0-3 15,0 0-1-15,0 0 3 0,0 0-16 0,2 0 6 16,0 0-13-16,0 7-4 0,0 2 0 0,13-1-1 0,-12 0 4 0,12 3-15 16,-11 0 18-16,11-1-14 0,0 3-2 0,0-1 10 15,0 2 3 1,0-1 6-16,0 0 5 0,0 1 8 0,0 0-2 15,15-1-12-15,-2 1-3 0,1 1 12 0,-1-3-9 0,0 2 18 0,4-3 11 16,0 0-21-16,1-2 2 0,-1 0 5 0,2-3 0 16,0-6 19-1,3 9-3-15,-2-9 1 0,-2 0-9 0,-2 0 5 16,3 0 20-16,-3 0 8 0,-2 0-14 0,-3 0-11 16,-11 0-3-16,18-9-18 0,-18 0 16 0,16-1 0 15,-16 0-11-15,14-1 15 0,-14-1-15 0,0-1 0 16,0 0 13-16,0-1-21 0,0-1 3 0,0 1-10 0,0 2-17 15,0-2 22-15,0 2-10 0,0 2 7 0,0-1 15 16,0 2-12-16,-12 1-7 0,12 8 7 16,0 0-33-16,0-9-9 0,0 9 23 0,0 0-17 15,0 0 2-15,0 0 16 0,0 0-7 0,0 0 12 16,0 10 11-16,0 1-8 0,0 0 3 0,0-1-2 16,0 4-8-16,0-1-1 0,0 0 2 0,0 0-1 15,15 1 7-15,-1-1 2 0,0-1-13 0,1 0 9 0,-15 0-6 16,20-1 5-16,-1-3 6 0,-1 1 3 15,-1-9 10-15,-3 8-8 0,3-8 9 0,3 0-6 0,-5 0 4 16,1 0 4-16,-2 0-9 0,-1 0 12 0,-13 0-13 0,17 0-11 31,-17-13 13-31,13 1-8 0,-13-1-16 0,16-1 30 16,-16-1-23-16,0-2-1 0,0 0 14 0,11-1-8 16,-11-1 5-16,0 1-1 0,0-2 13 0,0 0-12 15,0 0-15-15,0 2-4 0,0 3-4 0,0 0 11 16,0 1 13-16,12 1 3 0,-12 4-7 0,0-2-1 0,13 2-1 15,-13 9 5-15,0-9-6 0,16 9-4 16,-16-10-5-16,16 10-11 0,-5 0 22 0,-11 0-18 16,16 0 23-16,-5 0-8 0,-11 0-20 0,15 0 21 15,-2 0-25-15,-13 0 28 0,17 0-7 0,-5 11 3 0,-12-11 16 0,15 11-27 16,-15-11 15-16,11 0 10 0,-11 10-18 0,0-10-5 0,0 0 22 16,0 0-20-16,12 0 20 15,-12 0 19-15,0 0-25 0,0 0 10 16,0 0-5-16,0 0 6 0,0 0-1 0,0 0-17 15,0 0-4-15,0 0-4 0,0 0 8 0,0 0 4 16,0 0 3-16,0 0-12 0,-15 0-2 0,15 0 5 16,-17 0 3-16,17 0-8 0,-14 0-7 0,-2 0 3 15,3 0 5-15,13 0 8 0,-17 12 10 0,3-2-5 0,14 1-22 16,-16-1 2-16,16 1 0 16,-13 1-2-16,13 1 15 0,0 1 9 0,0 0-6 15,0-1-3-15,0 0 5 0,0-1-8 0,0 0-11 16,0 0 6-16,0-1 1 0,0 1-8 0,0-3 27 15,11 1-7-15,3-1-2 0,-1-1 1 0,3 0-13 16,-2-8 3-16,5 8 0 0,-3-8 5 16,4 0 2-16,1 0-2 0,-2 0 6 0,3 0 11 0,-3 0-12 15,0 0 3-15,-2 0 1 0,-2 0-17 0,0 0 18 0,-2-12 3 16,1 3-5-16,-14 1 1 0,15-4-11 0,-15 2 8 16,15-1 3-16,-15-2-4 0,13 1 12 15,-13-2-25-15,0 2-4 0,13-1 18 0,-13 0-7 16,0 2 10-16,12-1-5 0,-12 2-2 0,0 0-9 15,0 1 7-15,15 0 9 0,-15 9-15 16,12-8 14-16,-12 8-5 0,15-10-13 0,-15 10 6 16,14 0 3-16,-14 0-5 0,16-10 12 0,-16 10-8 15,17 0 4-15,-17 0 6 0,18 0-9 16,-3 0 5-16,-15 0-14 0,15 0 13 0,-15 0-3 16,17 0 1-16,-17 0-4 0,0 0 4 0,14 0 7 15,-14 0 5-15,0 0-1 0,0 0-14 0,0 0 10 0,0 0 0 0,0 0 16 16,0 0 8-16,0 0-17 0,0 0 4 15,0 0-17-15,0-9-11 0,0 9 16 16,0-10-19-16,0 10 11 0,0 0 3 0,0-8-11 16,0 8 18-16,0-11-15 0,0 11 9 0,-14-9-7 0,14 9 1 0,-17 0 7 0,4 0-9 15,13 0-4-15,-19 0 12 0,6 0-3 0,13 0-11 32,-19 0 16-32,6 0-15 0,13 0-1 0,-15 12 5 0,15-1-1 15,-18 0-1-15,18-2 6 0,-14 1 2 0,14 1-9 0,0 0 5 0,-14 1 8 16,14 0 1-16,0 2-8 0,0-2-7 0,0 2-1 31,0 0 2-31,0-2 10 0,0 2 11 0,0-2-6 16,0-1-3-16,22 1 5 0,-8-1-2 0,7-2-4 0,-4 0-1 15,7 1 7-15,-1-3-3 0,3-7 2 0,-1 11 5 0,4-4 1 16,2-7-6-16,3 0-3 0,-3 10 10 16,4-10-19-16,-1 0 12 0,1 0 13 0,-1 0-7 15,-4 0 14-15,0 0 8 0,-4 0-9 16,0 0 7-16,-5 0-2 0,-1-11-13 0,-1 2 7 0,-3 0-5 15,-1-1-6-15,-2 1-13 0,-13-2-9 0,16-1 7 0,-16 0-8 16,16-2 20-16,-16 2 2 0,11-2-18 0,-11 2 15 16,0-2-7-16,0 2 2 0,0-2 3 0,0-1-7 15,0 2-3-15,0 2 6 0,0-3 0 0,0 3-2 16,0-2 5-16,0 3-10 0,-14 1-9 0,-2 9 19 16,3-13-11-16,2 5-2 0,-3 8 6 0,1 0-14 15,-1 0 9-15,1 0 0 0,-1 0-8 0,14 0 0 16,-17 0-4-16,1 0 5 0,16 0 2 0,-14 0-5 15,14 0 5 1,-16 17 0-16,16-2 7 0,0 0 12 0,-13 2-14 16,13-3 3-16,0 2 15 0,0 1-20 0,0-2 10 0,0 1-1 15,0-2-14-15,15-1 11 0,0 1 2 16,1-2-3-16,3-1 1 0,1 0 7 0,1-2 0 16,1-2-10-16,4-7 17 0,-1 9-8 0,2-9-9 15,-2 0 11-15,4 0-1 0,-1 0-9 0,-3 0 8 0,2 0 13 16,-2 0-16-16,-4 0 14 0,0-11 0 15,-3 1-11-15,-1 0-1 0,-4-1-1 0,-13 0 4 0,17-2-7 16,-17 0 10-16,13-1-4 0,-13-2-3 0,0-2-3 16,0 0-1-16,0-3 8 0,0 1-22 0,0 0 21 15,0 0 7-15,0 1-32 0,0 3 26 0,0 2-20 16,0 0 2-16,0 3 23 0,0 2-22 0,-13-1 3 16,13 10-7-16,0 0 3 0,0-8 3 0,0 8-11 15,-13 0-6-15,13 0-6 0,0 0 19 0,0 0 20 16,0 12 1-16,0 0 1 0,0 2-15 15,0 3-7-15,0 1 11 0,0 2-4 0,0 4 3 0,0 0 2 0,16 2-5 16,-1-1 7-16,-15 2 7 16,20 2-2-16,-5-2-6 0,0 1 5 15,-15-2-12-15,18 1-4 0,-5-2 11 0,-13 1-7 0,21 0 11 16,-7-2 5-16,-14-2 2 0,16 1-11 0,-2-1 3 0,-14-3 0 0,14-1-10 31,-14-2 6-31,17-4 10 0,-17 0-4 0,13-4 4 0,-13-8 0 16,0 0-10-16,0 0 15 0,0 9-2 0,0-9 14 0,0 0 3 15,0 0-7-15,0 0-3 0,0 0-13 0,0 0-5 16,0 0 3-16,0-12-8 0,0 2 2 16,0 0 6-16,0-2-10 0,0-2 17 0,0-1-1 15,-13-3-6-15,13 0-1 0,0-3-7 0,-14-1 7 0,14-1-6 16,0-1 9-16,-13-2-7 0,13 0-8 16,0 0 9-16,0-1 1 0,-15 1-7 0,15 0 3 0,0 2 9 15,0 0-1-15,0 0 23 0,0 4-5 0,0 2 14 16,0 0-16-16,0 4-1 0,0 0 7 0,0 4-33 15,0 1 8-15,0 9 0 0,0-7-1 0,0 7 2 16,0 0-3-16,14 0-7 16,0 0-2-16,2 0 8 0,0 0 3 15,4 0-11-15,2 0 0 0,-1 0 2 0,3 13-7 0,-2-2 1 0,0 0 3 16,-1 1-1-16,-3 0 5 16,-3 1 3-16,0-2-6 0,-15-1 10 0,13 2-5 0,-13-1 4 15,0 0 9-15,0-1-20 0,0 1 12 0,0-1 5 16,0-2-13-16,0 2 22 0,-13-3-9 15,-4 2-6-15,0-9 6 0,-4 8-7 0,3-8 13 16,-3 9-7-16,-1-9 0 0,0 0-10 0,-2 0-5 0,5 0 14 16,-2 0-6-16,4 0-2 0,0 7 3 15,4-7-7-15,13 0 13 0,0 0-1 0,-18 0-9 0,18 0-5 16,0 0-11-16,0 0 10 0,0 0-4 0,0 0 11 0,0 0 8 16,0 0 5-16,0 0-7 0,0 0 6 15,0 7-4-15,0-7-19 16,21 10 19-16,-2-10 1 0,2 7-6 0,4-7 14 15,-2 8-12-15,3-8-4 0,3 0 5 16,-1 0-1-16,0 0 8 0,-1 0-7 0,3 0-3 16,-1 0 22-16,-4 0-7 0,0 0 6 0,-2 0 0 0,-2 0-20 0,-2-11 12 0,-3 0 3 0,1 1-5 15,-5-2 9 1,-1-2-5-16,-11-2-7 0,16 1 12 0,-16-3-12 16,9-3-6-16,-9-1 10 0,0 0-5 0,0-4-3 15,0-1 1-15,0-1-17 0,0-2 0 0,0 0 15 16,0 0-8-16,0 0 9 0,0 0-6 0,0 3-9 0,-13-1 19 15,13 4-10-15,-17 1 5 0,17 3-2 16,-14 1-12-16,14 3 14 0,-17 2 4 0,17 2-6 16,-13 2 4-16,13 2-4 0,0 2-1 0,-13 6 4 15,13-6-8-15,0 6-9 0,0 0 2 0,0 0 7 16,0 0-18-16,0 0 7 0,0 0-8 0,0 0-2 0,0 0 22 16,0 0 1-16,0 0 1 0,0 6-2 0,0 2 7 15,0 1-7-15,0-1 1 0,0 3 8 0,0 1-15 16,0 3 8-16,0 0 14 0,0 2-8 0,0 2 13 15,0-1-2-15,0 3-26 0,0 2 14 0,0-1-1 0,0 3 13 32,14 0 0-32,2 0-6 0,0 0-1 0,0 1-22 15,3-1 15-15,0-1 3 0,1-1-12 0,2-2 19 16,0 0-2-16,1-3-5 0,1-2 7 0,-1-1-12 16,1-2 17-16,-3 0-13 0,1-4 7 0,-2-3 10 15,-1-6-14-15,-3 0 12 0,-2 0 12 0,0 0-9 0,-1 0-4 16,-13 0 6-16,17 0-18 0,-17 0 6 0,16 0 7 0,2-7-12 15,-6-1 5-15,2-1 5 0,-14-2-18 16,16 0 13-16,-3-1-6 0,-13-1-2 0,18-1 27 16,-18 0-21-16,13-1-11 0,-13 0 1 0,0 0-20 15,0 0 15-15,13 0 4 0,-13 1-9 0,0 0 3 0,0 2-5 16,0 0 11-16,0 0-13 0,0 1 0 0,0 0 0 16,-16 2-17-16,16 3 26 15,-15 6-4-15,15-9-9 0,-16 9 7 0,16-7-13 16,-14 7 5-16,14 0-5 0,0 0 1 0,-16 0-12 0,16 0-5 0,0 0 31 15,0 0-8-15,0 0 21 16,0 0 6-16,0 0-18 0,0 0 6 0,0 11-1 0,0-3 1 16,0-8-3-16,0 12 20 0,0-2-18 15,0-1 8-15,16 0 5 0,-1 1-17 16,0-2 16-16,3 3 1 0,0-1-6 0,3 1-3 0,4-1 2 16,-2 0-14-16,1-1 9 0,2 2 16 15,-1 0-11-15,-3-1 2 0,-1 0-2 0,-3-1-6 16,0 0-3-16,-7-9 7 0,-11 8-4 0,13-8 3 15,-13 9 2-15,0-9-6 0,0 0-8 0,0 9 5 0,0-2 14 16,0-7-2-16,0 10 8 0,0-3-7 0,0 1-12 16,0 2 5-16,0-3 8 0,0 1-10 0,0-1 9 0,-13 1-6 15,13-8 3-15,-17 9 6 0,2-2-7 16,1-7-1-16,1 7-1 0,1-7-7 0,-4 0-5 16,0 6-44-16,-1-6-36 0,-2 0-66 0,1 0-51 15,1 0-23-15,1 0-40 0,-3 0-41 0,3 0-69 16,2 0-41-16,1 0-131 0,13 0-28 0,-17 0-41 15,3-7-104 1,14-3 148-16</inkml:trace>
  <inkml:trace contextRef="#ctx0" brushRef="#br0" timeOffset="81726.95">23455 7036 2111 0,'0'0'121'0,"-14"0"57"0,14 0 61 0,0 0 55 0,0 0-73 0,0 0 13 15,0 0-3-15,0 0-8 0,0 0 20 0,0 0-30 16,0 0-7-16,0 8-28 0,19-8-44 0,-2 0 2 16,4 0-34-16,2 8-13 0,4-8-18 0,2 0-27 15,2 0-19-15,3 7-11 0,-3-7 12 16,2 0-16-16,1 0 10 0,1 0 1 0,-5 0-26 0,0 0 12 15,-4 0-5-15,-5 0-3 0,1 0 10 16,-5 0-3-16,-17 0 2 0,17 0-13 0,-17 0-10 0,0 0-76 16,15 0-103-16,-15 0-95 0,0 0-159 0,0 0-83 15,0 0-119-15,0 0-135 0,0 0-103 0</inkml:trace>
  <inkml:trace contextRef="#ctx0" brushRef="#br0" timeOffset="83215.66">25761 7143 2109 0,'6'-5'60'0,"-3"-2"40"0,2 3 38 0,-1-2 33 0,1 1-2 16,-2 0 4-16,-1 1-3 0,0 1 5 0,-1 1-25 16,2-1-13-16,-3 1-12 0,0 1-26 0,0 0-26 15,-4 0-23-15,0-1-17 0,0-2 0 16,-3 1 6-16,1 0-6 0,-1 0 1 0,-3 0-6 15,0-2 0-15,-1 2 6 0,-2 0-6 0,2 2-8 16,-3 0-17-16,3 0-7 0,0 1-1 0,-3 0 5 16,1 0 19-16,1 3-15 0,-3 2-4 0,1 2 3 0,1 0-22 15,0 1 17-15,3 0 19 0,-3 3-14 0,2 1 8 16,3 0-6-16,2-1-11 0,-1 3 13 16,1-2-2-1,1 1 11-15,5 0-1 0,0 0 11 0,0 0-4 0,6 0 8 0,1 0 6 16,-1 1-11-16,2-3 15 0,3 2 5 0,2-2 12 0,0 0 0 15,2-3 0 1,1 1 0-16,1-4-17 0,2 1-1 0,-1-3-3 0,1-1 1 16,-3-2 20-16,1 0 3 0,-3 0 7 0,0-3-14 0,-1-1-5 0,-2 0 5 15,-1-4-9-15,-1 1-1 0,-2-3-27 16,2-2 1-16,-4 0-12 0,-1-1-11 0,1-3 27 0,0-1-32 16,-3-2 22-1,-1 1 10-15,-1 2-23 0,0-1 15 0,0 1-15 16,-3 0 3-16,-2 3 9 0,0 1 1 0,2 1 0 0,2 5-13 15,-4 0-7-15,3 1 3 0,1 2 6 16,1 2 5-16,0 1-6 0,0 0-5 0,0 0-4 16,0 0-1-16,0 0 10 0,0 4 5 0,0 2-1 15,0 1-8-15,3 2 8 0,0 1-3 0,0 1-2 0,4 4 16 16,1-1-11-16,-1 0-3 0,4-1 6 0,1 0 6 16,2 0-8-16,-1-2-3 0,4 0 2 0,-3-1-25 15,7-2 21-15,-3 1 4 0,2-1 9 0,-2-4 6 0,3 0 3 16,0-1 19-16,-3-1-6 0,0-2 27 15,-1 0 12-15,-2-3-15 0,-1-2 1 0,-3 0-14 16,0-2-20-16,-2 0 5 0,-1-2-12 0,0-1-2 16,-2-3-8-16,-1-1-5 15,-2-1 1-15,2-5 5 0,-3-3-10 0,-1 0-2 0,-1-4 6 16,0-1-2-16,0 0-5 0,-4-2 8 16,-3 1-9-16,0-2-2 0,-1 2 24 0,-4 1-20 15,4 2 9-15,-2 2-1 0,0 4 8 0,0 2 2 16,0 3 14-16,2 3-6 0,1 2-14 0,1 5-2 15,0 1-23-15,3 1-3 0,1 1 0 0,0 2-2 16,2 0 15-16,0 0 3 0,0 7-11 0,0-1 15 0,0 4-6 16,0 1-1-16,4 3 10 0,-1 3-9 0,-2 2 0 15,5 3 6-15,1 0-3 0,-1 2 11 16,1 2-10-16,2-1 10 0,2 1-3 0,0 1-8 16,1-1 17-16,1 0-17 0,1-1 6 0,-1-1 4 0,3-1-6 15,0-3 9-15,1-2 6 0,-1-1-19 0,1-2 7 16,1-1-3-16,1-4 1 0,-2-1 19 0,1-1-11 15,0-1 0 1,0-2 6-16,1-2 10 0,-1-3-7 0,0 0 19 16,1 0-5-16,-1-3-1 0,-3-2 9 0,0 0-13 0,-1-3 7 0,-3 0-22 15,0-2 4-15,0-2 5 16,-3-2-25-16,0-2 14 0,-2-3-6 0,4-3-11 16,-6-2 7-16,1 0-2 0,-2-2-5 0,-3-2-1 15,0 2 7-15,0-2 0 0,-6 3-2 0,0 0 10 16,-4 1-9-16,2 4 1 0,0 0 5 0,0 4-15 15,-1 2 3-15,3 3 6 0,-1 3-18 0,2 3 10 0,1 0-5 0,-4 3-5 16,5 2 13-16,0 0-3 16,-2 7-4-16,0 2-1 0,0 2 3 15,1 2 0-15,1 2 4 0,0 3 9 0,3 2-4 0,0 2 6 16,0 1 0-16,4 0-5 0,4 2 5 0,2-1-10 0,-2 0 0 16,4 2 6-16,-1-2 0 0,4-1 10 15,0 0 3-15,1-3-5 0,1-2 5 0,1-1-14 0,-1-2 4 0,0-4 1 16,0 0-5-16,0-3 9 0,-4 0-1 0,0-4 3 15,-1 1-5-15,-3-2 11 16,1-3-6-16,-4 0-13 0,0 0 9 0,-1 0-7 0,-2-2-35 0,1 0-55 31,-2 1-115-31,-2-2-115 0,2 1-101 0,0 0-85 0,-2-2-98 0,0 1-124 16,0-1-123-16,0 1-152 0</inkml:trace>
  <inkml:trace contextRef="#ctx0" brushRef="#br0" timeOffset="86917.74">27800 7235 1271 0,'-2'0'30'0,"2"0"43"0,0 0 31 0,-1 0 18 0,1 0 8 0,0 0-10 0,0 0-18 0,0 0 4 15,0 3-18-15,0-3-11 0,0 2 0 0,0 0-5 16,0-1 0-16,0 1 5 0,0-2 8 0,0 2 38 31,0-2-1-31,0 2 10 0,0 1 2 0,0-1-27 0,0 2 14 16,3 1-18-16,-2-1 1 0,3 1 5 0,-1 1-16 15,2 0 8-15,-2-1 9 0,2 1-4 0,2-2 8 16,0 0 0-16,1 0-27 0,1-1-14 0,4-2 9 16,-4 0-21-16,3-1 6 0,-2 0 2 0,0 0-37 15,0-4 20-15,4-1-15 0,-5-2 5 0,2 0 29 16,0 0-20-16,-1-1 12 0,1-2-19 16,-3 1-23-16,1-1-1 0,-2-3-10 0,0-1 7 0,0 0-4 15,-2-1-15-15,-2-2 19 0,-2-2-19 0,-1-1-3 0,0-2 8 16,-3-1-15-16,-3 2 4 0,-1 0 7 0,-3-1-2 15,-2 4 7-15,1 0-1 0,-1 1-11 0,-3 3 7 16,1 2-5-16,3 2-4 0,-1 1 10 16,0 3 3-16,4 1-12 15,2 3-4-15,0-1-13 0,1 3 1 0,0 0 8 16,4 0 18-16,1 7-4 0,0-1 0 0,0 3 5 0,0 1-10 16,3 0 19-16,2 2-7 0,4 1-13 0,-1 0 18 0,3 3-9 0,5-1 5 0,-2 0 10 31,5 2-9-31,0 0-7 0,3 1 8 0,4 2-3 15,0-1-6-15,1-1 6 0,-2-1-7 0,3 0-16 0,-5-1 7 16,-1 0 23-16,-1-2-20 0,-5-1 27 16,-2-4-8-16,-5 1-18 0,-2-1 16 0,-4-1-15 0,-1-1 1 0,-2-2 4 15,0-1 4-15,0 1 3 0,-5-2 4 16,-2 2-4-16,1-2-6 0,-3-1-5 16,-2 1 9-16,-1 0-2 0,-2-2 1 0,-2-1 5 15,1 0 1-15,-1 0-16 0,-2 0 16 0,2 0-11 0,4-3-17 16,1 1 21-16,-2-1-9 0,5 2 1 0,4-2 23 15,-1 3-11-15,1-2-4 0,3 1 6 0,-1 1-25 16,2 0 18-16,0 0 5 0,0 0-4 0,3 0 13 0,1 0-12 16,1 0-8-16,1 0 5 0,4 4 2 0,0-1-9 15,2 0 15-15,5-2-12 0,0-1 7 0,2 1 15 16,2-1-9-16,0 0 26 0,2-4-21 0,1 0 9 31,-1-1 18-31,0-1-13 0,0-1 23 0,-2-2 0 16,-2 0-27-16,1-1-8 0,-2-1-6 0,-4-2-3 15,2-1 2-15,-3-2 4 0,-4-2 0 0,3-2-4 0,-3-3 6 16,-3 0-5-16,-1-3-6 0,-2-3-12 0,-1 2 0 16,-2-2 5-16,0-2-3 0,-4 2 10 0,0 0-1 0,-3 1 0 15,-1 2 6-15,-3 2-3 0,2 2 0 16,-3 2 1-16,2 2-2 16,-3 3-1-16,2 1-5 0,0 5 6 0,1 1-2 0,5 3-5 15,1 1-3-15,-2 1-14 0,4 1-4 0,1 2 4 0,1 0 9 0,0 0 8 16,-2 7 6-16,2 0-6 0,-2 3-4 0,2 0 11 15,0 4-2-15,0 1 6 0,0 2 6 16,5 2-17-16,-2 2 2 0,5 0 5 0,-3 1-12 0,-1 0 10 16,5 2-5-16,-3-2-4 0,1 3 10 0,2-2-4 15,2 1 8-15,-2 0-5 0,1-3 5 16,1 2 4-16,1-2-5 16,-1 0 14-16,3-2-19 0,1-1-1 0,-1-1 18 15,3-4-19-15,1 0 17 0,-1-1-8 0,0-2 1 16,3-2 3-16,-1-1 2 0,1-1 13 0,-2 0-16 0,2-4 23 15,-2 0-3-15,-1-2 0 0,-3 0 23 0,0-3-27 16,1-1 2-16,-3-2-7 0,-1 0-8 16,-1-1 2-16,1-1-7 0,-3-3-1 0,1 0-15 15,-1-2 4-15,-2-1 12 0,-1-1-5 0,-2-3-2 0,1 0 8 16,-3-2-15-16,-1 0 7 0,0-1 4 0,-5 1-15 16,-1 2 11-16,-2-2-11 0,-3 2-9 0,0 2 19 0,0-1-11 15,-5 2-2-15,3 2 22 0,-2 1-27 0,0 3 5 16,1 1 10-1,0 3-13-15,1 0 9 0,4 3 7 0,-1 2-17 16,-1 0 2-16,3 4 0 0,4 0-10 0,-1 2 24 0,-2 2-7 16,6-2 4-16,-4 3 9 0,5 1-20 15,0 0 16-15,0 2 3 0,5-1-7 0,-1 0-1 0,1-1 2 0,3 1 2 0,0 1-3 16,5-2 14 0,-4 0-3-16,4-1-15 0,3-1 8 0,-2-1 1 15,5-2-6-15,0-2 10 0,-1 1-2 0,2-2-6 16,0-2 10-16,1 0-4 0,0-4 10 0,-1-1-7 15,-1 0 6-15,-2-2 0 0,1 0-18 0,-2-2 13 16,-3 2-19-16,-1-1 9 0,-2 2 6 0,-2-2-2 16,1 1-1-16,-3 1 2 0,-3 1 1 0,1 1-6 15,-1-1 13-15,-2 2-20 0,-1 0-3 0,0 2 1 0,0-1-16 16,0 2 21-16,0 0-16 0,0 0 2 16,0 0 16-16,-3 0-16 0,2 4 23 0,-3 0 0 15,1 2-14-15,0 0 15 0,0 2-1 0,-2-1-9 0,1 4 12 16,-1 0-6-16,2 1-9 0,1 2 8 0,0-1 2 0,2 1-9 15,0 1 5 1,7 1 7-16,-1-3-14 0,3 3 7 0,1-1 12 0,1-3-10 0,3 1 12 16,1-2 1-16,0-1-27 0,1-2 14 0,5 0-3 15,-1-1-1 1,1-2 18-16,1-1-6 0,1-1 1 0,-2-1-1 0,0 0 20 0,-2-2-20 0,-2 0 8 16,0-5-4-1,-4 1-12-15,-2 0 17 0,-1-1-15 0,-4-1 6 16,1-2 1-16,-3-1 4 0,4 0-11 0,-5-2 1 0,0-1-1 0,-1-4-14 15,-1 0 15-15,-1 0 9 0,0 0-16 16,0 0 4-16,-4 0 5 0,-1 1-15 16,0 1 8-16,-1 2 3 0,1 1-4 0,0 2-4 15,2 3 3-15,2 1 3 0,-3 2-13 0,3 0 17 16,-1 2-15-16,1 0-7 0,1 1 16 0,-2 0-8 16,-1 0-2-16,3 4 6 0,0 0-5 0,0-1 9 0,-1 3 6 15,1 2-7-15,-2 0 8 0,1 2-8 0,1 1 8 0,0 0-4 16,0 1 4-16,0 0-4 0,4-1-2 0,4 3 15 15,-3-2-18-15,3 0 2 16,0-1 13-16,2 0-10 0,2-1 7 0,2-1 8 0,-1 0-10 0,4-2 8 16,0-1-4-16,2-3 7 15,0 1-18-15,3-1 8 0,-1-2-1 16,-2-1-7-16,0 0 25 0,0-4-12 16,-5-1 7-16,-1-1 1 0,-1-1-23 0,0-2 20 0,-2 0-14 0,-2-2-4 15,-1 2 16-15,-4-3-15 0,0-1 4 0,0-1-8 16,1 0 5-16,-4-2-6 15,0 2 9-15,0-1 12 0,0-1-22 0,-4 1 35 0,4 0 6 16,0 4-16-16,0-1 20 0,0 3-27 0,-12 1-26 16,12 1 5-16,0 2-7 0,-13 5 7 0,13 0-5 15,0 0 6-15,0 0-3 0,0 0-17 0,0 0 25 0,0 0 3 16,0 0 2-16,-13 0 11 0,13 0-13 16,0 11-1-16,0-2-1 0,-11 2-4 0,11 1 6 15,0 0 1-15,-12 1 0 16,12 0 7-16,0 0 5 0,0 0-17 0,0 1 14 0,-11-2-5 0,11 0-7 15,0 0 9-15,0-1-12 0,0-3-2 0,0 1 12 16,0-1-2-16,0-8 3 0,0 9-7 0,0-9 3 0,0 8 9 0,0-8-3 16,0 0 4-16,0 0-2 0,0 0 4 15,0 0 13-15,0 0-7 0,0 0-9 0,0 0-1 16,0 0-10 0,0 0 14-16,0-10-4 0,0 1-9 0,0-3-5 15,0 2-7-15,0-2 7 0,0-1 5 0,0-1 3 16,11 0-3-16,-11-1 4 0,14 0-6 0,-14 1-7 15,13 0 8-15,-13-1-8 0,13 1 2 0,-13 1 16 0,17 2-14 16,-7 1 2-16,-10 2 2 0,16 1-9 0,-16 3 11 0,16-2-5 16,-16 6-5-16,14 0-2 0,-1 0-6 15,-13 0 12-15,14 0 5 0,1 0 3 0,-15 0-4 16,15 0 4-16,1 10-7 0,-2 0-4 0,-1 1 11 16,1 1-4-16,1 1 3 0,-1 1 9 0,-2 0-11 15,1 0 0-15,-13 0 7 0,19-1-12 0,-3-1 16 0,-16-1-11 16,12 0-4-1,-12-1 8-15,0-2-7 0,0-1 13 0,16-7-10 16,-16 8 1-16,0-8-7 0,0 6 1 0,0-6 8 0,0 0-3 16,0 0 14-16,0 0-10 0,0 0 3 15,0 0 13-15,0 0-11 0,0 0 8 0,0 0 1 0,0 0-20 16,0 0 13-16,0 0-9 0,0 0-6 0,0 0 13 16,0-9-13-16,16 0 2 0,-16 1 0 15,13-1 3-15,-13 0-5 0,16-2 8 0,-16-1 7 16,12 0-21-16,-12 1 15 0,18-2-8 0,-18 0-9 15,14 2 14-15,-2-1-5 0,-12 0-9 0,15 4 2 16,-1-1 6-16,-14 2-3 0,14 0-2 0,-1 3 12 16,-13 4-18-16,16-5-1 0,-2 5 23 0,-2 0-18 15,0 0 9-15,0 0 6 0,-12 0-16 0,15 0 6 0,2 0 11 16,-17 7-14-16,13-1 5 16,-1-1 5-16,-12-5-3 0,13 5 8 0,-13-5-6 15,0 5 4-15,0-5-8 0,0 0 8 0,0 0 0 16,0 0-4-16,0 0 4 0,0 0-5 15,0 0 7-15,0 0-1 0,0 0-2 0,0 0 1 0,0 0 2 16,0 0-5-16,0 0-2 0,0 0-6 0,0 0-2 0,0 0-1 16,0 0 15-16,0 0-3 0,0-4-10 0,-17 4 11 0,4-4-12 15,-3 4 5-15,-3 0 10 0,-1 0-15 0,2 0 2 16,-6 0 11-16,2 0-3 0,0 0 0 0,1 8 4 16,1-1-15-1,2 0-4-15,3 1 15 0,0 2-10 0,15-2-3 16,-17 2 14-16,17 0-11 0,0-2 3 0,0 3 10 15,0 1-13-15,0-1 5 0,0 0 7 0,0-2-3 0,0 3-1 16,0-1 10-16,0 1-1 0,0-3-6 0,0 1 12 16,20 0-12-16,-2-3-9 15,1 0 12-15,-1-7-7 0,4 10 15 0,-4-10-8 16,3 0-4-16,-2 0 9 0,1 0-19 0,-3 0 25 0,0 0-1 0,-4 0-13 16,0-8 4-16,-1 0-3 15,-12 0-1-15,13-2 0 0,-13 0 0 0,10-2-5 16,-10 1-9-16,0-1 17 0,0 1-5 0,0-2 0 0,0-1 2 0,0 2-17 0,0-1 18 15,0 1-3 1,0 2-6-16,0 0 7 0,0 1-13 0,0 3 3 0,0 2 4 0,0 4-6 0,0 0-4 16,0 0-6-16,0 0 0 0,0 0 12 0,0 0-6 15,0 0 12-15,0 0-2 0,0 7 4 0,0 2 1 16,-10 2 4-16,10 0 7 16,0 4-13-16,0 0 13 0,0 2-13 15,0 3 9-15,0 1-2 0,0 2 3 0,12 0-4 16,1 1-2-16,1 2-7 0,-5 0-4 0,4 1 7 15,1 1 1-15,1-1 0 0,-1 1 8 0,0 1-11 16,2 0-9-16,-2 0 17 0,2-2-15 0,0 1 13 16,-2 0 6-16,0-1-14 0,0-1 10 0,1 0-4 15,-3-3-2-15,-12 0 7 0,14-1-6 0,-14-4 9 0,13-3 0 16,-13 0-9-16,0-4 0 0,0-1 1 0,0-1-5 0,0-4 0 16,0-5 6-1,0 8-4-15,0-8 5 0,0 0 19 16,0 6-23-16,0-6 5 0,0 0 2 0,0 0-13 15,-14 0 24-15,3 0-15 0,-2 0-3 0,0 0 2 0,-1 0-4 0,0-10 15 16,-2 2-7-16,0-3 0 0,-2 1-7 0,0 0-8 16,-3-2 17-16,3 1-8 0,-2 0 8 0,2-1 3 15,2-1-14-15,2 0 10 16,1 0-4-16,13 0-4 0,-14-1 3 0,14 0-4 0,0-1 12 16,0-1-6-16,0-3-8 0,0 1 23 15,0 0-21-15,0-4 2 0,0 2 13 0,12-2-25 16,1 0 15-16,3-1 3 0,-4 3-4 0,6-1 2 15,-4-1-8-15,5 2-9 0,-5-2 12 0,5 3 4 16,-1-2 0-16,1 1 7 0,-2 0-15 0,0 1-4 0,1-2 12 16,-2 1-4-16,-2 0-10 0,-2 1 12 0,1-2-6 15,-13 3 13-15,14-2-2 0,-14-1-11 0,12 2 7 0,-12 0-8 16,0 0 15-16,0 1 6 0,0 1-25 16,0 0 11-16,0 2-9 0,0-1-3 0,0 1 18 15,0 0-13-15,0 1 0 0,0 0-3 0,0 0-5 16,0 1-2-16,-12 1 14 0,12 0-6 0,-15 1 15 0,2 1-6 15,13 1-13-15,-16 1 6 0,3 3-18 0,13 1-9 16,-11 4 3 0,11-4-25-16,0 4 5 0,0 0 16 15,0 0-2-15,-12 0 24 0,12 0 4 0,0 0-4 0,0 9 10 16,0-1 1-16,0-1-1 0,0 2 5 0,0-1 1 0,0 2 1 0,0 0 7 16,0 2-5-16,14-1-5 15,-5 1 2-15,4 1-12 0,3 0 10 16,3 1 0-16,-2 1-3 0,4 0 5 0,1 0 1 0,0 1-1 0,3 1 1 15,1 2-1-15,0-1-1 0,0 0 2 16,-2 1-4-16,3 1 0 0,-2-1 4 0,-3-2-7 16,-1 2 8-16,-4-3-8 0,-3-2 14 0,0-2-10 15,-14-1-8-15,13-3 27 0,-13-1-1 0,0 0-14 0,0-7 9 16,0 7-27 0,0-7-21-16,0 9 38 0,0-3-4 0,0-6 10 0,0 10 8 0,-19-10-5 0,-2 7 9 15,5-7-13-15,-1 0 5 16,-2 10-22-16,-2-10-33 0,-1 0-61 15,-3 0-86-15,2 0-84 0,-3 0-117 0,-1 0-87 0,-1 0-67 0,1 0-137 0,-1 0-66 16,-1 0-78-16</inkml:trace>
  <inkml:trace contextRef="#ctx0" brushRef="#br0" timeOffset="87542.06">28200 6891 1772 0,'-16'0'55'15,"16"0"20"-15,0 0 16 0,0 0 13 16,0 0-34-16,0 0 63 0,0 0 17 0,0 0 16 0,0 0 26 0,0 0-66 16,0 0-2-16,21 0-1 0,-4 0-15 0,1 0 18 15,0 0-5-15,2 5 0 0,3-5-11 0,2 0-18 16,4 4-25-16,1-4-35 0,1 4-13 0,1-4-5 16,0 0-15-16,1 4 11 0,-3-4-8 0,0 0-10 15,-2 5 18-15,-5-5-9 0,-3 0 2 0,-1 0-7 16,-6 0-67-16,-13 0-131 0,11 0-213 0,-11 0-191 15,0 0-188-15,0-11-4 0</inkml:trace>
  <inkml:trace contextRef="#ctx0" brushRef="#br0" timeOffset="87743.85">29264 6713 3222 0,'0'2'4'0,"14"-2"16"0,-14 0-7 0,0 0-2 0,0 0-33 16,0 0-86-16,0 0-140 0,0 0-142 0,0 0-163 16,0 0-164-16</inkml:trace>
  <inkml:trace contextRef="#ctx0" brushRef="#br0" timeOffset="90786.87">2886 9355 1625 0,'0'0'47'15,"0"0"46"-15,0 0 35 0,0 0 94 0,0 0-23 16,0 0-6-16,0 0-7 0,0 0-60 0,0-5-13 15,0 5-10-15,0-4-6 0,0 0-23 0,0 4 1 16,0-5-8-16,0 0 10 0,0 5 9 16,0-4-7-16,-13 4-20 0,13 0-34 0,-13-5-8 15,0 5-14-15,2 0 8 0,1 0 0 0,0 0-14 16,-2 0 18-16,1 0-18 0,0 0 8 0,2 0-7 16,9 0-15-16,-16 7 19 0,3 1-9 0,13 1 14 15,-14 1 0-15,14 2-27 0,-14 0 24 0,14 3-6 16,-11 2 8-16,11 0 14 0,-13 1-6 15,13-1-18-15,0 1 21 0,0 0-3 0,0-2-1 0,0 1 25 16,0 0 4-16,0-1 9 0,0-1 13 16,0-3 23-16,0 2-1 0,16-2 24 0,-2 0-10 0,5-1-4 0,0-11-21 0,3 11-15 15,5-1-5-15,2-10-11 0,2 0 2 16,-1 10-2 0,2-10-11-16,0 0 6 0,-4 0 10 0,-1 0 17 0,-2 0 28 0,-3 0 10 0,-4 0 0 0,-3-15-30 15,-2 3-14-15,-13 0-15 0,11-2-25 0,-11 0 6 31,0-1-14-31,0-1-11 0,0-3 22 0,0-2-19 0,0-1-15 16,0-1 8-16,-11 0-23 0,-3 4 16 0,-2-1 23 16,2 1-19-16,-5 2 16 0,3 2-21 0,-1 1-11 15,-1 2 21-15,2 3-7 0,-1 1 13 0,1 8-2 16,2-8-17-16,1 8-7 0,-1 0 5 0,3 0-5 16,11 0 8-16,-13 0 2 0,13 0 6 15,-14 0 9-15,14 0-9 0,0 8-2 0,0 1-12 0,-11 1 4 0,11-1-4 0,0 0 14 16,0 0-3-16,0 2 6 0,0 0-5 15,0-1-6-15,0-1 16 0,0 1-9 0,0 0 12 16,15-1-7-16,0-9 4 0,0 11-9 0,2-11 21 16,-1 10 0-16,4-10-27 0,1 0 16 0,1 0-23 15,0 0 15-15,2 0 6 0,-1 0-4 0,-2 0 21 16,3 0-10-16,-4 0 4 0,1-11 8 0,-4 1-2 0,0 0 29 31,-2 0 18-31,-2 1 1 0,-1-1-13 0,-12 1-10 16,11-1 3-16,-11 2-10 0,13 8 1 0,-13-11-13 15,0 3-7-15,0 8-9 0,0 0 7 0,0-8-11 0,0 8-19 16,0 0 8-16,0 0-18 0,0 0 3 0,0 0 4 16,0 0-15-16,0 0 25 0,0 0 2 15,12 0 4-15,-12 0 8 0,13 15-15 0,-13-1 13 16,16 0-4-16,-3 2 8 0,1 1-1 0,-1 0-6 0,-1 4 4 16,1-3 3-16,2 2 4 0,0 1-12 0,-1-3 3 0,0 0-4 15,-1-1-2 1,1-5 2-16,-3-1-1 0,-11 0-1 0,14-11 11 0,-14 0-8 0,0 0-7 15,16 0 22-15,-16 10-12 0,0-10 21 0,0 0 13 16,0 0-4-16,0 0 44 0,0 0 11 0,0 0-1 0,0 0-15 16,0 0-49-16,0 0-19 0,0 0-11 15,0-14-7-15,0 1 9 0,0-1-2 16,0-2 3-16,0-2 4 0,0-1-14 0,0 1 4 16,0-1 2-16,0 3 5 0,0 0 6 0,0 2-12 0,14-1 6 15,-14 4-4-15,0 2 5 0,0 0 0 0,13 9-7 0,-13-7-8 16,0 7-4-1,0 0 8-15,13 0 0 0,-13 0 1 0,0 0 12 0,14 0-2 16,-1 0-2 0,1 0 8-16,-1 0-15 0,4 0 9 0,-1 12 12 0,6-2 0 15,3-1 0-15,0-9-2 0,-1 11-11 0,5-2-2 0,-4-9 15 16,2 10 2-16,0-10-7 0,-2 0 3 0,-3 0 3 16,2 0 2-16,-4 0 34 0,0 0 9 0,-3 0-7 15,-2 0 23-15,-3 0-13 0,-3 0-12 0,-9-10 10 0,13 2-46 16,-13 0-9-16,0-2 9 0,0 1-14 0,0-1 13 15,0-1-7-15,0-1-4 0,0 0-3 0,0 0 2 16,0 0 12-16,0 2-12 0,0-1-5 0,0 0 8 16,-18 2-19-16,7 1 17 0,-3 0-7 0,3 2-8 15,1 6 16-15,-2-8-16 0,-1 8 9 0,1 0-2 16,2 0-8 0,-3 0 0-16,1 0 10 0,1 0-7 0,-3 12 8 0,2-2-4 15,1 0 0-15,-3 0 7 16,3 4-7-16,11-2 9 0,-14 2-11 0,14 0 4 0,-16 0 1 0,16 0-2 0,-10 1 9 0,10-2-5 15,0-2-7-15,0 1 9 0,0-1-8 0,0-1 13 32,0-1 7-32,0-9-8 0,0 11 7 0,13-11-8 0,2 11-7 15,0-11 12-15,1 10 2 0,5-10-6 0,2 0 4 0,-1 0-10 0,4 0-2 16,1 0 3 0,1 0-1-16,2 0 2 0,0 0 6 0,2 0 7 0,-2 0 11 15,0-10 6-15,0 1 2 0,-3 1 17 0,1-1-1 16,-4-1 11-16,-2-1 6 0,-3 0-19 0,-2-1 3 0,-4 0-23 15,-2-2-19-15,-11-1 9 0,13-1-12 0,-13 0 4 16,0-1 1-16,0 0-10 16,0-1 4-16,0 0-2 0,0 2 3 0,0 0-1 0,-16 1-15 0,3 1 11 15,1 2-10-15,-1 2-2 0,-1 0 10 0,0 3-30 0,-1 7 19 16,1-7-9-16,0 7-8 0,-2 0 14 0,3 0-20 31,1 0 16-31,1 0-1 0,11 0 9 0,-12 0-5 0,12 9-14 16,-12-1 10-16,12-1-7 0,0 0 14 0,0-7 0 15,0 11 17-15,0-4-10 0,0-7-3 16,0 10 19-16,0-2-23 0,0-8 25 0,0 8-2 16,14-1-9-16,-4-7 4 0,3 7-3 0,-1-7 8 0,2 0-1 15,5 0 2-15,0 0-3 0,0 0-6 0,5 0 3 16,-2 0 6-16,2 0 13 0,0 0 5 0,-1 0 8 16,-2-7 2-16,-2-1 6 0,-2 8 21 0,-2-6 0 15,-3 6 9-15,-12 0-38 0,11-6-15 16,-11 6-3-16,0 0-31 0,0 0 23 0,0 0-25 0,0 0-5 0,0 0 11 15,0 0-15-15,0 0 24 0,0 0-6 0,0 0 2 16,0 0 22-16,0 11-14 0,0-2 5 0,13 2 5 16,-13 2-23-1,14-1 25-15,-14 2-3 0,13 2-10 0,-1-3 14 0,-12 3-23 0,13-2 11 16,-1 0 10-16,-12 0-18 0,13-1 2 0,-2-1-26 0,-11 0-51 16,16 0-14-16,-5-3-52 0,-11-9-37 0,14 12-44 15,-14-12-24 1,13 11-34-16,-13-11-47 0,0 0-28 15,11 0-68-15,-11 7-59 0,0-7-8 0,0 0-100 0,0 0-68 0,0 0-111 0</inkml:trace>
  <inkml:trace contextRef="#ctx0" brushRef="#br0" timeOffset="91559">5781 9074 2337 0,'0'-6'110'0,"0"6"41"0,0-7 36 0,0 7 67 0,0 0-65 0,0 0-19 0,0 0-6 15,0 0-51-15,0 0-35 0,0 0-3 0,0 0-43 16,0 0-6-16,0 0-5 0,0 0-17 0,0 0 7 16,0 0 2-16,0 0-10 0,0 0 7 0,-13 0 0 15,13 0-6-15,-15 9-3 0,1-3-4 16,1 2 9-16,-2-2-16 0,0 3 10 16,-2-1 5-16,1 0-6 0,-3 1 13 0,3-1-15 15,-1 1-2-15,2-1 2 0,2 0-11 0,0 0 18 16,3-1-8-16,10-7 3 0,-11 9 14 0,11-9 4 15,0 6 21-15,0-6 17 0,0 0 44 0,0 7 25 16,0-7 16-16,0 0 27 16,0 0-38-16,19 9-23 0,0-9-21 0,2 0-51 0,2 8 26 0,1-8-13 15,0 0 0-15,3 8 6 16,0-8-36-16,-2 9 5 0,0-9-12 0,-4 10-10 0,-1-2 12 16,-1 1-12-16,-6-1-5 0,-1 1 13 15,-12-1-12-15,13 2 14 0,-13 1 10 0,0 2-9 0,0-1 0 16,0 0-4-16,0 2 1 0,0 3 4 0,-20-1-6 0,2 1-10 15,-1 0-5 1,-1 0 10-16,-1 0 16 0,1-2-14 0,-2 0 5 0,1-1-9 16,0 0-10-16,1-1 23 0,4-3-19 0,-1-10-2 15,4 12 9-15,13-12-8 0,-14 12 18 0,14-12-7 0,0 0-4 16,-13 0 15-16,13 0-11 0,0 11 5 0,0-11-11 16,0 0 2-16,0 0 4 0,0 0 15 0,0 0 11 15,0 0-4-15,0 13 7 0,17-13 8 0,-4 12 11 16,3-12-13-16,0 12 2 0,1-12-19 0,2 13-9 15,3-13-1-15,-3 14 2 0,0-3-10 0,0 0 7 16,-3-11-5-16,1 17-7 0,-2-3 1 0,-1-2 1 0,-3 2 7 16,-11-1-16-1,17-1 19-15,-17 1-22 0,13-1 5 0,-13 0 14 16,0-1-15-16,0-2 7 0,0-9 9 0,0 14-5 0,11-3 8 0,-11-11-3 0,0 12-14 31,0-12-4-31,0 0 5 0,0 11 3 0,0-11 6 16,0 0-8-16,0 0-28 0,14 0-21 0,-14 0-45 0,0 0-27 15,13 0-31-15,-13 0-68 0,12 0-45 0,0 0-91 16,-3 0-83-16,-9 0-27 0,16 0-103 0,-2-13-56 16,-14 2-47-16,19-1 0 0</inkml:trace>
  <inkml:trace contextRef="#ctx0" brushRef="#br0" timeOffset="92057.74">6379 9347 2804 0,'0'-9'53'16,"0"-1"55"-16,0 0 35 0,0 0 51 0,0 1-30 0,0 0-43 0,0 4-24 15,0 5-52-15,0-8-32 0,0 8-16 16,0 0-8-16,0 0 1 0,0 0 10 0,-13 0-1 16,1 0 8-16,-1 0 7 0,2 0-8 0,-1 0-5 15,-3 11-6-15,1-2-9 0,1 0 16 0,-2 0 7 16,4 3-17-16,-1-1 31 0,12 0-22 0,-14 0 7 15,14 1-2-15,0 0-11 0,-9 0 17 0,9-1-8 0,0 0 17 16,0-1-7-16,0-2 1 16,0 1 23-16,0-1 11 15,11-8 22-15,1 0 11 0,1 8 13 0,-2-8 27 16,3 0-7-16,-1 0 12 0,0 0 1 0,-2 0-26 0,-11 0 2 0,14 0 2 16,-14 0-29-16,14 0-17 0,-14 0-5 0,0-12-25 15,13 2-3-15,-13 1 4 0,0-2-5 0,0 2-15 16,0-1 12-16,0-1 2 0,0 0-13 0,0 0 17 15,0 2-5-15,0 0-14 0,0 9 1 0,0-11-13 16,0 11 4-16,0-9-1 16,0 9-7-16,0 0 12 0,0 0-28 0,0 0 3 0,0 0 15 0,0 0-10 0,0 0 11 15,0 0 2-15,0 0 1 0,0 0-4 16,0 0 5 0,0 11-7-16,0-2 10 0,0 3 17 0,11-1-28 0,-11-2 32 0,14 3-21 0,-1-1-21 15,-13 0 46 1,16 1-33-16,-2-1 10 0,-1 0 5 0,-1-1-30 15,4-1-27-15,-2-9-82 0,2 12-70 0,0-12-93 16,1 9-78-16,-1-9-76 0,0 0-17 0,-2 0-79 0,0 0-26 16,-1 0 23-16,-1 0-75 0,-2 0 110 0</inkml:trace>
  <inkml:trace contextRef="#ctx0" brushRef="#br0" timeOffset="92269.76">6796 9354 3559 0,'0'-7'44'0,"10"7"39"0,-10 0 38 0,0 0 20 0,0 0-35 16,0 0-47-16,0 0-28 0,0 0-26 0,0 0-6 16,0 0 11-16,0 0 3 0,0 0 2 0,0 0-1 15,0 0-11-15,0 13-10 0,0-2 6 0,0-1 5 0,0 2 19 16,0-1-16-16,0 0 10 0,0-1-18 0,0 1-6 16,0 1-40-16,0 0-102 0,0-2-111 0,0 0-133 15,0 0-133-15,0-10-90 0,0 11-55 0,19-11 3 16</inkml:trace>
  <inkml:trace contextRef="#ctx0" brushRef="#br0" timeOffset="92786.11">7018 9139 3322 0,'0'-13'103'0,"-14"0"55"0,14 1 52 0,0 1 46 0,0 3-50 0,0 8-61 0,0 0-50 0,0-8-37 0,0 8-59 0,0 0 7 0,0 0-13 0,0 0 0 0,0 0 1 0,0 0 11 16,0 0 14-16,0 12-7 0,0 0 10 0,0 2-6 15,0 1-12-15,14 2 16 0,-14 2-13 0,16 0-1 16,-2 1 21-16,-1 0-30 0,-1 1 17 0,-2-2 5 16,-10 1-27-16,17-1 24 0,-6-2 2 0,-11 0-20 15,13-3 15-15,-13 0-6 0,0-2-14 16,12-3 13-16,-12-9 12 0,0 9-16 15,0-9 23-15,0 0 3 0,0 0 30 0,0 0 57 16,0 0-11-16,0 0 10 0,0 0-34 0,0 0-45 0,0 0 7 16,0 0 1-16,0 0 4 0,0-12-2 0,0 0 2 15,0 1-13-15,0-1-10 0,0-1-4 0,0 0-32 16,0 1-8-16,0-2 30 0,0 2-19 0,0-1 12 16,0 1 2-16,13 1-39 0,-13 1 36 0,21 2 6 15,-7 8 5-15,2-7 11 0,-2 7-16 0,2 0 1 16,0 0-10-16,-1 0 12 0,3 0 5 0,-2 0-3 15,-2 0 8-15,3 10-15 16,-1-1 3-16,0 1-16 0,-3 0 3 0,-1 2 11 0,-12-2-9 0,15 0 8 16,-15 1-8-16,0 0 5 0,12-2 9 0,-12 1 0 0,0 0 14 15,0-10-15 1,0 13-8-16,0-2 11 0,0 0 1 0,-17-2-7 0,-2-9 8 0,5 11-5 0,-5-11-13 16,1 10 16-1,-4-10-12-15,2 0-4 0,-1 0-5 0,0 0-55 0,-2 0 0 0,3 0-67 16,3 0-47-16,1 0-32 0,2 0-104 0,14 0-55 15,-11 0-84-15,11 0-70 16,0 0-130-16,0 0-51 0,0 0-124 0</inkml:trace>
  <inkml:trace contextRef="#ctx0" brushRef="#br0" timeOffset="93553.33">7404 9044 3695 0,'0'-9'52'0,"0"-1"64"15,0-2 36-15,0 2 25 0,0 1-20 0,0 1-45 0,14 8-14 0,-1-11-6 16,-1 11-25-16,-1-9-9 0,5 9-4 0,0 0-16 16,4 0 2-16,0 0-13 0,3 0-20 0,1 0-7 0,-1 0-4 15,2 0-5-15,-2 0 12 0,1 0-5 16,-1 11 0-16,-5 1 12 0,3-2-13 0,-7 0 7 0,3-1-19 31,-17 1 11-31,16-1 4 0,-16 1 14 0,0 0 0 16,0 0-14-16,0 1-6 0,0 1-8 0,0 1 21 0,0 0-6 15,0 1 7-15,-14 0 0 0,-1 0-18 0,1 1 15 16,0 0-16-16,-2 0 2 0,2-1 27 0,-2 1-16 0,3-1 13 16,1 0-15-16,12 0-11 0,-16-2 9 15,4 1-8-15,12-3 20 0,0 0-7 0,0 0-10 16,0-1 15-16,0-1-4 0,0-8-8 0,0 11 12 0,0-11 1 15,0 10 10-15,0-10 18 0,14 11 8 0,0-11-2 16,2 0 11-16,1 0-12 0,2 0-2 16,1 0-11-16,-2 0-4 0,1 0 11 15,-3 0-4-15,3 0 21 0,-4 0-8 0,-15 0 8 0,15-11 12 0,-15 2-31 16,0 9-17-16,0 0-14 16,0 0-25-16,0-9 22 0,0 9 2 0,0 0-7 0,0 0 12 15,0 0-19-15,0 0 3 0,0 0 7 0,0 0 5 0,0 0 1 31,-13 0-12-31,13 0-4 0,-14 0-8 0,14 12 12 0,-15-3 18 0,15-9-2 0,0 13 8 16,0-3-12-16,0 0-3 16,0 0 11-16,0-1-13 0,0 2 1 0,0-1 0 15,0-10-9-15,0 15 5 0,0-1 10 0,0-1-2 16,15-1 6-16,-1 2 31 0,-1 1-9 0,1 1-13 16,2-2 1-16,1 2-29 0,-1 1 11 0,3 0 19 15,-3 2-5-15,-2-1-6 0,0 0-18 0,-14 2-3 16,16 0 11-16,-16 0 5 0,14-2-2 15,-14-3 13-15,0 1-17 0,0-4 17 0,0 0-10 0,0-12 5 0,0 12 2 16,0-12-13-16,-16 11 27 0,-1-11-22 16,-3 0 11-16,0 0 8 15,-2 0-7-15,-3 0 3 0,0 0-11 0,-1 0-17 0,-1 0 14 0,-1 0-13 16,3 0 17-16,-2 0 0 0,0 0-11 0,2 0 21 0,3 0-22 16,0-11 1-16,4 11 2 0,4 0-13 0,0-10 5 15,14 10-43-15,-13 0-40 16,13-11-70-16,0 11-82 0,0 0-25 15,0 0-73-15,0-9-94 0,0 9-80 0,0 0-133 16,0-11-98-16,0 11-87 0,0-12 104 0</inkml:trace>
  <inkml:trace contextRef="#ctx0" brushRef="#br0" timeOffset="94001.48">8646 9136 2498 0,'-6'-8'66'0,"0"-1"84"0,5 2 44 0,-3 0 70 0,3 1-34 0,-1 2-60 16,2 1-31-16,0 1-72 0,0 1-31 0,0 1-23 31,0 0-14-31,0 0 10 0,0 0 13 0,3 4 13 16,-1 1 18-16,3 2 5 0,-1 0-9 0,2 3-9 15,-1 3-7-15,0 3-3 0,3 0-5 0,1 2 8 16,-1 0-17-16,2 1-5 0,2 2-2 0,1-3-5 16,0 3 10-16,1-2-3 0,0-2 4 15,0 0-14-15,1 0 9 0,0-2-11 0,-2-1-4 0,1-2 6 0,-3-1-25 16,-1-2-54-16,-1-3-59 0,-1 0-67 0,-1-2-90 0,-4-2-68 0,0-2-62 31,-3 0-85-31,0-4-60 0,0-2 3 0,-6-3 55 0</inkml:trace>
  <inkml:trace contextRef="#ctx0" brushRef="#br0" timeOffset="95210.7">8482 9159 2207 0,'0'-8'21'0,"-11"8"76"0,11-7 13 0,0 7 21 16,0 0-4-16,0 0-27 0,0 0 11 0,0 0 1 31,13 0 4-31,6 0-38 0,1 0 26 0,5 0-1 16,5 0 8-16,2 0 23 0,6 7-34 0,2-7 3 15,4 7-22-15,0-7-7 0,1 0-9 0,3 0-29 16,0 0 15-16,-4 0-13 0,-4 0 9 0,-1 0 50 16,-6 0-14-16,-4 0 13 0,-5 0 17 0,-5-7-43 15,-3 7 8-15,-4-12-32 0,-12 2-28 0,0 0-3 16,0 2-14-16,0-1 3 0,0-1-3 0,0 1-8 16,0 0 8-16,-19 1-5 0,1 0 0 0,1 8-1 15,1 0-2-15,1-8 4 0,-1 8-10 0,0 0 18 0,2 0-16 0,1 0-1 0,2 0 6 31,11 13-4-31,-16 0 7 0,16 1 13 0,0 3-13 0,-11 1 6 0,11 1 3 0,0 2-20 16,0 1 17-16,0 1-3 16,0-1-5-16,0 2 10 0,0-1-2 15,0-1 5-15,11 0-12 0,-11-1 19 0,0 1-2 16,14-3-22-16,-14-1 26 0,0-2-20 0,12-1 2 0,-12-3 6 16,0-2-7-16,0-10-7 0,0 9 19 0,9-9 15 15,-9 0 13-15,0 0 18 0,0 0 4 0,0 0 0 16,0 0-39-16,16 0-2 0,-16 0-13 0,11-14-24 0,1 2 34 15,-12-2-16-15,15-1 1 0,-1 1 3 0,-3 1-19 16,-11 0 26-16,17 0-9 0,-5 0 2 0,-12 4 3 16,14 0-11-1,-2 1-8-15,-12 8 3 0,13 0 17 0,-13 0-11 16,13 0 6-16,-13 0-2 0,12 0-13 0,-12 0 19 16,13 0-12-16,0 0 12 0,-13 12-6 0,17 0-7 15,-3 0 13-15,2 1-11 0,-2-1 6 0,2 2 4 0,2 0-7 16,0 0 6-16,-2-2 4 0,6 0-2 15,-2-1-4-15,2-2 24 0,-2-9 12 0,1 12 13 16,1-12 40-16,0 0-15 0,2 0 14 0,-5 0-26 16,0 0-12-16,-2 0 6 0,4 0-22 0,-4 0 15 15,-3-12-13-15,-14 1-28 0,16-1 4 0,-16 0-16 0,11-1 2 16,-11 0 6-16,0-1-8 0,0 0 11 0,0 2-13 16,0-2 6-16,0 2-8 0,0 1-7 0,0-1 9 15,-14 3-3-15,0-1 13 0,-1 2-7 16,1 8 7-16,-2-9-15 0,1 9-8 15,-1 0 11-15,-2 0-11 0,0 0 8 0,0 0-3 0,2 0 4 0,0 0 2 0,-1 11 8 16,3 0 13 0,0 1-9-16,14-2-8 0,-16 2-1 0,2-1-6 15,14 0 8-15,0-1-4 0,0 2 1 0,0-1 4 16,0 1-10-16,0-1 15 0,0 0-4 0,0-1 4 0,0-10 2 0,0 13-4 16,15-13 2-16,0 11-6 0,-1-11-2 0,-14 0 3 0,19 0 5 15,-2 0-6-15,0 0 2 0,-4 0 1 0,4 0 6 31,-4 0 1-31,-13 0-11 0,19 0 3 0,-3-13-5 16,-5 1 4-16,-11 1 5 0,17 1 3 0,-17 0-11 16,12-2-3-16,-12 3 8 0,0-1-15 0,0 0-1 0,0 10 13 15,0-9-7-15,0 9 17 0,0-9-5 0,0 9-15 16,0 0 3-16,0 0-22 0,0 0 23 16,0 0-3-16,0 0 6 0,0 0 12 0,0 0-22 0,0 0 14 0,0 0-16 0,0 13 20 0,15-2 4 15,-15 0-8 1,13 0 13-16,-13 0-13 0,17-1 3 0,-2 2-3 0,-3-1 8 15,-1-1-11-15,3-10 3 0,-1 11 10 16,0-11-9-16,3 10 4 0,-2-10-4 0,3 0-4 0,-1 0 1 16,3 0 3-16,0 0 5 15,-3 0 12-15,1-15-3 0,-4 0-8 0,4-1-12 0,-6 0-2 0,1-2 0 16,-12-2 10 0,15 0 5-16,-15-1-9 0,11-2-1 0,-11-2-1 0,0 1 7 15,0-1-11-15,0-1 5 0,0-2 1 16,0 1 5-16,0 0 6 0,0-1-10 0,0 2 12 15,0 1-18-15,-12 1 11 0,12 1 7 0,-16 5-28 16,16 2 11-16,-11 4-11 0,11 12 2 0,0-9 6 16,0 9-9-16,-12 0 9 0,12 0 1 0,0 0 0 0,0 0 2 0,0 17-6 15,0-2 1-15,0 4-3 16,0 1 14-16,0 1-1 0,0 2-8 0,0 1 0 16,0 1 1-16,0 0 7 0,0 0-2 0,0-1 20 15,13 0-12-15,-3-1-5 0,4 0 3 0,0-1-3 0,2-3-1 16,0 1 8-16,1-3 11 0,2-2-12 15,-1-1 1-15,2-3 4 0,-1-1-10 0,2-10-8 0,-1 10-56 0,-1-10-48 16,2 0-62 0,-2 0-68-16,-2 0-32 0,0 0-94 0,-2 0-71 0,-1 0-23 0,-3 0-90 0,-11-8 24 15,0 0 5-15,0-1-9 0,0 0 35 0,0-2 20 16</inkml:trace>
  <inkml:trace contextRef="#ctx0" brushRef="#br0" timeOffset="95429.92">9793 9154 2693 0,'-13'0'14'0,"13"-5"57"16,0 5 59-16,0 0 33 0,0 0 31 0,0 0-1 0,0 0-17 15,19 0-7-15,0 0-14 0,6 0-29 0,1 0-15 16,4 0-8-16,4 0-12 0,1 0-40 0,0 0-14 16,1 0-22-16,-1 0-20 0,-3 0 10 0,-2 0-6 15,-5 0 7-15,-6 0 10 0,-3 0 1 0,-16 0-51 16,14 0-41-16,-14 0-116 0,0 0-123 15,0 0-81-15,0 0-120 0,0 0-57 0,-16 0-46 0,2 0-81 16</inkml:trace>
  <inkml:trace contextRef="#ctx0" brushRef="#br0" timeOffset="98525.73">11894 9210 1889 0,'0'-6'37'0,"0"2"38"0,-5 0 39 16,4-2 41-16,-1 2-17 0,-1 0-9 0,1 0 18 16,-1 0-12-16,-2 0 15 0,1 1-16 0,-1-1-41 15,0 0 0-15,-3 1-23 0,3 1-12 0,-2-1-9 16,1 3-24-16,-1 0-4 0,1 0-1 0,-2 0-13 16,0 0 4-16,0 5-22 0,0-1 8 0,-3 3 9 15,3-1-8-15,0 2 7 0,2 3 1 0,-2-2 8 16,0 3-8-16,5 0 14 0,-2-1-11 0,4 1-1 15,-1 0 7-15,2 0 5 0,0 1 8 16,6-1 10-16,-1-1 13 0,3-1-4 0,3 2 16 0,-1-4 9 0,4 1-14 16,-1-1-4-16,1-2 4 0,5 0-24 15,-1-2 4-15,0-1 11 0,1-1-1 0,0-2 7 16,2 0 18-16,-1 0-5 0,-2-4-5 0,1-1 8 16,-1-2-23-16,-2-1 1 0,-2-2-1 0,1-1-21 0,-4-2 7 0,1-1-1 31,-4-1-14-31,2-2 1 0,1-1 9 0,-3 0-5 0,2-2 2 0,0 3 5 0,-2-1-23 0,0 0-11 31,0 1 8-31,3 2-12 0,-3 2 14 0,2 2 4 16,0 2-2-16,0 1 2 0,0 4 13 0,2 0-3 15,-1 1-12-15,3 3 4 0,-2 0-12 0,2 5 3 0,0 0 2 16,1 1 2-16,-2 2-5 0,0 1 2 16,3 1-1-16,-5 3-6 0,0 1-3 0,0-2-5 0,-1 2 4 15,-4 0 7-15,2 0 5 0,-4 0 6 16,0 0-11-16,-1-2 3 0,-1 0-1 0,-2-2 0 15,0 0 4-15,-5 1-12 0,0-3 4 0,-3-1-7 16,0 0 10-16,-1-1 4 0,-5-2-6 0,-1-1 15 16,-2-1-7-16,1-2 12 0,-4 0-7 0,-1 0-8 0,0-4 1 15,1-1-9-15,-2-3-2 0,1 2 10 0,1-4 3 16,-1 0 1-16,5 1 10 0,1-2-6 0,2-1 1 16,3 0 4-16,1 1 0 0,3-1-11 0,2-1 4 0,1 1-10 15,3-1-2 1,0 1-4-16,7 0-4 0,-1 0 2 0,5 0-1 0,0 1 22 0,5 1-18 0,0 1 10 31,4 2 0-31,1 1-21 0,1 1 17 0,3 2-1 16,0 3 1-16,2 0 1 0,0 0 4 0,-3 5-12 15,1 1 5-15,1 0-9 0,-3 2-2 0,-2 1 21 0,-1 0-19 16,-1 1 17-16,-4 1-8 0,0 2-3 0,-2 1 4 16,-2-1 10-16,0-1-6 0,-3 1-2 0,0 1 7 0,0-1-10 15,-2-1 1-15,-3 1-7 0,1-2 5 0,-3-2-2 16,2 0 1-16,-3 1 4 15,0-3-11-15,0-2 12 0,0 1 7 0,0-3-6 0,0-2 13 0,0 0-4 16,0 0 6-16,0-1 4 0,0 0-11 0,0 0-9 16,0-3-4-16,0 0-2 0,0-3 2 15,0 1 10-15,0-2-3 0,0-1-9 0,0-1 13 0,0-1-8 16,0-2-5-16,0 0 14 0,0-1-18 0,0 0 9 0,0 1-1 16,4-2 5-16,-1 2 8 15,0-2-10-15,3 3 5 0,-3 1-18 0,2 2 1 16,0 1 6-16,-2 2-3 15,2 1-1-15,-2 1-7 0,3 3-1 0,-3 0 5 16,2 0 22-16,1 5-6 0,1 0-2 0,0 2-10 16,1 1-8-16,0 2 10 0,2 1-2 0,1 2 17 0,-2-1-13 15,1 1 4-15,2 0-6 0,-2 0 3 16,-2 1 3-16,3-2 5 0,-1-2-5 0,-1 0-13 0,3 0 11 0,-2-3 0 0,-2 0 14 16,3-2-9-16,-3-1 5 15,3-1 10-15,2-2 5 0,-4-1 12 0,1 0 9 16,2-4-11-16,-1-1 7 0,-1-1-8 0,2-2-9 15,-2-1-2-15,0 0-13 0,-3-4 2 0,1 0-5 0,0-1-8 16,-3-2 9-16,0 0-1 0,1-2-5 16,-3-3 9-16,-1 0-13 0,-2-2 0 15,0-1 4-15,0-4-16 0,-5 1 17 16,-3-4-2-16,2 0 4 0,-1-1 6 0,-2 0-15 0,0 0 6 0,-1-1-2 0,2 4-4 16,-3 0 8-16,3 4-3 0,0 4-1 0,0 4 4 15,1 4-6 1,0 2-10-16,2 5-9 0,2 2 9 0,0 2-12 15,3 2 14-15,-2 0 9 0,1 5-1 0,-1 2 6 16,2 3 6-16,0 2-2 0,0 3-9 0,0 2 13 16,0 4-20-16,3 0 2 0,2 4 1 15,2-1 2-15,1 2-9 0,2 1 12 0,-2 0-3 0,2 2-12 16,2-1 16-16,0 0-6 0,0-1 18 0,2-2-8 16,1 0 14-16,1-2-20 0,1 0-7 15,-1-3 12-15,3-1-5 0,-5-2 6 0,3-3-2 0,-1-1-3 0,0-2-9 16,-3-3 9-16,-1-1 1 0,-1-3 9 0,-1-1-1 15,1-3 3-15,-3 0-4 0,1-3-7 0,-2-1 0 0,0-3 8 32,1-1 1-32,-1-2-3 0,1-1 0 0,-1-2-7 0,0 0-11 15,-1-3 7-15,-1 0 2 0,3-1-3 0,-2 0 14 0,0 0-13 0,-1 0 11 16,0 0-7-16,1 0-12 16,4 2 7-16,-4 1-8 0,0 2 2 0,3 2 18 15,-2 0-6-15,3 3-7 0,-2 0 2 0,1 4-3 16,0 1-2-16,3 2 4 0,-3 0-2 0,2 0 0 15,0 0-3-15,2 5 2 0,-2 0 4 16,0 2-2-16,2-2-1 0,-2 3 10 0,-2-2-7 16,4 2 8-16,-4-1 0 0,0 0-10 0,-2-1 17 15,1-2-15-15,-3 1 11 0,0-1 6 0,-2-2-10 16,0-1 7-16,-1 1-7 0,-1-2 2 0,-1 0-5 0,0 0 1 0,0 0 9 16,0 0-10-16,0-5-6 0,0 2 1 0,-4-1 5 15,0-1-7-15,-1-1 20 16,1 0-15-16,-3 1-8 0,-2-1 2 0,3 0 5 0,-4 2-2 15,-1 0 4-15,-2 1-3 0,1 0-18 0,-4 3 19 16,1 0-13-16,-3 0 4 0,-1 6 10 0,3 0-2 0,-3 1 2 16,3 2 1-16,-3 1-14 0,5 1 2 0,-2 1 6 0,5 1 6 15,1 0-2-15,1 3 4 0,4-1-7 16,1 0 4 0,4 1 7-16,0-3-4 0,0 3-4 0,4-2 6 0,4 1 0 0,2-2-5 0,-1-1 11 15,2 0-12-15,5-1 12 0,-1 0-4 0,2-3 1 16,0 0-9-16,2-3-10 0,1-1 1 0,-2 0 1 31,1-3 18-31,1-1 1 0,-4 0 5 0,2-5-12 16,-6 0-1-16,1-1 6 0,1-1 0 0,-4 0-6 0,-2-4-4 15,1 1 2-15,-3-2 5 0,-1 0 12 0,-3-1-10 16,0-1-8-16,-2 0-8 0,0 1 10 0,0-2 2 16,-5 1 2-16,0 0 2 0,-2 1-17 0,0 1 19 15,2 0-11-15,0 4 2 0,0 1-2 0,2 1-24 0,-2 1 10 16,2 2-3-16,0 2 10 0,0 1 12 0,0 0-21 0,2 4 18 15,-1 1-10-15,0 1-5 16,-1 2 28-16,1 2-24 0,2 1 14 0,0 1 3 0,0 1-13 16,0 0 20-16,2 1-14 15,3 0 11-15,1-1-7 0,0 0-10 0,4-1 7 0,0 1-5 0,0-3 20 16,3 1 1-16,3-1-10 16,1-3-2-16,0 2 2 0,4-3-7 0,0-3 13 15,2 1-4-15,-2-3 1 0,1-1-4 0,2 0 7 16,-4-3-11-16,-2-2-4 0,1-1 10 0,-2-2 0 15,-3 1 12-15,-1-4-10 0,0 0 5 0,-4 1-3 16,-2-4-15-16,-1 1 17 0,-3-3-18 0,-3 1 3 16,0 0 5-16,0-2-11 0,-5 0 22 15,1 1-20-15,-3 0 0 0,-1 1-5 0,-1 2-2 16,1 1 18-16,0 2-9 0,2 2 8 0,-2 1-12 0,3 3-9 16,2 1 16-16,0 1-15 0,0 2 1 15,-1 0 5-15,1 4-4 0,1 1 7 16,-1 1 6-16,-1 2 3 0,1 1 2 0,1 0 5 0,1 3-13 15,1 0 4-15,0 0-4 0,0 1 4 0,4 0 9 0,1 1-3 16,1 0 0-16,1-1-7 0,-1 0 8 0,4-1 2 16,0-1 3-16,2 0-12 0,3 0-7 0,-2-4 5 0,6 1-2 15,-3-1 23-15,1-1-16 0,1-2 2 0,1-1 5 16,-1-2-11-16,0-1 14 0,1 0-12 16,-2 0 0-16,1-4 11 0,-4-3-10 0,3 0 11 0,-4 0 6 15,-1-1-13-15,0-2 11 0,-3 1-17 0,-1-3 6 16,-2 0-7-16,-2 0-3 15,0-1 9-15,-2 0-9 0,0 1 10 0,-2-1 4 16,0 1-10-16,0 1 1 0,0 1-3 16,0 0 2-16,0 4-2 0,-4 1-2 15,3 1 0-15,-1 1-21 0,2 1 13 0,0 2-13 0,0 0 8 16,0 0 15-16,0 3-11 0,0 3 20 0,0-1-12 16,0 3 8-16,0 1 7 0,0 1-18 0,0 1 25 15,0 0-30-15,0 2 13 0,0 0-1 0,0-1-11 0,0 0 30 16,0 1-15-16,0-2 0 0,0-2-1 15,0 0-1-15,0-1-1 0,0-2 2 0,0-1-6 16,0 1-4-16,0-3 11 0,0-2 18 0,0 0 4 0,0 0-8 16,0-1 7-16,0 0-23 0,0-3 8 0,0-3-10 15,0 0 4-15,0-2-7 0,0 0 7 0,0-3 10 16,0 0-22-16,0-3 21 0,0 1-18 0,0-1 12 16,0 0-2-16,0-1 5 0,3 1-7 15,-1-1-6-15,1 1 6 0,0 2-2 0,-1 1-3 0,2 1-9 0,-1 1 10 16,1 2-14-1,-3 1 21-15,3 2-8 0,-1 1-5 0,-2 1-2 16,3 2-2-16,0 0 7 0,-2 0-1 0,2 5 12 0,1 0-16 16,2 0 11-16,-3 3 3 15,4 0-17-15,2 1 26 0,-1 2-15 0,1-1 0 16,2 3 9-16,-1-1-9 0,1 0 10 0,0 1-8 16,3-2-3-16,-2 2 6 0,0 0-5 0,1-3-2 15,1 0 6-15,0-1-1 0,0-1 8 0,0-1-3 0,1 0 10 16,0-4-7-16,0 1-10 0,1-2 27 0,-1 0-30 15,1-2 9-15,1 0 9 0,-1 0-18 16,-1-4 29-16,2-2-14 0,-4 1 3 0,2-4-3 0,-5 0 4 16,1 0 1-16,-1-2-4 0,-3 0 2 0,2-2-13 15,-4 1 4-15,0-2-6 0,-1 0 8 0,-1-1-1 0,-1 1 4 16,1-1-11-16,-4-2 12 0,0 2-6 16,0 1 1-16,-6-1-6 0,1-1-2 0,0 1 0 15,-1 3-7-15,-2-2 11 0,-3 2-14 0,3 1-10 16,-1 2 20-1,-4 0-6-15,0 2-5 0,-1 3 14 0,2 0-19 16,0 2 9-16,0 2-2 0,1 0-7 0,0 5 9 0,5-1-8 16,-3 0 15-16,3 3 1 0,3-1-8 0,0 3 13 0,1-2-6 0,2 3 6 15,0-2-13-15,3 2 6 16,2 1 2-16,1 0-2 0,3-2 16 0,0 2-17 16,0-1 9-16,1 0-11 0,5 0 11 0,0 0 0 15,1-1-7-15,-2 0 10 0,3 1-13 0,1 0 6 0,2 0 10 16,-1 0-13-16,4 0 8 0,-3 1-3 0,3-1-9 15,-2 1 15-15,0 0-7 0,-2 1-1 0,-2-3 4 0,-3 1-6 16,-3 0-7-16,-2-3 12 16,-2 1-3-16,-2-1-12 0,-4 0 12 0,-1-2-1 0,0 1-5 15,0 1 13-15,-6-3-5 0,-1 3 1 0,-2-2 7 16,-2 0 2-16,-1 0-9 0,-1 1-7 0,-4-2-23 16,1 0-32-1,-3 0-43-15,1-1-69 0,-2-2-55 0,0 1-54 0,0-1-45 16,-2-1-63-16,-1 0-111 0,-1 0-72 0,2 0-103 15,-7-4-126-15,2 1 101 0</inkml:trace>
  <inkml:trace contextRef="#ctx0" brushRef="#br0" timeOffset="98753.35">13646 8776 3161 0,'-6'-4'19'15,"2"-1"-2"-15,3 1 8 0,-1 0-9 16,2 2-13-16,0 0 5 0,0 0-16 0,0 0-32 16,0 0-95-16,0 0-100 0,0 2-85 0,0 0-101 15,0 0-54-15,0 5-62 0,-7-2 49 0</inkml:trace>
  <inkml:trace contextRef="#ctx0" brushRef="#br0" timeOffset="99034.42">12683 8824 1546 0,'-22'2'29'0,"8"0"41"15,-4-1 40-15,5 0 23 0,3 1 1 0,3 0-19 16,1-1-4-16,3 0 18 0,3 1 59 0,0-1 23 16,3-1-9-16,3 1 1 0,4 0-76 0,4 0-10 0,6 0-38 0,4-1-38 15,7 1 9-15,2-1-41 0,4 0 14 0,1 0-11 16,0 0-12-16,2 0 0 0,-1 0-2 0,-1 0 5 16,-3 0-9-16,-2 0 7 0,-1 0 11 0,-4 0-10 15,-1 0 6-15,-3 0-25 0,-5 0-101 16,-3 0-125-16,-3 0-114 15,-3 0-109-15,-3 0-97 0,-2 0-70 0,-1 0 74 0</inkml:trace>
  <inkml:trace contextRef="#ctx0" brushRef="#br0" timeOffset="99461.52">16269 8796 3276 0,'0'0'55'0,"0"0"44"0,3-3 27 0,-1 2 10 0,2 1-60 16,-2 0-35-16,-1 0-20 0,-1 0-11 0,2 4 13 16,1 1-14-16,1 2 0 15,-3 2 3-15,4 2-9 0,-2 3 8 0,2 3-10 16,1 3 0-16,-3 0-6 0,2 4-1 0,1-1-7 15,-1 3 12-15,0-2 3 0,3 0 11 0,-4-1 0 16,4-2-5-16,1-1 1 0,-5-1-6 0,5-3 2 0,-4 1-13 16,2-2 0-16,-2-3-68 0,4-3-72 15,-5 0-84-15,0-4-104 0,-1 1-45 0,0-4-67 0,-3-2-76 16,2 0-59 0,-1-4 52-16</inkml:trace>
  <inkml:trace contextRef="#ctx0" brushRef="#br0" timeOffset="100321.63">16081 8914 1705 0,'-5'-1'9'0,"4"-1"20"0,1 1 44 0,0 1 34 16,6 0 32-16,5 0 10 0,2 4-12 0,-1 1-13 16,7 1-13-16,6-2 22 0,1 3 6 0,1-3 6 15,6 1-6-15,1 0-56 0,3-2 7 0,1-1-12 16,0-2-14-16,1 0 10 0,1 0-26 0,-4-3 9 15,-4-1 28-15,0-1 24 0,-6-2 12 0,-4-1-11 16,-4-1-33-16,-4 0-23 0,-3-2-19 0,-3 0-24 16,-4 1 13-16,-4-3-17 0,0 1-10 0,0 1 7 0,-7 1-9 15,-2-3 4-15,-3 2-7 16,2 2 6-16,-2 2-7 0,-2-1-4 0,3 3 4 0,1 2 6 0,-2 3-7 16,4 0 20-16,0 5-9 0,0 2-5 0,1 3 9 15,-2 2-13-15,5 3-3 0,0 3 4 0,1 4 1 31,3 0 11-31,0 4 0 0,0 0-8 0,3 2 5 0,2-1-7 0,2 0 4 0,-1-1 1 0,3-2-9 32,-2-2 3-32,-1-1 15 0,2-3-4 0,1-1-2 0,-4-5 4 15,1-1 0-15,-1-2 10 0,-1-3 38 0,-1-1 14 16,0-3-4-16,1-2 6 0,-1 0-35 16,1-2-18-16,1-4 13 0,-2 1-7 0,3-3 4 0,-1-1 4 15,2-2-12-15,2 0 6 0,-3-1 1 0,0 0-4 16,2-1 6-16,-2 0-20 0,2 0-6 0,-3 2 9 15,0 1-13-15,1-1 11 0,-3 4-8 0,0 0-4 16,1 2 4-16,-3 2-11 0,2 1 15 0,-3 2-22 16,2 0 14-16,-2 0 5 0,3 4-3 0,0 1 16 0,-1 1-21 0,1 0-6 15,3 4 5-15,-1 0-13 0,1 2 26 16,1-1 5-16,4 1-2 0,-3 0 7 0,1-1-30 16,4 2 7-16,0-1-5 0,-1-1 14 0,2-1 20 0,2 0 1 31,0-3 18-31,0 0 7 0,4-2 10 0,-1-1-1 0,1-1-2 0,0 0 0 0,0-3 8 15,0 0 0-15,2-4 3 0,-2 0-22 0,-1-3-14 0,0 0 4 32,-1 0-24-32,-3-4 15 0,-2 0-4 0,1 0-11 15,-6 0 4-15,0-4-1 0,-2 2-14 0,0-1 4 16,-4 0-5-16,0 0-2 0,-1 2 10 0,-1-1-3 16,-5 0-9-16,1 1 3 0,-5 1-2 0,-3 2-4 15,-2 1 3-15,-3 2 4 0,-2 0-6 0,0 4 9 0,-5 2-3 16,2 0-11-16,-2 5-4 0,3 1 9 15,-1 2 4-15,2 1-4 0,6 2 13 0,-2 1-16 16,5 0 12-16,3 0-8 0,1 2 5 16,7 1-2-16,0-1-3 0,4 1 4 0,4-2 0 0,3 0 6 0,4 0-8 15,3-1 10-15,7 0-6 0,2 0-9 0,3-3 18 16,2-1-5-16,1 0-4 0,2-2 22 0,1-1-15 0,3 0 14 16,-2-4 6-16,-2 2 0 0,-2-2 26 0,-3-1-4 15,-3 0-2-15,-5 0 1 0,-4 0-27 0,-8-4-3 16,-2 1-4-1,-1 1-21-15,-4 0-37 0,-3 1-69 0,0-2-110 0,0 2-95 0,-6-2-69 0,-3 1-98 32,0-1-97-32,-2 1-106 0,-2 1-198 0,-1-2 21 0</inkml:trace>
  <inkml:trace contextRef="#ctx0" brushRef="#br0" timeOffset="101112.78">18633 8842 2102 0,'-7'2'27'0,"4"-2"25"0,2 0 17 0,-1 0 10 0,0 0-11 16,2 5-3-16,0-1 4 0,0-1 33 0,0 2 23 16,4 2 1-16,-1 0 3 0,0 0-20 0,0 1-29 15,2-1 1-15,-2 1 4 0,2 1-5 0,3-1-3 16,-4-2 7-16,3 2 8 0,-2-2 19 0,1 0 16 16,2-1 16-16,0-1 4 0,1-1-11 0,-1 0 14 15,5-3-22-15,0 0-46 0,2 0 10 0,1 0-17 0,1-5-5 16,-1 0 16-16,2-3 2 0,0 0-11 0,0-1 0 15,-1-3-3-15,-1 0-20 0,0-2-5 32,-2 0-3-32,-1-1-9 0,-4 0-5 0,1-2-1 0,-7 0-4 0,-3-1-12 0,0 0-9 0,-3-1-10 0,-5-1-15 31,-2 1 16-31,-4 2-2 0,-2 0 6 0,-1 2-6 0,-5 1-2 16,1 2 6-16,-1 4-10 0,-1-1 10 0,2 5-5 15,0 1-9-15,3 1 7 0,3 2-11 0,3 0 9 0,2 5-2 16,4-1 1-16,-1 1 10 0,6 1-7 15,1 0 10-15,0 4 3 0,6 0 0 0,0 1-8 16,3 1 7-16,4 1-11 0,2 1 7 0,4 0 6 0,3 0-12 16,-3 1 14-16,6-1-9 0,4-1 5 15,1 0 4-15,0 1-4 0,0-2-7 0,1 1 2 0,-1 1-1 16,4-2-6 0,-6 2 13-16,-3-2-1 0,-1 1-17 0,-2 0 10 0,-3-1-9 0,-4-3 0 0,-3 0 13 15,-6 0 0-15,-1-3 10 0,-2 1-9 0,-3-1 7 0,0 0-9 31,-3 0 4-31,-2-1 3 0,-3 1-1 0,-1 0 11 0,0-2-7 0,-3 2-6 16,-2-2 10-16,0 0-13 16,-2-2-3-16,-1-1 7 0,-4 1-8 0,2-2 1 15,0 0-21-15,-3 0-35 0,2-3-64 0,2-2-54 16,1 2-62-16,1-1-33 0,2-1-53 0,3 0-83 0,1-1-83 0,3 0-77 0,0 1-74 31,5-2-65-31,2 1 60 0</inkml:trace>
  <inkml:trace contextRef="#ctx0" brushRef="#br0" timeOffset="101422.19">19289 8583 3409 0,'0'-15'70'16,"0"-2"74"-16,0 2 44 0,0 1 43 0,0 3-63 0,-13 4-61 0,13 7-51 0,0 0-37 15,0-7-19-15,0 7-6 0,0 0-1 0,0 0-8 16,0 0 17-16,0 0-1 0,0 0 10 15,0 13-1-15,-9-1 15 0,9 1 5 0,0 1 17 0,0 2 20 16,0 1 3-16,0 1 16 0,0 4 2 0,0-1 0 16,0 4 4-16,0 0-10 0,0 0 9 0,14-1-14 31,2 0 0-31,-2 0-9 0,3-2-19 16,-1-2 4-16,1-1-16 0,1-2-4 0,4-2-9 0,0-1-2 15,1 0-9-15,0-3 5 0,-1-11-9 0,0 11-13 0,-1-11 4 16,0 0 2-16,-3 0-1 0,-2 0 18 0,0 0 1 15,-16 0-31-15,16 0-70 0,-16 0-91 0,11 0-137 16,-11 0-123-16,0-10-85 0,0 0-59 16,0-4-66-16,0 1-39 0,0-2-92 0,-21-3 102 0</inkml:trace>
  <inkml:trace contextRef="#ctx0" brushRef="#br0" timeOffset="101650.42">19175 8642 2339 0,'0'0'122'0,"0"0"67"0,0 7 53 16,0-7 50-16,0 0-62 0,0 7-26 0,14-7 4 0,0 0-26 0,6 0-26 15,0 9-17-15,2-9-48 0,2 0-13 0,1 0-38 0,2 0-25 16,0 9-17 0,-2-9-8-16,-1 0 5 0,0 0 13 0,-4 0 1 0,1 0 6 15,-7 0-58-15,2 0-113 0,-16 0-119 0,9 0-162 16,-9 0-164-16,0 0-89 0,0 0-126 15,0 0 110-15</inkml:trace>
  <inkml:trace contextRef="#ctx0" brushRef="#br0" timeOffset="102223.82">19548 8624 3185 0,'11'0'51'16,"-11"0"78"-16,10 0 51 0,-10 0 33 0,17 0-15 0,-4 0-68 0,1 0-39 15,-3 0-6-15,3 0-34 0,2 0-4 0,-2 0 8 16,-1 0-15-16,3 0-8 0,-2 10 8 0,2-1-17 31,-2 0-1-31,-1 2-2 0,3 0-17 0,-4 0 15 16,6 2-17-16,-6 2 14 0,2 0 12 0,-1 2-12 16,0-3 9-16,-13 3-14 0,16-3-12 0,-2 2 4 15,-14 0-9-15,12-3 20 0,-12 1-10 0,13-2-10 16,-13-1 10-16,0 0-21 0,0-1 16 0,14-2 6 0,-14-8 5 0,0 0 9 0,0 10-4 0,0-10-8 31,0 0 9-31,0 0 26 0,0 0 18 0,0 0 47 16,0 0 42-16,0 0 0 0,0 0-24 0,0 0-34 15,0 0-40-15,0 0-36 0,0 0 24 0,0 0-13 16,0-12 10-16,0 1-7 0,0 1 0 16,0-1 3-16,0 0-4 0,-15-2 7 0,15 2 7 15,0-2-11-15,0 0-8 0,0-1 6 0,0-2-24 0,0 3 17 0,0-3-20 16,0 2 5-16,0-1-2 0,17 1-18 0,-3 2 17 0,4 1 5 15,-6 2-1-15,6-3-1 0,-6 5-11 16,4 7 12-16,-1-10-5 0,-15 10 7 0,15-8-4 0,-15 8-21 0,13 0 14 31,-13 0-5-31,0 0 4 0,0 0 12 0,0 0-15 0,0 0 7 0,0 0-11 0,0 0 8 32,0 10 2-32,0 0 4 0,0 1 12 0,0 0-14 0,0 1 3 15,0 3-1-15,0-1-4 0,0 3 6 0,0-1 7 16,0 0-7-16,0-1-1 0,0 0-3 0,0-2-5 15,0-1-3-15,15 1 7 0,-15-2-13 16,13-11 14-16,-13 15 10 0,14-6-7 0,-14 2 6 16,15-11-8-16,-15 12-23 0,15-12-6 0,-15 11-56 0,15-11-23 0,-15 0-52 15,13 10-35-15,-13-10-43 0,0 0-73 0,14 0-77 16,-14 0-119-16,0 0-119 0,0 0-71 0,0 0-73 0,0-12-8 16</inkml:trace>
  <inkml:trace contextRef="#ctx0" brushRef="#br0" timeOffset="102433.7">20018 8455 3344 0,'0'-5'51'16,"0"1"31"-16,0 0 13 15,0 4-3-15,0 0-39 0,0 0-41 0,0 0-8 0,0 0-2 16,0 0-10-16,0 0 7 0,0 0-34 15,0 0-71-15,0 7-100 0,0-2-138 0,0 2-79 0,0 0-43 16,0 1-24-16,11 0-21 0,-11 1 33 0</inkml:trace>
  <inkml:trace contextRef="#ctx0" brushRef="#br0" timeOffset="103745.95">20296 8846 1337 0,'0'0'39'16,"0"0"23"-16,0 10 15 0,0-10 26 0,0 0-15 0,0 0-5 15,0 0 21-15,0 0-14 0,0 0 15 0,0 0 56 32,0 0 10-32,0 0 20 0,0 0 9 0,0 0-15 0,0 0-2 0,0 0 35 15,0 0 13-15,0 0-23 0,0 0 0 16,0 0-49-16,0 0-52 0,0 0-22 0,0 0-25 0,0 0-8 15,0-12-15-15,0 2-14 0,0-2-10 0,0 1-2 16,0-1 6-16,0-1 1 0,0-2 16 0,0-1-2 16,0 0 8-16,0 0-10 15,16 1-21-15,-16 1 5 0,13 2-23 0,-13 2 21 0,9 0-12 0,-9 3-8 16,0 7 0-16,16-9-2 0,-16 9 20 16,0 0-11-16,14 0 9 0,-14 0-18 0,14 0-12 0,-14 0 29 15,16 0-9-15,-3 14 10 0,-13 1-2 0,17-1-8 0,-4 1 10 16,-13 3-1-16,16 0 0 0,-1 1-8 0,-15-2-2 31,15 2 9-31,-1-2-9 0,-14-1-7 0,14 0 11 0,-14-2-15 0,16-1 17 16,-16-2 4-16,14-1-11 0,-14-3 20 15,0-7-13-15,0 0 15 0,13 0 19 0,-13 0 25 16,0 0 29-16,0 0-17 0,0 0-21 0,0 0-49 16,0 0 3-16,0 0 2 0,0 0 15 0,0-13 17 15,0 2-28-15,14 1 7 0,-14-2-22 0,0-1 7 16,14-1 8-16,-14-1-26 0,0-1 25 0,14 0-22 15,-14 0 0-15,17-4 23 0,-17 1-15 0,15-1 4 16,-4 2 2-16,-11 2-10 0,19-1 8 0,-6 1 9 16,-13 2-2-16,20 1-1 0,-7 2-8 15,4 4 2-15,-2 0-4 0,0 7-5 0,0 0-2 0,0 0 5 16,2 0-5-16,0 0 15 0,-3 0 9 0,3 0-15 16,-4 0 4-16,3 0 3 0,-3 11-19 0,-1-2 11 0,-12 0 6 15,14-1-9-15,-14-8 3 0,14 11-1 0,-14-4-8 16,0-7 14-16,0 0 3 0,0 9-9 15,0-9 10-15,0 0-12 0,0 0 10 0,0 0 1 16,0 0 12-16,0 0 12 0,0 0 12 0,0 0 29 16,0 0-27-16,0 0-19 15,0 0-15-15,0 0-21 0,0 0 1 0,0 0 7 16,0 0-2-16,0-9-4 0,0 9 6 0,-17-7 3 16,3 7-2-16,-2 0-5 0,-1 0 7 0,1 0-12 15,-1 0 31-15,-3 0-10 0,2 0-9 0,-3 0 1 16,4 0-21-16,-2 10 20 0,4 0 3 15,-2 1-7-15,17 0 14 0,-16 0-27 0,16 4 19 0,-15-2 9 0,15 3-14 16,0-3 19-16,0 3-25 0,0-3 6 0,0 0-2 16,0 1 13-16,0-2-2 0,0-1-6 0,18 1 11 15,-3-2-26-15,0 0 26 0,0 0-8 0,0-10-6 16,3 9 19-16,-1-9-7 0,-1 0 15 0,1 0 4 16,1 0-1-16,-2 0-20 0,1 0 5 15,-3 0-17-15,-1 0 3 0,-13-12 20 0,16 1 13 16,-16 0 13-16,13-1-19 0,-13-1 4 0,0 2-20 0,0-2-8 0,0-1 12 15,0 1-8-15,0-1-1 0,0 0-7 0,0 1 5 32,0 1-9-32,0 3 4 0,0-3-5 0,0 12 1 15,0-9-3-15,0 9-4 0,-13 0 11 0,13 0-18 16,0 0 12-16,0 0 2 0,0 0-4 0,-13 0 19 16,13 0-14-16,0 16-3 0,0 0 15 0,0 2-4 15,0-1 4-15,0 3-3 0,0 1-5 0,0 2-10 16,0 1 13-16,0 2-2 0,0 0-1 0,19 2-5 0,-3 0-5 15,1 1 8-15,1 0-2 0,-1 1 21 0,0-1-9 16,5 0-8-16,-4-1 4 0,4 0-9 0,0-1 5 16,-1 0 12-16,-1 0-6 0,1-3-1 0,-2 1 2 0,0 0-3 15,0-2-4-15,-3-2 6 0,-1 1-4 0,-2-3-1 16,-13-1 9 0,16-3-14-16,-16-3 13 0,0-1-2 0,0-11-5 0,0 10 16 0,0-10-10 0,0 0 1 15,0 0 4-15,-21 11-5 0,-2-11 4 0,-1 0-3 16,-4 0 2-16,-2 0-5 0,-4 0-1 0,0 0-4 15,-3-13-15-15,2 0 12 0,0 2 3 0,2 0 6 16,1-1-2-16,2 0 1 0,4 0-9 0,0 0 1 16,6 0 16-16,2 1-10 0,3 0 13 0,15 0-12 15,-16 2 2-15,16-2-3 0,0 0-5 0,0 0 10 16,0 1-11 0,0-2 2-16,0-1 5 0,14 1-10 0,5 1 14 15,3 0-17-15,2 0 3 0,5 0 5 0,1 3-10 16,1 0 17-16,-1 8 8 0,0-8 11 15,-1 8 17-15,-6 0-9 0,-1 0-9 0,-4 0-7 0,-6 0-14 0,-12 0 4 16,13 0-3-16,-13 0 0 0,0 0-6 0,0 0-6 0,0 0 11 0,0 0-5 16,0 0 0-16,0 0 10 0,0 0-14 15,0 0-3 1,0 0-32-16,0 0-64 0,0 0-58 0,0 0-68 16,0 0-67-16,0 0-48 0,0 0-55 0,0 0-74 15,-13 0-24-15,1 0-121 0,12 0-63 0,-15-8-128 0</inkml:trace>
  <inkml:trace contextRef="#ctx0" brushRef="#br0" timeOffset="105366.53">23035 8681 1812 0,'1'0'50'0,"2"0"40"0,-1 0 34 16,0-2 38-16,1-2-26 0,-2 1 3 0,3 1 36 0,-2-1 6 15,-2 0-2-15,2-1-3 0,0 0-54 0,-2 0-20 16,0 0-5-16,0-1-21 0,0 2 9 0,0-2-7 16,-6-2-1-16,2 2-8 0,-2-1-23 0,0-1-1 15,-3-1-9-15,0 2-16 0,-2-2 5 0,-2 2-5 16,-1 0-2-16,-2 0 12 0,-1 0-13 16,-3 1 0-16,2-1 6 0,-1 4-10 0,2 0 11 0,-2 1-12 0,3 1-17 15,-3 0 13-15,3 5-1 0,3 3 0 16,1-1 3-16,-1 3 2 0,4 0-2 0,-1 2 0 15,1 2-3-15,2 0-1 0,4 1-1 16,0-1 0-16,1 3 6 0,2 0-23 0,0-1 23 0,5 0-1 16,2 0 0-16,-1 0 32 0,3-2-27 15,2 0-9-15,2-2 6 0,1-1-8 16,2 0-2-16,2-3 7 0,2-1 21 0,-1-1 16 16,3-2 14-16,0 0 9 0,-2-1-11 0,1-1 7 15,-2-2 28-15,-1 0 5 0,-1-5 4 0,-2 0-18 16,-3-1-25-16,-2-1 10 0,-2-2-16 0,0-2 4 15,-2-2-14-15,-5-1-21 0,1-1 1 0,-2-2-18 16,0 0 19-16,-3 0-9 0,-3 3-7 16,-1-1 6-16,2 1-18 0,1 4 6 0,-1 1 0 15,-2 2-9-15,3 1-5 0,1 4-4 0,1 0-5 0,1 1 2 0,1 1-2 0,0 0 15 16,0 5-3-16,0 1 0 0,3 1 13 0,3 2-13 16,-2 1 13-16,3 4-1 15,1 1-2-15,4 1 1 0,0 0 3 0,-1 2-5 0,3-2 0 16,-1 0 1-16,4-1-5 15,-3-2 10-15,3 0-5 0,-2-2 4 0,0-2 2 16,-2 0-1-16,1-3 5 0,-2 0-1 0,-4-3-2 0,1 0 0 16,-5-1 10-16,1-2-16 0,-1 0-23 15,-3 0-72-15,-1-3-87 0,0 1-63 0,0-1-71 16,0-1-62-16,0-1-71 0,0 0-94 0,0 0-64 16,-1 0-79-16,1-1-58 0,0-2 142 0</inkml:trace>
  <inkml:trace contextRef="#ctx0" brushRef="#br0" timeOffset="105900.3">23638 8639 2843 0,'4'-8'69'0,"-3"0"36"0,-1-1 39 0,0 0 39 0,0 1-66 16,-5-1-1-16,-1 3-22 0,2 0-25 0,-3 0 5 15,1 1-29-15,-1-1-14 0,-2 3-17 0,0-2-4 16,-1 3-4-16,-1 0-2 0,-2 2-1 0,-1 0-3 16,0 0-1-16,-3 4-10 0,2 3 12 0,-2 0-4 15,3 1 4 1,-4 1-5-16,6 3 6 0,0 1 11 0,0 1-4 16,2 0 3-16,4 2 0 0,-2 0-15 0,4 1 4 15,0 0 19-15,3-1 1 0,1 0 19 16,0-2-3-16,5 2 9 0,-1-3 11 0,5-1 3 0,0-3 28 0,2 0-15 0,1-3-6 15,1-1-7-15,3 0-8 0,0-3 6 16,2 0-16-16,-1-1 9 16,3-1-13-16,-1 0 3 0,-2 0 0 0,0 0 6 0,-2-3 1 0,0-2 9 0,-3-1 2 15,-1 0-9-15,0-2-9 16,-5-1-23-16,1-2 3 0,-3 0 1 0,1-2 3 0,0 0 0 16,-5 1 4-16,0-3-14 0,0 3-11 0,0 0 6 0,0 1-8 15,-5 1-10 1,2 2 15-16,0 1-7 0,1 2-14 0,1 1 4 0,1 1-8 15,0 3 2-15,0 0 9 0,0 0-4 0,0 0 1 16,0 3 7-16,0 2 3 0,0 1-3 0,0 2 12 16,1 1-2-16,4 2-19 15,-2 1 21-15,5 1-18 0,-2 1-2 0,1 0 21 16,1 1 12-16,-1-1-6 0,4 0-11 0,-2-3 3 16,1 0-26-16,1-2 7 0,1 0-28 0,0-4-43 0,-1 1-56 15,2-3-64-15,-2-2-66 0,-1-1-85 0,2 0-65 16,-2 0-90-16,-2 0-43 0,0-4-33 0,1-1-42 0,-1 0 25 15</inkml:trace>
  <inkml:trace contextRef="#ctx0" brushRef="#br0" timeOffset="106465.97">23972 8397 3526 0,'0'-9'75'0,"0"0"65"0,0 0 37 0,-12 2 26 15,12 7-34-15,0-7-59 0,0 7-30 0,0 0-33 0,0 0-29 16,0 0-7-16,0 0-18 0,0 0 7 16,0 0 12-16,0 0 2 0,0 0 18 0,0 12 8 15,0 0-12-15,0 2 12 0,0 1 0 16,12 4-11-16,-12 0-8 0,18 1-2 0,-6 3 5 16,-12 0-11-16,19 2 7 0,-2 1-16 0,-1 0 11 15,-3 0 4-15,1 0-22 0,-1-1 20 16,-1 0-16-16,-12-2-1 0,18 0 14 15,-6-2-11-15,-12-4-7 0,0-4 10 0,15-2 2 0,-15-11-12 0,0 10 19 16,0-10-4-16,0 0 2 0,0 0 41 0,0 0-3 16,0 0 54-16,0 0 7 0,0 0-11 0,0 0-19 0,0 0-52 15,0 0-16-15,0 0-22 0,0 0 3 0,0-12 1 16,0-1-3-16,0-2 6 0,0-1 5 16,0-2-2-16,0-1 9 0,0 0-18 0,0 0-7 0,0 0 9 15,0 2 6-15,0 0 14 0,0 4 14 0,0-1-12 16,0 5-7-16,0 1 2 0,0 8-12 0,0-9 0 15,0 9 9-15,0 0-18 16,15 0 16-16,-2 0-5 0,1 0-7 0,-1 0 13 0,2 0-16 0,2 0 14 0,0 12-2 31,1 0-8-31,-3 0 10 0,1 0-9 0,0 1-3 0,-3-1 9 16,-13 2-6-16,15 0 9 0,-15-2-3 0,12 0 4 0,-12 1 7 0,0 0-16 16,0-1 24-16,0-1-11 15,0 1-6-15,0-1 3 0,0-11-4 0,-19 14 21 16,3-3-17-16,-1-11-8 0,0 0-20 15,-1 11-12-15,-3-11 20 0,4 0 22 0,-4 0-12 16,2 0-37-16,-1 0-49 0,1 0-71 0,1 0-39 0,1 0-23 16,2 0-60-16,2 0-37 0,13-9-94 0,-13 9-146 15,13-11-65-15,0 11-61 0,0-12-57 16,0 2 148-16</inkml:trace>
  <inkml:trace contextRef="#ctx0" brushRef="#br0" timeOffset="106997.03">24394 8361 3351 0,'0'-10'65'0,"0"-1"54"0,0 3 48 0,0 2 9 0,0 6-55 0,0-5-55 16,0 5-48-16,0 0-23 0,0 0 4 0,0 0-9 15,0 0 6-15,0 0 14 0,0 0-21 16,12 7 16-16,-12 0-5 0,0 1-3 0,12 4 8 15,-12 1-10-15,10 3 9 0,-10 1 0 0,10 0 10 16,-10 3-8-16,12 1 2 0,-12-1-5 16,0 1-8-16,12 1 18 0,-12-2-11 0,11 1 2 15,-11-3-11-15,0 0 14 0,15-3-8 0,-15-1 2 16,0-2 18-16,0-1-9 0,9-2-5 0,-9-9 20 0,0 9 31 16,0-9 41-16,0 0 73 0,0 0 13 0,0 0 18 0,0 0-22 15,0 0-6-15,0 0 1 0,0 0-67 16,0 0-23-16,0 0-56 0,0 0-23 0,0 0 9 15,0-12-8-15,0 1 15 0,0 0-2 0,0-1 10 16,16 0-11-16,-16 0-9 0,14-2 5 0,-14 0-9 16,16 2 5-1,-16-1-2-15,19 1-11 0,-6 0-4 0,-1 1 12 16,2 4-13-16,-1-1 8 0,1 8 0 0,2 0-6 0,0 0 15 0,2 0-26 16,-1 0 13-16,-1 0 2 15,-1 0 3-15,3 0 12 0,-2 0-16 0,-2 11-9 16,-14 0 3-16,17-2 8 0,-17 2 0 0,15-1 19 15,-15 1-18-15,0 0 2 0,0 0 11 0,0 1-20 0,0 1 16 16,0 0 4-16,0-1-5 0,0 0 16 16,0-1-11-16,0 0-7 0,0-1 12 0,-21 0-9 0,0-1 1 15,4-9-5-15,-5 10-5 16,1-10-6-16,-1 11-22 0,3-11-26 0,-1 11-68 0,-2-11-54 0,2 0-66 16,2 0-81-16,1 0-55 0,4 0-138 15,13 0-142-15,-12 0-113 0,12 0-161 16,0 0 158-16</inkml:trace>
  <inkml:trace contextRef="#ctx0" brushRef="#br0" timeOffset="108133.22">25985 8626 2110 0,'-14'0'35'0,"14"0"85"0,0 0 27 0,-11 5 7 15,11-5-21-15,0 0-81 16,0 0-18-16,0 8 12 0,0-8 13 16,-12 0 11-16,12 0 1 0,0 7 8 0,0-7 5 15,0 7-2-15,0-7 29 0,0 7 0 0,0-7-8 16,0 10 29-16,0-10-11 0,0 9 16 0,0-9 2 16,0 0-12-16,0 10 13 0,0-10-30 0,0 0 6 0,13 0-15 15,-13 0-20-15,11 0 6 0,-11 0 4 0,14 0-10 16,-14 0 8-16,12 0-11 0,-12 0-23 0,14 0 6 15,-14 0-17-15,11 0-5 0,-11 0-17 0,0-11 28 16,14 1-16-16,-14-1-5 0,0 3 16 0,14-2-15 0,-14-1 12 16,0 0 11-16,0 2-7 0,0-2-24 15,0 2 4-15,0 2-9 0,0 7 2 16,0-11-11-16,0 11-3 0,0-7-9 0,0 7-8 0,0 0 8 0,0 0-3 16,0 0-7-16,0 0 4 0,0 0 2 0,0 0-2 31,0 0 8-31,0 0-2 0,0 0-7 0,0 10-7 0,0 0 18 15,0 1 1-15,0-1 7 0,0 0 12 0,0 2-8 16,0 0-8-16,0-1-5 0,0 0-1 0,16 1 11 0,-2-2-4 0,-14 0 4 0,21-10-4 31,-5 12 2-31,-1-2-2 0,1-10 9 0,2 9-6 16,-2-9-12-16,1 0 15 0,-1 0 0 0,3 0-2 0,-6 0 7 0,4 0-3 16,-3 0 1-16,0 0-2 0,-1-11-7 0,-13 0 1 15,15 3-6-15,-15-2 1 16,17-1 5-16,-17 2 7 0,0-1-2 0,0-1 4 0,0 0-16 15,0 1-7-15,0 0 0 0,0 1 4 0,0 9 2 0,0-8-2 0,0 8 1 16,0-9-1-16,0 9-6 0,0 0-13 16,0 0 4-1,0 0-1-15,0 0 12 0,0 0 10 0,0 0-11 16,0 0 9-16,0 12 3 0,0 1-4 0,0-1 10 0,14 1-4 0,-14 1-5 16,0 0 6-16,0-2 1 0,0 1-3 15,0 0-9-15,0-4 6 0,0-9 1 0,0 12-14 16,0-12 13-16,0 9 7 0,0-9-5 0,0 0 20 15,0 0 3-15,0 0-4 0,0 0 0 16,0 0-11-16,0 0-2 0,0 0-13 0,0 0 7 0,0 0-7 0,0-14 5 0,0 1-4 16,0 0 2-16,0-3 6 15,0 3-7-15,14-3 7 0,-14 1-15 0,0 0 17 16,0-1 1-16,16 3 1 0,-16-1 14 0,0 2-20 16,12 0-2-16,-12 1 0 15,16 2-5-15,-16 1 2 0,14 8 3 0,-14-9-11 16,18 9-3-16,-4 0 3 0,-14 0-2 0,19 0 12 0,-3 0 1 0,-1 0 0 15,2 0 2-15,0 13-12 16,-1 0 3-16,1 0 9 0,-1 1-2 0,1 1 16 0,-1 0-27 0,0 0 12 0,-2 0-4 16,0 0 3-16,-14 0 20 0,16-1-23 0,-16-1 10 15,14 0-10-15,-14-1-1 16,0-1-14-16,15-1-59 0,-15-10-29 16,0 12-76-16,0-12-67 0,0 11-14 0,0-11-52 15,0 0-34-15,0 8-47 0,0-8-99 0,0 0-168 16,0 0-98-16,-16 0-91 0</inkml:trace>
  <inkml:trace contextRef="#ctx0" brushRef="#br0" timeOffset="108307.52">26066 8403 3062 0,'-15'0'24'0,"15"-7"16"0,0 1-7 15,0 6 4-15,0-5-33 0,0 5-9 0,0 0-7 0,0 0-57 16,0 0-161-16,0 0-215 0,0 0-210 0,0 0-78 16</inkml:trace>
  <inkml:trace contextRef="#ctx0" brushRef="#br0" timeOffset="109247.36">27653 8706 1549 0,'0'0'23'0,"0"0"46"0,0 0 29 0,0 0 34 0,0 0-2 0,0 0-12 0,0 11 63 16,0-11-15-16,0 10 25 0,0-2 13 0,0-8-50 15,0 10 8-15,0-4-9 0,0-6-6 0,0 8-6 16,0-8 4-16,0 8-3 0,0-8-18 0,11 9-4 31,-11-9-2-31,0 0-12 0,16 0 2 0,-16 0 8 16,11 9-3-16,-11-9 0 0,0 0 23 0,16 0-27 0,-16 0-5 15,11 0-7-15,-11 0-32 0,0 0-9 0,13 0 10 16,-13 0-6-16,0-14-1 0,14 2-24 0,-14 0-20 16,0-2-3-16,11 1-18 0,-11-3 16 0,0-2-3 15,0 0-11-15,0-4 1 0,0 2 6 0,0-1-8 0,0 1 2 0,0 0 8 16,0 2-4 0,0 0 2-16,0 4 4 0,0 0-20 0,-15 3 11 0,15 2-6 15,0 3 0-15,-15 6 11 0,15-8-24 0,0 8 8 16,0 0 3-16,0 0 18 0,0 0 12 0,-11 0-14 0,11 0-1 15,0 0-9-15,0 11-4 0,0-1 9 0,0-1 2 16,0 4-8-16,0-1 12 0,0 0 4 0,0 1-15 16,0-1 9-16,0 2-13 0,0-2-2 0,0 2 16 0,0-2-1 15,0 0-10-15,11-2-1 0,-11 0 5 0,19-1-9 16,-6-9 20-16,0 10 10 0,2-10 1 0,-1 10 6 16,0-10 4-1,0 0 5-15,1 0 6 0,-1 0 7 16,-1 0-11-16,-4 0 6 0,-9 0-7 0,17 0 1 15,-5 0 17-15,-12 0-15 0,15-9-10 0,-15 0-5 16,13-2-16-16,-13 1 5 0,0-1-1 0,11-2-10 16,-11-2 5-16,0-2-13 0,0-2 3 0,0-1 4 0,0-3-6 15,0 1 8-15,0-3-5 0,0 0-10 0,0-1 9 16,0 0 1-16,0 0-4 0,0 0 13 0,-11 1-13 16,11 0 5-16,-13 1 9 15,13 1-18-15,-15 3 18 0,15 2-8 0,-12 2-6 0,12 3 15 16,0 2-1-16,-14 2-2 0,14 9-3 0,0 0-8 0,0 0-10 15,0 0-13-15,0 0-2 0,0 0 15 0,0 0-7 0,0 0 16 16,0 0 5-16,0 0-14 0,-12 12 15 16,12 0-5-16,0 2 7 15,0 1 8-15,-12 2-13 0,12 2 7 0,0 1-5 16,0 1-7-16,-14 0 2 0,14-1 2 0,0 2-2 16,0 0 4-16,0-2 4 0,0 3 0 0,0-1 3 15,0 0-3-15,0-1 5 0,14-1 2 0,-14 3 1 16,18-4-6-16,1 2 4 0,-5-1-1 0,7-2-8 15,-4 0 18-15,7 0-9 0,1-1-5 0,4-1 6 16,1 0-8-16,0-2 14 0,0-2 6 0,-2-1-2 0,-1-2-2 16,-3-9 5-16,0 0-22 0,-7 0 5 0,-3 0 1 0,2 0-59 15,-16 0-31 1,14 0-101-16,-14 0-64 0,17 0-58 0,-17-10-46 0,13 0-51 0,-13-1-87 16,13 0-65-16,-13-2-130 0,0 1-44 0,0-2-49 15,0 0 108-15</inkml:trace>
  <inkml:trace contextRef="#ctx0" brushRef="#br0" timeOffset="109513.76">27621 8382 2298 0,'0'0'114'15,"0"-6"47"-15,0 2 32 0,0 4 21 0,0-5-73 0,0 5-32 0,0 0 7 16,0-4 1-16,12 4-14 0,3-5-3 0,3 5-13 16,4 0-9-16,5 0-22 0,-1 0-15 0,4 0-24 15,4 0-7-15,1 0-17 0,-1 0 8 0,1 0-2 16,-1 0 0-16,-1 0-13 0,-2 7-65 0,-1-2-88 16,-4-3-114-16,-3-2-159 0,-6 0-91 0,-4 0-59 15,-13 7-48-15,0-7 109 0</inkml:trace>
  <inkml:trace contextRef="#ctx0" brushRef="#br0" timeOffset="109650.14">27361 8401 1268 0,'0'0'20'0,"0"0"-30"0,0 6-72 0,0-6-148 0,0 6-108 16</inkml:trace>
  <inkml:trace contextRef="#ctx0" brushRef="#br0" timeOffset="109896.48">29650 9200 4206 0,'0'7'8'0,"0"-7"-6"0,0 0 6 16,0 0-8-1,0 0-4-15,0 0-79 0,0 0-131 0,0 0-243 16,0 0-292-16,0 0-221 0</inkml:trace>
  <inkml:trace contextRef="#ctx0" brushRef="#br0" timeOffset="111143.42">5187 11648 1695 0,'-3'0'46'15,"0"0"37"-15,1 0 34 0,-1 0 43 0,0 0-19 16,1 0-5-16,-1 0-10 0,0 0-23 0,1 0 20 15,2 0-27-15,-1 0 1 16,-1 0 8-16,2 0-33 0,0 0 13 0,0 0 12 16,0 0-2-16,0 0 12 0,3 0 31 0,2 0-11 15,0 0 10-15,3 0-8 0,3 0-25 0,1 2 8 16,7 0-15-16,2 0-3 0,6-1 13 0,3 2-23 16,5-1-1-16,6 0-8 0,3 0-5 0,6 0 3 15,3 0 4-15,7 0-4 0,2-1-20 0,4 0 16 16,3 2 8-16,1-3-6 0,0 0 8 0,2 2-9 15,-4-2-35-15,-6 0 6 0,-2 0 3 0,-5 0-23 16,-7 0-5-16,-7 0 2 0,-6 0-22 0,-8 0 26 0,-7 1 0 16,-4-1 2-16,-6 1-2 0,-4-1-20 15,-3 0 14-15,-3 0-11 0,0 1 2 0,0-1-6 0,0 0-4 16,-5 0 1-16,-1-3-17 0,1 3-2 0,-4-2-33 16,-1-1-42-16,1 2-40 0,-2 0-95 0,-2 0-53 15,2-1-59 1,-1 1-83-16,0 0-82 0,1 0-54 0,-1 0-71 0,0 0-67 15,0-1 18-15</inkml:trace>
  <inkml:trace contextRef="#ctx0" brushRef="#br0" timeOffset="111596.34">5957 11518 3464 0,'0'-8'81'0,"0"-1"48"16,0 2 67-16,0 7 32 0,0-8-41 0,0 8-38 16,0 0-48-16,0 0-30 0,0 0-34 0,0 0 2 15,0 0-5-15,0 0 11 0,0 0 12 0,0 0 1 16,0 0 28-16,14 0-10 0,2 0 1 0,0 0 4 0,4 12-27 16,-2-2 30-16,7 0-3 0,2 1 9 0,3-1-25 15,3 2-26-15,2 1 6 0,3-1-20 0,1 0 26 16,1 2-6-16,1 1-21 0,2-3-3 15,-5 2-10-15,-2-2-2 0,-1 1 6 0,-3-1-1 0,-4 0-11 16,-4-3 8-16,-7-9-17 16,-1 12-3-16,-16-12 2 0,13 12 2 0,-13-12 10 15,0 11 9-15,0-1-3 0,0-10-5 0,0 12 5 0,-15-1-2 0,0 1 0 16,0 0-9-16,-5 0 6 0,2 3-4 0,-4-3 2 16,0 2 3-16,-1 1-14 0,0-1 11 0,0 1 3 15,-1 0-7-15,2 1 14 0,-2-1-18 0,2 0 2 16,0 0 15-16,1-1-4 15,2-3-7-15,-3 1-5 0,6-12 3 0,-1 13-13 0,17-13 17 16,-18 14 6-16,18-14-28 0,-17 11 5 0,17-11-42 16,0 0-33-16,0 0-42 15,-13 0-58-15,13 0-46 0,0 0-55 0,0 0-73 16,0 0-86-16,0 0-74 0,0 0-121 0,0 0-67 16,0 0-106-16,0-8 132 0</inkml:trace>
  <inkml:trace contextRef="#ctx0" brushRef="#br0" timeOffset="112181.03">6939 11954 1499 0,'-13'0'37'16,"13"9"22"-16,0-9 49 0,0 0 27 0,0 0-21 0,0 0-2 0,0 0-17 16,0 0 44-16,0 0 25 0,0 0 19 0,0 0 1 0,0 0-17 15,0 0-6-15,0 0 15 0,0 0 1 16,0 0 11-16,0 0 19 0,0 0 25 0,0 0 15 16,0 0-14-16,0 0-2 0,0 0-22 0,0 0-23 15,0 0-12-15,0 0-41 0,0 0-41 0,0 0-8 31,0 0-70-31,0-13-6 0,0-4 5 0,0 0-12 0,0-2 39 0,0-3 2 16,0-3-15-16,0 0 2 0,16-1-3 16,-16-1 3-16,14-1-2 0,-14-1-7 0,13-2 1 15,-13 0-8-15,17-2 4 0,-17 0 16 0,13 1-2 16,-13 2 12-16,16 1 24 0,-16 1-11 0,14 5 1 16,-14 1-11-16,0 6-25 0,13 4-11 0,-13 12-14 15,0-10-5-15,0 10-11 0,0 0 11 0,0 0 6 16,0 0-5-16,0 0 9 0,0 0-13 0,14 12 2 0,-14 1 10 15,0 5-8-15,14 0 16 0,-14 3-10 0,16 3-2 16,0 0 5-16,-4 0-6 0,3 1 12 16,-1-1 11-16,0 0-14 0,2 1-3 0,-2-2 14 15,2 1-16-15,-2 0 2 0,2-2 5 0,0 0-13 16,-2-2 13-16,1 0 6 16,-2-1-7-16,-3-2 2 0,-10-1-15 0,17-3 9 15,-7-1 0-15,-10-2 1 0,0-10 1 0,13 11-31 16,-13-11-37-16,0 0-48 0,0 0-39 0,0 0-17 0,0 0-38 15,0 0-32-15,0 0-47 0,0 0-109 0,0 0-77 16,0 0-72-16,0 0-122 0,0 0-44 0,-18 0-4 0,-1 0 5 16</inkml:trace>
  <inkml:trace contextRef="#ctx0" brushRef="#br0" timeOffset="112415.92">6912 11759 3126 0,'0'0'58'0,"0"-8"50"0,0 2 33 16,0 6 69-16,14 0-3 0,-1 0-17 0,1 0 4 0,2 0-30 0,1-8-36 16,1 8 4-16,2 0-39 0,2 0-27 0,2 0-5 15,2 0-43-15,1 0 7 0,-1 0-9 0,1 0-27 16,-3 0 12-16,-1 0-15 0,-2 0 6 0,-2 0 17 16,-4 0-43-16,-2 0-47 0,-13 0-89 0,12 0-105 15,-12 0-73-15,0 0-70 0,0 0-101 0,0 0-60 16,0 0-51-16,0 0-89 0,0 0 178 0</inkml:trace>
  <inkml:trace contextRef="#ctx0" brushRef="#br0" timeOffset="113664.46">6757 11733 1652 0,'0'0'39'0,"0"0"59"0,-13 0 34 16,13 0 48-16,0 0 61 0,0 0-35 0,-11 0 12 16,11 0-10-16,0 0-67 0,-12 0 29 0,12 0 0 15,0 0-10-15,-10 0 19 0,10 0-17 0,0 0-6 16,0 0-3-16,-11-7-24 0,11 7-3 0,0-10-6 0,0 2-12 15,-14 8-11-15,14-11-1 0,0 0-16 16,0 0 5-16,0 2-1 0,0-2-2 0,0-1 13 16,0 0-12-16,0-2 6 0,0 1-41 0,0-3-26 15,0 1 18-15,0-2-23 0,0 0 27 0,0-1-3 16,0-2-14-16,0 0 35 0,0 1 2 0,0-3 10 16,14 1 12-16,-14 0-17 0,11 3 13 0,-11-1-9 0,13 1-13 15,-13 0-1-15,17 1-30 0,-5 1 6 0,-12 1 0 16,18 0-10-16,-2 0 0 0,2 1-15 15,-2 0-2-15,2 3-4 0,3-1 2 0,-2-1 7 16,3-1-5-16,3 3 1 0,-1 0 0 0,3 0 0 0,0 3 4 0,1 8 4 16,1-10 0-1,3 10-7-15,-4-9 1 0,4 9-3 0,-2 0 0 16,-2 0 4-16,2 0-6 0,-3 0 11 0,1 0-5 16,-1 0 8-16,0 0-10 0,0 0-7 15,-2 12 9-15,2 0-7 0,0-2 16 0,0 1-9 0,0 2 2 0,-1-1 4 0,1 2-10 16,3 0 8-16,-2 1-23 15,0 2 8-15,-1 0 5 0,1 1-17 0,-4 0 20 16,-1 1-22-16,0-1 11 0,-3 3 15 0,1-2-15 16,-5 2 10-16,1 0-16 0,-2 1-3 0,2-2 14 15,-3 2-7-15,3-1 6 0,-4 1-4 0,1-1 2 0,-3 2 6 16,2 0-3-16,-13 0 18 0,13 0-28 16,-13 0 14-16,14 0 0 0,-14 0-19 0,12 0 32 15,-12 0-23-15,0 0 9 0,10 0 19 0,-10 0-28 16,0 1 18-16,0-1-15 0,0 1-12 0,0 1 24 0,0-3-15 15,0 2 17 1,0-1-18-16,0-2-3 0,0 2 7 0,0-2 5 0,0 0 4 0,0-2-10 16,0-1-2-16,-11 0-5 0,11 0 15 0,-16-1 0 0,16-2-7 15,-14 0 2-15,1-1-9 16,13 0 11-16,-19 0 17 0,5-3-31 16,0 0 27-16,-2-1-9 0,2 1-7 0,-2-3 24 15,3 0-34-15,-1 1 15 0,1-1 1 0,-1-8-5 16,-2 10 14-16,0-10-19 0,-1 9 1 0,-2-9 4 15,0 10 13-15,-1-10 6 0,-1 10-24 0,-1-10 15 16,0 9-8-16,0-9-4 0,-1 8 17 0,1-8-18 16,-1 0 3-16,-1 0 2 0,5 0 8 0,-3 0-6 0,0 0-8 0,1 0 17 15,-1 0-13-15,0 0 16 16,0 0 7-16,1 0-41 0,-3 0 32 16,3 0-7-16,1 0-9 0,-2 0 27 0,0 0-24 0,-1 0-1 15,0 0 6-15,1 0-3 0,0 0-3 0,1-8-5 16,-2 8 16-16,1-7-10 0,1 7 5 0,0-10 16 0,1 3-25 0,2 7 33 15,3-10 14-15,0 4-18 0,3 6 25 16,1-9-26-16,11 0 3 0,-14 9 31 0,14-9-23 0,-12 0 6 16,12 1-13-16,-11-2-19 0,11 2 6 0,-12-3-15 15,12 1 7-15,0-3 0 0,-13 0-8 0,13-1 7 32,-14 0-9-32,14-1-7 0,-13 1 8 0,13-1 2 15,-13 0-1-15,1 0-3 0,12 1 2 0,-13 1-1 0,13 1-9 0,-14 0 15 0,14-1-13 16,-13 1 1-16,13-1 6 0,-14 0-8 0,14-1 8 15,-9-1 2 1,9 0-6-16,0-1 9 0,0-1-4 0,-10-1-9 16,10 1 8-16,0 1 0 0,0-1-4 0,0-2 15 0,0 1-12 15,0 1-1-15,0 0 3 0,0 1-10 0,-12-1 10 16,12 0-6-16,0 2 1 0,0 1 11 0,0-1-2 0,0 1-6 16,0 2 9-16,0 0-10 0,0 1-3 15,0 0 16-15,0 2-5 0,0 0-16 16,0 0 6-16,0 1 1 0,0-1-15 0,0 3 27 0,0-2 4 0,0 3-11 15,0-2 12-15,0 7-5 0,0-8-18 0,0 3 4 16,0 5 1-16,0-9 1 0,0 9 3 0,0-5 1 16,0 5 0-16,0 0-5 0,0 0 3 0,0-7 4 15,0 7-4-15,0 0-2 0,0 0 20 0,0 0-11 0,0 0-5 16,0 0 6-16,0 0-14 0,0 0-11 0,0 0 17 16,0 0-34-16,0 0-27 0,0 0 7 15,0 0-43 1,0 0-23-16,0 0-16 0,0 0-62 0,0 0-45 0,0 0-67 15,0 0-63-15,0 0-73 0,0 0-53 0,0 0-80 16,0 0-72-16,0 0-114 0,0 0-106 0,0 0-22 16</inkml:trace>
  <inkml:trace contextRef="#ctx0" brushRef="#br0" timeOffset="116050.4">7619 11237 1206 0,'-5'0'28'0,"4"0"41"0,-1 0 45 0,0 0 19 15,-1-2 21-15,2 2-22 0,-1 0-20 0,2 0 10 16,0 0-13-16,0 0 5 0,0 0-2 0,0-2-19 0,0 2-20 15,0 0-3-15,5-2 27 0,-4 1-2 0,1 0 42 16,1-1-10-16,-1 0-32 0,1-1 21 0,-1 0-24 16,2 0 4-16,-2-1 14 0,1-1-21 0,0-1-27 15,0-2 18-15,2 2-20 0,0-2 4 0,0 0 8 16,2-2-5-16,0-1-8 0,1 1 7 0,1-1 5 16,4-1-21-16,0-1 24 0,2 1-27 15,0-3 1-15,0 1 26 0,3 0-10 0,-1-1 18 0,3 0-16 31,0 0-18-31,0 0 3 0,2 0-5 0,-1-1 17 0,4 1-13 16,2 0 7-16,-2 1 3 0,0 0-28 0,1 0 24 16,1 1-22-16,0 1 2 0,-1 1 12 0,1-1-18 0,0 3 14 0,0-2-15 15,1 2-4-15,0 1 7 0,-1 1-18 0,3-1 9 16,0 1-4 0,1 2-8-16,2-1 9 0,2 0-8 0,4 2 8 0,-2 0-4 0,3 0 1 15,0 2 3-15,0 0-6 0,1 2 8 0,-3 0-11 16,1 0-4-16,-2 0 7 0,-2 4-18 0,-2 1-1 15,-3 0 15-15,0 2-14 0,-1-2 4 16,-3 2 4-16,1 1 1 0,-4-1-2 0,0 2 5 0,1-1 2 0,-1 0-21 16,0 2 23-1,-1-2-13-15,2 2 1 0,-1 1 19 0,1-2-20 0,0 2 6 0,3 0-12 0,-4 0-2 16,4-1 6-16,-2 2 8 0,-1-2 13 0,0 0-15 16,-2-1-1-16,-3 1 1 0,0 0-7 0,0-3 5 15,-3 0-7-15,-4 0 8 0,-2-2 1 0,1 1-4 16,-3-1 12-1,-4-1-10-15,1-1 6 0,-3-1 5 0,0 0-9 16,-1 0-2-16,-1-1-2 0,2 1 3 0,-2-2-1 16,0 0-1-16,0 0 9 0,0 0-8 0,0 0 7 15,0 0-4-15,0 0 5 0,0 0-4 0,0 0 8 16,0 0-2-16,0 0-12 0,0 0 7 0,0 0 1 16,0-2 8-16,0 2 1 0,0 0-3 0,0 0-8 15,0 0-24-15,0 0-35 0,0 0-58 16,0-3-53-16,0 3-39 0,0-2-31 0,-3-1-25 0,-1 1-22 15,1-1-42-15,0 0-57 0,-3 0-53 0,1 0-43 0,-3 0-30 16,-2 0-43-16,0 0 21 0,-2-1-48 0</inkml:trace>
  <inkml:trace contextRef="#ctx0" brushRef="#br0" timeOffset="116494.87">9276 10818 2097 0,'3'-3'62'0,"0"-1"55"0,2-1 60 0,-4 2 85 0,2 1-18 0,-3 0 1 16,2 0-46-16,-2 2-49 0,0 0-31 0,0 0-47 0,0 0-14 15,0 0-22-15,0 0-11 0,0 0-12 0,0 0 13 16,0 3-17-16,0-2 7 0,0 2 9 16,0-2 9-16,0 2 31 0,0 2 4 0,0 0 29 0,0 0 4 15,0 2-22 1,5 0 34-16,1 0-18 0,-1 3-11 0,4-2 24 15,-1 3-24-15,0-1 15 0,6 0 2 0,-1 2-15 0,3-1-9 16,1 0-28-16,2-1-1 16,1 3-29-16,0-2 3 0,0 1-5 15,1-2-4-15,-2 3 6 0,1-1-15 0,-4-1 1 0,0 0-10 0,-2-1 3 0,-1 0-2 0,1 0 11 16,-6-1-9 0,0-1 9-16,-2 0-2 0,-1 0 3 15,-3 0 2-15,-2 0-3 0,0 1 6 0,0-2 0 0,-5 1-8 0,-3 2 16 16,0-2 6-16,-3 2-17 0,-3-2 43 15,1 2-26-15,-6 0 2 0,0-1 9 0,-3-2-21 16,-1 0 4-16,-3 0-7 0,-1-3-3 0,-3 0-20 16,2 0 16-16,-4-1-5 0,2-1-6 0,0-1 19 15,0 1-15-15,1 1-11 0,3-3 7 0,0 0-76 16,3 0-81-16,3 0-68 0,2 0-88 0,3-3-59 16,1 1-102-16,5-2-132 0,2-2-122 0,1-2-151 15,6-1 59-15</inkml:trace>
  <inkml:trace contextRef="#ctx0" brushRef="#br0" timeOffset="117247.2">8912 10256 1987 0,'0'1'37'16,"2"-1"46"-16,-2 0 34 0,0 0 25 0,0 0-12 0,0 0-24 15,0 0 15-15,0 0-5 0,0 0-18 0,0 0 8 0,-2 0-23 16,-1 0-13-16,-2 0 11 0,-1 0-9 0,1 4 3 16,-4 0-6-16,1 1-6 0,-2-1-12 0,-1 1-5 15,-1 0-5-15,0 0-2 0,0 2-20 0,1-2-21 16,0 2 14-16,-2 0-3 0,4 2-4 0,-1 1 9 15,1-1-4-15,-1 1-1 0,2 1 18 0,3 0-22 16,-1 0-1-16,3 0 5 0,0-1-14 0,1 0 29 31,2-1-2-31,0 2-3 0,0-2 13 0,2 0-10 0,1 1 7 16,2-1 5-16,1 0 13 0,0 0 15 0,1-1-1 0,1-2 25 16,1 2-4-16,2-1-15 0,-1-4 14 0,2 1-9 15,1-2-7-15,-2 0 7 0,3-1-20 0,-1-1 14 0,-1 0 9 16,-2-3-2-16,-2 1 17 15,1-2-3-15,-1-2-10 0,0 2-14 16,-3-4 5-16,0 1-38 0,-1-3-10 0,-1 1 7 16,-1-2-22-16,-2 0-5 0,0 1 22 0,0-1-13 0,-5 0 1 0,1 2 4 15,-1 1-13-15,2 0 0 16,-2 1-6-16,0 1-2 0,2 3 0 0,1-2 6 0,-1 4-12 0,-1 0 12 16,2-1-15-16,2 2-6 0,-1 0 29 0,-1 0-25 15,2 6 12-15,0-2 15 0,0 3-20 0,0-1 32 16,0 0-18-16,3 1-11 0,2 2 3 0,-1-1-19 0,1 2 28 31,3-1-3-31,0 0 5 0,3 1 8 16,-1 0-20-16,1-1 4 0,3 2-6 0,-3-2-6 0,5-1 22 0,-3-1-3 15,2 1-5-15,0-2 17 0,0 0-14 0,0-1 6 16,0-1-1-16,-2-2-12 16,3 0 3-16,-3 0-7 0,-1 0-32 0,2-1-78 0,-4 0-98 0,4-1-106 15,-3 0-117-15,-1 0-131 0,2 0-82 0,-4 2-149 16,0 3-81-16</inkml:trace>
  <inkml:trace contextRef="#ctx0" brushRef="#br0" timeOffset="117935.38">10152 11367 2092 0,'-2'-6'64'0,"-1"0"62"0,3-1 78 0,-1 1 67 0,1 1 4 0,0 0-17 0,0 2-47 0,0-1-41 15,0 2-60-15,0 1-46 0,0 0-27 0,0 1-36 16,0 0-12-16,0 0-4 0,0 2 8 0,0 4 15 16,4-2 2-16,1 3 7 0,0 1 7 0,-1 2-4 15,3 1 3-15,2 2 25 0,-1 2-12 0,2 2 10 16,-1-1 1-16,2 4-25 0,-1-3 8 0,1 2-17 31,1-1 5-31,1-1-10 0,1-1-16 0,-3 0-3 0,3-1 13 16,-1-1 6-16,-2-1 2 0,0-2 7 15,-1 0-18-15,-4-2 1 0,2 0-4 0,-2-2-66 0,-1-1-93 16,-2-1-92-16,0-1-107 0,-3-3-28 0,2 1-18 0,-2-2-80 16,0 0-28-16,0 0-45 0,-5-5 72 0</inkml:trace>
  <inkml:trace contextRef="#ctx0" brushRef="#br0" timeOffset="118494.18">10169 11401 2401 0,'-9'-11'45'15,"1"0"87"-15,2 0 58 0,2 1 62 0,1 2-2 16,2 0-75-16,1 1-35 0,0 1-29 0,4 0-20 16,4 0 16-16,2 0 14 0,1 1 0 0,4 1 12 15,3-1-17-15,2 0 1 0,4 1-18 0,1-1-18 16,1 2 7-16,2 2-23 0,2-1-5 0,1 0-11 0,-1 2-15 16,-2 0-17-16,0 0-9 0,-2 3-11 0,-3 1-4 31,-2-1 2-31,-4 2-6 0,-2-1 14 0,-3 2-4 15,-2 1-1-15,-2 0 6 0,-5 1-8 0,1 1 3 16,-4 2-2-16,0 1 13 0,-6 1-7 16,-2 1 4-16,0 0 1 0,-3 0-15 0,-1 0 12 0,-3-1-4 0,0 1 9 0,-3-4-7 15,1 1-1-15,-2-1 5 16,3 0-11-16,0-4 18 0,0 1-12 0,4-1-2 0,1-3 2 16,3 1-13-16,1-3 3 0,4 2 16 0,-1-2 2 15,2-1-10-15,2 0 12 0,0 0-16 16,0 0-1-16,3 0 21 0,2 0 0 0,1 0-9 15,4 0 16-15,4 0-11 0,0 0 1 0,8 0-7 16,-1 3-7-16,6 1 21 0,1 0-2 0,1 2 36 16,-1-1-2-16,1 2-28 0,-1 0 6 0,-1 2-30 15,-4 0 3-15,0 0 2 0,-4 1 0 16,-2 0-11-16,-3-1 7 0,-2 2 14 0,-3-1-17 0,-3 1 20 0,-3 0-10 0,-3-1-2 31,0 1 23-31,-5 0-18 0,-4 0 14 0,-2 0-3 16,0 0-3-16,-5 0 14 0,-3-1-13 0,-3-1 10 15,-5-1-15-15,0-1 13 0,-3-3 19 0,2-1-22 16,-4-2 6-16,1 0-1 0,-1-1-21 0,4 0 4 16,2-4 3-16,2 0-12 0,4-2 9 0,1 3-2 0,5-1-2 15,1-1-9-15,5 0 8 0,2 0-5 0,1 0 0 16,0 0-24-16,2 0-64 0,3 1-80 0,0-2-56 16,0 1-59-16,0-1-28 0,3-1-39 0,2-1-88 15,-2 2-74-15,2-2-50 0,-2 1-47 0,0-1-37 16,-1 0 3-16</inkml:trace>
  <inkml:trace contextRef="#ctx0" brushRef="#br0" timeOffset="120564.77">9851 11236 1203 0,'0'0'29'16,"2"0"42"-16,-2 0 31 0,0 0 24 0,0 0-24 15,0 0-19-15,0 0 4 0,0 0-1 0,0 0 3 16,-2 0-5-16,-1 0-8 0,0 0-3 0,0 0 4 15,-2 0-6-15,1 0-2 0,0 0-20 0,1 0 6 0,-2 0 1 0,0 0-14 32,2 0 9-32,-3 0 28 0,3 0-3 0,0 0 22 15,0-2 7-15,-1 0-31 0,1 2-13 0,0 0-21 16,0 0 6-16,0 0 12 0,1 0 29 0,-1 0 2 0,0 0-12 16,0-1-5-16,1 0 8 0,1-2 3 0,-1 1 11 15,0 0-3-15,-1 1-13 0,3-2-1 0,-1 0 5 16,-1-1-5-16,2 0-15 0,0 1 3 0,0 1-24 15,0-3 0-15,0 0 26 0,0 1-13 0,0-2-7 16,0 2 5-16,0-3-15 0,0 2-7 0,0-1 29 16,0-1-8-16,0 1-10 0,2 0 15 0,-1-1-9 15,2 1-5-15,-1-2 8 0,0 1-8 0,-1 0-6 16,1 0 14-16,1-1-16 0,0 1 15 0,3-2-19 16,-1 1-2-16,-2 0 10 0,2-2-15 0,2 2 30 0,0-2-1 15,1 2-10 1,0-4 19-16,-1 3-12 0,2-1 2 0,0 0 8 15,1-2-18-15,1 0 5 0,-2 0-11 0,1 0-4 16,4-1 10-16,-1 1-2 0,0 1 3 0,2-1 3 16,-2 0-16-16,4 1 1 0,-2-1-11 0,3 2-11 0,-2 0 16 15,0-1-10-15,4 1-3 0,-3 0 16 0,3 1-9 16,0 2-13-16,0-2 19 0,2 2-20 0,-2 1 1 16,3 1 13-16,-2-2-13 0,3 2 9 15,1 2-3-15,-4-1-16 0,4 1-1 0,-3 0 1 16,2 1 9-16,0 1 11 0,1 1-11 0,-1 0 2 0,3 0-4 15,-2 0-1-15,1 0 1 0,0 4 3 0,0 1-13 16,-1-1 10-16,0-1 7 16,-1 1-14-16,-2 1 10 0,0 1-8 0,0 1-6 0,-1-1 15 0,-1 0-13 15,2 3 4-15,-2-1 12 0,0 0-11 0,2 2 10 0,-3-2-5 32,3 2-5-32,0 1 5 0,-2 0-5 0,2 1 12 0,-2 0-3 15,4 1-19-15,-5 0 13 0,3 0-9 16,1 0 1-16,-5 1 20 0,4 1-7 0,-3 0-6 15,0 1 5-15,-2 0-2 0,1 1-6 0,-2-2 6 0,-2 1-5 16,0 3 2-16,-1-1-1 0,1-1 5 0,-3 2-3 0,0 0 3 16,3-2 1-16,-2 2-2 15,0 1 1-15,1-1-2 0,-2 1-11 0,1 0 5 0,0 0 6 16,0 1-12-16,-2-1 14 0,-1 3-5 0,1-2-4 16,-1-1 15-16,-1 0-9 0,0-2 2 0,1 0-1 15,-2 1-10-15,-1-2 15 0,-1 0 0 0,1 0-8 0,0 0 5 16,-1 0 2-16,0-2-11 0,-2 2 11 0,0-2 1 0,-1 0-2 15,1-1 4-15,-1 1 2 0,-1-1-6 16,1 0-4-16,-2-1-2 0,2 0 12 0,-2 1 4 16,0-2-1-16,0 3 10 0,0-4-1 0,0 1-4 15,-4 0 15-15,4-1-2 0,-1 1-15 0,-1-2 11 16,-1 1-17-16,1 0 0 0,-1 1 13 0,0-1-2 16,1-1 2-16,-3 2 8 0,2-1-12 0,-3 0 1 0,0-1-3 15,1 2-11-15,0 2 11 0,-1 0 8 16,-3 1 1-16,1-1 6 0,0 1 5 0,-3 0-13 15,1 0-2 1,1 0 6-16,-1 0-4 0,-2 0-7 0,0 1 8 0,-2 0-8 0,0 1-5 0,0-3 7 31,3 3-1-31,-2-2-7 0,-1 0-3 0,3-1-11 0,-2-1-5 0,2-2 18 16,0 0-2-16,-1 0 1 0,0-1 14 0,1-2-19 16,0 0 0-16,-2 0 17 0,1 0-25 0,2-2 15 0,-1 0 10 15,-1 0-14-15,1-1 14 0,-1 1-11 16,0-2-3-16,2 0 7 0,-4 0-4 0,0-1-1 15,0 0-8-15,-1 0 0 0,1-1 0 0,-3 1 20 16,0-1-10-16,-1 0-9 0,-1 0 16 0,2-1-27 0,-1 1 10 31,1-2 9-31,0 0-24 0,-1 2 24 0,2-2 2 0,-1 0-19 16,3 0 20-16,-2 0-21 0,2 0 1 0,-2 0 17 0,3 0-12 16,-4 0 9-16,4 0-7 15,-4 0 4-15,4-2 4 0,-4 0-7 0,1-1 7 16,-1 3-15-16,-1-2 5 0,-1 0 12 0,0-1-7 15,0 1 7-15,0-1-22 0,0 1 15 0,0-2 1 16,-1 0 3-16,2 0 7 0,0 1-30 0,1-1 17 0,0 1-2 16,0-2 7-16,-1 2 15 0,2-1-33 0,-1-1 20 0,-2 1-2 15,3-1-8-15,-2 0 23 16,1 0-28-16,-1 1 7 0,2-2-1 0,-2 1 2 0,0-2 9 16,2 2-18-16,-2-1 27 0,2 0-9 0,-1 1-2 15,4-2 17-15,-2 0-24 0,2 2 4 0,-1-3 16 16,3 1-12-16,1 0 1 0,-1 0 12 15,2-1-15-15,-1 0 5 0,2 0 11 16,-1-1-17-16,1-2 1 0,-2 2 9 0,1-1-16 16,1 0 6-16,2-1 4 0,-2 1-21 0,-2 0 12 0,4 0-2 15,-2 0 0-15,0 0 10 0,0-1-11 0,0 1 12 0,2-1-10 0,-1-2 1 16,0 1 10-16,1-3-21 0,-1 1 16 0,2-1 5 16,0 1-5-1,-2 1 6-15,2-3-10 0,0 1-5 0,0-1 5 16,-1 1 2-16,3-1 0 0,-2 0 2 0,1 0-9 15,-1-2-2-15,3 2 11 0,-3 0-10 0,2-1 10 0,-2 1 6 0,2 0-17 16,-3 1 4-16,3 0 13 0,0 0-29 16,1 0 22-16,-1 0 9 0,0 0-31 15,1 0 33-15,-1 1-19 0,3 0-7 0,-2 0 20 16,2 2-9-16,0-1-2 0,0 1 12 0,0 1 5 0,0 0-10 16,4 1 7-16,-1-2-12 0,0 2-16 15,0-1 18-15,-1 1 1 0,1 0-4 0,0 1 3 16,0-2-13-16,2 1 10 0,0-1 7 0,-1 1-4 15,0 0 5-15,1-1-18 0,-1 0-1 16,2 0 11-16,-1 0 5 0,1-1 0 0,-1 0-5 16,0 0-1-16,3 1 4 0,-2 0 1 0,-1 1 6 0,0-1-2 0,0 2-12 0,-1-2 1 15,2 1 4 1,-3 2-8-16,2-3-1 0,-3 1 8 0,1 2-3 16,0-3 16-16,1 2-7 0,-1 1-15 15,0 1 3-15,1-1 0 0,-2 1-2 0,1 0 8 16,0 0-3-16,-1 1-6 0,1 1 8 0,0-1 5 15,-1 1 1-15,0-1-10 0,-1 1 8 0,2 2-4 16,-1-1-11-16,0 0 19 0,0 1-6 0,-2 0-9 0,2 2 13 16,0-1-5-16,-2-1-10 0,1 3 10 0,-1-1 7 15,0 0-25-15,2 1 16 0,-2 0-6 0,1 0-6 0,-1-2 24 16,0 1-6-16,0 0-13 16,0 0 2-16,0 1-5 0,2 0-14 0,-2-1 33 0,0 1-15 0,0 0-20 15,0 0 0-15,0 0-38 0,0 0-13 0,0 0-24 16,0 0-27-16,0 0-43 0,0 0-41 0,0 0-55 15,0 0-50-15,0 0-76 0,0 0-83 0,0 0-56 16,0 0-98 0,0 0-79-16,0 0-14 0,0 0-78 0,0 0-75 0,-3 0 193 15</inkml:trace>
  <inkml:trace contextRef="#ctx0" brushRef="#br0" timeOffset="122951.89">11218 11158 967 0,'-2'0'18'0,"2"2"11"0,0-2 24 0,0 0 27 16,0 0 25-16,0 0 26 0,0 0 1 0,3 0 1 0,0 0-11 15,-1 0-17-15,2-3-3 0,-1 3-20 16,1 0 6-16,-3 0 4 0,3 0-2 0,-3 0 16 16,2 0-8-16,-1 0 16 0,1 0 15 0,-1 0 21 15,-1-3 3-15,1-1-23 0,1 2-10 0,0 0-26 16,0-1-13-16,0 0 8 16,2-2 2-16,0 2 9 0,1-3-11 0,2 1-12 15,0-2-11-15,0 0-9 0,2 0 13 0,2-1 17 16,-1-2-14-16,3-1 7 0,1 1-5 0,0-1-20 0,1 1 18 15,1-1-10-15,1-1-12 0,4 1 7 0,-3-1-25 0,2 1 8 16,-1 0 20-16,2 0-10 0,-1 0 9 0,1 0-8 16,2 0-25-1,-2 0 3-15,0-1 16 0,2 3 0 0,-1-2 8 0,4 1-6 16,-3-1-15-16,3 2-8 0,3-2-4 0,0 2-1 0,3 0-4 16,2 0 0-16,1 0 1 0,2 0-2 0,0 0 6 15,4 2-8-15,0-1 5 0,1 1-5 0,-1 1-10 0,1 1 11 31,0-1-1-31,-1 2-3 0,-2 0 14 0,-2 1-5 16,-1 2 4-16,0-2 0 0,-2 3-5 0,1-2 4 16,-1 2-8-16,0 0 13 0,0 0 0 0,1 0-7 15,0 5 2-15,3-1-13 0,-3-1 11 0,0 1-6 0,2 0-3 16,-2 2 0-16,-1-1-12 0,0 1 10 0,0-1 1 0,-3 2-9 16,-1 0 7-16,-1 2-12 15,-3-2-9-15,0 2 18 0,-4-1-11 0,0 2 15 0,-3-2 5 16,-1 1 1-16,-3 0-9 0,1-1-6 0,-4 0-7 15,4 1 7-15,-4-1 0 0,0 0 6 0,0-1 14 16,-4 0-19-16,3 0 10 0,-2 0-11 0,1-1 0 16,-2-1-2-16,0 0 5 0,-3 0-1 15,2 0-2-15,-2-3 7 0,-3 1-3 0,0-1-2 0,-1 0 5 0,1-1 3 16,-3-1-9-16,0 0 10 0,0 0-14 0,0 0-5 0,0 0 14 16,0 0-2-16,0 0 7 0,0 0-6 15,0 0 0-15,0 0 0 0,0 0 4 0,0 0 4 16,0 0-4-16,0 0-7 0,0 0-6 0,0-2-6 15,0 2-22 1,0-2-28-16,0 1-66 0,0 0-64 0,0 0-67 0,0 0-67 0,0-1-69 0,-3-1-76 16,3 3-91-16,-2-2-58 0,1 0-69 0,-1 0-71 15,-1-1 90-15</inkml:trace>
  <inkml:trace contextRef="#ctx0" brushRef="#br0" timeOffset="123383.96">13183 10714 2326 0,'-3'-2'43'0,"1"0"44"0,0-1 61 0,2 0 38 0,-1 1-13 0,1 1-30 16,-2 1-53-16,2 0-12 0,0 0-10 0,0 0 1 15,0 0 8-15,0 0-15 0,0 0-9 0,0 3 19 16,0-3 7-16,0 3 38 0,3 0 31 0,1-1 2 15,-3 1-3-15,6 1-23 0,-3 1 0 16,6 0-29-16,-2 2 2 0,1 1-6 0,5 2-35 0,-1-1 18 16,4 3-8-16,-2-1-28 0,3 0 2 0,-1 1-16 15,3 2-11 1,-1 0 5-16,0-1-6 0,-2 1-2 16,2 1-4-16,-1-1 3 0,-2-2 7 0,1 2-9 0,-4-1-3 15,1-2 15-15,-3 0-12 0,-3-1-7 0,1-2 5 0,-3-1 1 16,-2 0 6-16,-1-2-7 0,-3-2 9 0,0 0-18 15,0 1 2-15,0-2 24 0,0 0 3 0,-3 1 13 0,-2-1-19 16,-2 0 6-16,0 1 4 0,1 0-17 16,-4 1 27-16,-1 0-26 15,-2-1 4-15,2 1 1 0,-5 1-20 0,2-1 18 16,-5 0-31-16,3-1 25 0,-4 1 4 0,-1 1-15 0,2-2 9 0,-1 1-20 0,-2 0-53 31,2-1-94-31,-3 0-95 0,-1-2-141 0,3 0-138 0,-2-1-119 0,-1 0-142 0,-1 0-128 16,1-5 118-16</inkml:trace>
  <inkml:trace contextRef="#ctx0" brushRef="#br0" timeOffset="124285.89">12066 10167 1911 0,'0'2'36'0,"0"-2"46"0,0 0 44 0,0 0 39 16,0 0-7-16,0 0 27 0,0 0 9 0,0 0 2 15,0 0 22-15,0 0-53 0,0 0-25 0,0 0-8 16,0 0-25-1,-3 0-1-15,-2-2-4 0,-1 0-21 0,-2 0-14 16,-1-1-8-16,-4 0-7 0,2 1-5 0,-3 0-5 16,0 0-13-16,-1 0-19 0,0-1 7 0,2 3-23 15,-3 0 3-15,3 0-4 0,1 0-2 0,-1 0 25 0,2 0-7 0,0 4 0 16,3 0-12-16,-2 0-11 0,1 3 1 0,1 0 9 16,0 1 8-16,0 1 11 0,1 2-3 0,0 1 0 15,3 1-5-15,-3 0 4 0,2 1-13 16,-1 1 7-16,3-1-3 15,0 1-14-15,3-1 24 0,-2 1-6 0,2 0-5 16,0 1 8-16,5-1-8 0,-2-3 10 0,5 2 12 16,-2-2 6-16,1-2 16 0,2-1 0 0,2 1 4 15,0-2-1-15,3 0-12 0,2 0-11 0,0-2 4 16,0 0 10-16,3-1 16 0,-1-3 10 0,0-1 7 16,0 0-4-16,1-1 25 0,-2 0 15 0,-3-6-20 15,0 1 2-15,-2-1-19 0,-3 0-23 0,0-2 6 16,-4-1-1-16,0-1-12 0,0-1 3 0,-2-1-8 15,0-1-6-15,-1-2-6 0,-1-2-1 16,-1 2 3-16,0-1-3 0,0-1-1 0,0 3-9 0,-4-1 2 0,0 2-7 16,1 0 3-16,0 3-4 0,1 2-7 0,-1 1 3 15,2 2-14-15,1 1 7 16,-2 1-6-16,2 2-6 0,0 1 5 0,0 0-9 0,0 0 8 0,0 4-1 16,0 1 13-16,0 2-8 0,0 0 16 0,0 3-2 15,0 2-12-15,0 2 22 0,0 1-18 0,0 1 6 16,3 2-9-16,2 0 2 0,1-1 9 0,4-1-4 0,1 1 6 31,0-3 6-31,6 0-11 0,-1-2 20 0,3-1 1 16,0-2-1-16,3 0 19 0,0-1-18 0,0 0 10 15,-1-1-10-15,1-3-11 0,-1-1-10 0,-4-1 9 16,2 1 1-16,-3-3-6 0,-2 0 13 0,-3 0-20 16,-3 0 9-16,1 0-4 0,-4 0-10 0,-1-1 5 15,-3-1-46-15,1 0-48 0,-2 0-87 0,0 0-91 16,0 1-120-16,0-1-82 0,0-1-90 0,-5 1-130 0,0 1-76 15,0 1-111-15,-1 0 63 0</inkml:trace>
  <inkml:trace contextRef="#ctx0" brushRef="#br0" timeOffset="136126.79">14153 11230 1074 0,'3'0'17'0,"-1"0"36"0,1 0 34 0,1 0 40 15,-3 0 11-15,1 0-25 0,-1 0 2 0,1 0-5 16,0 0-10-16,-1 0 30 0,-1 0-5 0,0 0-5 15,2 0 9-15,-2 0-2 0,0 0 25 0,0 0 13 16,0 0 4-16,0 1 15 0,0-1-40 0,0 0-15 16,0 0 19-16,-3 0-30 0,1 0 19 0,0 0-4 15,2 0-24-15,-1 0 2 16,-1 0-39-16,2 0-20 0,-1 0-27 0,1 0-1 16,-4 0-6-16,3 0-6 0,-3 0-7 0,1 0-16 15,-1 0 9-15,-1 0-1 0,0-4 14 16,-1 2-14-16,-1 0 6 0,-2 1 10 0,1 0-20 15,-3-1 19-15,-1 2-11 0,0 0-1 0,-2 0 7 16,0 0-19-16,0 0 12 0,-4 0-2 0,2 0 1 16,-2 3 24-16,0 0-25 0,-1-1 11 0,0 1-9 15,2 0-13-15,-1 1 28 0,1 1-24 0,3 0 17 16,-2 1 0-16,3 1-11 0,1 1 10 0,-1 0-1 16,5 1-4-16,0 0 5 0,1 3-3 0,2-1-2 0,-2 1-8 15,4 0 16-15,3 1-8 0,-1 1 3 0,1 1 10 0,0 0-12 16,0 0 16-16,0 0-12 0,0 0 13 15,0 2-8-15,3-2 1 0,-2 1 25 16,3-3-23-16,0 1 16 0,2 1 2 16,2-2 3-16,0-1 36 0,2 1 2 0,2-1 9 0,1 0 11 0,3 0-26 0,0-2 10 31,3 2-5-31,0-2-15 0,3 0 7 0,2-1-31 16,1-1 0-16,2 1-7 0,-3-3-4 0,3 0 20 0,-1 0-4 15,0-1-4-15,-1 1 6 0,-2-3-9 0,-2 0-21 0,1-1 6 16,-3 0-21-16,-3-1 7 0,0-1 14 15,-4 0-7-15,-2 0 12 0,-1 0-6 16,-2 0-16-16,-3-3 4 0,1 3 1 0,-3-3-1 0,0 1 6 16,-2 1-7-16,0-1 11 0,0-1-15 0,0 3-1 15,0-2-47-15,0 1-79 0,0-1-55 0,0 1-72 0,-4 0-30 0,4-1-58 16,-5-1-98-16,2 1-105 0,0 1-86 0,0-2-82 16,-5 0-32-16,4-2 78 0</inkml:trace>
  <inkml:trace contextRef="#ctx0" brushRef="#br0" timeOffset="138670.57">13483 11225 1147 0,'-2'0'12'16,"2"0"40"-16,0 0 48 0,0 0 32 0,0 0 22 16,0 0-5-16,0 0-18 0,0 0-8 0,0 0-13 15,0 0-7-15,0 0-15 0,0 0 7 0,0 0-8 16,0 0 3-16,0 0 12 0,0 0 19 0,0 0 18 16,0 0-9-16,0 0 2 0,0 0-12 0,0 0-15 0,0 0-2 0,0 0-7 15,0 0 0-15,0 0 3 0,0 0-9 0,0-3 12 16,0 0-31-16,0 1 23 0,0-2-4 0,-4 1-34 15,4-2 14-15,0 1-26 0,0-1-2 0,0-1 16 16,0-1-24-16,0 0-11 0,0 0-3 0,0 0 13 16,0-1 20-16,0 1-5 0,0-2-6 0,0 1-9 15,0 0-18 1,0 1 2-16,0-1 9 0,0 1-13 0,0-1-3 0,0 1 36 0,0-1 12 16,0 0-22-16,4 0 11 0,-2 0-30 0,0 1-20 0,-1-1 31 0,1-1-16 31,-1 2-3-31,1-1 4 0,1 0-9 0,-3 2 7 15,4-2-11-15,-3 1 13 0,2-1-19 0,-1 2 9 16,2-3 9-16,-1 1-12 0,1 1 10 0,0-1-5 16,1 0 6-16,-1-1 3 0,0 2 0 0,2-1 17 0,-1 0-21 15,0-1 11-15,1 0 28 0,-1 2-21 16,0 0-12-16,2-2-3 0,-2 1-25 0,2 0 2 0,-1-1 8 16,1 3 0-16,0-2 2 0,-2 1-4 15,3-1 10-15,-2 1-9 0,4-1 2 0,-2 2 6 0,0-1 3 16,1 2 2-16,2-1-2 0,0-1 3 15,0 2-1-15,0-2-8 0,1 1 0 0,0 0 1 0,-1 1-1 16,0 0 8-16,3-2-3 0,-2 2 7 16,2 0 4-16,-2 0-6 0,6 2 1 15,-4-2-7-15,2 1-2 0,0 1 3 0,-1 1-1 16,1-3-15-16,-2 4 5 0,2 0-1 16,-2-1 3-16,-1 1 8 0,4 1-7 0,-4-1 5 0,4 1 0 15,-2 0 5-15,-1 0-8 0,3 0 2 0,-1 0 0 16,0 4-1-16,1-2 3 0,1 0-12 15,-1 1 2-15,1 0 0 0,-1 1 1 0,-1-2 19 16,4 3-13-16,-2-2-6 0,-1 2 3 0,0-1-4 0,1 2 6 16,-1-1 12-16,-1 2-2 0,2-2-8 0,0 1-4 15,-2 0-1-15,3 2 0 0,-1-2 0 0,1 2 7 16,-3-1-6-16,2 1 0 0,1-1 5 16,-3 2 9-16,1-2-2 0,-2 2-8 15,2 1 5-15,-1-2-15 0,0 2 3 0,-3-1 6 0,1 0-3 0,-3 2 3 16,0-2 1-16,1 3-6 0,1-1 5 0,-2 0 0 15,0 1-1-15,1 0-3 0,1 0 6 0,-1 1-4 0,2-1 0 16,-3 1 16-16,0-1-14 0,3 1 14 0,-3-1 4 0,-1 2 7 31,4-1 8-31,-4 1-13 0,-1 1 4 0,0-1-16 16,1-1 11-16,-2 3 1 0,0-3-14 0,-2 3 12 16,2-1-11-16,-1-1 7 0,-1-1 7 0,1 1-10 15,-2 1-3-15,0-1 2 0,2 1 4 0,-3-1 6 16,2 1 0-16,-1 2 3 0,-2-3 4 0,2 1 3 15,-2 2-5-15,1-3-11 0,-1 1-1 0,0-3 0 16,1 5 6-16,-1-4-4 0,-1 0-5 0,1 3-6 16,-1-4 8-16,0 1 9 0,-1-1-17 0,1 1 5 15,-1-1-9-15,-1 1-4 0,2-2 23 16,-2-1-8-16,0 2-9 0,0-1 1 0,0 0 2 0,0 0 3 16,0-1-2-16,0 1 1 0,0 0-4 0,0-1-1 0,0 1 14 15,-2-1-11-15,-1 0 1 0,3 1-6 16,-1-1-9-16,-3 1 21 0,3 1-11 0,-1-2 5 0,-1 1 9 15,0 0-14-15,-2 0 8 0,2 0 8 16,0 0-20-16,-2 0 1 0,2 1-6 0,-2-1 9 0,0-1-1 0,-1 0 12 16,2 0 4-16,-1 0-20 0,0 1 28 0,-2-1-19 31,3 1 11-31,-4-1 5 0,3 0-17 0,-1 0 21 16,-1 0-20-16,1 0 2 0,-1-2 12 0,0 0-13 0,2 1 13 0,-3-1 4 0,1 1-16 0,0-3 7 31,-1 3-1-31,2-2-3 0,-5 2 4 0,3-1-2 0,2-1 0 15,-4-2 1-15,-2 2 8 0,2-2-2 16,-1 2 1-16,-2-1-6 0,2 1-5 0,0-2-2 0,-2 1-15 16,4 0 16-16,-2 1-5 0,1 0 5 0,1-1 12 15,-2 0-17-15,1 0 2 0,-1 0-11 0,-1 0 3 16,1 0 10-16,-1-1 11 0,-3 2-3 0,2-1-12 16,-3-1 2-16,3 0-4 0,0 0 13 0,-2 1 5 15,1-1-9-15,1 0 1 0,-1 1-2 16,1 0 6-16,-1-1 2 0,-2-1-1 0,4 0-4 0,-4 1-6 0,1-1 4 15,0 0 10-15,2 0 2 0,-1 0 6 0,0-2-7 16,0 1-7-16,1 1 3 0,0-1-8 0,-1-1 9 16,3 1-10-16,-2-1 8 0,2 0 6 0,2 1-9 15,-4-3 14 1,4 1-23-16,-3 1 11 0,2-2 1 0,0 0-5 16,0 0 12-16,-2 0-23 0,2 0 2 0,-2 0 8 15,2 0-11-15,-3 0 15 0,1 0-15 0,-1 0 1 16,-1 0 17-16,1-2-1 0,2 2 6 0,-4-1-22 15,2-1 8-15,-1 1-8 0,-1-1 13 0,3 1 8 16,-2 0-26-16,2 0 22 0,-2-2 1 0,1 2-10 16,0-2 10-16,1 0-30 0,1 1 10 0,-1 0 15 0,0 0-6 0,0-2 15 15,2 1-38-15,2 0 4 0,-2 1 20 16,0-2-9-16,0 0 29 0,2 0-26 0,-1 1-1 16,0-2 18-16,-1 0-11 0,-1 1 21 0,1-1-26 15,-1-1 1-15,1 0-2 0,0 0 5 0,0 0 15 16,0 1-25-16,1-2 5 0,1 2-10 0,-1-2 11 15,1 1 5-15,3-1-20 0,-3 3 13 0,2-1-7 0,-2-1 8 16,0 0 13 0,4 1-34-16,-5-1 10 0,2 0 5 0,1 0 5 0,-1 0 15 0,1 1-23 0,-1 1 3 15,1 0 7 1,0 0-1-16,-1-1 6 0,1 0-8 0,1 1 2 0,-1 1 3 0,2-3-9 0,-3 0 5 16,2 0-13-16,2 0 13 0,-2 0 10 0,-1 1 0 31,3-1-4-31,-2 1-10 0,2 0 15 0,0 0-11 15,0-2-4-15,-1 3 6 0,1-2-10 0,2 1 12 0,-5-1 3 16,2-1-10-16,1 1 6 0,0-1-12 0,1 1 14 16,-1-1 7-16,0 0-19 0,0 0 13 0,0 0-9 15,-1 0-1-15,0 0 13 0,2 2-9 0,-1-3 1 16,0 2 5-16,1-2-13 0,-1 1 5 0,0 0 10 16,0 0-6-16,-1 0-8 0,1 1-3 0,-1-1 2 15,2 0 6-15,-1-1 7 0,0 1-2 0,0-2-3 0,1 1 5 0,1-1-6 31,-3 0-1-31,1-2-6 0,1 3-10 0,-1-1 21 0,2-1 8 0,-4 0-12 0,2 0 2 0,0-1-15 32,1 2 0-32,1-2 14 0,-1 2 0 0,1-1 4 0,-3 0-12 0,1 1 0 0,3-1-3 15,-2 0 15 1,2 1 5-16,-1 1-1 0,-1-3-4 0,1 3-14 16,-2-2 9-16,3 1-14 0,0 2 17 0,0-2 5 0,0 1-11 15,0 0 5-15,0 1-11 0,0-2 1 16,0 1 3-16,0 1 11 0,0-1-4 0,0-1-10 0,0-1 6 15,4 1-6-15,-2 1 5 0,-1-2 12 16,-1 1-11-16,2-2 0 0,0 2-2 0,1 0 7 16,-1-1-1-16,-1 0-13 0,-1 1 8 0,3-1-15 0,-3 1 17 0,2-1 4 15,0 2 2-15,-1-1 3 0,1 2-10 0,-1-1 0 16,1 1-6-16,-2 0 8 16,4 0-3-16,-2-1 1 0,-1 2-3 0,-1-2 4 15,2 2 2-15,0 2 1 0,-1-1-6 16,1 1-8-16,0 0 2 0,-1 0 5 0,2 0 13 0,-1 0 0 0,0 2-9 15,-1-3-5-15,1 1 3 0,-1 0-15 0,1-2 11 16,2 2 1-16,-2 0 4 16,-1 0 0-16,1-2 1 0,1 2 1 0,1 0-8 0,-1 1 11 0,0-2-1 15,0 2 0-15,2-1-9 0,3-1-8 16,-4 0 8-16,1 1 0 0,0-2 19 0,1 2-4 0,-1-1-9 0,3-1-5 31,-2 2-14-31,-1-1 17 0,2-1-1 0,-3 0 3 0,5 1 8 16,-4 1-20-16,0-1 5 0,2 0 10 0,-3-1 1 15,2 1 7-15,-1 1-20 0,1-2 2 0,-1 3-11 16,-1-2 12-16,0 2 12 0,1 0-5 0,-2 0-1 0,0 1-8 16,0-1 6-16,1 2 10 0,-3-2-11 0,2 2 10 0,-3 0-13 15,2 0-13 1,0 0 18-16,-1 0-10 0,-1 0 9 0,0 1 0 0,0 0-4 16,0 0 2-16,0 0-2 0,0 0 3 15,0 0-5-15,0 0-2 0,0 0 4 0,0 0-19 0,0 0-7 16,0 0-55-16,0 0-67 0,0 0-77 0,0 0-102 15,0 0-105-15,-3 0-102 0,3 0-71 0,0 0-69 16,-2 0-73-16,-2 0-82 0,0 0-156 16,-1 4 5-16</inkml:trace>
  <inkml:trace contextRef="#ctx0" brushRef="#br0" timeOffset="142141.04">13956 10608 1467 0,'2'0'31'0,"-1"0"19"0,-1 0 30 0,0 0 30 0,0 0-12 16,0 0 0-1,0 0-28-15,0 0-21 0,0 0-10 0,0 0-2 0,0 0-6 16,0 0-3-16,-3 0-10 0,3 0-24 0,0 4 9 15,0-2 0-15,0-2 20 0,0 1 25 0,0 0 5 16,0 0-4-16,0 0-7 0,0 0-8 0,0-1 4 16,0 2 18-16,0-1-7 0,0-1 6 0,0 0 4 15,0 0 17-15,0 0 11 0,0 0 25 0,0 0 1 16,0 0 2-16,0 0 13 0,0 0-19 0,0 0 13 16,0 0-16-16,0 0 0 0,0 0 8 0,0 0-14 15,0 0 9-15,0 0 1 0,0-1-5 16,-3-1-3-16,3 2 9 0,0-1-19 0,0 1-10 0,0 0-3 15,0-1-4-15,0-1-10 0,0 1 3 0,0-1-9 16,0 0-44-16,-3-1 9 0,3-1-14 0,-5-1 31 16,1 0 0-16,1-2-3 0,-1 0 1 0,2-1-24 0,-1-1 27 15,0 1-17-15,1-2 18 0,-2 1-9 0,2 0-20 16,-1-2 14 0,1 0-15-16,0 1 1 0,-1 0 16 0,-1 0 9 0,2-2 5 0,-1 3 0 15,2-1-24-15,-3 0-8 16,3 1-8-16,-1-1-6 0,0 0 7 0,1-1 14 0,-1 0 8 15,-1-2 7-15,3 1 4 0,0 1-18 0,0-1-3 16,0 0-6-16,0 0 5 0,0 0-11 16,0 2-2-16,0-2-5 0,3 1 3 0,-3 0 9 0,5 1 4 0,-2-1 12 15,1 0-15-15,-3 1 1 0,4-1-13 0,-1-1 2 16,-1 2 4-16,2-1 8 0,-1 0 11 0,2 0-2 16,-1 0 6-1,2 0 1-15,-2-1 3 0,3 0-6 0,-3 2-14 16,3-1-6-16,1-1-6 0,-2 1 13 0,1-1 6 15,2 2 1-15,-2-2-6 0,2 1 3 0,-2 1-9 16,4 1 21-16,-4-1-2 0,2 2-3 0,1-2 16 16,-2 3-38-16,1-3 27 0,2 2-17 0,-2 0-2 15,1 1 9-15,0 0-17 0,2 0 1 0,1 0 1 16,-1 0 6-16,2 1 3 0,-2 1-1 0,2 0 1 16,0 0-6-16,1 1-5 0,0 0 10 15,-2 1 1-15,3 0 10 0,2 0-7 0,-3 1-6 0,1 1-3 0,0 1-13 16,1 0 15-16,-2 0 7 0,3 0 2 15,0 0 11-15,-1 0-16 0,0 2 6 0,0 1-5 16,-1 0-10-16,4 1 4 0,-4 0-12 0,2 1 8 0,-3 0 2 16,1 0 6-16,-2 1 0 0,0-1-10 0,2 1 3 0,-2-1-9 15,0 1-2-15,-2 0 5 0,0 2-2 0,4-1 14 16,-4 0-3-16,3 0-7 0,-5 1 0 0,2 0-6 16,3 2 3-16,-4-2 1 0,2 2 15 0,1-2-20 15,-3 1 5-15,1 2 7 0,0-3-10 0,-1 2 14 16,1-1-11-16,-1-1 6 0,-2 1-8 0,0 1 6 15,0-2 1 1,0 3-7-16,-2-3 11 0,1 1-17 0,-1 1 15 16,0 0-8-16,0-1-6 0,0 0 15 0,-2-1 0 15,1 2-8-15,-2-2 2 0,0 3 4 16,-1-2-6-16,1 0 16 0,-1 1-9 0,-2 0-6 16,1-1 0-16,0 2-4 0,2 0 12 0,-1 1-4 0,-3-3-15 15,2 4 6-15,0-2-1 0,-1 1 10 16,-1 1 13-16,2-3-7 0,-3 2-8 0,2 0-8 15,-2 0 7-15,0-1-3 0,0 0 4 0,0-2 8 0,0 1-13 16,0 0 16-16,-2-1-6 0,-1 0-20 0,0 1 11 16,0 0-21-16,0-1 25 0,2 2 9 0,-3 1 0 15,-1-3 2-15,2 2-26 0,0-2 9 16,1 2-8-16,-1-1 14 0,0-2 10 0,-3 2-1 0,3-1-10 16,-2-2-5-16,2 2 0 0,-2-1 4 0,0 0 8 15,2-1 7-15,-3 0-13 0,3 0-7 16,-2 0 5-16,2 0-5 0,-2 0 16 0,0-1 2 0,-2 1-8 15,2 0-10-15,-2 1-4 16,3-1 3-16,-3 0 3 0,1 0 14 0,-2 0-6 16,2-1-4-16,-1 0 7 0,2 0-5 0,-2 1 0 15,2-2-1-15,-1-1-2 0,1 1 2 0,0-1 11 16,0 0-9-16,1 0 6 0,-1-1-19 0,0-1-3 0,0 1 6 16,2 0-2-16,-2 1 22 15,1-1-12-15,-2 0 11 0,1 0-6 0,0-1-6 0,-1 1 4 0,-1 1-4 0,1-1 1 0,1 0 0 16,1 0-6-16,-1-1 3 15,0 1-1-15,-1 0 1 0,0-2 17 0,1 2-5 16,0-2-11 0,0 2 2-16,0-2-7 0,0 1 2 0,1-1 11 0,-2 0 1 0,1 0-10 0,0 0 3 0,0 1-6 31,0-1-2-31,1 0 11 0,-2 1-13 0,-1-2 13 0,3 2 1 0,0-2-13 0,-1 3 13 16,2-2-6-16,-1 0 0 0,2-1 12 15,-1 0-4-15,2 0-5 0,-1 0-6 0,0 0-1 16,2 0-7-16,0 0 13 0,0 0 0 0,0 0 7 15,0 0 0-15,0 0-7 0,0 0-1 0,0 0-11 16,0 0 12-16,0 0 2 16,0 0 1-16,0 0-7 0,0 0-10 0,0 0-10 15,0 0-19-15,0 0-7 0,0 0-39 0,0 0-17 16,0 0-14-16,0 0-53 0,0 0-30 0,0-3-51 0,0-1-44 16,-5 2-21-16,1 1-37 0,-1-2-87 0,0 1-94 0,-2-2-68 0,0 1-45 15,-1 0-5-15,2 0 5 16,-2-1 52-16</inkml:trace>
  <inkml:trace contextRef="#ctx0" brushRef="#br0" timeOffset="142795.1">14656 10619 2111 0,'3'0'55'16,"1"0"48"-16,-3 0 51 0,3 0 54 0,-3 0 1 16,-1 0-23-16,2 0 2 0,-1 0-18 0,-1 0-32 15,0-1-2-15,2 1-28 0,-2 0-21 0,3 0 5 16,-2 0-11-16,-1 0-4 0,2 0 1 0,-2 0-15 16,1 0-9-16,-1 0-8 0,0 0-18 0,0 0-6 0,0 0 3 15,0 0-5-15,0 0 5 0,0 0-9 16,0 1-11-16,0-1-3 0,0 3-7 0,0-3 7 15,-3 3-9-15,3-2 12 0,0 1 5 0,-4 2-11 16,2 1 12-16,-1 1-2 0,2 1 6 0,-3 1 8 16,-1 2 13-16,1 1 10 0,-1 0-16 0,0 1 6 15,1 0 8 1,-1 0-18-16,2 1 9 0,-1 1-8 0,1-2-12 0,-2-1-15 0,2 2 13 0,2-2 6 16,-5 0 15-16,2-1 22 15,1-1-16-15,0 1 0 0,0-3-20 0,0 1-15 0,-1-2 10 0,3 0-2 0,-2-1-9 31,3-1-4-31,-2-1 7 0,0-1-5 0,2 2 5 0,-2-2 12 0,0 0-25 0,2-1 10 16,0 1 3-16,0-1 0 0,0-1 8 0,0 3-2 31,0-3-1-31,0 0 4 0,0 0 12 0,0 0 10 0,4 0 13 0,0 2 8 16,-3-1 7-16,2-1 1 0,1 1 11 0,0 1 7 0,1-1-9 16,0 1 2-16,4 0-15 0,2-1-23 15,2 1-7-15,4 2-6 0,2-2 1 0,2 0-1 16,1-1 8-16,3 2 1 15,1-3 6-15,-1 3 7 0,2-3-2 0,-2 0-7 16,-1 0-13-16,-1 0 1 0,-5 0-1 0,3 0-4 0,-7 0 0 0,0 0-6 16,-3 0-13-16,-3 0 2 0,0 0 0 15,-2 0-5-15,-3 0 13 0,-1 0-12 0,-2 0 4 0,2 0-1 16,-2 0-17-16,0 0 17 0,0 0-8 0,0 0 8 0,0 0 6 16,0 0-13-16,0 0 4 0,0 0-5 0,0 0-5 15,0 0-13-15,0 0-75 0,0 0-62 0,0 0-69 16,0-4-69-16,0 4-23 0,0-3-57 0,0 1-63 15,0 1-144-15,0-1-108 0,0-1-126 0,0 1-131 32,0-1 226-32</inkml:trace>
  <inkml:trace contextRef="#ctx0" brushRef="#br0" timeOffset="143901.91">15602 10380 1975 0,'1'-4'51'0,"4"0"45"0,-3 0 44 0,-1 0 38 0,1 1 28 16,-2 0-3-16,0 0-6 0,0 1 6 15,0-1-48-15,0 2-7 0,0-1-4 0,0 1-23 16,-5 1 12-16,5-2-19 0,-2 1-34 0,-1 0-9 0,2-1-43 16,-1 1 13-1,-1-3 14-15,0 1 5 0,2 0 8 0,-3 0-30 16,1 2 3-16,0-3 15 0,1 1-14 0,-1 2 14 15,0-2-15-15,0 0-33 0,-2 2 3 0,2-2-14 16,1 2-3-16,-1-2 10 0,0 3-2 0,-2-2-3 16,0 1 6-16,1 0-13 0,-4 1 10 15,2 0 7-15,-2 0 0 0,-2 0 9 0,1 0-16 16,-1 4-1-16,0 1-24 0,0 0 18 0,-1 1 13 16,1 1 2-16,-2 2 14 0,-1-1-24 0,0 3 13 15,0 0-14-15,1 0-2 0,-1 0 25 0,2 1-29 0,1-1 19 0,0 0 1 16,2-1-14-16,0 1 10 0,-2-1-7 0,4 0 17 0,1-1-2 15,0 0 13 1,2 0-6-16,1 1-5 0,-1-1-6 0,3 0 24 16,0-1 12-16,0 0 4 0,0 2 23 15,5 0-9-15,-2-2-12 0,2 2-3 0,0-2-10 0,1 2-18 0,2-2 27 0,2 0-1 16,-4 0 3-16,4-2 3 16,0 2-7-16,2-1 4 0,-3-1-6 0,4-1-4 15,0 0-3-15,-3 0-12 0,0-1 3 16,1 0 8-16,-2-3 7 0,-1 2 6 0,0-3 1 0,0 0 5 0,1 0-10 15,-2 0 4-15,-1 0 16 0,1 0-17 0,0-3 5 16,-2 0 7-16,2 1-17 16,-4-1 17-16,0 1-16 0,2-3 2 0,-2 0-2 15,1 0-19-15,1 0 22 0,-2-2-18 0,2-1-12 16,-2 1 3-16,1-1-17 0,-1 0 5 16,0-1 1-16,0-2 0 0,0 2 12 0,-1-1-15 0,-1-1 12 15,2 0 2-15,-1 0-13 0,0 0 17 16,-1-1-12-16,1 3-3 0,-1-1-4 0,1 0-6 15,0 4 4-15,-1 0-4 0,-1 0 8 0,0 0-6 0,0 2-5 16,0 3 2-16,0-2-9 0,0 3 9 0,0-1-6 16,0 1 6-16,0 0-3 0,0 0-7 15,0 0 9-15,0 0-10 0,0 0-2 0,0 0 1 16,0 0-7-16,0 0 6 0,0 0 16 0,0 0-11 16,0 1 0-16,0 2 13 0,0 0-25 0,0-1 13 15,0 3 8-15,0-1-6 0,0 2 16 0,0 3-1 16,0-1-10-16,0 1-5 0,4 0-3 0,0 1-10 0,1 0 19 15,-1 1-3-15,1 0-2 0,0-1 11 0,3 1-8 16,0 1-4-16,0-1 15 0,1 1-3 0,1-3-5 16,2 2-4-16,1 0-7 0,1-1 11 15,1-1-3-15,0 0 12 0,3-1 2 0,-3 0-15 16,3-3 4-16,-2 1 14 0,0-2-4 0,-1-1 28 16,-2 0 7-16,3-1 4 0,-3 0 17 15,-3-2-6-15,2 0 8 0,-3 0-26 0,0 0 6 0,1-4-14 0,-4 0 0 0,2 1 11 16,-3-2-19-1,3 3 3-15,-2-3-14 0,-1 3-15 0,1-2 1 16,-2 1-14-16,2 0 13 0,-5 1 13 0,1 0-10 16,-1 0 13-16,1 1-20 0,-2 1-2 0,2-3 3 15,-2 3-4-15,1 0 8 0,-1 0-7 0,0 0 9 16,0 0-12-16,0 0 3 0,0 0 4 16,0 0-17-16,0 0 24 0,0 0-12 0,0 0-5 15,0 0 8-15,0 0-36 0,0 0-44 0,0 0-86 16,0 0-127-16,0 0-158 0,0 0-144 0,0 0-117 15,0 0-237-15,-3 0-173 0,1 0-142 0</inkml:trace>
  <inkml:trace contextRef="#ctx0" brushRef="#br0" timeOffset="146824.54">14943 11290 671 0,'0'2'6'16,"-2"0"12"-16,2-2 20 0,0 2 13 0,0-1 23 0,0-1 13 16,0 0-19-16,0 3 14 0,0-3-25 0,0 0 0 15,0 0 30-15,0 0-5 0,0 0 7 0,3 0-5 16,-3 0-25-16,0 0-12 15,0 0-1-15,0 0-6 0,0 0-1 0,0 0 0 16,0 0 5-16,0 0 1 0,0 0 7 0,0 0-8 16,0 0 1-16,0 0-10 0,0 0 0 0,0 0 0 15,0 0 1-15,0 0 16 0,0 0-11 0,0 0 17 16,0 0-13-16,0-3-2 0,3 3 6 0,-3-3-17 0,0 3 6 16,0 0-18-16,0 0-7 0,2 0 1 0,-2 0-7 15,0 0 1-15,4 0-5 0,-4 0 4 0,0 0 3 16,0 0-4-16,0 0 4 0,0 0-2 0,0 0-13 15,0 0 9-15,0 0-7 0,0 0 1 0,2 0 0 16,0 0-5 0,-2 0 7-16,0 0-5 0,1 0 16 0,-1 0-10 15,0 0 4-15,0 0-4 0,0 0-3 0,0 0 6 16,0 0-5-16,0 0 2 0,0 0 1 0,0 0-2 0,0 0 4 16,0 0 0-16,0 0-1 0,0 0-3 0,0 0-1 15,0 0 3-15,0 0-4 0,0 0 1 0,0 0-3 16,0 0 8-16,0 0-6 0,0 0 2 0,0 0 10 15,0 0-11-15,0 0-3 0,0 0 7 0,0 0-7 16,0 0 1-16,0 0 11 0,0 0-6 0,0 0 5 0,0 0-8 16,0 0-1-16,0 0 2 0,0 0-3 15,0 0 9-15,0 0-1 0,0 0-7 0,0 0 1 16,0 0-1-16,0 0-2 0,0 0 3 0,0 0-4 16,0 0 8-16,0 0-7 0,0 0 6 0,0 0 0 15,0 0-9 1,0 0 8-16,0 0 0 0,0 0-2 0,0 0 2 0,0 0 1 15,0 0-5-15,0 0 7 0,0 0-1 0,0 0-3 16,0 0 2-16,0 0-4 0,0 0 3 0,0 0-26 16,0 0-69-16,3 6-90 0,-1-6-108 15,1 2-98-15,0 1-21 0,1-1-3 0,0-1 33 0</inkml:trace>
  <inkml:trace contextRef="#ctx0" brushRef="#br0" timeOffset="147980.28">14974 11367 880 0,'0'0'5'16,"0"0"23"-16,0 0 11 0,0 0 15 0,0 0 28 0,0 0-7 16,0 0 0-16,0 0 12 0,0 0-2 0,0 0 9 15,0 0 1-15,0 0 11 0,0 0-3 0,0 0-9 16,3 0 8-16,-1 0-14 0,-2 0-9 0,0 0 0 15,2 0-10-15,-1 0-6 0,4 0-7 0,-4-3-1 0,2 0 4 16,1 0-10-16,0 3-2 0,1-3 9 16,0 0 24-16,3 0-15 0,-2 0 7 0,0 0-11 15,3 0-20-15,0 0 9 0,-1-1-16 0,0 0-7 0,1 0 7 16,2 0 9 0,0 0-5-16,2-1 4 0,-2 0-5 0,0-2 0 15,3 3 36-15,-1-1-9 0,1-1-22 16,0 1-8-16,2 0-6 0,-2 1 6 0,2-2 22 0,0 1 0 0,1-1-21 0,-1 2-14 15,3-1-8-15,-3 2 22 0,5-2 2 0,-3 2 22 0,0-1 5 32,1-1-32-32,-1 2 11 0,0-1-20 0,0-1-1 15,2 0 22-15,-1-2-11 0,0 2 10 0,3-1-1 16,-1 2-19-16,1-2 0 0,0 2-4 0,0-1 1 0,2-1-1 16,-2 2-6-16,2-2 9 0,0 1-6 0,-1 1 5 15,4-2-7-15,-3-1-11 0,1 3 2 16,2-3-5-16,2 3 9 0,-3-3 10 0,3 2-1 0,1-1-2 0,-2 2-9 0,2-2-1 15,0 1-1 1,0 0 12-16,2 1 15 0,0 0-1 0,-1 0 0 0,-1 1-3 16,2 0-12-16,-1 1-6 0,-1 0 9 0,1-1 2 15,-1 1-4-15,0 0 7 0,0 1-5 0,-3 0-14 0,3 0 9 16,0 1 2-16,0 0-13 0,2-1 27 0,-1 0-13 16,1 1 15-1,1 0 3-15,0 0-4 0,0 0 16 0,0 0-17 0,-1 0 4 16,3 0-7-16,-2 0-15 0,2 0 7 0,-2 0 1 0,1 0-3 0,0 0 5 15,-2 3-12-15,2-1-2 0,-2 0 9 0,0-2-7 0,-1 2 6 32,-1-2 3-32,0 3-17 0,0-1 12 0,0-2 2 15,-2 1-2-15,0 0 9 0,1 0-12 0,1 0-9 16,-4 0 5-16,1 1-24 0,0-1 26 0,-2 0-5 16,2 1-12-16,-3 1 20 0,1-2-8 0,1 1 9 15,-3 0-2-15,1 1 1 0,0-2-9 0,-1 1-1 16,1 0 15-16,0 0-5 0,-2 1-3 0,2 1 2 0,-1-2-17 15,2 1 19-15,0 0 11 0,-2 0-11 0,2 1 20 16,1-1-25-16,-4 1-4 0,0-1 6 0,3 1-6 16,-3 0 19-16,2 0-5 15,-3 0 12-15,2 1-12 0,1 0-9 0,-2-1 13 16,1 2-14-16,-1-2 8 0,-1 0 4 0,0 2-8 16,1-1 10-16,0 0-10 0,-2 1-3 0,2 0 1 15,0-1-7-15,-3 2 17 0,1-2-4 0,-1 0 3 0,0-1-8 0,-1 0 1 0,-2 0-3 31,-1 1-12-31,0-1 13 0,0 2-8 0,-2-3 8 0,3 2 11 16,-7-1-15-16,4 1 1 0,-5 0 1 0,1-1-15 16,-4-1 13-16,3 0-5 0,-5-1 0 0,0 0 1 15,0 0 10-15,-1-2-5 0,0 2 1 0,-2-2 8 16,1 1-12-16,-1-1 0 0,0 0-9 16,0 0 6-16,0 0 0 0,0 0 3 0,0 0 7 15,0 0-11-15,0 0 8 0,0 0-5 0,0 0 4 0,0 0 4 16,0 0-11-16,0 0 5 0,0 0-7 15,0 0-9-15,0 0 7 0,0 0 6 0,0 0 2 0,0 0 6 16,0 0-14-16,0 0-3 0,0 0-7 0,0 0-21 16,0-3-44-16,0 2-45 0,0 1-47 15,0-1-46-15,0 1-22 0,0-2-39 0,0 0-66 16,0-1-48-16,0 3-92 0,-1 0-54 0,1-3-20 0,-5 1-63 16,1-1 27-16,1-1 17 15</inkml:trace>
  <inkml:trace contextRef="#ctx0" brushRef="#br0" timeOffset="148518.1">18246 11082 2060 0,'-5'0'60'15,"2"-3"56"-15,-1 1 36 0,3 0 53 0,-2 1 9 0,1-2-13 31,0 3-2-31,-1-2-13 0,2 1-53 0,1 1-9 0,-2 0-20 16,2 0-20-16,0 0-8 0,0 0-12 0,0 0 5 16,0 0-22-16,0 0 15 0,0 3 4 0,3-3-8 0,-1 0 23 15,-1 3 2-15,3-2-21 0,-3 0 16 0,2 1-10 16,2 0-23-16,0 0 8 0,3 1-18 0,0-1-17 16,-2 3 19-16,4-1-19 0,2 0-8 0,-1 2 19 15,3 1-14-15,2-1 8 0,-2 3 1 0,2-1-31 0,1 3 19 16,0-1-10-16,-2 0 4 0,1 2 22 15,0-1-16-15,-3 0-2 0,2 0 2 16,-4 0-3-16,1 0-9 0,-2-1 0 16,0 0 11-16,-2-1-3 0,1-1-11 0,-1 1 19 15,-1 0-14-15,-2-4 3 0,-1 1-2 16,1 0 3-16,-4-3 4 0,2-1-11 0,-3 1 20 0,0 0-16 16,0-3-2-16,0 1 4 0,0-1-3 0,0 1 2 15,0 0 6-15,-3 0 2 0,2 0-7 0,-2 0-1 16,0 1-6-16,0-1 5 0,-1 2 1 0,1 1 2 15,-3-1-2-15,1 1 6 0,-3 2-5 0,0-2 10 16,0 1 2-16,-1 0-20 0,-2 1 11 0,0 0-6 0,-3 0-6 16,2 0 15-16,0 0-4 0,-2-1-10 15,1 0 9-15,-1 0-3 0,-1 0 8 0,1 1-11 0,2-1 6 16,-1-2-7-16,0 1-15 16,0 1 20-16,1-2-46 0,2 1-51 15,1 1-74-15,-2-3-96 0,6 1-79 0,0-2-71 16,1 1-82-16,0-1-46 0,1 0-54 0,2-1-23 15,-3 0-29-15</inkml:trace>
  <inkml:trace contextRef="#ctx0" brushRef="#br0" timeOffset="149867.94">17316 10696 1569 0,'0'-9'48'0,"0"9"60"0,15-7 48 15,-15 7 111-15,0-7-19 0,0 7-19 0,10-6-24 16,-10 6-88-16,0 0 8 0,0-6-8 0,0 6 7 15,0 0-1-15,0 0-4 0,0 0-8 0,0 0 5 16,0 0-13-16,0 0-37 0,0 0-22 16,0 0-44-16,0 0-1 15,0 0-1-15,0 0 5 0,0 0 9 0,0 0-14 16,0 0-2-16,0 0-2 0,0 0 1 0,0 0-3 16,14 0 11-16,-14 0-10 0,11 0 15 0,-11 8-5 15,13 1-7-15,-1-2 8 0,1 4-25 0,-3 0 18 16,2 0 4-16,1 2 2 0,0 2-6 15,-2-1 6-15,2 1-12 0,1-1 16 0,-3 1 18 16,1-1-37-16,-1-2 19 0,-11 2-18 0,16-2-3 16,-5-1 25-16,-11 0-6 0,12-2-1 0,-12 0 2 15,0-3 3-15,12 0-6 0,-12-6-3 0,0 6-6 16,0-6-2-16,0 0 12 0,0 0 6 0,0 0 9 16,0 0 4-16,0 0 21 0,0 0 50 0,0 0 18 15,0 0 17-15,0 0-8 0,0 0-9 0,0 0-22 16,0 0-14-16,0 0-10 0,0 0-47 0,0 0-13 15,0 0 0-15,0 0-4 0,0-9-5 0,0 0 10 16,0 1 0-16,0-1-12 0,0-1 12 16,0 0-15-16,0 0 5 0,0-2-4 0,0 2 6 15,0-2 13-15,0 2-27 0,0 2 25 0,0-2-16 16,0 2 5-16,0-2 12 0,0 2-14 0,16 1 3 16,-16-1 1-16,15 1 3 0,-3 7-13 0,-12-10 7 15,18 3-1-15,-5 7-16 0,5-8 40 0,-6 8-22 16,6-7-4-16,-6 7 22 0,6 0-38 0,-4 0 16 15,3 0 8-15,-1 0-7 0,1 0 9 0,0 0-5 16,-2 0 3-16,1 0 2 0,0 0 4 0,-2 0 0 16,-14 0-13-16,17 0 13 0,-17 10-22 0,17-2 7 15,-17-2 15-15,13 2-19 0,-13-8 16 0,0 11 9 16,0-1-16-16,0-1 0 0,0 1 16 0,0-2-28 16,0 2 4-16,0-2 16 0,0 2-7 15,0-2 14-15,0 1-4 0,0-1-2 0,0-1-11 16,0 2 0-16,0-9 12 0,0 11 6 0,0-11 7 15,0 9 6-15,-17-9-11 0,3 9 10 0,-2-9-7 16,16 8 4-16,-17-8-4 0,-1 0-17 0,2 8-2 16,2-8-8-16,-2 0 11 0,2 0-12 0,1 0 27 15,0 0-13-15,13 0 9 0,-20 0 11 0,5 0-13 16,2 0 7-16,-1 0-18 0,14 0 2 0,-15-8-3 16,15 8 37-16,-15 0-16 0,15 0 9 0,0-7 7 15,-15 7-30-15,15 0 15 0,0 0-4 0,0 0-7 16,0 0-3-16,0 0-3 0,0 0-3 0,0 0-3 15,0 0 9-15,0 0 3 0,0 0-4 16,0 0-13-16,0 0 8 0,0 0 4 0,0 0-15 16,0 0 21-16,0 0-25 0,0 0 14 0,0 0 16 15,0 0-22-15,0 0 5 0,0 0-14 0,0 0 6 16,0 0 15-16,0 0-3 0,0-8 0 0,0 8-11 16,0 0-4-16,0 0 10 0,-15 0-2 0,15 0 2 0,0 0 3 15,-15 0 9-15,15 0 10 0,0 0-15 0,0 0-3 0,-14-8-6 16,14 8-26-16,0 0 24 0,0 0-4 15,0 0-3-15,0 0 17 16,-11 0-8-16,11 0 19 0,0 0-22 0,0 0 6 0,0 0 9 16,0 0-8-16,0 0 9 0,0 0 6 15,0 0-31-15,0-9 5 0,0 9-1 0,0 0-10 0,0 0-14 16,0 0-40-16,0 0-59 0,0 0-79 0,0-6-61 0,0 6-115 0,0-6-78 16,0 0-142-16,0 6-101 15,0 0-62-15,0-11 5 0</inkml:trace>
  <inkml:trace contextRef="#ctx0" brushRef="#br0" timeOffset="151323.97">18876 11312 794 0,'3'-4'21'0,"1"0"27"0,1 0 19 16,-1-2 28-16,2 2 16 0,1-1 16 15,-1 0 14-15,1 0-2 0,-3 1 11 0,2-1-9 16,-1 2 1-16,0 0 16 0,-2-1-22 0,2 2 2 0,-2-1 1 16,-1 2 14-16,-1-1 21 0,1 2-5 0,1-1 3 15,-3 1-15-15,0 0-52 0,0 0-18 0,0 0-37 16,1 0-38-16,-1 0-5 0,0 0-2 16,0 0-9-16,0 0-1 0,0 0 10 0,0 3-18 15,0-3 22-15,0 1 4 0,0-1-28 0,0 3 24 0,0 1-11 31,0-1-14-31,0 2 39 0,3 0-21 0,2 4 9 16,-1 1 16-16,0 2 9 0,1 0 35 0,4 3-2 16,-2-1 5-16,-1 3 1 0,2 0-34 0,1 0-14 0,1 0-2 0,-2 0-12 0,0 1 4 15,0-2 10-15,0 0-9 0,-2-1-8 16,2-1-1-16,0 0 0 0,-4-2-10 16,1-1 0-16,2 0-1 0,-2-1-2 0,-1-2 4 0,1-1 3 15,-4 0-2 1,1-1 0-16,-1-2 5 0,1 1 4 0,-2-2 2 0,2 0-13 0,-1-1-4 0,-1-1-6 0,0 0 6 15,0-1 12-15,0 0 12 0,2 0-9 0,-2 0-75 32,0 0-72-32,0-3-122 0,0 1-24 0,0 2-128 15,0 0-88-15,0 0-50 0,0-7-120 0,0 0 89 16</inkml:trace>
  <inkml:trace contextRef="#ctx0" brushRef="#br0" timeOffset="152042.73">18974 11342 2333 0,'0'0'112'0,"0"-8"59"0,0 0 38 0,0 8 29 16,0-6-84-16,0 6-50 0,0 0 11 0,0-8-3 16,0 8-6-16,0 0 9 0,0 0-23 0,0-7-20 0,0 7 15 15,0 0-5-15,0-8 6 0,0 8-3 0,0 0-47 16,0-9-8-16,0 9 4 0,0-9 3 0,0 9 12 15,0-8-11-15,16 8-27 0,-16-10-7 16,14 10 15-16,-14-10-12 0,18 10 19 0,-6 0-22 0,-12 0-1 16,18-9 19-16,-6 9-9 0,1 0 26 0,0 0 1 15,0 0 4-15,0 0-13 0,2 0 4 0,0 0-8 16,2 0 1-16,0 0 6 16,0 0-9-16,2 0 5 15,0 12-11-15,0-1-13 0,2-11 2 0,1 12-5 16,-5-1-13-16,4-2 24 0,1 2-7 0,-5-1-18 0,2 1 28 0,-3 0-20 15,3 1 6-15,-5 0 13 0,2 0-6 0,-1-1-3 16,-15 0-14-16,15 2 18 0,-2-2-11 16,-13 2 16-16,12-2 1 0,-12 0-6 0,0-1-3 15,13 2-18-15,-13 1 13 0,0-1-6 0,16-1 6 16,-16 1 12-16,0 0-6 0,0 0-13 0,0-1 20 0,0 0-20 16,0-1 15-16,0 2 3 0,0-2-22 0,0-1 21 15,0 2-21-15,0-2 8 0,0 0 5 16,0 0 2-16,0-1 13 0,0 1-1 0,-16-1 1 0,16 0 2 0,-17-8-3 15,2 11-4-15,15-3 4 0,-17 1-14 0,1-9 9 16,1 11-4-16,0-2 1 0,0-9 19 16,2 8 5-16,-2-8 14 0,0 9-1 0,0-9-9 15,-2 0-4 1,0 0-7-16,-1 0-5 0,1 0 3 0,-1 0-18 0,1 0-12 0,0 0 3 0,-4 0-3 0,2 0 17 31,2 0 18-31,-2 0-3 0,3 0 5 0,-1-9 4 0,2 9 0 0,0-11-8 16,0 4 0-16,15 7-16 15,-17-10-1-15,3 1 3 0,14 2-9 0,-14 7 8 0,14-10-8 16,-15 10 5-16,15-8-1 0,0 8-5 0,0-10-6 0,-15 10 1 16,15-9-3-16,0 9 2 0,0-8 10 0,-15 8-8 0,15-9-1 15,0 9 0 1,0 0-6-16,0-7 10 0,0 7 9 0,0 0-11 16,0 0-8-16,0 0-20 0,0 0-46 0,0 0-23 0,0 0-29 0,0 0-28 15,0-8-32-15,0 8-26 0,0 0-39 0,0 0-65 16,0-6-67-16,0 6-50 0,0 0-99 0,0 0-36 0,0 0-2 15,0 0-49-15,0 0 40 0</inkml:trace>
  <inkml:trace contextRef="#ctx0" brushRef="#br0" timeOffset="154432.79">18609 11372 1097 0,'0'0'23'0,"0"0"33"0,0 0 18 0,0 0 26 0,0 0 3 15,0-7-8-15,0 7 25 16,0 0 3-16,0 0 8 0,0 0-14 0,0-7-11 15,0 7 39-15,0 0 10 0,0 0-2 0,0-8-13 16,0 8-53-16,0 0-15 0,0 0-2 0,0-7 10 16,0 7 7-16,0 0-9 0,0-8 10 0,0 8-29 15,0-6-4-15,0 6 28 0,0-8 3 0,-9 8 4 16,9-9-15-16,0 9-39 0,0-8 14 0,0 8 14 16,0-10 29-16,0 1-13 0,0 1-25 0,0-1-6 0,-12 9-27 0,12-12 22 15,0 4-14-15,0 8 19 0,0-11 17 0,0 1-16 16,0 10 8-1,0-9-34-15,0-1 8 0,0 0 3 0,0 2 21 0,0-3 8 16,0 3-21-16,0-1-12 0,0-2-25 0,0 2 35 16,0-1-14-16,0-1 7 0,0 1 3 0,0 0-40 0,12 1 20 15,-12-1-13-15,0-1 7 16,14 1-8-16,-14-1-13 0,16 1 6 0,-16 0 3 16,14 1 9-16,2 0-2 0,-16 0 14 0,16-1-10 15,-2 0-12-15,-14 2 4 0,16-2-11 0,-1 1 6 16,-15 0 11-16,18-2-4 0,-2 3-4 0,-4-1 2 15,2 0-1-15,-1 0-5 0,3 0 13 0,-16 1-4 16,19 0-4-16,-2-1 5 0,-2 3-3 16,-15-1-10-16,18 7 13 0,0-10 7 0,-6 3-14 0,1 0 10 0,-13 7-2 15,19-9-2-15,-3 3 6 0,-3 6-2 0,-1-9-4 16,2 9-2-16,-14-6-14 0,16 6-2 0,2-8 9 0,-6 8-12 16,2-6 21-1,-1 6 17-15,0 0-18 0,-1-7 4 0,1 7-4 0,1 0-12 16,-1-7 0-16,1 7 14 0,1 0-8 0,-2 0-1 0,0-7 14 0,1 7-28 31,1 0 17-31,-2 0-2 0,2 0-7 0,-2 0 20 0,3 0-15 16,-2 0 4-16,2 0 1 0,0 0 8 15,1 0-3-15,2 0-7 0,-5 0-7 0,5 0 3 16,-1 0-12-16,-1 0 21 0,2 7 2 0,-2-7-19 16,4 8 35-16,-5-8-20 0,2 9-1 0,-1-9 23 0,1 10-23 0,-2-10 12 15,2 9-2-15,-2-9-10 0,-1 9 1 0,0-3 12 16,2-6-4-16,-3 10 13 0,2-3 9 15,-2-7-27-15,2 9 23 0,-2-1-8 0,4-8-9 16,-4 10 16-16,2-2-18 0,-2 0-6 0,2-8 2 0,-2 10-3 16,0 0 6-16,1-10 7 0,-2 11-3 0,-1-3-3 0,-12-8-6 31,17 10-10-31,-6-10-3 0,-11 10 11 0,17-2 3 0,-17-8 11 0,13 9 1 0,-13-9-13 16,16 9-4-16,-16 1-3 0,14-10 5 0,-14 10 2 0,15-2 3 31,-15-8-3-31,15 11-1 0,-15-1-1 0,11-2 0 0,-11-8 2 15,0 13 6-15,14-3-10 0,-14 0 15 0,13-1-24 0,-13 0 10 0,0 2 12 0,14-2-6 32,-14 0 13-32,0 1-9 0,11 1 2 0,-11 1 6 15,0 0-12-15,0 2 6 0,13-2 6 0,-13 1-24 16,0-1 21-16,0-1-7 0,13-1-13 0,-13 1 22 16,0-2-7-16,0-9 11 0,13 16 5 0,-13-3 0 15,0 1 15-15,0 1-36 0,0-3 2 0,0-1-5 0,13 2-11 16,-13 0 28-16,0-2-5 0,0 0-2 0,0-1 9 15,0 1-14-15,10-2 18 16,-10 1-2-16,0 0-11 0,0-1 20 0,0 3-21 0,0-3 1 16,0 2 15-16,0-2-5 0,0 1-11 0,0 1 12 0,0-3-19 15,0 2 2-15,0 0 7 0,0-1-3 0,0 1 8 16,0-2-5 0,0 1 13-16,0 0-18 0,0-1 6 0,0 1-12 0,0 0-7 0,0-2 16 0,0 3-5 15,0-1 15-15,0-1-5 0,0 1-7 0,0 0-5 16,0-1 6-16,0-1 2 0,0 3 5 15,0-3 1-15,0 3-6 0,0-2-1 0,0 0 10 0,0 1-4 0,0-1 2 16,0 2 4 0,0-1 0-16,0 1 1 0,-13 0 0 15,13 0-8-15,0-1-8 0,-14 1 7 0,14 0 1 16,-11-1 5-16,11 1-12 0,-12 0-11 0,12 2-3 16,-13-3 7-16,13 1 7 0,0 0 3 0,-16 0-6 0,16 1-6 15,-13 0 16-15,13 1-10 0,-17 0 9 0,17-1 8 16,-16 2-14-16,3-1 23 0,13 0-15 0,-15 0 0 15,15-2 4-15,-16-10-6 0,16 14-1 0,-16-4-2 16,3-10-1-16,13 10 5 0,-17-10 9 0,17 9 4 0,-14-9-10 16,-2 12-3-16,16-12 9 0,-14 12-2 0,-2-12 11 0,16 12-1 15,-16-2-18 1,2-10-6-16,1 10-5 0,13-10 4 0,-17 11 0 16,4-11 3-16,13 10 2 0,-15-10-9 0,15 9 8 0,-18-9-6 15,4 9 5-15,14-9-2 0,-16 0-12 0,0 9 9 16,3-9-8-16,1 0 15 0,-2 10-1 0,0-10-16 0,2 0 4 15,-2 9-9 1,0-9 9-16,1 8 3 0,-1-8-1 0,5 0-7 16,-3 0 7-16,-2 9 1 0,3-9 11 0,-1 0 2 15,-1 0-4-15,2 0 2 0,-2 0-18 0,0 8 11 0,1-8 5 0,1 0-1 0,0 0 11 16,-2 0-11 0,4 0-5-16,-3 0 14 0,0 0-13 15,2 0 4-15,-2 0-6 0,-1 0-1 0,3 0 0 0,-2 0 11 0,1 0 5 0,0 0-9 0,-3 0 20 16,-1 0-11-16,3 0-8 15,-1 0-3-15,-3 0-9 16,4-8 1-16,-6 8 16 0,6 0 4 0,-4-9-15 0,3 9 2 16,-1-7-12-16,-2 7-3 0,3 0 18 0,-2-10-6 15,0 10 9-15,3-9 15 0,1 9-13 0,-5-9-1 0,16 9 4 16,-14-9-14-16,0 9 2 0,14 0 9 16,-15-10-19-16,2 10 7 0,13-10 0 15,-17 10-11-15,4-11 5 0,1 11-5 0,12-9 6 16,-18 9 11-16,6-10 3 0,12 10 0 0,-15-10 0 15,15 10 0-15,-15-9-4 0,15 9-7 0,-13 0 6 16,13-10-19-16,-16 10 18 0,5 0 4 16,11-10-5-16,-17 10 19 0,17-9-16 0,-14 9 16 15,14-10 3-15,-14 10-8 0,14-11 8 0,-15 2-13 16,15 9-12-16,-11-11 5 0,11 1-16 0,-12 10 4 0,12-11-2 0,-13 11 8 16,13-11 9-16,0 3-4 0,-13 8 16 15,13-12-25-15,-13 3 14 0,13 9-5 0,-12-10-9 0,12-1 15 16,-14 3-23-16,14 0 8 0,-15-1 4 15,5 1-15-15,10 1 19 0,-13-1-3 0,13 1-8 16,-16-2 16-16,16 2-14 0,-11-1 9 0,11 8 1 16,-11-10 11-16,11 1-2 0,-13 2-4 0,13-1 4 0,0 8-21 15,-9-9 12 1,9 0 4-16,0 1-12 0,-12 2 9 0,12 6-7 0,0-9-5 0,0 3 8 0,-10 6 5 16,10-8-4-16,0 0 0 0,0 8 10 0,0-8-11 15,-13 1 0-15,13 7-1 0,0-9-17 0,0 1 9 16,-11 1 9-16,11 0-3 0,0 0 9 0,0 0-14 15,0 0 3-15,-11 0 1 0,11-1-1 0,0 2 14 16,0-2-14-16,-12 2 7 0,12 0-2 0,0-3-8 16,0 1 15-16,0 1-16 15,-10-1 5-15,10 1 1 0,0 0-4 16,0 0 11-16,0-1-20 0,0 2 14 0,-10-2-10 16,10-1 3-16,0 1 12 0,0 1-17 0,0-3 12 15,0 2 3-15,0-3-8 0,-11 1 19 0,11 0-20 16,0 1 7-16,0-1 14 0,0-1-16 0,-12 1 12 0,12 0-17 0,0 0-2 15,0-1-3-15,0 0 3 16,0 2 3-16,0-1 0 0,0 0 9 0,0 1-8 16,0 9 3-16,0-12 0 0,0 1-12 0,0 4 13 15,0 7-4-15,0-10 6 0,0 1 0 0,0 9-5 16,0-8 2-16,0 8-6 0,0-9 9 0,0 9-1 16,0-10-3-16,0 10 8 0,0-9 1 0,0 9-5 0,0-10 7 15,0 10-26-15,0 0 6 0,0-10 6 16,0 10 1-16,0-9 19 0,0 9-18 0,0-10 8 0,0 10 1 15,0-9-2-15,0 0 9 0,0 0-21 0,0 1 1 16,0 1-1-16,0 7 7 16,0-11 6-16,0 1-17 0,0 2 2 15,0 8-1-15,10-10 1 0,-10 10 14 0,0-9-11 16,0 9 2-16,0-9-2 0,0 9 9 0,0 0 0 16,0-8-9-16,0 8 7 0,0 0-3 0,0 0 5 0,0 0 9 0,0 0-15 0,0 0-9 15,0 0-18-15,0 0-24 16,0 0-24-16,0 0-42 0,0 0-24 0,0 0-31 0,0 0-59 15,0 0-37-15,0 0-62 0,0 0-55 0,0 0-22 16,0 0-86-16,0 0-100 0,13 0-92 0,-13 0-165 16,0 0-84-16,0 0 53 0</inkml:trace>
  <inkml:trace contextRef="#ctx0" brushRef="#br0" timeOffset="162163.19">20081 11157 498 0,'2'0'2'16,"-1"0"12"-16,1 0 6 0,0 0 1 0,-2 0 11 0,0 0-3 0,0 0 12 16,0 0-6-16,0 0 4 0,0 0 1 0,0 0-13 15,0 0 20-15,0 0-10 0,0 0 0 16,0 0 9-16,0 0-14 0,0 0-2 0,0 0 6 0,-4 0-5 15,1 0 11-15,1 0 5 0,2 0-2 0,0 0 9 16,-1 0 9-16,1 0-3 0,0 0 17 16,0 0-10-16,0 0 3 0,0 0 8 0,0 0-1 0,0 0 18 15,0 0-8-15,0 0 3 0,0 0-4 0,0 0-5 16,0 3 0-16,0-3 3 0,0 0-7 0,0 0-14 16,0 0 7-16,0 0-9 0,0 0 2 15,0 0 2-15,0 0 8 0,0 0-9 0,0 0 6 0,0 0 0 16,3 0-12-16,-3 0-1 0,0 0-12 0,2 0-6 15,-2 0 7-15,1 0 19 0,-1 0-14 0,2 0 13 16,0 0-7-16,-1 0-34 0,1 0 1 16,-1 0-6-16,4-2-26 0,-2-1 13 0,0 2 9 15,4-3-19-15,-3 2 19 0,1 0 16 0,4-1-6 16,-1 2 17-16,-1-3 9 0,1 2-10 0,3-1 5 16,-2 2 6-16,2-2-19 0,0-1 10 0,0 2 8 0,1 0-24 31,0-1 16-31,-1-1-16 0,3 1 2 15,-3-1 12-15,2 1-9 0,-2-1 0 0,0 0-18 0,2 0 12 0,-4 1-10 16,3 1 17-16,-3 0 0 0,2-1-22 16,-1 0 5-16,0 1-9 0,2 0 1 0,0 1 16 15,-1-2-2-15,0 0-5 0,2 0-8 16,0 1 0-16,-2 0 5 0,3 1-6 0,-3-1-2 0,5-1 2 0,-3 3-17 16,-1-1 18-16,2 0 4 0,-2-1-11 0,2 1 22 15,0 0-6-15,0 0 16 0,-1 0 8 0,1 0-2 16,0 1-1-16,2-2-16 15,1 1-17-15,1 1 3 0,-2 0-11 0,1-1 15 0,1 1 1 0,-1 0 2 16,0 0 1-16,2 0-11 0,2 0 4 0,-5 0-8 0,4 0 4 16,-2 0 5-16,2 0 8 0,-1 0-9 0,0 0 1 15,2 0-2 1,1 0 0-16,-3 0 2 0,1 0-7 0,2 4-1 0,-1-4-1 0,3 1 11 0,-1 1 5 16,-1 0 6-1,1 0-10-15,0 0-15 0,-1-2 13 0,2 3-1 16,-5-1 7-16,3-1 20 0,0 1-28 0,-1 0 1 15,1 0 4-15,-1 0-5 0,-4 0 20 0,4-1-12 16,-4 2-3-16,2-2-8 0,1 1-10 0,-2 0 7 16,4 0 8-16,-2-1 0 0,1 1-2 0,1 0 2 15,2 0-8-15,0-1-5 0,-5 2 11 0,3 0-6 16,-2-2-4-16,3 2 18 0,-1-2-8 0,-2 2-3 16,3-1-2-16,-3 0-9 0,2 1 10 0,-3-1 0 15,3-1 7-15,0 2-1 0,0-2-17 0,1 2 3 0,-1 1-1 16,1-1-2-16,3 1 10 0,-5-1 6 0,4 2-4 15,0-2 3-15,-2 1-2 0,3-1-2 0,-4 1 14 16,3 0-4-16,2 0-1 0,0 1 0 0,-3-1-9 0,-2 0 3 31,3 0 5-31,-3 0-6 0,0 1 9 0,-1-1 2 0,0-2-6 0,1 2-1 16,-5-1-5-16,4 1-8 0,-4-2 5 0,2 1 5 0,-2-1 6 0,-1 1-12 16,-2-1 7-16,-1 0 5 0,2 0-14 15,-3-1 14 1,-1 2-6-16,2-3-9 0,-4 2 1 0,-1-2-6 15,3 2-3-15,-1-1 8 0,-2-1 6 0,-2 0 8 16,3 0-5-16,1 0-6 0,-4 0-6 0,2 0 4 0,-2 0 4 0,2 0-6 16,-1 0-2-16,-1 1 4 0,2-1 4 0,-4 1-4 15,3 0 12-15,-2 0-21 16,0 0-7-16,-1 0 21 0,2-1-7 0,-2 0 13 0,-3 0-1 0,2 0-7 0,-1 0-6 16,0 0-6-16,-2 0 14 15,0 0 4-15,0 0-1 0,1 0 1 0,-1 0-6 16,0 0-6-16,0 0 3 0,0 0 5 0,0 0 3 15,0 0-4-15,0 0 12 0,0 0-12 0,0 0-7 16,0 0-2-16,0 0-9 0,0 0 11 0,0 0 8 16,0 0 3-16,0 0 5 0,0 0-8 0,0 0 3 0,0 0-8 0,0 0-13 31,0 0 10-31,0 0-27 0,0 0-17 0,0 0-5 0,0 0-41 0,0 0-6 0,0 0-16 31,0 0-9-31,-3 0 16 0,1 0-29 0,-1 0-4 16,3 0-27-16,-1 0-42 0,-3 0-32 0,-2 0-52 15,2-4-80-15,-3-1-53 0,2 3-46 0,-3-2-69 16,-1-1-29-16,0-1 13 0</inkml:trace>
  <inkml:trace contextRef="#ctx0" brushRef="#br0" timeOffset="162731.07">22291 10992 2103 0,'0'0'48'0,"0"0"105"0,0 0 17 0,0 0 8 0,0 0-43 16,0 0-78-16,0 0-2 0,0 0 10 0,0 0 7 15,0 0-2-15,0 0-3 0,0 0-19 0,0 0 1 16,0 0-5-16,0 0-19 0,0 0 18 0,0 0-12 15,0 0 11-15,0 0 8 0,0 0-14 0,0 0 19 16,0 0-26-16,0 0 9 0,0 0 17 0,0 0-20 16,0 5 13-16,0-5 9 0,0 7-1 0,0-1 1 15,16 1 0-15,2 0-9 0,-4 0 1 0,3 1-13 16,2 1-9-16,-1 1 4 0,0-1 12 16,3 1 6-16,0 2 0 0,1-1-5 15,-1-2-22-15,1 3 5 0,0-1-2 0,-5 0-4 0,5-2-5 16,-3 1 15-16,-3 0-16 0,1-10 5 0,-4 12-18 15,-13-12 1-15,16 12 6 0,-16-12-4 0,0 0 11 16,11 0-12-16,-11 0-8 0,0 9 10 0,0-9-13 16,0 0-2-16,0 0 24 0,0 0-19 0,0 0 11 15,0 0 0-15,0 0-8 0,0 0-2 0,0 10 11 16,-13-10-3-16,13 12-7 0,-15-2 13 0,0 0-19 16,1-1 14-16,0 2-9 0,0 0-13 0,1 0 20 15,-3 0-4-15,3 0 8 16,1 0-9-16,-2-1-1 0,-1-1-11 0,15 0 7 15,-19-1 8-15,7-8 7 0,12 11-11 0,-18-3-2 0,18-8 9 16,-16 8-10-16,16-8 15 16,-15 8-12-16,15-8-6 0,0 0 5 0,-15 8-4 0,15-8 6 15,0 0-51-15,0 0-89 0,0 0-98 0,-14 6-116 0,14-6-46 16,0 0-92-16,0 0-29 0,0 0-24 16,0 0-151-16</inkml:trace>
  <inkml:trace contextRef="#ctx0" brushRef="#br0" timeOffset="164121.22">20998 10481 1704 0,'-2'0'47'0,"2"-2"38"0,0 0 23 0,0 0 36 0,0 2-35 15,0 0-21-15,0 0 2 0,0 0-32 0,0 0-4 16,0 0-16-16,0 0-22 0,0 0-2 16,0 0-7-16,0 0-7 0,0 0-3 0,0 0 4 0,0 0-2 15,0 0 35-15,0 0 7 0,0 0 14 0,0 2 17 16,0 1 4-16,0-3 6 0,0 1 11 0,0-1-8 15,0 0-9-15,0 0 38 0,0 0-11 16,0 0 3-16,0 0-11 0,0 0-25 0,0-2 1 0,0 2-4 16,0 0-2-16,0-2-26 0,0 0 3 0,0 1 6 15,0-1 9-15,0 1 6 0,0-2-7 0,0 1-12 16,0-1-4-16,0 2 8 0,0-1-3 0,0 0 6 0,0 1-16 16,0 1-7-16,0-2-12 0,0 2-14 0,4 0 6 15,-4 0-9-15,0 0 11 0,0-1-2 16,0 1 3-16,0 0-10 0,0 0-2 0,0 0 12 15,0 0-7-15,0 0-16 0,0 0 11 0,0 0-8 0,0 0-1 16,1 0 21-16,2 3-14 0,-3 2-1 0,2-1 1 16,0 1-5-16,-1 1 2 0,4 4 8 0,-2 3 5 15,3 1-3-15,-3 1 6 0,2 2-8 0,0 1-3 16,2 3 11-16,-3-1-17 0,5 2-1 16,-4 0 3-16,0-2 6 0,2 1-3 0,-3-1 1 0,2-1-5 15,1 0 1-15,-2-2 12 0,-2 0-3 16,0-2 3-16,0-1-4 15,-1-2-9-15,-1 0 11 0,4-3-6 16,-5-1 1-16,1 0 9 0,-1-4-17 0,0 1 8 0,0-2-2 0,2-1 0 0,-2 0 25 16,0-2-9-16,0 0 30 0,0 0 22 0,0 0 7 15,0 0 32-15,0 0-9 0,0 0-26 0,0 0-11 16,-3 0-23-16,3-3-25 16,-3-1-7-16,1-1-2 0,1-1 6 0,-1-2-12 0,1 0 18 15,1-2-8-15,0-1-6 0,0-1 9 0,0 2-11 0,0-2 4 31,0 1-5-31,1 2-3 0,2-1 19 0,2 0-13 0,-2 2 14 16,0-1 4-16,2 1-13 0,1 1 3 0,-1 1-9 0,2-1 2 0,-1 1-7 16,2 0 5-16,0 1-5 0,1-1-4 0,2 1 10 15,0 2-5 1,3-1 8-16,1 0 4 0,2 2-8 0,-1 0 5 0,3 1 2 0,0 1-11 16,1 0 7-16,1 0-9 15,-2 5 5-15,-2-1 14 0,2 1-5 0,-5 1 0 16,-2-1-5-16,0 1-3 0,-4 1-11 0,-1 1 9 15,-1 0 5-15,0 1-2 0,-1-1 7 0,-4 1 1 16,-1-1-11-16,2 1-1 0,-2 1 9 0,0 0-4 0,-3 0 10 16,-4-1-11-16,3 1 13 0,-1-1-17 15,0-1 0-15,0 1 17 0,1 1-18 0,-3-3 5 0,-2 2 11 16,1-3-3-16,0 1 2 0,-4-1 6 0,-3-2-13 16,1 1 1-16,-3-1 0 0,-1-2 6 0,-1 1 1 15,0-3-10-15,-3 3 9 16,5-3 6-16,-5 0-16 0,1 0 10 0,2-6-10 0,-1 3 5 15,0-1 4-15,3 0-6 0,-2-1 3 0,7 0-5 0,-4 0 6 16,6 0 1-16,1 1-6 0,2-1-3 0,0 2 9 0,4 0-17 16,-1 1 5-16,1 0 9 0,3-1-10 0,-2 3 23 15,2-2-17-15,0 2-38 0,0 0-29 0,0-2-72 16,0 2-55-16,0 0-43 0,4-1-71 0,-4-1-86 31,1 2-112-31,3 0-110 0,-3 0-112 0,2 0-53 16,5 0 138-16</inkml:trace>
  <inkml:trace contextRef="#ctx0" brushRef="#br0" timeOffset="165610.5">23732 11231 1030 0,'8'0'38'0,"3"0"37"0,0 0 39 0,-3 0 38 15,-2 0-7-15,2 0 2 0,0 0-11 0,-2 0-7 16,-1 0 4-16,-2 0-8 0,2 0-6 0,-2 0 0 15,0 0-19-15,1 0 2 0,-2 0 14 0,0 0 0 16,-2 0 5-16,0 0-7 0,0 0-27 0,0 0-26 16,0 0-9-16,0 0-26 0,0 0 7 0,0 3 23 15,0-3-9-15,0 0 7 0,0 0-26 0,0 0-21 16,-4 0-4-16,4 0 1 0,-4 0 6 0,4 0-14 16,0 0 12-16,-1 0-13 0,-1 0 9 0,1 0 4 15,-1 0-9 1,-1 0 10-16,0 0-11 0,-4 0 1 0,-2 0 14 0,-2 0-13 0,-1 0 10 0,-3 0-4 31,-1 0 6-31,-1 0 18 0,-4 0 13 0,5 0 13 16,1 0-17-16,0-2 1 0,2 2-15 15,-1 0-2-15,6 0-7 0,0 0-17 0,2 0-2 0,2 0 0 16,-1 0 9-16,3 0 4 0,1 0-15 0,1 0 16 0,0 0-8 16,0 0 6-16,0 0 11 0,0 0-23 15,0 0 8-15,0 0 4 0,0 0-1 0,0 0 12 0,0 0 5 16,0 3 0-16,0 1 14 0,0 1-7 0,0 1 6 15,0 2 8-15,0 2 22 0,0 1-8 0,0 1 4 16,0 2-5-16,1 0-27 0,2 1 20 0,1 1 9 16,0 1-11-16,1 0 5 0,-4 0-23 0,2 0-13 15,1 0-7-15,-1 0-5 0,0 0 12 0,0 0-16 0,1-2 6 16,-3 2-1-16,2-2-9 0,3 0 3 0,-2 1 5 16,-3-1-2-16,2-1 0 0,1 0 14 15,-3-1-8-15,1-2 9 0,-1 1 5 0,3-1-21 0,-3-1 4 0,-1-2-6 31,3 0 0-31,-3-1 18 0,2-1 0 0,0-1-4 16,-2-2-1-16,1 2-7 0,-1-2 10 0,3 0 17 16,-1-1-12-16,-2 0 0 0,0-1-4 0,1 0-7 15,1-1 19-15,-2 3 3 0,1-3 4 0,-1 0 10 16,2 1-11-16,0 0 13 0,-1 0-5 16,2-1-11-16,1 1 5 0,-1 0-16 0,2 0-3 0,2 0-9 0,4 0-7 0,-1 0 4 0,2 2-4 15,1-1 1-15,1-1 5 0,-1 0-7 0,3-1-2 16,-3 0-6-16,-1 0 2 0,4 0 5 0,-5 0-4 15,3 0 8-15,-1 0-9 0,-2 0 1 0,2 0 1 16,-4 0 2-16,4 0 7 0,-4-2-12 0,1 0-15 31,1 2-38-31,-5-3-54 0,1 3-52 0,-3-1-26 16,1 0-42-16,-2 0-20 0,2 0-25 0,-4-1-88 0,1 0-116 0,-1 1-93 0,-1-3-112 31,0 1-5-31,0-2 58 0</inkml:trace>
  <inkml:trace contextRef="#ctx0" brushRef="#br0" timeOffset="165924.67">23714 11520 1783 0,'0'0'36'15,"0"0"31"-15,0 0 38 0,0 0 28 0,0 6 63 16,0-6 9-16,0 0 2 0,0 7 15 0,0-7-53 15,0 6-1-15,0-6-10 0,19 7-5 0,-1-2-16 16,1-5-1-16,0 8 16 0,1-8-29 0,6 9-3 0,-1-9-17 16,-3 8-35-16,4-8-8 0,-1 0-20 0,-3 0-17 0,0 0-8 15,-3 7-6-15,0-7-4 0,-5 0-10 0,-1 0-1 16,-13 0 12-16,14 0-1 0,-14 0 5 0,0 0-9 16,0 0-8-16,0 0 6 0,0 0 1 0,0 0 20 15,0 0-11-15,0 0-71 0,0 0-90 0,0 0-119 16,0 0-91-16,0 0-20 0,0 0-62 0,0 0-3 31,0 0-40-31,0 0-46 0,0 0-23 0</inkml:trace>
  <inkml:trace contextRef="#ctx0" brushRef="#br0" timeOffset="168711.01">22688 11246 1274 0,'0'0'37'0,"0"0"33"0,0 0 25 0,0 0 39 0,0 0-7 15,0 0-8-15,0 0-2 0,0 0-10 0,0 0-5 16,0 0 75-16,0 0-13 0,0 0-7 0,0 0 9 16,0 0-63-16,0 0 27 0,0 0 8 15,0 0-4-15,0 0-19 0,0 0-17 0,0 0-8 16,0 0-30-16,0 0 15 0,0 0-4 15,0 0-11-15,0 0 10 0,0 0-15 0,0-9 14 16,0 9-15-16,0-10 0 0,0 10-10 16,0-10-12-16,0 1 18 0,0-1 18 0,0 2 12 0,0-3-19 15,13 3-15-15,-13-2-9 0,14-1 13 0,-14 1 10 16,0-1 4-16,13 0-18 0,-13-1-20 16,13 2 2-16,-13-1-4 0,14 1 4 0,-14 2-14 0,13-4-12 15,-13 3 2-15,13 1-3 0,-13-4 55 0,17 4-8 16,-4-2 7-16,-13-1-2 0,18 2-58 0,-2 0 26 15,-5 1 7-15,3-3 6 0,-3 2 6 0,2 0-20 16,-13-1-9-16,19 0-1 0,-5 0 35 0,-14 1 17 0,19-1-10 16,-3 2-1-16,-16-2-38 0,19 2-22 0,-2-2 13 15,-2 0 9-15,0 1-8 0,0 1 8 16,0-3 6-16,0 3-11 0,-15 0 11 0,20-1 9 16,-6 1-26-16,-14-1 9 0,19 1-4 0,-3 0-16 0,-2 1 15 15,-1-1-5-15,3 0 4 0,-2-1 5 0,2 1-16 16,-2 8 15-16,2-9-8 15,-3 1 5-15,2 8 4 0,0-10-9 0,0 3-3 16,0 7 1-16,0-8 2 0,1 8 2 0,-2-8-4 0,2 8 6 0,-2-8 6 16,-1 8-20-1,4 0 10-15,-4-8-2 0,2 8-1 0,0 0 12 16,0 0-8-16,3-9 4 0,0 9-2 0,-1 0-7 16,0 0 5-16,3 0 0 0,0 0 1 0,0 0 7 0,1 0 1 15,1 0-15-15,0 0-1 0,-1 0 6 0,1 0 7 16,2 0 8-16,-1 0-7 0,-2 0-5 0,-2 0-6 15,3 0-8-15,-3 0 12 0,2 0-5 0,-1 0 4 16,-2 0 4-16,1 0-1 0,-2 0 3 0,4 8 1 0,1-8 0 16,-5 9-3-16,2-9-9 15,2 8 5-15,-1-8-5 0,4 7 6 16,-2-7 17-16,2 9-11 0,-3-9 4 0,1 10 3 0,1-3-12 0,-2-7 6 16,3 8 3-16,-4-1-1 0,-1-7 4 0,2 10-6 0,-3-10 6 15,0 9 0-15,-1-3-2 0,-1-6 2 0,3 10 2 31,-2-4-7-31,-1-6 0 0,2 9-1 0,-2-2-7 0,-1-7-5 16,1 10 1-16,1-2 15 0,-2-8-13 0,2 10 3 16,-2-1 1-16,3-1-3 0,-2 0-1 0,2 0 6 0,0-1-7 15,-2 3-3-15,3-2 10 0,-1 3-2 0,1-1 2 0,-2 0-2 16,1 0-4 0,0 1-7-16,-2 0 13 0,0 0-9 0,0 0 6 0,0 0 9 15,-4 2-14-15,1-1 6 0,-13-1 3 0,21 1-8 16,-7 0 14-16,-14 0-6 0,16 1 6 15,-2-1 5-15,-14 4-6 0,16-2 16 0,-16-1-10 16,17 3 19-16,-4 0 3 0,-13 1-9 0,14 0-5 16,-14 2-9-16,13-2-3 0,-13 2-5 0,0-1 12 0,12 1-9 0,-12 0-7 15,0 0 6-15,0-1-4 0,14 2 6 0,-14-1 2 16,0-1 4-16,0 0 0 0,0 0-7 0,0 0-2 0,0-1-3 16,0 0-1-16,0-2 10 0,0 2-4 15,0-2 2-15,0 2-5 0,0-2-4 0,0 0-2 16,0-1-2-1,0 1 6-15,0-1-5 0,0 0 1 0,0 0 6 16,0-1-9-16,0 1 9 0,0-1 3 0,-14 0 3 16,14-1 4-16,-12 2-7 0,12 0 10 0,0-1-13 15,-18 0 7-15,18 0 11 0,-12 0-9 0,12-1 1 0,-13 0 5 16,13 0-12-16,-18-1 7 0,18 1-7 0,-14 1-1 16,14-2-4-16,-16 0 3 0,16 1 13 15,-17 0-23-15,17-1 14 0,-14 0-12 0,14-1 2 16,-13 2 13-16,13 0-13 0,-14 2 17 0,14-1-14 0,-16-1 7 15,4 0-4-15,12 0-15 16,-17 0-4-16,4 1 3 0,0-1 8 0,0-1 3 0,2-1-3 0,-2 3 2 0,-1 0-4 16,3 0-6-16,-1 0 12 0,-3 0-11 0,4 0 2 31,-1 1 14-31,-1-2-2 0,0-2-2 0,2 0 3 16,0 0-9-16,-1 1 2 0,0-3 7 0,12 2 0 0,-17-3 6 0,6 2 2 0,0-3-7 0,11-6 0 15,-16 11-3-15,5-3-8 0,-1-1 8 0,0 0 3 31,12-7 3-31,-15 10 6 0,3-1-8 0,0-3 10 16,-1 1-16-16,0-7 6 0,-1 9-8 0,3 0 1 16,-2-9 9-16,-1 10-1 0,1-3 5 0,-4-7-12 15,4 8 0-15,0-1-7 0,-2-7 14 0,0 10-6 16,0-3 0-16,-1-7 5 0,2 9-13 0,-3-1 2 16,1-8 7-16,-1 7-5 0,0-7 7 0,-1 7 7 0,-1-7-5 15,1 8-3-15,1-8 0 0,-1 0-4 0,0 7-2 16,2-7 6-16,-2 0-3 0,5 0-4 0,-4 8 4 15,3-8-2-15,-2 0 7 0,3 0 6 0,0 0-5 16,0 0-7-16,-4 0-2 0,2 0 0 0,-1 0 5 0,4 0-4 16,-6 0 7-1,6 0-14-15,-6 0 9 0,2 0 6 0,2 0-21 0,-2 0 17 16,-1 0-13-16,1 0 8 0,-1 0 6 0,-1 0-11 0,3 0 0 0,-3 0 0 16,-1 0 9-16,0-8 5 0,2 8-13 0,-4-8 3 15,4 8-10-15,-4-9 7 16,3 9 14-16,-2-7-13 0,1-1 1 15,1 8-9-15,0-7 8 0,-1 7 5 0,5-8 1 16,-3 8 6-16,2-8-7 0,0 8 2 0,0-8 7 16,0 8-9-16,2-7 8 0,-3 7 6 0,5-8-9 15,0 8 6-15,11-6-13 0,-18 6-5 0,7 0 7 0,11-8-13 16,-15 8 22-16,15-8-15 0,-13 8 9 16,0-9 3-16,13 9-16 0,-14-8 13 0,14 8-10 15,-17-9 19-15,2 1-6 0,15 8-2 0,-17-9 5 0,6 2-26 16,11 0 6-16,-17-1 10 0,17 8 4 0,-16-10 1 15,16 1 6-15,-18 0-15 0,7 9-10 0,0-11 20 16,11 2-6-16,-19-1-15 16,8 3 20-16,11-2-6 0,-17 1-5 0,5 8 24 15,12-12-17-15,-13 2-6 0,13 1 7 0,-17-1-3 16,17 2 8-16,-15-1-11 0,4 0 7 0,11 0-2 0,-14-2-13 16,14 3 9-16,-13-1-13 0,13 9 17 0,-16-12 5 0,16 3-4 0,-13 9 12 15,13-12-25 1,-11 1 8-16,11 2 0 0,-12 0-3 15,12-2 2-15,0 1-10 0,-11-1 13 0,11 1-4 0,-12-2-3 16,12 2 17-16,0-1-20 0,-14 0 3 16,14-1 18-16,-11 2-20 0,11-1 18 0,0 1-15 0,-14-1 3 0,14 1 4 0,0 2-1 15,-13-2 11 1,13 3-26-16,0-3 9 0,-12 1-3 0,12 1 7 0,0-1 11 0,-11 0-20 0,11 0 9 0,0 0-7 31,0-1 1-31,0 1 7 0,-12 0-12 0,12-1 3 0,0 0 8 0,0 0 9 16,0 1 6-16,-12 0-6 0,12-2-7 0,0 3-7 0,0-1 4 15,0-1 10 1,0 2-12-16,-11-1 13 0,11 1 1 0,0-1-10 16,0 0 19-16,0 3-23 0,0-1 8 0,0 0-6 0,0 0 1 0,0 0 12 15,0 0-8-15,-11-1 13 0,11 2-3 0,0-2-1 16,0 1 0-16,0 0-13 0,0 0 7 0,0-1 0 16,0 1 1-1,0-1-5-15,0-1-15 0,0 1 19 0,0 1-11 16,0-3 16-16,0 2-3 0,0 0-26 0,0-1 22 0,0 0-10 15,0 2 11-15,0-3 4 0,0 2-16 0,0-2 11 16,0 0-7-16,0 0 5 16,0 2-9-16,0-2-6 0,0 1 13 0,0 0 5 0,0-1 3 15,0 0 4-15,0 1-21 0,0-1 6 0,0 1 3 16,0 0 0-16,0 0 10 0,0 9-17 0,0-12 16 0,0 2-12 0,0 10 5 16,0-10 5-16,0 10-28 15,0-11 19-15,0 2-13 0,0 9 15 0,0-11 13 16,0 4-24-16,0-3 26 0,0 1-16 0,0 1-10 0,0-1 14 0,0-1-19 15,0 2 5-15,0-3 17 0,0 3-5 16,0-1 3-16,0-1-21 0,0 1 12 0,0-1-1 0,0 2-3 16,0-1 16-1,0 0-22-15,0 2 12 0,0-3-1 0,0 3-2 0,0 0 12 0,0 0-21 0,0 7 19 32,9-8-1-32,-9 8-8 0,0-8 11 0,0 8-24 0,0 0 17 0,0-7 0 0,0 7-12 0,0 0 7 15,0 0-12 1,0 0-2-16,0 0 9 0,0 0-15 0,0 0 1 15,0 0-17-15,0 0-5 0,0 0-17 0,0 0-22 16,0 0-18-16,0 0-43 0,0 0-8 0,0 0-55 16,0 0-24-16,0 0-34 0,0 0-42 0,0 0 9 0,0 0-68 15,0 0-29-15,0 0-96 0,13 0-104 0,-13 0-79 16,0 0-70-16,0 0-16 0,0 0-26 16</inkml:trace>
  <inkml:trace contextRef="#ctx0" brushRef="#br0" timeOffset="171175.57">23413 11242 1082 0,'0'0'24'16,"0"0"27"-16,-2 0 33 0,2 0 35 0,0-5-3 16,0 4-2-16,0-1 2 0,0 0-8 0,0 2 4 15,0 0-14-15,0 0-11 0,0 0 0 0,0 0-6 16,0-1 13-16,0 0-12 0,0 0-18 0,0-1-9 16,0 0 3-16,0 0 9 0,0 1 36 0,0-2-10 0,0 2-25 15,0-2 7-15,0 0-22 0,0 1 12 0,0 0 17 16,0-1 1-16,0 1-13 0,0 0 13 0,0-1-9 15,0 1-37-15,2-1 2 0,-2 0-6 0,1 2 17 16,2-2 9-16,-1-2-9 16,1 2 12-16,-2-3-15 0,2 3-8 0,1-2 11 15,-1 1-44-15,0-2-4 0,0 2 1 0,2-2 24 16,-2 2 30-16,5-1-1 0,-3-1-7 0,1-1-29 16,1 2-21-16,-1-1 1 0,2 0 7 0,0 1 31 15,0-2 23-15,-2 1-7 0,3 1 3 0,-1-2-26 0,0 3-34 0,0-3 7 16,0 3-8-16,-2-2-5 15,2 1 10-15,0 2 1 0,0-3 4 0,-2 1-1 16,2 0-4-16,0 0 7 0,0 0-9 0,-2 0 0 16,2 0 2-16,0 0-13 0,2 0 36 0,-2 1 8 0,-2 0 2 15,0 0 7-15,4-1-18 0,-2 2-9 0,-2-1-11 16,0 1-1-16,4 1-4 0,-4-4-2 0,4 4 16 0,-4-1-5 16,3 0-11-16,-2 0 7 0,2 0 5 15,-1 0 0-15,1 1 8 0,1 0-7 16,0 0-24-16,0-1 2 0,0 0 6 0,1 2 5 15,2 0 23-15,-4-1-10 0,3 1 7 0,0 0-15 16,-2 0-8-16,2 0 23 0,-1 0-24 0,1 1 13 0,0-2 7 16,1 2-10-16,-5 0 17 0,2 0-4 0,-1 0-1 15,0 0 5-15,0 0-19 0,-1 0-1 0,-1 0 4 16,1 0-9-16,2 0 15 0,-1 4-3 0,-1-2-4 16,2 0-10-16,0 1 10 0,0-2-1 15,-1 4-13-15,2-3 16 0,0 1-8 0,2 0-1 0,-4 1 7 0,3 0 6 31,-2 0-8-31,2-1 4 0,-3 3 3 0,3-1 3 0,-2-1-5 0,0 3 2 16,0-2 8-16,0 0-27 0,0 2 15 0,1-1 3 16,-2 1-7-16,-1-2 17 15,3 2-10-15,-3-2-12 0,2 3 1 0,-2-3 1 16,1 2 2-16,-3 0 9 0,2 0-4 0,-1 1-3 0,0 1 1 16,0-1-2-16,-3 0 6 0,3 2-6 0,-1-3 5 15,0 1 6-15,1 1-14 0,-2-1 19 0,-1 1-6 16,3 0-3-16,0-1 4 0,-2 1-19 0,0 0 7 0,-2 0 10 15,4-1 5-15,-3-2-11 0,0 3-1 0,2-1-10 16,-2 0 7 0,1-1 29-16,-2 2-19 0,2 0 13 0,-2-1-21 0,3 2-2 0,-2 0 19 0,0-1-21 15,0 1 10-15,-1 0-7 0,0-2 7 0,0 1 10 16,-1 0-6 0,1 0 7-16,-1 0-7 0,-1-1-6 0,4 2 12 0,-4-2-16 0,-1 1 5 0,2 1 16 15,-1 0-11-15,1-1 13 16,0 1-7-16,-2 1-4 0,0-2 3 0,0 1-12 0,0 1 5 0,0-1-6 15,1 1 7-15,-1 0-2 0,0-1 2 0,0 1-4 32,0-1 0-32,0 1 14 0,0-2-8 0,0 1-1 0,0 1 4 15,-3-1-6-15,3 0-3 0,-2 0 8 0,-1 0-8 16,2-1 8-16,-1 0-6 0,-1 1-4 0,2-1 4 16,-3 1 1-16,3-2-2 0,-2 2 2 0,-1-1 6 0,1 1-10 15,0 0 12-15,0 0 4 0,0-1-5 0,-1 1 13 16,-2 0-6-16,3-1-3 0,-2 1-3 0,2-1-6 15,0 1 4-15,0-2-13 0,-4 1 0 0,3 0 2 16,-1-1-6-16,2 0 14 0,-2 0 0 0,0 1-5 16,0-2 8-1,1 2-3-15,-4-3 6 0,3 2-1 0,1 0-6 0,-1 1 4 16,-2-2-10-16,0 1 11 0,0 2 0 0,2-3-3 16,-3 3 5-16,2-3-6 0,-1 2-7 0,2-1 12 0,-3 1-8 0,0-2 3 0,-1 0 10 31,2-1-3-31,-1 2-2 0,2-2 14 0,-4-1-6 15,2 0-17-15,0 0 14 0,0-1-19 0,-1 0 4 16,1 0 3-16,2 0-2 0,-2 0 2 0,-3 0 2 16,3 1 0-16,0-3-5 0,-1 2 5 0,1 0-15 15,0-2 8-15,1 2 3 0,-2-2-8 0,-1 0 11 0,2 0 7 0,-1 0-19 0,0 0 19 16,-1 1-7-16,-1-1-9 0,2 0 28 0,-3 0-26 16,0 0 9-1,2 0 0-15,1-1-20 0,-4 0 12 0,4-1-1 0,1 2 0 0,-5-2 5 16,4 0-4-16,1 0-3 0,0 0-6 15,-5 0 3-15,2 0 10 0,0 0-9 0,0 0 9 16,-2 3-3-16,2-3-5 0,0 0 15 0,2 0-7 0,-4 0 5 16,4 0-6-16,-1 0-9 0,-1 0 6 0,2-5 2 15,-1 4 11-15,-1 0 1 0,3-1 1 0,0 0-13 16,-1 1 13-16,-1-1 5 0,2-1-10 0,0 3 4 16,-1-3-8-1,1 0-5-15,0 0 14 0,0 0-6 0,-1-2-4 0,1 2-1 0,0-1-10 0,-3-1 9 16,1 2-7-16,2-1 6 0,-2 1-1 15,0-2-1-15,0 2 4 16,2 0-3-16,-2-1 0 0,0 0-14 0,0-2 8 16,1 0-2-16,-1 0 2 0,1 0 15 0,-2 0-5 15,3-1-10-15,-2 0 10 0,1 2 0 0,1-1-6 16,0 0 11-16,0 0-1 0,1 0-3 0,-1-1 6 0,1 3-4 16,2-3-15-16,-1 3 2 0,-2-1 3 0,2-1 3 0,1 2 1 15,0-2-3-15,0 1-5 0,-2 0 1 0,1 0-5 16,-1-2 10-16,2 2-2 0,0-2-1 15,1 2 4-15,-4-2-1 0,3 2 2 0,-3-2 4 16,3 1-1-16,1 0-6 16,-4 0 0-16,3 0 0 0,0 0 3 0,-3 0 1 0,4 0-4 0,-4 0-2 0,3 0 3 15,2 0-1-15,-2 0 1 0,2 0 0 0,-2 0-2 16,-1-1 14-16,5 2-8 0,-3-1 4 0,1 0 2 16,2-1-9-16,-3 2 16 15,1-3-6-15,2 1-1 0,-1 1-9 0,-1 0 6 16,0-1-6-16,1 0 8 15,0 0-5-15,-2-1-2 0,2 0-2 0,-1-1-6 16,2 2 2-16,-1 0-11 0,-1-2-1 0,1 1 3 16,-1 0 4-16,1-1 10 0,1 1-3 0,-3 0-1 0,3-1-4 15,-1 2 0-15,2-2 4 0,-1 2 2 16,1-3-5-16,0 3 20 0,0-1 2 0,0-1 0 0,0 2 12 0,0-1-23 16,0 1 6-16,0 0 3 0,0 0-5 15,0 0 4-15,0 0-15 0,0 2 9 0,1-3-5 16,2 3 6-16,-3-3 8 0,2 2-24 0,0 0 13 15,-1-1-12-15,3 0-1 0,-3 1 14 0,2 0-17 16,-1-1 12-16,0 2 1 0,1-3-9 0,0 1 10 16,1 0-19-16,0 1 10 0,-1-1 1 0,0 0 7 0,0 0-5 0,0 0-4 15,1 1 2-15,-1-1-10 0,2 1 14 16,-4-2-3-16,5 1-7 0,-3-1 3 0,2 2 4 16,-2-2-9-16,1-1 14 0,-1 3-17 0,0 0 4 15,0-1 14 1,3 1-12-16,-3-1 15 0,1 3-12 0,0-1-3 0,0 2 1 15,-1 0 0-15,0 0 7 0,0 1-9 16,2-2 3-16,-4 2-1 0,2-1 4 0,1 0 6 16,1 0-13-16,-2-1 11 0,2-1-3 0,-4-1-3 15,4 3 13-15,-1-2-21 0,3 0 5 0,-4 0 2 16,0 1 5-16,2 0 4 0,0-2-23 0,1 2 5 0,-3 0 4 16,2 0 1-16,-2-1 18 0,0 0-18 15,4 1-1-15,-4-1 10 0,2 2-9 0,-1-2 19 0,-1 1-10 16,2 0 0-16,-2 0 5 0,0 0-5 0,1 1-3 0,-3-1-8 15,4 1-5-15,-2-1 11 16,2 1-1-16,-1 0 2 0,0 1-8 0,-3-1-3 16,2 1 15-16,1 0-4 0,-3 0 11 0,1 1-17 15,0 1-4-15,-1-2 2 0,1 1-7 0,-1 0 10 16,-1 0-17-16,3 0 9 0,-3 0 0 0,0 1 2 16,2 0 3-16,-2-1-4 0,0 1 2 0,0 0-28 0,0 0-15 15,0 0-36-15,0 0-21 0,0 0-15 0,0 0-37 16,0 0-38-16,0 0-61 0,0 0-55 0,0 0-39 15,0-3-64-15,0 0-100 0,4 0-174 16,0 0-134-16,-3 1-161 16,2-3 44-16</inkml:trace>
  <inkml:trace contextRef="#ctx0" brushRef="#br0" timeOffset="175216.05">24088 10598 757 0,'0'-2'20'16,"1"-1"36"-16,3 3 12 0,-3-3 15 16,1 3-10-16,-1-1-5 0,-1 0 10 0,3 0 14 15,-1 0 20-15,-2 0-8 0,1 0-9 0,-1 0-9 0,0 0 0 16,0 0-7-16,0 1-4 0,2 0-8 0,-2 0-20 16,0 0-10-16,0 0-3 0,0 0-8 0,0 0-6 15,0 0-8-15,0 0 22 0,0 3 9 0,0-1 17 16,0-1 17-16,-3-1-12 0,3 0 0 0,-2 0 0 15,2 0 15-15,0 0 31 0,0 0 11 0,0 0 17 16,0 0-19-16,0 0-7 0,0 0 1 0,0 0-19 0,0 0 0 16,0 0-26-1,0 0-17-15,0-2 9 0,0-1 3 0,0 0-2 0,0-1-14 16,0 0 15-16,0 0-13 0,0-2-12 0,0 0 29 16,0 1-43-16,0-3 30 0,0-1 5 0,0 2-18 0,0-2-2 15,0-2-30-15,0 0 3 0,0-1-13 16,3-2 6-16,0 2 3 15,1-2 14-15,0-1 16 0,1-2 0 0,2 0-2 0,0 1-21 16,1-3-10-16,2 2 1 0,2-3-22 0,0 2 20 0,-3 0-10 16,7 1-1-16,-5 0 69 0,3 0-7 0,-1 3 15 15,0-3 4-15,2 5-62 0,-2-1-14 0,1 1 3 16,-1 1-6-16,1 1 14 0,-1-2 8 0,2 2 8 16,0 0 9-16,0 1-5 0,1 0 2 0,2 0-2 0,-1 1-13 15,2 0 4-15,0 0-5 0,2-1-4 0,1 3 10 16,1-2-11-16,0 2-3 0,2-2-4 0,0 3 0 15,0-1-1-15,2 1 3 0,0 1-5 0,-1-1-1 16,-3 2 6-16,3 1 1 16,-3 0-1-16,-2 1-8 0,1 1 18 0,-2 0-15 15,1 0 11-15,0 0 3 0,1 4-8 0,0 2 9 16,-1-2-12-16,1 1-1 0,0 1-6 0,-2 0-4 0,4 0 17 16,-4 1-12-1,1 2 11-15,1-2 0 0,0 3-13 0,-1 0 8 16,0-1-3-16,-1 2 0 0,-2 0 4 0,2 2 4 15,-3-2-10-15,3 1 5 0,-3 1-11 16,-3 0 13-16,3 0 3 0,-2 1-2 0,0 0 10 0,0 0-14 16,0 1 5-16,-2 0-10 0,1 1 12 0,-1 0-15 0,-2 0 2 15,0 2 7-15,-1-1-15 0,-1-1 20 16,2 1-17-16,-3-2 21 0,0 3-2 0,1-3 3 0,-2 3-15 16,-1-3-6-16,-1 2 4 0,-2-1-13 0,2 1 37 0,-2 0-20 15,-2 0-2 1,2-2 5-16,-3 2-10 0,0-2 11 0,0-1-2 0,0 3-3 0,-4-1 4 0,-1 0-8 15,1 0 5-15,-1 0 2 16,0-1 0-16,-2 1 4 0,0 0 8 0,-1-1-4 0,0-1 1 16,-2 1-8-16,0-1-5 15,-2-1 12-15,3-1-7 0,-2 1 15 16,0-1-19-16,-1 0-3 0,2-1 7 0,-2-2-3 16,0 2 12-16,1 0 9 0,-1-1-5 0,0 0-10 0,-1 0 11 15,1-1-25-15,-1 1-3 0,0 0 15 0,-1-2 0 16,1 1 6-16,1-1-7 0,-2 0-3 0,2 0-5 0,-2-1 13 15,2 0 8-15,-1 0-4 16,4 1 7-16,-3-3-21 0,2 2 5 0,0-2-7 16,0-1-12-16,0 1 14 0,1-1 3 0,1 0 7 0,-2-1 0 0,2 1-10 15,1-2 1-15,-1 3-14 0,2-3 9 0,0 1 22 16,1-1-22-16,-1 0 9 0,2 0 7 0,1 1-14 0,0-2 14 16,0-1-2-16,2 0-10 0,-1 0 8 0,0 0-5 15,2 0 4-15,0 0-9 0,0 0 5 0,0 0-4 16,0 0 1-16,0 1 6 0,0-1-9 0,0 0 14 15,0 0-6-15,0 0-9 0,0 0-7 0,0 0-41 16,0 0-32-16,0 0-58 0,0-2-61 0,0-1-46 16,0-1-70-16,0 0-56 0,0 1-94 0,0-2-51 15,0 0-24-15,-3-1-31 16,0 0 19-16,-2-3 18 0</inkml:trace>
  <inkml:trace contextRef="#ctx0" brushRef="#br0" timeOffset="175758.76">24975 10846 2783 0,'0'0'39'0,"0"0"41"0,0 0 26 0,0 0-1 0,0 0-31 0,12 0-46 16,-12 0-22-16,0 0-2 0,0 0 5 0,0 0-1 15,0 0-4-15,0 0 13 0,0 0-10 0,0 0-6 16,0 0 1-16,0 0-10 0,0 0 11 16,0 0 26-16,0 6 1 0,0-6 6 0,0 6-20 15,0-2-7-15,0 3-8 0,0-1-8 0,0 2 6 32,0-1-1-32,0 3 14 0,0 0-2 0,0 2-2 15,0 0-10-15,0 0 6 0,-12 1 13 0,12 0-1 16,-13 0-1-16,13-1-12 0,-14 0-3 0,14 0 2 15,-13 0 20-15,13-1 2 0,-14-1 34 0,14 0 7 0,0 1-8 16,-11-4 14-16,11 1-29 0,0 0 21 0,0-8 52 0,0 11 1 16,0-11 22-16,0 12 20 0,0-12-49 15,0 11 11-15,0-11-25 0,0 10-36 16,14-10 19-16,3 0-43 0,-2 10 9 0,5-10-12 0,1 10-8 0,-1-10 20 0,4 10-15 16,0-10 4-1,-1 0-16-15,-2 11 7 0,3-11 10 0,-2 0-20 0,-3 0 2 0,1 11-16 16,-2-11-2-16,-4 0 1 0,0 0-4 0,-3 0 0 15,-11 0-4-15,16 0 18 0,-16 0 0 0,14 0-1 0,-14 0-8 16,0 0 8-16,12 0-15 16,-12 0 7-16,0 0-3 0,0 0-12 0,0 0 19 15,13 0-10-15,-13 0-3 0,0 0-71 0,0 0-66 16,13 0-72-16,-13 0-102 0,0 0-66 0,0 0-78 16,0 0-157-16,13 0-68 0,-13 0-100 15,0-8 101-15</inkml:trace>
  <inkml:trace contextRef="#ctx0" brushRef="#br0" timeOffset="176486.22">26034 10687 1713 0,'0'-7'62'16,"14"7"41"-16,-14-8 32 0,0 3 88 0,11 5-20 0,-11 0-16 16,0-7 16-16,0 7-67 0,0 0-1 0,0-5 0 15,0 5-20-15,0 0-5 0,0 0-1 0,0 0-6 16,0 0-37-16,0-6-18 0,0 6-36 0,0 0-13 15,0-7 12-15,0 7 0 0,0-7 8 0,0 7-14 16,0-7-10 0,-13 7 1-16,13-7-11 0,-15 7 6 0,15-7 10 0,-15 7 4 15,3 0 1-15,12 0 2 0,-14-6-5 16,2 6-8-16,12 0-11 0,-17 0 17 0,4 0-17 16,-1 0 18-16,14 9 3 0,-16 0-18 0,2 0 27 15,3 1-16-15,11 0 4 0,-17 2-1 0,17-1-3 16,-13-1 8-16,13 2 3 0,-14-2 9 0,14 1-13 0,0-2 14 0,0 1-9 15,0 0-1-15,0-2 19 0,0 2 6 16,0-3 49-16,0 1 1 0,0 1 1 0,16-1-13 0,-3-2-34 0,2 2 8 16,0-8-7-1,2 7 7-15,0 1 6 0,2-8-17 16,0 0 2-16,-1 6-8 0,-3-6 1 0,0 0 16 16,-1 0 14-16,-14 0-3 0,16 0-13 0,-16 0-6 0,15 0-30 15,-15 0-2-15,15-8 2 0,-15-1 28 0,0 0 6 16,14 1 10-16,-14-3-7 0,0 0-30 15,0 0 4-15,0 1-11 0,0-2 13 0,0 2-9 0,0-1 2 16,0 3 1-16,0 1-12 16,0 7 18-16,0-9-24 0,0 9 0 0,0 0 3 0,0 0-9 0,0 0 11 0,0 0-3 15,0 0-4-15,0 0-10 0,0 0 9 0,0 0 2 16,0 0 8-16,0 0 8 0,0 0-24 16,0 0 5-16,0 10-3 0,0 0 1 0,0 0 23 15,0 1-11-15,0-3 8 0,14 2-19 0,-14-1-2 0,16 1 2 16,-3 0 8-1,-13-2 24-15,18 0-8 0,-5 1 2 0,2-2-14 16,-1-7-8-16,-1 9-9 0,4-2 19 16,-4-7-9-16,0 0 4 0,0 9 13 0,-13-9-26 0,17 0-6 0,0 0-62 0,-17 0-67 15,15 0-80-15,-15 0-104 16,15 0-86-16,-15 0-127 0,0 0-82 0,14-8-72 16,-14 0-83-16,0-1 176 0</inkml:trace>
  <inkml:trace contextRef="#ctx0" brushRef="#br0" timeOffset="176724.98">26753 10783 2882 0,'0'0'9'0,"0"0"-9"0,0 0 5 0,0 4-7 0,0-4 3 0,0 0 2 0,0 7-2 16,0-2 9-16,0 0-24 0,0 0 24 0,0 4-13 15,0-1 9-15,0 1 0 0,0 0-8 0,0 3 25 16,0-1-18-16,0 0 3 0,0 0-3 0,0 0-10 31,0-1 8-31,0-1 8 0,0 0-8 0,0-1-52 16,0 0-151-16,0-8-112 0,0 7-113 0,0-7-69 16,0 0-48-16</inkml:trace>
  <inkml:trace contextRef="#ctx0" brushRef="#br0" timeOffset="177474.4">26850 10401 3070 0,'0'-11'43'15,"0"0"49"-15,0-1 11 0,0-1 38 0,0 3-23 0,14 1-34 0,-2 1-4 16,-12 2-37-16,13-1-16 0,-13 1 12 0,0 6-5 16,13 0 12-16,-13-5-2 15,0 5-40-15,0 0 2 0,0 0-13 16,0 0-9-16,0 0 12 0,0 0-12 0,0 0 20 16,0 0-6-16,0 0 5 0,0 0 16 0,0 8-28 15,0 3 21-15,9 3-5 0,-9 3 3 0,0 1-8 16,0 3-6-16,0 1 15 0,13 3-2 0,-13-1 28 15,0 2 7-15,13 0-19 0,-13 0 3 0,12 0-4 0,-12-3-19 0,12-1 3 16,-12 0 1-16,0-5-10 0,14 1 12 0,-14-2-3 16,0-1-7-16,11-3 16 0,-11 0-15 15,0-4 27-15,0 0-1 0,12-1 20 16,-12-7 32-16,0 0-12 0,0 7 28 0,0-7 1 0,0 0-1 0,0 0 2 16,0 0 17-16,0 0-24 15,0 0 3-15,0 0 3 0,0 0-29 0,0 0 10 0,0 0-15 0,0 0-18 16,0 0-14-16,0 0-27 15,0 0-1-15,0-8 8 0,0 0-20 16,0-1 12-16,0-2-8 0,15 0-2 0,-15 0 22 16,11-3-6-16,-11 1-1 0,15-1 2 0,-15 1-14 15,18-2 9-15,-7 1-14 0,-11 2-2 0,19 0 13 16,-5 2-3-16,1 0 16 0,-1 10-3 0,-2-10-3 16,4 10-21-16,-1-9 8 0,0 9-7 0,0 0-8 15,3 0 25-15,-2 0-21 0,5 0 18 0,-3 0-2 16,3 11-6-16,0 0 2 0,1 0-13 0,-1 2 9 0,-3 2 4 15,0 0-2-15,-1 2 13 0,-3-1-10 0,-14 0-7 16,18 1 1-16,-18-2-4 0,0 0 8 0,0 1 14 16,0-3 1-16,0 1-7 0,0-3 11 0,0 2-10 0,0-2 17 15,0-2-11-15,-18 1-2 0,1 0 0 16,-2-2 0-16,2-1 9 0,-4-7-17 0,2 8-5 16,-3-8-8-16,0 0 3 0,3 0 14 0,-3 0 3 0,1 0 8 15,2 0-19-15,0 0 7 0,1 0 0 16,3 0-3-16,-2 0 12 0,4 0-3 0,-1 0 2 15,14 0-11-15,-18-8 2 0,18 8 1 0,-15-9-17 16,15 9 15-16,-15-6-11 0,15 6-1 0,0-8 18 0,-12 8-11 16,12 0 9-1,0 0-25-15,0 0-50 0,0-6-74 0,0 6-77 0,0 0-86 0,0-7-87 0,0 3-111 32,0 4-180-32,0 0-156 0,0-7-109 0</inkml:trace>
  <inkml:trace contextRef="#ctx0" brushRef="#br0" timeOffset="182460.34">6956 12396 987 0,'0'0'19'0,"2"0"19"0,-2 0 3 15,0 0 35-15,0 0 0 0,0 0 17 0,0 0 18 16,0 0-13-16,2 0-4 0,-2 0-15 0,1 0 14 16,-1 0-6-16,0 0 1 0,0 0-10 0,0 0-16 15,0 0 4-15,0 0-5 0,0 0 7 0,0 0-8 16,0 0 4-16,0 0-7 0,0 0 1 0,0 0-9 15,0 0-2-15,0 0 6 0,0 0 14 0,0 0 13 16,0 0-4-16,0 0 24 0,0 0-15 0,0 0-18 16,0 0 13-16,0 0-17 0,0 0 5 0,0 0 22 15,0 0 1-15,0 0 2 0,-3 0-21 0,1 0-8 16,1 0-24-16,-1 0-6 0,0 0 0 0,1 0-1 16,-2 0-11-16,-2 0-8 0,2 0-1 0,0 0-8 15,0 0-1-15,-2 0-2 0,2 0-10 16,-1 0 13-16,0 0 14 0,-1 0-3 0,-1-3 6 15,1 3-11-15,0-2 0 0,0 2-6 0,-1-1 11 16,-2 0-2-16,2 0 1 0,-4 1 20 0,2-1-14 16,-1 1 11-16,1-1-8 0,-3 1-14 0,2 0 5 15,-1 0-16-15,0 0 13 0,0 0-5 0,0 0-4 0,-1 0 21 16,0 0-18-16,3 0 14 0,-2 0-1 0,0 0-15 16,0 3-11-16,0-1 9 0,1 0-2 15,-2 1 3-15,1 0 21 0,1 0-26 0,0 0 12 0,-1 0-2 0,0-1-12 16,1 2 7-16,0-1 7 0,0 1 1 15,0 0 4-15,1-1 16 16,0 0-17-16,0 1-3 0,-2 0 5 0,3 0-16 0,-1 0 4 16,0-1 10-16,1 1-14 15,-2 0-2-15,3 0-8 0,-2 0 0 0,1 1 16 0,0 0-3 16,-1 2 3-16,0-2-6 0,0 1 2 0,2 1 5 0,-2 0 0 0,0 1 2 0,2 0-7 16,0 0 3-1,-1 1 13-15,2-2 1 0,-1 3 13 16,0-2 5-16,1 1-11 0,0-2-6 0,2 1 3 0,-2 2-7 15,2-2-8-15,0 2 13 0,1-2-12 0,-2 2 9 16,2 1 13-16,-1 0-13 0,2 1 20 0,-1 1-11 0,2 0 4 16,-2 1 2-16,2 1-14 0,0 1-15 0,0-1 2 15,0 0 15-15,0 1-12 0,4 0 5 0,-3-1 3 16,2 0-23-16,-1 1 0 0,2 0 18 0,-2-1-14 16,1 1 15-16,0 0-11 0,1-1 3 0,-1 0 10 15,0 0-13-15,0-1 17 0,2 1 5 0,-1-3-9 16,1 1 9-1,0 1 8-15,1-2-17 0,-1 0 8 0,0 0 9 0,1-2-13 0,-1 2 3 16,1-2 10-16,-1-1-12 16,0 1 2-16,1 0 5 0,2-1-13 0,-2 0 5 15,2 0 10-15,-1-1 3 0,0 0 18 0,1-1-3 0,0 2 1 0,0-1 0 16,1 0-17-16,-1-1 6 16,2 0-11-16,1 0 3 0,-1 2 2 0,-1-1-9 15,5 0 1-15,-3 0-10 0,1 0 15 0,3 1 3 16,-2-1 0-16,1 2-3 0,2 0-10 0,-2-3 9 0,2 1-5 15,1 1 11-15,-2-2-3 0,0 0-1 16,0-1 10-16,0 0-9 0,-2-1 9 0,1-1-10 0,1 0 3 16,-1-1 8-16,0 1-20 15,0-2 7-15,0-1-2 0,2 1-12 0,-3-2 20 0,0 1-2 0,2-1-5 16,0 0 7-16,0 0-17 0,0 0 2 0,2-3-10 16,-1 0-3-16,4 1 4 0,-1-1-1 0,-1-1 4 0,1 1 8 15,0-1-15-15,0-1 6 0,1 1-1 16,-2 0-15-16,1-1 14 0,-1 0-13 0,0 0-1 0,1 0 13 31,-3 0-2-31,1 1 1 0,-1-2 14 0,3 0-18 0,-3 1 1 0,1-2 4 0,0 2-13 16,-1-2 11-16,-2 1-3 0,2-1 1 15,0 2 3-15,-2-2 3 0,-1 1 1 0,1-2-10 16,-1 2 5-16,1 0-11 0,-1-2 5 0,-1 1-4 16,-2 0 3-16,1 1 8 0,0-1 5 0,-1 0 12 15,-2 0-18-15,1 2 2 0,-3-2-10 16,2 1 1-16,-1 0 7 0,-1-1 2 0,0 0 3 15,0 2-5-15,1-2-3 0,-2 1-3 0,1-1 8 16,2 0-10-16,-4 0 3 0,1-1 8 0,0 1-8 16,0-2 10-16,1 2 0 0,2-3-6 0,-2 1-9 0,-1 1 6 15,0-2-8-15,1 1 6 16,3-2 4-16,-4 0-1 0,2-1 7 0,-1 2-6 16,-1-2-8-16,1 1 4 0,0-1 2 0,-1 1-2 15,0 1 7-15,-2 1-4 0,0-1 0 0,-1 1 6 0,2 1 8 0,-2 1 7 16,-1-2-5-16,1 1-4 0,0 3-5 15,-1-2-14-15,-1 0 16 0,0 0-13 0,0 0 4 16,0 0-1-16,0 0-1 0,0-1 3 16,0-1 4-16,0 0 2 0,0 0-15 0,0-1 6 0,0 0-3 15,0 1-3-15,0-1 10 0,0 0-3 16,0 1-9-16,-3-1 12 0,0 2-11 16,1-1 2-16,-2-1 3 0,2 1-7 0,1 1 9 15,-2-2 4-15,-1 2-2 0,1-2 4 0,0 3-10 16,1-1-3-16,-3-2 2 0,2 3-12 0,-1-1 15 0,-1 1-8 0,2-2 11 15,1 2 3-15,-1 0 4 0,-2 1-2 0,2-1-10 16,0 1 5-16,-3 0-15 16,3 0 15-16,0 1-3 0,-1 1-4 0,1 0 2 15,0-1 3-15,0 0 5 0,-1 2-3 0,1-1 3 16,0 0-9-16,0 0 2 0,-1 0 6 0,0 0 2 0,3 1-4 16,-3 0 0-16,1 0-4 0,0 0-1 0,1-1 3 0,-1 2-5 15,2-3 1 1,-1 3-5-16,-1-1 15 0,0 0-13 0,1-1 6 0,1 1 10 15,-2 0-14-15,1-1 19 0,-1 1-7 0,1-1-5 0,-1 2-6 16,1-1-7-16,-1 0-2 0,0 1 6 0,1 0 9 16,0-1-7-16,0 2 14 0,2 0-7 0,-2-1-2 0,1 1 5 31,1 0-2-31,0 0-10 0,-2 0 12 0,2 0 4 0,-1 1-11 16,1-1 13-16,-2 1-17 0,2 0 4 0,0-2 3 15,-2 2-9-15,2 0 6 0,0 0-5 16,0 0 5-16,0 0 5 0,0 0-8 0,0-2 8 0,0 2 0 0,0 0-11 15,0 0 4-15,0 0-14 0,0 0 9 0,0 0-2 16,0 0 6-16,0 0 6 0,0 0-11 0,0 0 6 16,0 0-5-16,0 4 4 0,-3-2 11 15,0 1 0-15,0 1 0 0,-1 0-7 0,1 1 0 0,-3 0-7 16,0 2 12-16,-2 0 1 0,0 1-9 16,0 1 6-16,0 0-13 0,-1-1 11 0,-2 2-3 15,1-1 12-15,2 1 3 0,0-2-16 0,-2 1 12 0,1 0-14 16,1-1-1-16,-1 0 9 0,3 0-10 0,-1 0 12 0,1-3-4 31,1 0 0-31,-1 0 8 0,3-1-6 0,0-2 3 16,1 0-7-16,1 1-3 0,-1-3 6 0,2 1 2 0,0-1 3 15,0 0-5-15,0 0-7 0,0 0 8 0,0 0 2 0,0 0 9 16,0 0 1-16,0-1-8 0,3-2-6 0,-1 2-4 16,-2-1 0-16,1 1 12 0,1-1-11 0,-2 0 1 15,3-1 4-15,0-1-16 16,-1 1 16-16,-1-4-2 0,2 1-11 0,2-1 15 0,-2 1-8 15,4-2 3-15,-2-1 8 0,2 0-5 0,-2 0 8 0,1 0-10 16,1 1-5-16,2-1-3 0,-3 0-6 16,1 1 7-16,1 0 6 0,-2-1 0 0,3 3 1 15,0-1 2-15,-3 0-2 0,2 0 4 0,-2 0-9 16,2 1 3-16,-2 0 1 0,-1 2-1 0,3-1 5 0,-2-1 2 16,-1 2-2-1,1-1-8-15,-1 0 7 0,0 2-12 0,1-1 3 0,-3 1 10 0,0 0 5 0,1 1 4 16,-1 0-6-16,-2 0-5 15,3 1-18-15,-1 0 10 0,-2 0-5 0,1-1 10 16,1 2 4-16,0-1 2 0,-1-1 6 0,-1 0-14 0,1 2 13 0,-1-2-17 16,1 1 9-16,1 1 1 0,-1-1 2 0,1 0 0 15,-1 1-6-15,1-1 3 0,-1 0-6 0,-1 1 8 16,2 0 2-16,0 0-4 0,0 0-4 0,-1 0 0 16,-1 0-9-16,1 0 9 0,1 3 0 0,0 1-8 15,2 0 16 1,2 1-3-16,2 2 10 0,-1 1 1 0,2-1-12 15,2 3-8-15,-1 1 2 0,0 0 0 0,0 1 14 16,2-1 0-16,-1 0-3 0,1 1 6 0,2 0-19 16,0 0 19-16,1-2-1 0,1 1 13 0,2-1 5 0,-1 0-8 15,-1 0-6-15,1-1-7 0,-3-1 3 0,-2-1-15 0,1-1 15 16,-4 0-21 0,-1-3 10-16,-1 1 12 0,-2-1-2 0,-1-1 7 15,-2 1-2-15,-1-3 0 0,1 2-14 0,-3-2-3 0,0 2 0 0,0-2 0 16,0 0 5-1,0 0 16-15,0 0-12 0,0 0-8 0,0 0 5 16,0 0-14-16,0 0 4 0,0 0-6 0,0 0 6 16,0 0-18-16,0 0-36 0,0 0-46 0,0 0-106 0,0 0-97 15,0 0-82-15,0 0-79 0,0 0-48 16,0 0-109-16,0 0-98 0,0 0-52 0,0 0-112 16,0 0 46-16</inkml:trace>
  <inkml:trace contextRef="#ctx0" brushRef="#br0" timeOffset="183527.06">6401 13647 2463 0,'2'-6'51'0,"0"-2"67"0,-1 0 47 0,1 0 30 0,-1 1 3 16,-1 0-38-16,2 2-7 0,-2 0-4 0,2 1-34 0,-1 2-5 16,-1 0-45-16,2 0-22 0,-2 1-18 0,1 1-9 15,1 0-5-15,-2-3 7 0,0 3-9 16,0 0-5-16,0 0 3 0,0 0-15 0,0 0 8 16,3 0-8-16,-3 4 20 0,0 0 24 0,1 0 21 15,2 3 8-15,1 0-13 0,-1 1 6 0,3 4-21 16,1 0 10-16,2 6 3 0,1 1-29 15,-1 2 4-15,2 0-5 0,0 4 0 0,2-1 13 0,-1 0 7 16,1-1-9-16,1 2-11 0,-3-3-8 0,1 1 6 0,0-2-7 16,-1-2 4-16,-1 1 1 0,1-3-19 0,-3-1 6 15,0-1-5-15,-1-2 6 16,-2-2 10-16,2-1 0 0,-3-1-8 0,-2-1-8 0,1-3-3 0,-1-1 9 16,-2-1 19-16,0-1 26 15,0 1 21-15,0-3 2 0,0 0 7 0,0 0 12 0,0 0-10 0,0 0-7 16,0 0 18-16,0 0-17 0,0-3-11 0,0 1 23 15,0-1-33-15,-2 0-13 0,-1-3-14 16,1 0-33-16,1-3 5 0,-2-1-11 0,-1-3 12 0,1-1 1 16,0-2-5-16,1-3 0 0,-2 2-2 0,4-2 2 0,-2 0 3 31,2 2 4-31,0-1-5 0,0 0 3 0,6 1 2 0,-1 0-2 0,0 2 0 0,1 1 1 0,-1 1-17 31,3 0 7-31,0 0 13 0,0 2-14 0,1 3 18 16,2-1-16-16,-1 1-2 0,1 2 21 0,3 1-17 0,-1 1 12 15,2 2-9-15,2 1-7 0,1 1 16 16,0 0-3-16,2 5 10 0,1 0-6 0,-2 2 4 0,0 2 13 16,1 1-21-16,-2 3 4 0,1-1-5 0,-5 2-9 15,3 0 18-15,-4 1 0 0,-1-1 1 0,1 1-13 0,-3 0 6 0,-1 0-2 32,-4 1 5-32,1-1 7 0,-4-1 3 0,1 0-8 0,-3-1 4 15,0-1 8-15,-5 2-11 0,-1-1 12 0,-2-1 4 0,0 0 8 16,-1 0 18-16,-3 0 11 0,2-2-2 15,-3 1 4-15,-1-1-14 0,-2 0-14 0,0-1-11 0,0 0-19 16,-2-3 2-16,-2 0 9 0,0 0-9 0,-2-3 8 0,3 1-11 16,-2-1 0-16,1-2 6 0,2-1-3 15,-1 0 6-15,3 0-10 16,2 0 2-16,3 0-13 0,0-3 3 0,5 1-4 16,-1 0-9-16,3 1 18 0,2 0-21 0,0 0-25 0,1 1-65 15,-1-3-89-15,2 0-84 0,0 2-109 0,0-2-55 0,3-1-165 16,1 0-169-16,-3-1-178 15,4-1-116-15</inkml:trace>
  <inkml:trace contextRef="#ctx0" brushRef="#br0" timeOffset="191603.21">10413 12318 424 0,'3'0'2'16,"-1"0"13"-16,-1-2 19 0,-1 2 19 0,3-1 9 15,-1 0-13-15,-2-1-3 0,3 2 0 0,-2-3-7 16,-1 2 28-16,2 1-1 0,-1-2-12 0,-1 0 21 15,2 2-13-15,-2-3 15 0,2 3 16 0,-1-1 4 16,-1 0-4-16,0-1-11 0,0 2-19 0,0 0-12 16,0 0-16-16,0 0-13 15,0 0 15-15,0 0-10 0,0 0 17 16,0 0-2-16,0 0-9 0,0 0 9 0,0 0-7 0,0 0 13 16,0 0-7-16,0 0 5 0,0 0 4 0,0 0 0 0,0 0 12 15,0 0-3-15,0 0-8 0,0 0 7 0,0 0-2 0,0 0-11 16,0 0 6-16,0 0-13 0,0 0 1 0,0 0-7 15,0 0 5-15,0 0 0 0,0 0-14 0,0 0 3 16,0 0-13-16,0 0 21 0,0 0 0 0,0 0-6 16,0 0 4-16,-3 0-34 0,3 0-1 0,0 0-9 15,0 4 16-15,0-4-5 0,0 0 5 0,0 0 3 16,0 2-11-16,0-2-2 0,-2 1 3 0,2-1 11 16,-1 1-3-16,1 0 27 0,0 1 19 0,-2-2 5 15,2 0 11-15,-1 0-5 0,1 1-24 0,-3-1 20 16,3 0-8-16,0 0-9 0,-2 2 20 0,2-2-21 31,-3 1-7-31,2-1 1 0,-1 2-17 0,-1-1-6 16,-1 0 0-16,1 1 4 0,0 1-1 0,1-1 2 0,-1 0 3 15,0-1-1-15,-1 2-7 0,1-2 0 0,-1 2-1 16,1-1 3-16,1 0 6 0,1-1 3 0,-2 2 12 16,1-1-20-16,0 0 22 0,1 0-13 0,-1-1-14 15,1 1 21-15,-1 0-26 0,-1 1 20 0,0 1 11 16,1-2 4-16,-1 1 0 0,0-1-12 0,-2 2-12 0,2-1-10 15,-2-1 12-15,0 1-6 0,1 0 14 0,-1-1 4 16,0 1-11 0,1-1 7-16,-1 1 0 0,0-1 3 0,-3 1 7 0,4-1 0 0,-1 0-13 0,-2 0-2 15,2 0-1-15,2-1 5 0,-3 1-8 16,2-1 0-16,0 1 1 0,0 0-4 16,0 0 17-16,-1-1 2 0,1 0-6 0,-2 0 5 0,1 1-7 0,-2-1 0 0,3 1-4 15,-1-2 0-15,-3 3-3 0,2-3-2 0,1 2 14 31,-3-1-15-31,3 0 7 0,-4 0-12 0,3 1 4 16,-1-1 2-16,-2 0-2 0,-1 0 13 0,2 0-14 0,0 0 11 16,2-1-3-16,-5 0-7 0,3 0 7 0,2 0-20 15,-1 2 5-15,-2-2-9 0,3 0-4 0,-1 0 14 16,2 2-2-16,-2-2 7 0,2 1-3 0,0-1 2 16,0 1 0-16,2-1 12 0,-2 0-8 0,2 1-9 0,-3-1-4 15,3 1-4-15,-2-1 9 0,0 1-5 16,-1-1 1-16,1 0-3 0,2 0 8 0,-3 1 10 15,1-1 0-15,2 0-16 0,-2 0 7 0,2 0-6 16,-2 0-2-16,-1 1 17 16,1-1-15-16,-1 1 5 0,0-1 10 0,-1 1-10 0,-2-1-8 0,3 1 2 15,-2-1-5-15,-1 3 13 0,0-3 5 0,1 0 8 16,0 0-22-16,0 2-1 0,-1-1 12 0,0-1-12 16,2 1 25-16,-2-1-15 15,3 1-7-15,-1-1 18 0,-1 1-9 0,3-1 16 16,-2 1-5-16,0-1-18 0,2 0 10 0,-1 1-11 15,-2-1 4-15,2 0 9 0,1 0 1 0,0 0 0 0,1 0 0 0,0 0-8 16,-2 0-19 0,0 0 7-16,1 0 8 0,0 0 11 0,2 0 8 0,-2 0-8 15,-1 0-8-15,0 0-5 0,0 0 6 0,-1 0 13 16,2 0-3-16,0-2-2 0,1 0-9 0,-1 2-8 16,-1-1 9-16,1 1 0 0,2-1 1 0,-2-1 2 0,0 2-8 15,-1 0-8-15,0 0 12 0,1 0-4 16,-3 0-4-16,3-3 13 0,-2 3-13 0,0 0 13 0,-1-1 2 15,0 0 3-15,-1 0 11 0,3 0-17 16,-2 0 4-16,-2 0-5 16,1 1-7-16,1-1 3 0,0 0-1 0,-1 0 9 0,-1 0-7 15,2-1 4-15,0 2-3 0,0-2-18 0,0 2 17 16,0-2 0-16,0 1 3 0,-1 0-1 0,1 0 0 0,0 0-11 0,2 0-1 0,-2 0 19 31,0 0-8-31,2 0 3 0,-1-1 0 0,0 2-15 16,0 0 11-16,2-3 7 0,1 2 0 0,-1 0 3 15,-3 0-17-15,3 0 7 0,1 0-3 0,-1 0 6 16,0 0-7-16,0 0-7 0,0 0 7 0,-4 0-15 16,4-1 28-16,1 0-9 0,-3 1 0 0,2-1 4 0,-1 1-16 0,0-1 16 0,0 0-8 15,1 0 6 1,-2 0-5-16,1-1-4 0,0 1 3 0,-2 1-5 16,1-2 4-16,-2 0-4 0,1 0 5 0,0 1 5 15,0-1-10-15,-1 1 11 0,1-1-8 16,0-1 5-16,0 1 5 0,-1 0-15 0,1-1 2 0,0 1-2 15,-3-1 8-15,3 0 7 0,0-1-4 16,0 1-8-16,-1 2 1 0,-1-3-10 0,2 1 13 0,-1 1 2 16,3-1-1-16,-1 1 2 0,-1-1-17 15,-1 0 5-15,3 1 2 0,-1 1 3 0,-1-2 16 0,0 1-5 0,-1-2-5 0,2 3-3 16,-1-1-14 0,-1-1 12-16,3 1-7 0,-1-1 13 0,1 1 2 15,1 1-11-15,-2-2 9 0,0 1-9 0,2 0 11 16,1 1 0-16,-1-2-5 0,0 1 5 0,-3 0-15 15,2 1 15-15,0-1 1 0,1-1-16 0,0 1 16 16,-3 0-19-16,2 0 15 0,1 1 1 0,-3-1-16 16,3-1 12-16,-2 1-21 0,0 0 19 0,-1 0 10 15,0 1-4-15,1-1 9 0,0-2-18 0,-1 1 4 0,3 1-6 16,-4-2 5-16,1 1 6 0,2 1-7 16,-1-2 9-16,-2 1-5 0,1 1 10 0,2-2 5 15,-1 1-16-15,-1 0 9 0,1 0-19 0,0 0 8 16,-1-1 11-16,2 1-23 0,-2 0 20 15,0 0-14-15,0-1 6 0,2-1 10 0,-2 3-26 16,0-1 22-16,2-1-10 0,-1 0 0 0,1 1 11 0,-1-1-23 16,0 0 16-16,2 2 8 0,-1-1-16 0,-3-1 15 15,2 2-10-15,-1-1 6 0,2 1 11 0,-2-2-8 16,0 1-6-16,0-1-5 0,2 0 14 0,-1 2-5 16,-2-1 7-16,1-1-5 15,2 0-12-15,-1 2 13 0,-2-1-4 0,3 1 0 16,-1-2 13-16,1 2-22 0,-2-1 9 0,2-1 6 15,1 3-17-15,0-2 21 0,-3 1-19 0,2-2-2 0,2 2 11 16,-1 1-3-16,0-1 10 0,2-1-9 0,-2 1 6 16,0 1-13-16,-1-1 4 0,3 0 6 0,-2 0-17 0,0 0 20 15,0 2-12-15,2-3-1 16,-3 3 10-16,0-1-16 0,1 0 12 0,2 0-3 16,-2-1 4-16,2 1 11 0,-2 0-13 0,1 1 9 15,-1-1-13-15,0 0 4 0,0-1 8 16,2 0-16-16,-2 0 11 0,0 2-10 0,1-2 5 0,-1-1 12 0,0 3 3 0,1-1-15 15,0-2-1 1,-2 1-10-16,0 2-4 0,1-2 26 0,0 0-5 16,1 0 6-16,-3 1-5 0,1-2-2 0,-2 1-5 0,3-2-1 15,-1 2-3-15,-1 0-1 0,1-1 11 16,-1-1-4-16,0 1 8 0,2 1-5 0,-1-1-9 0,-2 0 13 0,2 0 4 0,1 1-2 31,-1-1-5-31,1 0 0 0,0 0-4 0,-1 0 4 0,3 1 8 16,-2-2-7-16,0 1-3 0,2 2-3 15,-2-2 6-15,0 0 2 0,-1 1-7 0,3-2 8 0,-2 3 1 16,-1-2-5-16,3 1-1 0,-2-1 2 0,2-1-10 16,-3 1 4-16,1 0 7 0,0 1-3 0,0-1 3 15,0 1-3-15,-2-1-5 0,2 1-3 0,0-2-1 16,-1 1 6-16,-1 1 0 0,1-3 3 16,-3 2 0-16,2-1-5 0,1 0 6 0,-2 2-6 0,-1-1 5 15,2-1 2-15,1 2-9 0,1-1 3 0,-2 0-1 0,0 1 9 16,2 0-7-16,1 0-9 0,0 1 11 0,0 0-7 0,0 1 21 15,2 0 11-15,0-2-21 0,0 3 5 0,2 0-2 16,0-2 0-16,0 2 11 0,0 0-20 0,0 0 7 31,0 0-8-31,0 0 0 0,0 0 11 0,0 0-19 0,0 0 10 16,0 0 2-16,0 0-5 0,0 0 6 0,0 0-17 16,0 0 11-16,0 0 4 0,0 0-3 0,0 0 7 15,0 0-25-15,0 0 9 0,0 0 1 0,0 0-1 16,0 0 9-16,0 0-22 0,0 0 7 0,0 0-3 15,0 0 5-15,0 0-15 0,0 0-22 0,0 0-16 16,0 0-26-16,4 0-21 0,-4 0-16 0,2 0-23 16,-2 0-21-16,0 0-2 0,0 0-22 0,0 0-7 15,0 0-17-15,2 0-40 0,0 0-56 0,-2 0-58 16,1-2-73-16,-1 0-16 0,2 2-3 16,-2 0-31-16,1 0 12 0,-1 0-46 0,2 0 77 0</inkml:trace>
  <inkml:trace contextRef="#ctx0" brushRef="#br0" timeOffset="192611.77">8338 11700 1359 0,'0'0'33'0,"0"0"27"0,0 0 22 0,0 0 17 0,0 0 6 0,0 0 1 15,0 1-8-15,0-1-1 0,0 0-18 0,0 0-7 16,0 0 5-16,0 3-2 0,0-3 0 15,0 0-11-15,0 0 4 0,0 0 0 0,0 0-3 16,0 0 40-16,0 0-10 0,0 0 3 0,0 2-2 16,-3-2-37-16,3 0-5 0,0 0-10 0,0 0-18 15,-3 0 0-15,0 1-9 16,1-1 4-16,1 0 7 0,-1 0-10 0,-1 0 16 16,0 0 11-16,-2 0-7 0,0 0 17 0,-1 0-12 15,-2 0-12-15,2 0 6 0,-2 0-11 0,-2 0 4 16,1 0-11-16,-1 0 3 0,-1 0 16 0,-1 0 0 15,0 0 6-15,0 0-11 0,-1 0-16 0,0 0-6 16,1 0-11-16,1 0 14 16,-2 0 11-16,4 0-12 0,-1 0 10 0,-1 0-3 0,3 0-9 0,0 0 14 0,2 0 2 15,-3 0 1-15,2 0-13 0,1 0 7 0,1 0-2 0,0 0-5 16,-1 0 10-16,0 0-13 0,3 0-7 0,-1 0 8 16,1 0 11-16,0 0 10 0,0 0-8 15,0 0-6-15,1-1-10 0,-2-1-8 0,2 2 4 16,-1 0 9-1,0 0-7-15,-1 0-1 0,3 0 12 0,-1 0-13 0,-1 0 1 0,3 0 0 0,-2 0 0 0,2 0-9 16,-1 0 6-16,1 0-6 0,-2 0-5 16,2 0 10-16,0 0-1 0,-1 0 8 0,-1 0-2 15,2 0-10 1,-2 0-2-16,0 0-7 0,0 0 6 0,0 0 12 0,-1 0-4 16,2 0 8-16,-1 0 4 0,0 0-2 0,-1 0 10 15,0 0-1-15,1 0-11 0,1 0 1 0,-1 0-1 16,2 0 0-16,-2 0-1 0,2 0-1 0,0 0-4 15,0 0 6 1,0 0 7 0,0 0-9-1,0 0 2 1,0 0-20-16,0 0 7 0,0 0 6 0,0 0-4 0,0 0 4 0,0 0-11 16,0 0-1-16,0 0 4 0,0 0 3 0,0 0 2 0,2 2 0 0,-2 1-5 0,3 0 4 0,-1 0 4 0,0 0-2 0,-1 1 17 0,2 0 4 0,-1 0 8 0,3 3 15 0,0 0-5 0,1 1-11 0,0 2 2 15,0-1-14-15,4 2 4 0,-1 0 21 0,1 1-12 16,0 0 8-16,2 1-16 15,-1 0-21-15,0 1 8 0,0 0-13 0,0 0 13 16,-1-1-6-16,-1 1 0 16,1 0 1-16,-4 0 1 0,2 0 2 0,-2-1-6 0,-1 0 3 0,1-2-13 0,-1 1 17 31,-2-1-12-31,3-1 6 0,-2-1 0 0,-1 0 3 0,0-1 1 16,0 0-8-16,0-2 5 0,-1 2-8 0,1-1 13 0,-1-2-8 0,1 0 2 0,-3-1-1 31,2-1-12-31,0 0 30 0,-2-1-15 0,0-1 23 0,0 0-4 0,0-1-2 0,0 0 29 15,0 0-31-15,0 0 20 0,0 0-18 0,0 0-20 16,2 0 4-16,-2-3-7 0,0 3 11 0,0 0-10 16,0 0 6-16,0 0-6 0,0 0-13 0,0-2 18 15,0 1-74-15,0 1-55 0,0-1-70 0,0 1-116 16,0-3-85-16,0 3-135 0,0 0-79 0,0 0-88 16,0 0-27-16,3 0 41 0</inkml:trace>
  <inkml:trace contextRef="#ctx0" brushRef="#br0" timeOffset="194542.23">9083 12820 1877 0,'0'0'29'0,"0"-4"39"0,3 0 33 0,-1 0 28 0,-1-1 8 0,1-1-6 16,0 2 3-16,-1-1 22 0,-1-1 4 0,2 1-14 15,-1 1-4-15,-1-1-19 0,2 2-14 0,-2-1 12 32,0 1-15-32,0-1-25 0,0 3-7 0,0-1-35 15,0 0-8-15,0 1-10 0,0 1-29 0,0 0 20 16,0 0-31-16,0 0 10 0,0 0 14 0,0 0-22 0,0 0 19 16,0 0 2-16,0 3 1 0,0-1-7 0,0-1 8 15,0-1-18-15,0 2 0 0,0 0 13 0,0-1-2 16,0 2 9-16,0 0-12 0,0 0 0 0,0 4 14 15,0 0-3-15,0 1 21 0,0 2 7 0,4-1 3 16,-2 1 1-16,1 2-8 0,0 0 8 16,-1 0-17-16,1 2 15 0,0 1-10 0,2 0-11 0,-2 2 7 15,-1 0-14-15,2 0 2 0,-1-1-9 0,1 0-4 0,-1 0 5 16,-1-1 1-16,-1-1 8 0,2 0-1 0,-1-1-9 16,0 1-1-16,-1-2-1 0,2-1-7 0,-1-2 11 0,2 0-5 15,-4 1 5-15,2-3-7 16,-2 0 2-16,2-2 0 0,-1 0 5 0,-1-2 6 0,0 0 1 0,0-1 0 31,0-1 17-31,0 0 10 0,0 0 16 0,0-1 24 0,0 0-10 0,0 0 2 0,0 0-6 0,0 0-6 31,0 0 3-31,0 0-5 0,0 0 7 0,0 0-12 16,0-3-16-16,0 0-10 0,0 1-30 0,0-3 13 16,0 0-2-16,0 0-11 0,0-2 9 0,0-1-3 15,0 1-6-15,0-2 14 0,0 0-6 0,0 0-5 16,0 0 1-16,2-2-6 0,1 3 15 0,0-2-11 15,0 2 9-15,2-3 11 0,0 2-19 0,3 1-6 0,-2-3 4 16,0 3 4-16,3-1-4 0,0 0 9 0,0 2-12 16,1-2-8-16,2 1 21 15,-1 1 6-15,2 0-10 0,0 1 3 0,0 1-11 0,0-1-8 0,0 2 21 16,1 1-3-16,-1 0 5 16,-2 2-4-16,3 1-13 0,-4 0 4 0,1 0-4 0,0 3 19 15,-1 1 4-15,-1 0-20 0,0 1 9 16,-1-1-6-16,1 1-3 0,-3 2 18 0,3 1-14 15,-1-1-5-15,-1 3 1 0,-1-2-2 0,0 2 21 16,-3 1-8-16,0-1 7 0,-1 1-11 16,0-1-14-16,-1 1 8 0,-1-2 0 0,2 2 9 15,-1-2-3-15,-1 0-7 0,2 0 2 0,-2-1 1 0,0 1 0 16,0-1 4-16,0-1 14 0,0 0-11 0,0 0 0 16,0 0 2-16,-2 0-20 0,-1-1 16 0,0 1 2 15,-2-2-8-15,0 3 6 0,-1-2-4 0,-3 0-3 0,-1 0 2 16,-1-1-3-16,0 0 6 15,-3-1-2-15,-2-1 7 0,0 0-5 0,0 1-10 16,-1-2 18-16,0-1-7 0,-2-1 4 0,1 0 6 16,-1 0-17-16,3-4 8 0,-1 1 9 0,0-3-19 0,4 1 15 0,-3 1-1 15,2-1-10-15,3 0 12 16,-3 1-15-16,4-2 0 0,2 0 5 0,-1 1 6 0,1 2-8 0,2-1-4 0,1 1 11 31,0 1-6-31,2-3 6 0,0 4-2 0,1 0-2 0,1 0-8 0,-1 0 13 0,2 0-22 16,0-1-54-16,0 2-40 0,0-1-81 0,0-1-75 15,0 0-89 1,3 2-125-16,-1-1-60 0,1-1-86 0,-2 1-46 16,1-2-17-16</inkml:trace>
  <inkml:trace contextRef="#ctx0" brushRef="#br0" timeOffset="-202528.05">18736 11960 487 0,'0'0'4'0,"3"0"9"0,0 0 21 0,-2 0 18 16,2 0-6-16,-3 0 1 0,2 0 4 16,0 0 4-16,-1-2 25 0,3 2 9 0,-4-3-17 15,0 3 7-15,1-2-2 0,-1 0 8 0,0 2 14 16,0-1-6-16,0-1-9 0,0 2-5 0,0 0-13 16,0 0 11-16,0 0 5 0,0 0-2 0,0 0-3 15,0 0-24-15,0 0-24 0,0 0 0 0,0 0 1 0,0 0-1 16,0 0 16-16,0 0-15 0,0 0-7 15,0 0 8-15,0 0-5 0,0 0 5 0,0 0 9 0,0 3-10 16,0-1 0-16,0-1 4 0,0-1-5 0,0 1 6 16,0-1-6-16,0 2 1 0,0-2-1 0,-1 0-8 15,-3 0 10-15,1 0-5 0,1 0 6 16,2 0 2-16,-1 0 24 0,-1 0 0 0,1 0-11 16,-4 0 4-16,4 3-19 0,-1-1-2 0,-1 2 14 15,0-1-4-15,-1 0-11 0,0 0 1 16,0-1-11-16,1 1 19 0,-3 1-5 0,3-1 6 0,-2-1-9 0,0 3-1 0,2-1 2 15,-2-1-22-15,1 2 27 0,-2-1-23 0,1 0 2 16,0 0 20-16,0-1-30 0,0 0 16 0,1 0-6 16,-2-1-9-16,2-1 24 0,0 2-20 31,0-1 10-31,0 1-3 0,-1 0 1 0,0 1 15 0,-1 1 5 0,0-1 7 0,-1 1 4 16,1 0-12-16,-1 2-6 0,-2-2 12 15,1 2-15-15,0 0 11 0,-1 0 7 0,1 1-14 16,-2-1-13-16,1 0 8 0,0 0-3 0,-1 1-4 15,0-1 27-15,0 0-13 0,0 0-3 0,0 0 9 16,-1 0-33-16,3 2 19 0,-1-2-8 0,0-1-16 16,1 3 32-16,0-2-31 0,-1 0 9 0,0 0 13 0,1 0-20 15,2-2 9-15,-1 3 1 0,-2-3-10 0,3 3-3 16,-2-2 12-16,1 0-7 0,-2 1 4 0,3 0 9 16,-1 0-4-16,-1 0-14 0,-1 0 24 0,3 0-3 15,-2 0-2-15,0-1 6 16,-3-1-19-16,3 2 11 0,2-2-9 0,-2 3 5 0,-3-2-9 0,4 1-22 15,-1-2 25-15,2 2-10 0,-3 0 27 0,-1-1-2 16,2 0-10 0,-1 0 8-16,3 0-22 0,-4-1 14 0,2 0-4 15,-3 0 0-15,3 0 8 0,-2 0-3 0,1 1-1 0,1-2 16 16,-1 2-6-16,-1 0-5 0,-1-1-5 16,2 2-12-16,-1-2-4 0,-1 1 19 0,2-1-4 15,1 1 3-15,-3-1-4 0,1 0-4 0,2 2 0 16,-3-3-6-16,3 2 13 0,-5-1-16 0,1 1 11 15,-1-1-7-15,2 1 8 0,-3-1 7 0,3 1-14 0,-3 0 2 16,3 0-8-16,-3 0 9 0,1 0-8 0,0-1 20 16,-3 1-3-16,3-1-8 0,0 1 15 0,-4-2-12 15,4 2 6-15,-4-1-7 0,4-1 15 0,0 2-9 16,-3-2-2-16,3 1 18 0,-2 1-7 16,-1-1 4-16,0 1-8 0,0-1-10 0,0 0-10 0,0 2-5 15,-1-2 5-15,-1 0-8 0,1 0 12 0,1 2 6 16,-1-3 3-16,1 3 11 0,-3-3-6 0,2 3 7 0,-1-3-16 15,1 1-2-15,-1 1-2 0,1 0-9 0,0-1 20 16,-1 1-6-16,-2-2 4 0,4 1-6 0,-3 2-9 31,3-2 7-31,-4 0-5 0,1 1 7 0,1 0-3 16,1-1-1-16,-1 1-3 0,1 0 9 0,1 0-3 0,-1 0-5 16,3 0 3-16,-4 0 0 0,1-1-2 0,1 0-3 15,-1-1 9-15,3-1-10 0,-4 0 19 0,4-1-2 0,-2 0-13 16,4 1 4-16,-1-1-9 0,-1 0-5 15,2 2 16-15,-1 0-9 0,1 0-1 0,-2-1 10 16,3 1-11-16,0-1 9 0,-2 0-1 0,1 0-6 0,-4 1 9 16,3-1-9-16,0 1 0 0,-2 1 14 0,-1-2-14 15,0 1 8-15,0 0-11 0,-3-1 12 0,2 2 3 16,-1 0-8-16,1 0 25 0,0-2-32 0,-2 1 19 16,0-1 3-16,3 1-25 0,-3-1 23 0,3 0-15 15,-3 0 11-15,3 0 2 0,-1 0-5 0,1-1-11 16,-3 1 8-16,4-1-4 0,0 0-3 0,-4 1 9 15,5-2-18 1,-3 0 17-16,2 4-1 0,-2-4-2 0,1 0 2 16,2 1-19-16,-2-1 15 0,2 1-1 15,1-1 4-15,2 1 5 0,-3-1-16 0,1-1 3 0,1 3-4 16,1-2 9-16,-5-1 2 0,5 1-1 0,-2 0-3 16,-1 0 8-16,1 0-13 0,1 0-2 0,-1 1 4 15,2-2-4-15,-3 1 8 0,1 1 4 0,-1 0-8 16,1-2-3-16,-3 2 9 0,4-1-7 0,-4 1 5 15,2-2 3-15,1 1-10 0,-3 0 9 0,2 1-3 0,-2 1-7 16,2-2 12-16,-2 0-6 0,2 1 11 16,-2-1-17-16,2 0 4 0,-2 0 7 15,1 1-13-15,-2-1 28 0,4 1-10 0,-4-2-7 0,4 1 1 0,-4 1-4 16,4-2-4-16,0 2 3 0,-2-2 3 0,1 1-1 16,1-1 1-16,0 1 6 0,-1-1-9 0,0 0 2 0,0 0 5 15,-1 0-20-15,0 0 23 0,0 1-1 0,2-1 1 31,-4 2 14-31,4-2-3 0,-4 1-1 0,0-1-6 16,1 0 4-16,1 0-1 0,0 0-9 0,-2 0 0 16,2 0 0-16,-2 0 0 0,3 0-5 0,-2 0 12 15,2 0-8-15,-3 0-8 0,1 0 21 0,0 0-21 16,-2 0 6-16,3 0 3 0,-4 0-10 0,5-3 4 0,-4 2-7 16,2 0 9-16,-1 0-7 0,1-1 7 15,1 2 3-15,-2-2-10 0,0 1 10 0,1 1-5 0,1-2-1 16,0 1 5-16,-2 0-1 0,2 1 4 0,-2-1-4 15,4 1-3-15,-4 0 0 0,4-1-6 0,0 1 4 16,-2-1 1-16,1 1-7 0,3-1 12 16,-2 1 0-16,-1-2-3 0,1 2 0 0,-1-1 2 0,1 1 1 15,-4-1 6-15,4 1-5 0,-2-2-12 0,0 2 9 16,0-1-8-16,-1 1 10 0,0-2-6 0,0 1-2 0,0 0-1 16,0 1-1-16,-1-2 17 0,1 1-8 0,-3-1 2 15,3 2 5-15,-1-2-17 0,3 0 2 0,-4 1 2 16,4-1 2-16,0 1 17 0,0-1-6 0,-2 1-4 15,3 0-8-15,-1 0-10 0,0-1 18 0,-2 1-6 16,3 0 4-16,-2-1-3 0,0 0-4 0,0 1 6 16,0-1-11-1,0 0 12-15,0 1-13 0,0-1 5 0,0-1 10 16,0 2-3-16,0 0 2 0,2-2-11 0,-4 1 1 16,4 0-1-16,-4 0 2 0,4 0 12 0,-1 1-5 15,0-2 2-15,0 1-4 0,-1 0 0 0,2 0-5 16,1 0 4-16,-2 1-6 0,1-2 9 0,2 1-5 15,-3 1-5-15,5 0 19 0,-3-1-27 0,-2 0 20 0,3 1 6 16,0-1-17-16,0-1 19 0,0 3-15 16,-1-3 0-16,2 1 3 0,-3 1-3 0,2 0 3 0,0-1-4 15,-1 0 9-15,0 1-6 0,1-2-2 0,-3 1 5 16,1-1-7-16,1 0 16 0,-1 0 5 0,0 0-13 16,-1 0 7-16,1 1-23 0,-2-1 11 0,0 0 3 15,2-1-7-15,-4 2 17 0,0-1-21 0,4 0 13 0,-4-1-1 16,4 2-5-1,-2-2 19-15,0 0-28 0,0 1 21 16,0-1-5-16,0 2-7 0,-1 0 13 0,0 0-19 0,0 1 14 0,1 0-18 0,0 0 24 0,-1-1-7 31,2-1-14-31,0 3 16 0,0-4-19 0,1 1 16 16,0 0-2-16,0-2-1 0,-2 3 3 0,2-2-8 16,1 1 9-16,0-2-2 0,-2 2-5 0,2-1 9 15,0 0-8-15,-2 0 4 0,3-1 4 0,0 1-11 0,-3-1 6 16,4 2-12-16,-2 0 18 0,-1-1-8 0,3 1-4 15,-2-1 18-15,1 0-22 0,-3 1 11 0,4-2-4 16,-1 2-15-16,-1 0 14 0,0-1-4 0,1-1 4 16,-1 1 8-16,1 2-15 0,1-3 3 0,-4 1 2 0,4 0 9 15,-2 1-7-15,-1-1 6 0,0 1-1 0,1-1-4 16,-3 1-3-16,0-1 2 0,2 0 0 0,-4 0-6 16,1 0 15-16,-3-1-8 0,5 1 1 0,-7 0-7 15,2 0 8-15,2 0-2 16,0 0-9-16,0 0 17 0,0-1-13 15,0 1 2-15,-1 0 13 0,1 0-20 0,0 0 12 0,-2-2-13 0,1 1 4 16,-1 0 20-16,-1 1-18 16,2-1 24-16,1 1-21 0,1-2-10 0,-3 1 26 15,5 0-19-15,-3 1 19 0,2-1-18 16,1 1-5-16,1 0 16 0,1-1-7 0,-1 0 23 0,0 1-16 0,1 1-5 16,1-2 10-16,0 0-12 0,1 1 11 15,-1 1-17-15,0-2 10 0,2 1 1 0,-1 0-5 16,-1 0 15-16,3 0-26 0,0 0 14 0,0 0 5 0,-1 0-7 15,-1 0 13-15,2 1-25 0,2 0 14 16,-3 0 0-16,-1-1-6 0,4 1 19 0,-1 0-30 0,-2 1 12 16,1-3 11-16,0 3-12 0,2-1 17 0,-2 0-23 15,0-1 4-15,0 1 13 0,-1 1-10 0,1-1 12 16,1-1-24-16,-1 1 7 0,-1 0 10 0,1 0-8 16,0-1 21-16,2 0-33 0,-2 1 15 0,-1 1 5 15,2-1-12 1,-1 0 19-16,-1-1-34 0,3 1 25 0,-2 0 2 0,0 0-6 0,-2 0 19 0,2 1-36 0,0-3 19 15,0 2 11-15,-1-1-10 0,1 1 30 0,0 0-52 16,-3-1 16-16,3 1 10 0,0-1-22 0,-1 1 34 31,-2 0-32-31,1 0 14 0,2 0 5 0,-2 0-9 16,1-1 25-16,1 2-29 0,-1-1 5 0,1 0 11 16,0-2-11-16,2 2 14 0,-1-1-15 0,0 1 9 0,0-1 2 15,-1-1-11-15,0 3 13 0,-2-3-20 0,0 2 0 16,0 1 18-16,0-2 0 0,0 0 4 0,0-1-14 0,-4 1 3 15,5 0 3-15,-1 0-1 0,-2 0 13 16,2 1-22-16,-1-1 0 0,3-1 11 0,-1 2 4 16,1 0 7-16,-2 0-10 0,2-1-13 0,0 0 7 15,2 1 2-15,-2 1 13 0,2-2-8 0,0 1-9 0,1 0-1 0,-2 1-7 32,1-2 18-32,2 3-13 0,0-2 4 0,0 1 3 0,-1 0-5 0,1 0 10 0,0 1-7 15,-4-1-2-15,5 0 0 0,-2-1 14 0,0 0-11 16,0 0 1-16,1 2 5 0,-2-3-11 0,-1 1 10 15,2 0 7 1,1 1-17-16,-1-1 7 0,0 1 3 0,-1-2-4 0,0 0 7 16,-1 1-18-16,2 0 16 0,-1 0-16 15,0 0 17-15,0 0 3 0,-1 0-18 0,2 0 13 16,1 0-14-16,-4 1 19 0,3-1-7 0,0 0-6 16,1 1 4-16,0-2-7 0,-1 4 10 0,1-3-6 15,-1 1-3-15,1 0 5 0,0 0-13 0,3 0 28 16,-2 1-7-16,1-2-13 0,0 1 24 0,-1 1-26 0,1 0 11 0,1 0 3 15,-1 0-26-15,-2 1 31 0,4-1-13 16,-2 1 6-16,2-1 13 0,-1 1-38 16,-1-1 20-16,2 0-1 0,-1 0-3 0,-1 0 23 0,0-1-25 15,2 2 4-15,-3 0 2 0,1-3-7 0,1 3 21 16,-1-2-19-16,-1 1 5 0,1-1 7 0,-1 0-8 16,0 0 13-16,-1-1-16 0,-1 1 2 15,0-1 3-15,0 0 2 0,0 0-1 0,1 0-5 0,-2-1 5 16,1 1-8-1,-2 0 17-15,4 0-3 0,-2-1-19 0,2 2 16 16,0 0-4-16,-1-1 0 0,0 1 10 0,1-1-19 16,2 3 8-16,-1-3-5 0,0 2 5 0,-1-1 12 15,0 0-22-15,1 1 17 0,1-1-6 0,-1 1-3 0,-1 0 15 0,1-1-22 16,-2 0 9-16,2 2 1 0,-1 0-1 0,0 0 13 16,0 0-13-16,-2-1 11 0,2-1-4 15,-2 1-13-15,-1-1 16 0,3 0-24 0,-2 0 12 16,0 0 12-16,0-3-7 0,0 1 3 15,-2 0-12-15,2 0 1 0,0 0 3 0,2 0 7 16,-2-1 0-16,2 3-13 0,-2-2 1 0,1 1 6 0,-1 1 4 16,2-1 6-16,0 1-11 15,-1 2-7-15,1-3 10 0,2 3 0 0,-1-1 9 0,0 0-4 0,-1-1-14 16,2 1 7-16,-1 0 2 0,-1 0 9 16,2-1-21-16,-1 1 7 0,1 1 6 0,1-2-13 15,-2 2 35-15,0 0-30 0,2 0 8 0,0 0 13 16,0 0-9-16,0 0 16 0,0 0-35 0,0 0 17 0,0 0-8 15,0 0 6-15,0 0 15 16,0 0-35-16,0 0 23 0,0 0-7 0,0 0-2 16,0 0 23-16,0 0-40 0,0 0 18 0,0 0-2 15,0 0-3-15,4 0 25 0,-4 0-27 0,1 0 14 16,-1 0-4-16,0 0-5 0,2 0 13 0,-1 0-25 16,-1 0 10-16,0 0 2 0,0 0-1 0,0 0 14 15,3 0-15-15,-3 0 3 0,2 0 3 16,-1 0 3-16,-1 0 3 0,2 0-10 0,-1 0 7 0,1 0-2 15,1 2 0-15,-1-2 8 0,1 4-23 16,0-1 14-16,1 0-2 0,2-2-1 0,0 1 18 0,-1 0-30 0,1 1 14 16,-1 0 9-16,3-1-10 0,1 0 24 0,-2 2-25 15,1-1 3-15,1 0 9 16,0 0-10-16,1 1 11 0,2-2-19 0,-2 2 2 0,1 0 6 0,2-2 0 16,-2 3 7-16,0-3-5 0,1 0 1 0,0 0 2 15,0 0 8-15,-1-1-10 0,-1 1-3 0,2-1 8 16,-2-1-15-16,-2 2 19 0,0 0-4 0,3 0-17 15,-5-1 21-15,1 0-9 0,-1 0 1 0,0 0 13 0,-3 0-26 16,2-1 4-16,0 0 6 0,-2 0-6 0,2 0 28 31,-2 0-31-31,1 0 13 0,-2 0 9 0,0 0-27 16,-1 0 33-16,1 0-12 0,-1 0-11 0,-1 0 17 16,0 0-8-16,0 0-12 0,0 0-4 0,0 0 5 0,0 0 1 15,0 0 10-15,0 0-5 0,0 0 1 16,0 0 4-16,0 0-9 0,0 0 17 0,0 0-11 0,0 0-8 0,0 0 23 15,0 0-17-15,0 0 10 0,0 0-1 0,0 0-26 16,0 0 34-16,0 0-19 0,0 0 5 0,0 0 18 16,0 0-41-16,0 0 23 0,0 0-5 0,0 0 5 15,0 0 18-15,0 0-20 0,0 0 2 0,0 0-11 16,0 0 12-16,0 0 1 0,0 0-18 0,0 0 9 16,0 0 6-16,0 0-11 0,0 0 25 0,0 0-12 15,-3 0-6 1,3 0 13-16,0 0-10 0,-1 0 4 0,-1 0-18 0,0 0 14 0,2 0 3 15,-2 0 1-15,0 0 8 16,2 0-23-16,-2 0 11 0,-1-2-4 0,0 0-1 16,0 1 14-16,-4 0-27 0,3 0 19 0,-6-1-5 15,2 2 2-15,0-2 17 0,-4 2-28 16,2 0 10-16,-1-1 7 0,-3-1-6 0,1 1 6 16,-1 0-1-16,0-1-7 0,-2-1 13 0,2 1-11 15,-2-1 3-15,3 0-10 0,-1 2-12 0,0-1 29 0,4 0-7 0,-2 0 9 16,4 0 4-16,2 0-15 0,-1 2 8 15,2-1-12-15,-1-1 4 0,3 2-8 0,0 0-1 16,1 0 14-16,2 0-7 0,-1 0 7 0,1 0-5 0,-2 0-6 16,2 0 16-16,0 0-8 0,0 0 6 0,0 0-10 15,0 0-7-15,0 0 20 0,0 0-10 16,0 0 5-16,0 0-7 0,0 0-6 0,0 0 8 0,-2 0 1 16,-1 0 7-16,2 0-7 0,-1 0-1 15,2 0 6-15,-2 0-12 0,2 0 15 0,0 0-19 0,0 0 7 16,0 0 12-16,0 0-23 0,0 0 20 15,0 0-8-15,0 0-10 0,0 0 17 0,0 0-12 16,0 0 2-16,0 0-6 0,0 0 2 0,0 5 11 16,0-2-2-16,0 0 16 0,0 0-8 0,0 3 1 15,0-2-13-15,0 3 5 0,0 1-1 0,0 2-10 16,-3 1 21-16,3 2-20 16,0 3 8-16,0 2-2 0,0-1-6 0,0 3 16 15,0 1-11-15,3 0 12 0,-1 2-4 0,0-3-11 0,-1 3 11 16,2-1 6-16,-1-1 2 0,0-1-8 0,-1 1-6 15,-1 0 2-15,2-3-4 0,-2 2 14 0,2-4 1 16,-1-1-22-16,1 0 19 0,-2-1-8 0,1-2 5 16,-1-1 4-16,2-1-17 0,-2-2 18 0,0 0-23 15,0-1 20-15,0-3 3 0,4 0-23 0,-4-1 32 0,0-1-18 16,0-1 1-16,0 2 9 16,0-3-16-16,0 1 10 0,0 0-5 0,0-1 13 15,0 0-5-15,0 0-12 0,0 0 16 0,0 0-9 0,0 0 3 16,0 0 8-16,0 0-21 0,0 0 1 0,0 0 9 15,0 0-1-15,0 0 14 0,0 0-17 0,0 0 0 16,0 0 2-16,0 0-8 0,0 0 14 0,0 0-41 16,0 0-34-16,0 0-53 0,0 0-84 0,0-5-88 15,0 4-74-15,0-1-79 0,3 0-84 0,-1 0-146 16,-2 0-129-16,3 0-228 0,1-1 77 0</inkml:trace>
  <inkml:trace contextRef="#ctx0" brushRef="#br0" timeOffset="-200572.7">15078 13541 1539 0,'0'0'29'15,"2"0"41"-15,-1 0 33 0,-1 0 25 16,0 0-5-16,0 0-15 0,0 0-13 0,0 0-4 16,0 0 5-16,2 0-10 0,-2 0-3 0,0 0 11 15,0 0 14-15,0 0-7 0,0 0 21 0,0 0-19 16,0 0-25-16,0 0 31 0,0 0-6 0,0 0 21 0,0 0 4 15,0 0-10-15,0 0-2 0,0 0-3 0,0 0 0 0,0 0 9 16,0 0-24-16,0 0-18 0,0 0-17 16,0-3-41-16,-2 0 14 0,-1 1 1 0,2 1 14 15,-2-1 5-15,1-1-21 0,-1 0-10 0,-2 0-5 16,2-2-7-16,-2 0 2 0,0-2-11 16,-1 2 6-16,0-2-5 0,0 2-8 0,-1-2 12 0,-1 2-19 0,-1-1 19 15,1-1-3-15,0 3 1 0,-3-1 9 0,2 0-10 0,-1 0 3 16,-2 2-1-16,0-1-12 0,1-1 1 15,-1 1 13-15,1 2-11 0,-2-1 10 0,-1 0-6 16,2 0-6-16,0 2 8 0,-1 0-9 16,2 1 13-16,0 0-8 0,-2 0 9 0,1 0-1 15,2 0 2-15,-1 0-2 0,-1 0-10 0,1 3 9 0,-1 2-18 16,-2-1 16-16,3-1-7 0,0 2 6 0,-1 1 4 0,0 0-9 31,2 1 22-31,-2-1-10 0,4 3 0 0,-1-2-7 16,4 2-3-16,0 1-3 0,-1 0 1 0,3 0 17 15,0 0-14-15,-3 1-2 0,2 1 8 0,1-1-8 16,2 1 4-16,-3 0 8 0,3-1-3 0,1 0-7 0,0 0-5 16,0 0 2-16,0 0-6 0,0-1 20 0,0 1-3 15,3 0 7-15,0 0-13 0,-1 4 0 0,-1-4 0 16,3 2-13-16,0 0 27 0,-1-2-16 0,2 1 9 16,1 1-11-16,3-2-5 0,-2 1-6 0,3-1 14 0,1 1 10 15,1-2-8-15,0 0 13 0,2 1-18 0,0-3 0 16,-1 1 5-16,2-1 6 0,1-1-12 0,0 0 8 15,-2 0 8-15,0-2-15 0,3 0 17 0,-4-1 22 16,0-1 16-16,1 0-3 0,-1-1 12 0,0-2-19 16,-1 0-16-1,1 0 11-15,1 0-3 0,-3 0 7 0,-1-2-3 16,2-4 8-16,-2 3 2 0,1-3-20 16,-2 1 17-16,1 0-14 0,0-2-10 0,-1 0 14 0,-1-1-10 15,2-1 9-15,-3 0 2 0,-1-1 10 0,-1 0-13 16,0 0-3-16,-2-1 1 0,2 1-29 0,-2-1 8 15,-1-1-2-15,-2 1 7 0,3-1-5 0,-3 0-8 16,0-1-5-16,0-2 11 0,0 2-5 0,-5 0 6 16,2 1-4-16,0-2-13 0,0 1 7 0,-1 0 0 15,1 1 1-15,0 1-12 0,0 0 16 0,0 0-13 0,-2 1 2 16,2 1 6-16,2 1-10 0,-3 2 14 0,-1 0-3 16,4 1-1-16,-1 1-14 0,1 1 11 0,-1 1-6 15,2-1-9-15,-2 3 23 0,2 0-18 0,0 0 4 16,0 0 0-16,0 0 2 0,0 0-13 0,-1 3 7 0,1-1 8 15,-2 1-10-15,2 1 21 0,-1 1-13 16,-4 1 10 0,4 2-5-16,-2 1 0 0,-1 0 8 0,1 2-9 15,1-1 9-15,-1 0-8 0,-2 0-2 0,4 0 2 16,-1 0-6-16,1 0 11 0,-1 0-4 0,2 1 2 16,0 1-13-16,0 1 3 0,0-1 2 0,3 1 1 15,2 0 17-15,0 1-14 0,1-1 19 0,1 1-20 16,2-2 5-16,0 0 7 0,1-2-12 0,2 0 16 15,0 1 0-15,3-3 5 0,-2 1-10 0,6-1 19 0,-3-1-4 16,4-2 6-16,-2 1 7 0,4-3 11 0,0 0-3 16,0 1 4-16,1-3-7 0,-1 2 7 0,-2-2-6 15,-4-1-3-15,3 0 5 16,-5 0-36-16,-1 0 19 0,-2-4-16 0,-3 3 4 16,-2 0 4-16,2-2-26 0,-3 1 19 0,-1 1-11 15,-2 1-5-15,1-1 19 0,-1 1-25 0,0-1 10 0,-1 1 12 0,-1 0-13 0,0 0 1 16,0 0-17-16,0 0-2 0,0-1-57 0,0 1-85 15,0 0-145-15,0 0-164 0,0 0-119 0,0 0-185 16,-1 0-197-16,1 0-249 0,0 0 136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31T08:12:34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1045 1075 1051 0,'0'-5'23'16,"0"2"28"-16,0 2 35 0,0-1 30 16,0 1 5-16,0 1 12 0,0-1-9 0,0 1 0 0,0 0-8 15,0 0 22-15,0 0-2 0,0 0-25 16,0 0-10-16,0 3-60 0,0-1-26 0,0 0-2 0,0-1-17 0,0 2 11 16,0 0-13-16,0 1 7 0,-10 1 22 0,10 4 2 15,0 1 34 1,0 3-1-16,0 2-7 0,-9 3 4 0,9 1-24 0,0 2 11 15,0 0-10-15,-8 1-20 0,8-2 17 16,0 1-23-16,0-3-11 0,0 0 21 0,0-1-21 16,0-1 7-16,0-1 18 0,0-1-29 0,0-1 11 15,0-2 3-15,0-1-14 0,0-3 30 0,0-1 12 16,0-2 38-16,0-1 48 0,0-2 23 0,0-1 8 16,0 0 4-16,0 0 2 0,0 0-1 0,0 0-9 0,0 0-38 15,0-4-55-15,0-1-30 0,0-1-10 0,0-2-11 16,0-2 2-16,-10-3-4 0,10-1-11 0,-11-2 5 15,11-3 12-15,-11 1-11 0,11-2 11 0,-10 0-5 16,10 2-4-16,-10-1 15 0,10 2 0 0,-10 2 9 16,10 0 4-16,0 4-6 0,0 2-3 0,0 2-19 15,0 2 5-15,0 2-30 0,0 2 6 0,0 0 6 0,0 1-10 16,0 0 21-16,0 5-5 0,0 1 7 0,0 1 10 16,0 1 3-16,0 2-2 0,16 3-3 0,-3 1-10 15,1 1 13-15,2 0-3 0,-2 2-2 0,2-2 3 31,-2 1-4-31,3-1 0 0,-1-1 8 0,3 1 3 16,0-2-2-16,-1-1 9 0,0-2-7 0,0 1-1 16,1-2 12-16,1-3-6 0,-2 1 8 0,1-3 28 15,-3-2-10-15,1-2 27 0,0 0 7 0,-4 0-23 16,1 0 0-16,0-6-4 0,-4-1-6 0,2 2 5 0,-2-2 2 16,-2-1-20-16,-8-2-2 0,8 2-9 0,-8-2-13 15,0-2 2-15,0 2-6 0,0-1-3 0,0-1 12 16,0 0-11-16,0 1 6 0,0 2-2 0,0 1-8 15,0 2 4-15,0 0-20 0,0 3-15 0,0 1-37 16,0 1-21-16,0-1-59 0,0 1-84 0,-6 1-67 16,6 0-95-16,0 0-56 0,0 0-72 0,0 4-52 15,0 0-12-15,0 0-9 0,0 1 99 0</inkml:trace>
  <inkml:trace contextRef="#ctx0" brushRef="#br0" timeOffset="1403.58">1320 1298 638 0,'-7'-1'18'0,"7"0"15"0,0 0 11 16,0 0 23-1,0-1 7-15,0 2 9 0,0-1 3 16,0-1-15-16,0 1-2 0,0-1 8 0,0 1 10 0,0-2 15 16,-9 1-21-16,9 2-15 0,0-3-5 15,0 2 13-15,0-1 17 0,0-1 2 0,-6 1-10 0,6 0 27 16,0 0 9-16,-7 0-12 0,7-1 2 16,0 0-50-16,-6 0-16 0,6 0-12 0,0-2-3 15,0 1 15-15,0-2 20 0,-5 1 2 0,5 1 4 16,0-2-29-16,0 2-28 0,0 0 15 0,0 1-10 15,0 1 28-15,0 0-10 0,0 1-4 0,0 1-1 0,0-2-32 16,0 1 8-16,0 1 7 0,0 0-13 0,0 0 2 0,0 0-3 16,0 0-8-16,0 0 13 0,0 0-6 0,0 0 2 15,0 0-9-15,0 0-9 0,0 0 11 0,0 3-1 0,0-3-4 16,0 1 11-16,0 1 2 0,0 0-4 0,0 1 6 16,0 0 2-16,0 1-9 0,0 3 4 0,0 0 6 15,0 1-9-15,0 2 6 0,5 1 6 0,-2 0-9 16,-3 0-4-16,5-1 5 0,-5 1-4 0,5 1 10 15,-5-1 6-15,0-1-4 0,5 1 0 32,-5-1-5-32,0-1 11 0,3 0-2 0,-3-2-8 0,0 2 5 15,7-2-11-15,-7-2 2 0,0-1-20 0,0 0-70 16,5 1-66-16,-5-2-133 0,0 0-100 0,0-1-69 16,0 1-60-16,0-3 20 0</inkml:trace>
  <inkml:trace contextRef="#ctx0" brushRef="#br0" timeOffset="2465.86">1676 1297 2619 0,'0'0'46'0,"0"0"44"0,0 0 10 0,0-2 1 16,0 1-41-16,0-1-45 0,0 2-2 0,0-1 4 15,0 1 13-15,0 0-1 0,0-2-5 0,0 2-10 0,0 0-18 0,0 0 3 16,-7 0-7-16,7 0 2 0,0 0 7 16,-6 3-1-16,6 0-8 0,-7-1 18 0,7 1-9 15,-6 2 4-15,6-1-3 0,-6 1-9 0,6-1 12 16,-6 2-4-16,6 2 4 0,-5-1-1 0,5 2-11 16,0-2 3-16,0 2 14 0,0-1 4 15,0 1-4-15,0-1-6 0,0-1 2 16,0-1-7-16,0 1 0 0,9-3 12 0,2 2-10 0,-1-1 4 0,-2-2 9 15,4 0-8-15,1 0-1 0,3-3 7 0,0 0-12 16,2 0 15-16,0-3 52 0,1-1 1 0,-3-1 22 16,4 0 0-16,-2-1-13 0,-4 1 22 0,0-2 32 15,-4 2-4-15,-1-1-8 0,-9 0-21 0,8 0-45 16,-8 0 6 0,0-2-22-16,0-1-21 0,0 0-1 0,0 1-10 0,0-3-3 0,-14 1 6 0,1-1-12 0,-3 0 6 31,0-1-10-31,-4 3-2 0,0 0 6 0,-1 0 1 0,-1 2 1 0,-2 0 6 0,2 2 7 0,3 1-15 31,2 1 3-31,2-1-4 0,3 2-10 0,4 1 0 16,8 0 1-16,-10 1-6 0,10 0 2 0,0 0-1 15,0 0 0-15,0 3 12 0,0 0 2 16,0 3 4-16,0-2-4 0,10 3-7 0,-2-1 10 0,3 2 0 0,0 0 5 16,2-1-2-16,-1 0-3 15,3 0 2-15,-2 0 0 0,2-3 2 0,2 0 0 0,-1-1-8 16,1-1 10-16,-1-1-5 0,3-1-2 0,-2 0 13 0,-2-3-12 0,2-2 12 0,-4 1-1 31,1-1-3-31,0-2-3 0,-1 2 5 0,-2-3-9 16,-1 2 11-16,-2 0 14 0,-8 0 2 0,10 1 19 0,-10 1 2 0,0 0-9 15,0 1-10-15,0 2-14 0,0 0-14 0,0-1 9 0,0 2-2 16,0 0-11-16,0 0-9 0,0 0 3 0,0 0-4 16,0 0 17-16,0 0-5 0,0 0-6 0,0 3 3 15,0 2-9-15,0 1 11 0,0 1 1 0,0 1-5 16,0 1 6-16,8 2 0 15,-8 1-23-15,12 1 28 0,-2-1 0 0,0 0-12 0,1-1 28 16,0 1-21-16,2-3 8 16,-2 0 7-16,3 1-6 0,-1-3-16 0,1-1 3 15,-1-1 11-15,2-2-7 0,0-2 15 0,0 1-10 16,0-2-14-16,0 0 19 0,1-6-9 0,0 1 10 16,0-3 1-16,-2 1 10 0,-3-2 41 0,2 0-6 15,-4-1 20-15,-1-1-23 16,-8 1-26-16,8-1 3 0,-8-1-25 0,0 1 9 0,0 1 1 0,0-1-11 0,0 1 5 0,0 0-9 15,0 1-2 1,0-1 2-16,0 3-2 0,-8 1 5 0,8 1-13 0,0 1 0 16,-8 2-10-16,8 1 1 0,0 1 7 15,0 0 0-15,0 0 6 0,0 0 3 0,0 6 4 16,0-1-8-16,0 2 8 0,0 1-1 16,0 2-2-16,0 1 10 0,8 1-6 0,-1 1 0 15,1 0 1-15,1 0-3 0,-1-1 1 0,3-1 0 16,0-2-2-16,2 2 0 0,-2-4 11 0,5 1-16 0,-2-2 6 0,0-2 6 15,2-2-11-15,1-2 17 0,2 0-9 16,-3-6 8-16,1 1 7 0,-1-2 17 16,3-1 25-16,-3-1 5 0,0-2 13 0,-5 0-9 15,1-1-24-15,-4 1-1 0,-8 1-13 0,0-1-5 0,10-1-1 0,-10 0-14 16,0 1-13-16,0 0-2 0,0-1 6 0,0 1-4 0,0 1 9 16,-13 2-15-1,1 0-10-15,12 2 1 0,-8 1-31 0,8 2-53 16,0 1-43-16,-8 1-90 0,8 0-41 0,0 1-4 15,0 0-38-15,0 0-31 0,0 0-114 0,0 5-88 16,0 0-92-16,0 0-48 0,0 0 143 0</inkml:trace>
  <inkml:trace contextRef="#ctx0" brushRef="#br0" timeOffset="4259.39">3963 1274 1611 0,'0'0'25'16,"0"2"10"-16,0-1 1 0,0-1 0 0,0 1-25 0,0 1-3 0,0 0 20 16,0 1 21-16,0 0 2 0,5 1 1 0,-5-2-16 15,6 2-3-15,-6 1 1 0,7 0 9 0,2-1 7 16,-9 1-1-16,6-1 59 0,-6-1 8 0,7 2 13 16,-1-2 19-16,-6-1-27 0,7-1 13 0,-1 1 10 15,-6-2 12-15,6 0 7 0,-6 0-5 0,8 0-13 16,-3-3-29-16,-5-2-20 0,8 0-26 0,1-1-7 15,-1-1 9-15,-8-1-6 0,8-3-8 0,0-3-10 16,-8 0-27-16,6-1-7 0,-6 0 11 16,0-3 5-16,0 0 8 0,0-1-3 0,0-1-11 15,0 0-2 1,0-1-17-16,0 1 13 0,0 0 12 0,-12 1 0 16,4 1 15-16,-2 1-13 0,1 3 7 0,9 2-8 0,-10 3-4 15,10 1-13-15,-8 3-15 0,8 1-8 0,0 1-4 0,0 3-1 0,0 0-22 16,0 0 12-1,0 0 5-15,0 7 3 0,0 0 26 0,0 5-19 16,0 3 14-16,0 4-7 0,0 3 3 0,0 3 14 0,12 4-14 16,-2 1 6-16,2 2 1 0,-1 0-14 0,1 0-1 0,3 0 10 15,0-1 0-15,1 1 6 16,1-2 14-16,-1 1-13 0,5-2-5 0,-1 0 15 0,0-1 3 16,2-2-17-16,1-1 10 0,1-3-8 0,-3-2-12 0,2-2 20 15,1-2-8-15,-5-3-4 0,3-3 2 0,-2-2 10 16,-2-1-12-16,-1-7 19 0,-1 0 10 0,0 0 6 0,-3 0 33 15,1 0-14 1,-5 0 10-16,1 0-12 0,-10-7-13 0,12-1-2 0,-12 2-21 0,10-3 6 16,-10-3-22-1,0 0 7-15,0-1-4 0,0-2-11 0,0-2 11 0,0-2-19 16,0-1 2-16,-13-1-6 0,-2 1-2 0,-1-1 14 16,-3-1-9-16,0 2 10 0,-2 1-4 0,-1 0 3 15,-3 1 5-15,0 2 1 0,2 2 2 0,-2 1-5 0,1 2-1 16,2 2-4-16,1 3-2 0,4 0 6 15,1 3-7-15,4 1-9 0,2 2 9 0,10 0-19 0,0 0 10 0,0 0 7 16,-9 0-5-16,9 6 8 0,0 1-2 0,0-2 8 16,0 2 0-1,0 0-4-15,0-1 9 0,0 2-18 16,0 0 14-16,14-1 4 0,-3 1-4 0,3-2 5 0,-1 2-3 0,1-2 0 16,2-2 10-16,3 1 0 15,1-2-5-15,-2-3-6 0,2 0 0 0,1 0-6 0,1 0 4 0,2-8 4 16,-4 1-14-16,1-2 18 15,-2-2-1-15,1 0 4 0,-2-1 1 0,-1-2 1 0,-6-1 2 0,-1 0 3 0,-10-2-3 0,11-3-10 32,-11 1 4-32,0-2-9 0,0-1 12 0,0 0 0 15,0 0-9-15,0-1 4 0,0 0-7 0,-19 3-2 16,5 1 6-16,-2 0-7 0,3 4 1 0,1 3 5 0,-1 2-3 16,3 1 3-16,10 5-12 0,-10-1 2 15,10 4-9-15,0 1-2 0,0 0 10 0,0 0-8 0,0 0 1 16,0 0 10-16,0 7 2 0,0 2 4 15,0 0-5-15,0 4 12 0,0 2-9 0,0 2 6 16,0 2 6-16,15 1-4 0,-2 0 2 0,4 2-5 0,-2-1 4 16,2 0-10-16,-1 0 13 15,4-2-10-15,-1 0 1 0,-1 0 9 0,0-4-8 0,2 0 10 16,2-1-11-16,0-3-3 0,-3-1 10 0,5-2-2 0,-1-2 1 16,-1-1 7-16,-1-2-3 0,1-3 2 0,0 0 5 0,-3 0-3 15,0-5 7-15,0-1 9 0,-3-2 25 0,1-1-13 16,-4 0 6-16,-2-3-8 0,0 0-11 0,-11-1-6 15,10 0-8-15,-10-1-13 0,0 0-31 16,0-1 17-16,0 0-8 16,0 1 9-16,0 0 15 0,0 1 2 0,0 1-10 15,0 1 18-15,-13 2 6 0,13 3-8 0,0 1-3 0,-11 3-16 16,11 0 0-16,0 2-16 0,0 0 12 16,0 0-27-16,0 0 16 0,0 0 2 15,0 4 10-15,0 2 19 0,0 1-17 0,0 1 20 0,0 1-18 0,0 2 6 0,9 0 6 0,-9 0-15 16,15 1 10-16,-4-1 4 15,1 0-1-15,1-1 5 0,1 0-2 16,1-3-18-16,2 1 10 0,-1-2-2 0,3-2 9 0,-2 0 10 16,4-4-13-16,-1 0 1 0,-1 0-9 15,0 0 9-15,0-6 1 0,-3 0-2 0,1 0 4 16,-2-2 0-16,0-2-4 16,-4 0 17-16,2 1-2 0,0-3-8 0,-13 0-5 0,11-1 2 15,-11 0-6-15,0-1 6 0,0 0 2 0,0 0-23 16,0 0 16-16,0-1-4 0,0 3 4 0,0 1 9 15,-13 0-14-15,13 4 0 0,-14-1 0 0,14 5-3 16,0 0-10-16,0 3-14 0,0 0 4 0,0 0-9 16,0 0 19-16,0 0 4 0,0 6-3 0,0 2 23 15,0 1-15-15,0 5 13 0,0 1-10 16,0 3 0-16,16 3 9 0,-4 1-3 0,2 1 7 16,1 2-3-16,0 1-6 0,2 0 4 0,1-1-1 0,0 1-3 15,-1 1 13-15,0-1-9 0,-1 0 13 16,0-2-10-16,2-1-4 0,-3 0 6 0,0-3-15 15,-3-1 15-15,-1-3-7 0,-1-3-3 0,-10-3 16 0,11-2-9 16,-11-4 10-16,0-4 14 0,0 0-28 16,0 0 13-16,0 0-11 0,0 0-14 0,0 0 29 0,0-7-15 15,0-1 1-15,0-2-11 0,-13-2 1 16,2-2-7-16,-3-1 2 0,3-2 12 16,0-2-14-16,-2 1 7 0,2-4-1 0,11 0 8 15,-14 0 3-15,4-3-4 0,10 1 2 0,0 1 0 0,0-3-3 0,0 2 6 0,0 0 1 16,0 2-17-16,0 1 5 0,0 1-1 15,0 2-5-15,14 2 8 16,-1 2-6-16,0 2-3 0,1 2 4 0,-1 2 16 16,2 1-3-16,0 4 6 0,2 3 5 0,-1 0-15 15,0 0-7-15,-2 0 8 0,3 7-11 16,-2 3-1-16,0 0 5 0,-3 1-5 0,0 1 9 0,-2 1 10 16,-10 0 3-16,9 1-6 0,-9 2-6 0,0-2 2 15,0 0 6-15,0 0-2 0,0 0-14 16,0-1 17-16,0 0-22 0,-14-1 12 0,-2-1 24 15,0 0-25-15,-6-1 8 0,0 0-4 0,-3-3-13 0,-1 1-56 0,-2-3-46 0,-1 1-79 16,1-2-100 0,1-2-99-16,0-2-123 0,2 0-153 0,0 0-126 0,1 0-58 0,2-6 99 15</inkml:trace>
  <inkml:trace contextRef="#ctx0" brushRef="#br0" timeOffset="4415.57">4793 876 2900 0,'-19'-3'-2'15,"5"-3"-6"-15,3-1-10 0,3 3 4 0,8 1 1 0,0 3 2 16,0 0 7-16,0 0-179 0,0 0-182 0,0 0-187 16,10 6-151-16</inkml:trace>
  <inkml:trace contextRef="#ctx0" brushRef="#br0" timeOffset="4816.42">6933 1101 3380 0,'0'-6'61'0,"0"-1"8"0,0 2 2 0,0 1 5 0,0 2-70 0,0 0-6 15,0 1-3-15,0 1-9 0,0 0 15 0,9 0-1 16,-9 5 3-16,0 0 8 0,0 3 2 0,11 1-7 15,-11 3 15-15,11 1-21 0,-11 3 6 0,10 1-2 16,1 1-2-16,-3 1 11 0,-8 1-5 0,11-2 1 16,1 1-7-16,-2 1 0 0,0-2 5 0,-1-1 8 15,0-1-5-15,-1 0-4 0,2-1 0 0,-10-1-5 16,11 0-1-16,0-2 1 0,-11-1-19 16,12-3-69-16,-5 1-99 0,-7-4-67 0,0 0-117 0,0-2-18 15,0-3-23-15,0 0-40 0,0 0 24 16,0 0-4-16,0-6 59 0</inkml:trace>
  <inkml:trace contextRef="#ctx0" brushRef="#br0" timeOffset="5642.94">6678 1251 2520 0,'-22'-8'62'16,"4"1"52"-16,4 2 23 0,5-1-21 0,-2 2-58 16,11 2-62-16,0 0-23 0,0 1 61 0,0 1 27 15,12-3 23-15,3 1 10 0,7 0-17 0,3 0-10 16,8 0 7-16,5-1 5 0,5-1-7 0,4 0 1 15,2 0 4-15,2 1 0 0,4-3-9 0,-1 1-16 16,1-2-10-16,-4 0-11 0,1 0-2 0,-6-1-7 16,-2 0-12-1,-6-1 8-15,-3 1 25 0,-5-1 32 0,-5 1 13 16,-6-1-6-16,-6 1-22 0,-2 0-35 16,-11 0-16-16,0 0 5 0,0-1-13 0,0 1 3 0,0-1-3 0,-13 2-7 0,1-1-1 0,-4 0 1 15,0 2-1-15,-3 3-7 0,0 1 9 0,2 2-5 31,-2 0-8-31,4 0 16 0,0 5-11 0,2 1 1 16,2 2 2-16,11 2-7 0,-11 1 4 0,11 1-1 0,0 4 18 16,0 1-9-16,0 1 12 0,0 1 0 0,0 2-5 0,0 0-8 15,0 1 2-15,17 1 3 0,-4-2 2 0,1 1 8 0,-1 0-6 16,0 0 1-16,2-2-3 16,-2-2 10-16,1 0-3 0,-1-1 4 0,-1-1-2 15,0-4-7-15,-1 0 0 0,-2-3 3 0,1-1 6 16,-10-2 1-16,9-3 1 0,-9-3 26 0,0 0 5 0,0 0-5 15,0 0 3-15,0 0-35 0,11-8-1 0,-11 0-1 16,0-2 0-16,0-2 6 0,0 1-22 0,10-2 18 16,-10-1-5-16,0 0-9 0,0 0 9 0,0 0-19 0,9 3 7 15,-9 1 9-15,0 1-2 16,0 1-4-16,0 3-4 0,11 3 0 0,-11 0 3 0,0 2 4 16,8 0-5-16,-8 0 8 0,11 6-8 15,-1 2 19-15,4-1-2 0,-1 3-9 0,4-1 7 16,-1 1-4-16,3 1 0 0,0 0-2 0,0-2 3 0,3 2-15 0,3-4 21 15,-4 1-7-15,4 0 24 0,0-2 13 16,-1-2 13-16,1-1 4 16,2-3-5-16,-3 0 8 0,1 0-10 0,2 0 15 0,-2-4-10 15,-3-4-8-15,-1 1-13 0,-2-3-16 0,-3 1-9 16,-2-3 2-16,-1-1-6 0,-1 0 15 16,-12-1-14-16,8 0 1 0,-8-1 0 15,0 0-13-15,0 0 10 0,0 1-8 0,0 0-2 16,0 0 0-16,0 1 4 0,-15 2-2 0,-3 1 3 0,1 1-7 0,-1 3-2 15,-2 2 4-15,-2 1-2 0,-1 3 11 16,1 0-12-16,0 0 2 0,0 8-7 0,3 2-6 16,0-1 15-16,3 2-7 0,2 1 0 0,14 0-3 15,-13 2 3-15,13 0 2 0,0 0-6 0,0-2 16 16,0 2-3-16,0-2 6 0,0 1 12 16,0 0-12-16,15-2 3 0,0-1-7 0,3 1 10 0,4-3-7 0,2-2 6 15,4 0 5-15,0-2 1 0,4-4 24 0,1 0-20 31,2 0 9-31,-3 0 7 0,-1 0-28 0,0-7 21 16,-5 2-6-16,-2-1-8 0,-3 3 13 0,-4-2-1 0,-6 5-9 0,-11-2-5 0,13 2-1 16,-13-3-14-16,0 3-29 15,0-2-80-15,0-1-98 0,0 1-121 0,0 1-137 16,-11 0-84-16,0 1-146 0,-5 0-126 16,0 0-26-16</inkml:trace>
  <inkml:trace contextRef="#ctx0" brushRef="#br0" timeOffset="6183.51">9551 1220 2606 0,'-10'-4'37'0,"10"1"20"0,0-2 25 0,0 2 17 0,0-1-20 16,0-1 5-16,0 2-29 0,-12-1-7 0,12 0-16 16,-10 0-33-16,1 0 1 0,-2 1-10 0,-2 0-4 15,2 0 12-15,-5 0-3 0,0 1 6 0,-3 1 10 0,-1 1 4 16,4 0-1-16,-3 0 10 0,2 4-21 15,-1 0 1-15,2 0 3 0,2 1-13 0,3 0 7 16,0 0-2-16,3 1 1 0,8 1 3 0,0-1 14 16,0 2-14-16,0-1 8 0,0 3 2 0,0-1-4 0,10 1 9 15,4 1 12-15,5 0 21 0,0 0 2 16,6 0 23-16,2 2-7 16,3-2-33-16,0 0-1 0,3-1-19 0,1 1-11 0,-3 1 10 0,1-1-1 15,-4-1-13-15,-3 1 15 16,-4-1-8-16,-2-2 1 0,-6 1 2 0,-2-2-6 0,-11 0 22 15,0 0 12-15,0-1 26 0,0 0 10 0,0 2 10 0,-16-1-7 0,-2 2-11 32,-2-1-4-32,-2 1-22 0,-5-3-7 0,-3 1-14 15,1-3-19-15,-2-4 1 0,-2 5 0 0,0-5 0 0,1 0 10 16,2 0-5-16,4 0-5 0,1 0 2 0,3-5-6 16,3 5 7-16,5-4-25 0,4 1-29 0,10-1-61 15,0 2-85-15,0 0-80 0,0 0-86 0,0 0-100 16,0 2-75-16,0-4-51 0,0 0-29 0,18-2 96 15</inkml:trace>
  <inkml:trace contextRef="#ctx0" brushRef="#br0" timeOffset="6446.36">9894 1093 3616 0,'0'-6'43'0,"-9"0"43"0,9 2 11 0,-12 0 12 0,12 1-36 15,0 3-43-15,-10 0-22 0,10 0-4 0,0 0-15 0,0 6 8 16,0-1 18-16,0 3-4 0,0 1 11 0,0 3 4 16,0 2-3-16,0 2 16 0,0 2 7 15,0 3 5 1,0 1 4-16,13-1-12 0,0 2-10 0,0 0-6 16,-2 1-3-16,0-2-5 0,2-1-3 0,-2-1-17 15,-2 0 9-15,2-2-5 0,0-1-4 16,-2-1 6-16,-9-3-49 0,13 1-71 0,-3-3-74 0,0-2-104 0,-1-2-97 0,-9-2-112 15,0 1-103 1,11-6-80-16,-11 0-15 0</inkml:trace>
  <inkml:trace contextRef="#ctx0" brushRef="#br0" timeOffset="7839.42">9734 1257 2825 0,'-11'-3'52'0,"11"0"-1"0,0 0 2 0,0 0 2 0,0 1-25 15,0 1 42-15,0-1 9 0,18 0 6 0,2 0 7 16,5 0-24-16,5-1 22 0,4 0 5 0,2 0-14 16,5 1-13-16,5 0-6 0,-3 0-3 0,4-1-5 0,-2 0-6 15,2-1-32-15,-3 0 10 0,-4 1-20 0,-1-1-6 16,-4 0 22-16,-2 0-6 0,-8 1 28 16,-4-2 27-16,-4 2 8 0,-4 1-12 0,-13 1-15 15,11-2-19-15,-11 1-26 0,0 1-2 0,0 0-6 16,0 0-3-16,0 0 7 0,0 0-9 0,0 0 3 15,-19 1-3-15,2 0 10 0,-1 0-7 0,-2 0 2 16,2 5 3-16,-2 1-7 0,2-1 6 0,0 1-7 16,0 2 9-16,4 2-18 0,0-1 4 0,4 1 9 31,10 1-6-31,-11 2 2 0,11-1 8 0,0 2-5 0,0-2-5 16,0 2 9-16,0-3-2 0,0 1-1 0,0 0 12 0,0-1-16 15,19-2 1-15,-1 0 6 0,0-1-9 0,0-1 19 0,2-2-13 16,-2-2-4-16,4 0 7 0,-2-3-3 0,1 0 4 15,-2 0 6-15,1-6-9 0,-2 1 7 0,1-2 11 16,-3 1-7-16,-2-2 16 0,-3-1-10 0,-11-2 4 16,13 2-12-16,-13-2-8 0,0-1-3 15,0 0 1-15,0-1 6 0,0 1-4 16,0 0 11-16,0 1-17 0,0 1-2 16,0 2 2-16,0 1-4 0,-13 2 0 0,13 2 5 15,0 1 2-15,0 1-9 0,0 1-4 0,0 0-10 0,0 0 8 16,0 4 7-16,0 1 12 0,0 3 13 0,0-1-17 15,0 2 2-15,0 1 4 0,0 1-4 0,0 2 5 16,14-1-4-16,-3-1 0 0,2 0-1 0,1-1 4 16,1 0 2-16,0-3 2 0,1 2-5 0,2-4-1 15,0-1 2-15,0 0-5 0,2-4 16 0,-2 0 6 0,2 0 25 16,-2 0 5-16,-1-8 6 0,-1 2 1 16,-2-2-32-16,0-1 2 0,-3-2-1 15,-11 1-3-15,13-4 4 0,-13 0 10 0,0-1-31 0,11-2 2 0,-11-1-7 16,0-3-2-1,0-1 2-15,0-2-7 0,0-1-8 0,0-3 1 0,-19 2 5 0,5-3 16 0,0 0 8 32,-1 0-15-32,2 0 12 0,-2 1 3 0,1 2 21 0,1 0 1 15,0 5 15-15,1 2-21 0,12 5-13 0,-11 3-15 16,11 3-17-16,0 3-4 0,0 5-3 16,0 0-2-16,0 0 4 0,0 0 4 0,0 0-1 0,0 7 12 0,0 4-5 15,0 2 5-15,0 5 6 0,0 4-2 16,0 2 0-16,13 2-11 0,-1 3-6 0,2 0 7 15,-2 0 7-15,2 0 2 0,-1 0 3 0,0-2-1 16,2 0-3-16,0-2 1 0,0-1-1 0,2-1-1 16,-1-2-1-16,1-1 6 0,1-1 4 0,1-4-2 15,-2 0 1-15,2-1 6 0,0-3-2 16,3-2 5-16,-1-1 2 0,1-3-9 16,3-1-3-16,-4 0-1 0,4-4 7 0,-1 0 8 0,-2 0 7 0,-3 0 5 0,0-8-11 15,-3 1-6-15,0-2 15 0,-4 0-12 0,-12 1 6 16,16-4-8-1,-16 0-8-15,14 1-11 0,-14-4-3 0,0 1-12 0,0 0 10 0,0-1 19 0,0 0-26 16,0 1 24 0,0 1-22-16,0 1-2 0,0 1 12 0,-16 2-6 15,16 1 4-15,-20 2-9 0,7 2 7 0,13 1-10 16,-17 2 6-16,4 1-5 0,-1 0-5 0,14 0 17 16,-13 7-20-16,13 1 19 0,-11 0-3 0,11 1-6 15,-14 1 12-15,14 1-3 0,0 3 0 0,0-2-1 16,0 1-3-16,0 1-3 0,0 0 17 0,0 0 0 15,0 0 17-15,19 1-21 0,-5-3-1 0,2 1 4 16,-2-1-12-16,3-2 19 0,0 0-5 0,3-3 4 0,0 1-5 16,1-4 9-16,6 1-9 0,1-5-6 15,2 0 20-15,0 0-27 0,2 0 15 0,1-6-6 0,-3 1-6 16,0-2 7-16,-3 1 8 16,0-2 9-16,-6-1 0 0,1-2 8 0,-3 2-20 0,-5-2-7 15,0-1-9-15,-14-2 7 0,13 0 2 0,-13 0-7 0,0 0 3 16,0-1-1-16,0 0 8 0,0 0-1 0,0 0-11 15,0 1-2-15,0 1 12 0,-18 1 7 0,6 0 10 16,12 4-5-16,-15 0-12 0,15 2-10 16,-13 1-5-16,13 2-6 0,0 1-5 15,0 2 2-15,0 0 5 0,-12 0-3 0,12 0 1 16,0 3 6-16,0 3 2 0,0-1-9 16,0 1 6-16,0 2 4 0,0 1-6 0,0-1 20 0,0 2 10 15,0 1-4-15,0 1-2 0,0 0 4 0,16 1-19 16,0 0 2-16,-3 0 9 0,2 1-9 0,0-1 12 15,0 1 0-15,1-2 1 0,-2 1-3 0,1-1-3 16,0-1-7-16,-2 1 3 0,1-2 7 16,-1 1-15-16,-13-1 6 0,16 1 4 0,-16-1-4 0,14-1 23 0,-14-1-3 15,13-1-16-15,-13 1 4 0,0-2 10 16,0 0-22-16,0-1 19 0,0-1-2 16,0-1-12-16,0 1 26 0,0-4-7 0,0 4-16 15,-14-4 6-15,-2 0-23 0,0 0 11 0,-3 0-30 0,1 0-52 0,-5 0-26 16,-1 0-98-16,-1 0-53 15,-1-6-81-15,-1-2-126 0,-1 2-103 0,0-2-58 16,-1-1-53-16,2 0-18 0,2-2 128 0</inkml:trace>
  <inkml:trace contextRef="#ctx0" brushRef="#br0" timeOffset="8065.79">10586 994 2121 0,'0'-2'96'16,"0"1"24"-16,0-2 16 0,0 1 1 0,17-1-85 0,1 1-9 15,6 1 11-15,0-2 14 0,6 2-13 0,2 0-10 16,2 0-26-16,-1 0-19 0,2 1 6 0,-2 0 1 16,-1 0-7-16,-2 0 10 0,-3 0-2 0,-2 0-4 15,-6 0-66-15,0 3-175 0,-6-3-160 0,-13 0-161 0,14 0-120 16</inkml:trace>
  <inkml:trace contextRef="#ctx0" brushRef="#br0" timeOffset="8498">13017 1131 2718 0,'0'-5'57'0,"0"0"88"0,0 0 72 0,0-1 51 16,0 4-31-16,0-1-77 0,0 1-72 0,0 1-46 15,0 0-34-15,0 1-3 0,0 0-6 0,0 0-7 16,0 0 12-16,0 0-14 0,0 5 9 0,0-1 8 16,0 3-4-16,0 1 14 0,0 2-3 0,0 1 2 15,0 2-6-15,0 2 1 0,0 2 8 0,0 0-4 0,0 2 4 16,12-1-7-1,1 0 5-15,1 1-6 0,-1-1 1 0,1 0 3 16,1 1-18-16,0-3 11 16,0 0-1-16,0-1-4 0,-2-3-2 0,1 1 4 0,-3-3-56 0,-1-2-88 0,-10-2-118 15,11-1-101-15,-11-2-98 16,0-3-49-16,0 0-44 0,0 0-76 0,0 0 94 0</inkml:trace>
  <inkml:trace contextRef="#ctx0" brushRef="#br0" timeOffset="9002.07">12852 1280 2239 0,'0'0'67'16,"0"0"43"-1,0 0 16-15,0 0-1 0,0 0-43 0,0 0-14 16,16 0 25-16,6 0 42 0,1 0 9 0,3-3 0 16,4 3-5-16,5-1-18 0,2-1-13 0,3 2-4 15,0-3-20-15,1 1-10 0,0-1-14 0,-3 0-9 0,-1 0 0 16,-2-1 11-16,-7-1 11 0,-1-1 14 0,-5 3-3 15,-5-2-4-15,-3 2-11 0,-14-1-25 0,0-1-10 16,0 2-23-16,0 0-6 0,0 1-11 0,0-1-10 16,0 0 14-16,0 1-7 0,0 0 7 0,0 0 4 15,-17 2-8-15,4 0-2 0,-1 0 2 0,2 0-3 0,0 4 0 16,12 1 9-16,-14 1-7 0,14 1 11 0,-13 1-10 16,13 2 6-16,0 1-4 0,0 1-4 0,0 1 11 15,0 1 0-15,0 1 4 0,0 1 3 0,15-2-11 31,-1 1 4-31,2-1 1 0,1-2-4 0,4 1 4 0,-1-2-7 0,2-3 10 16,2 1-7-16,0-4 19 0,1-1 4 16,1 0 2-16,0-4 20 0,0 0 4 0,-2 0-9 15,1-7 13-15,-2 2 7 0,-2-2 0 0,-3-2-1 16,-3-2-12-16,-15 0-24 0,16-2-19 0,-16-1 13 0,0-1-16 16,0-2 2-16,0 0-3 0,0-3-10 0,0 0 2 15,0 0-4-15,-25 1 8 0,2-1 5 0,0 3 4 16,-2 1-1-16,-2 3 0 0,2 2-14 15,-3 3 3-15,3 2-44 0,0 3-33 0,1 3-37 16,1 0-51-16,3 4-26 0,2 2-48 0,3 2-73 0,1 2-100 16,3 2-98-16,11-1-98 0,-11 1-68 15,11 0 1-15</inkml:trace>
  <inkml:trace contextRef="#ctx0" brushRef="#br0" timeOffset="10297.1">15518 1119 2657 0,'0'-6'42'15,"0"0"42"-15,0-2 76 0,0 3 44 0,0-1-16 0,0-1-11 16,0 2-64-16,0-2-8 0,0 0-4 0,0 0-13 16,0 0-15-16,0 0-35 0,0 0-16 0,-19-1-13 0,19 3-3 15,-16-1-6-15,1 0 0 0,2 1-14 0,-3 1 14 16,0-1 0-16,-3 4-4 0,-3 1 17 0,1 0-13 15,1 0 12-15,-2 6-11 0,3 0-2 0,2 3 2 16,0 0-5-16,4 4 5 0,1 0-4 0,12 1 10 16,-14 1 0-1,14 1-2-15,0 1 3 0,0-1-13 0,0 3 4 0,0-2 13 0,0 0-18 0,0 0 14 32,0-2-3-32,14-1 1 0,2-1 14 0,2-1-11 0,3-1 12 15,-1-1-19-15,3-3 6 0,1-1 16 0,0-1-22 16,-3-2 24-16,0-3 31 0,1 0 10 0,-4 0 13 0,3-3 8 15,-9-3-34-15,4 1-13 0,-16-1 1 16,14-2-7-16,-14 1 8 0,14-3-10 0,-14 1-9 0,0 0-2 16,0-3-6-16,0 1-8 0,0-1 3 0,0 1-12 15,0 0 1-15,0 0 4 0,0 1-10 0,0 1 8 16,0 1-10-16,0 2-1 0,-14 1 7 0,14 2-8 16,0 1-4-16,0 1 9 0,0 0-9 0,0 1-9 0,0 0 19 15,0 4-9-15,0 1 7 16,0 2 7-16,0 3-17 0,0 0 21 0,0 4 0 0,0 2 5 15,13 3-2-15,1 1-5 0,0 2 0 0,4 1 4 16,2 3 1-16,2 0-4 0,-1 1-3 0,4 1 10 0,2 1-11 16,2 1 8-16,-4 0 10 0,2 0-24 0,-2 0 22 15,1-1-24-15,-3 0 11 16,-1-1 2-16,-1 0-2 0,1-2 5 16,-5-1-15-16,-1-2 4 0,-3-2 10 0,-13-1 3 15,12-3-3-15,-12-2-2 0,0-3-14 0,0-3 14 16,0-1 2-16,0-2 6 0,0 1 9 0,0-3-24 15,-17-1 3-15,-4-3 2 0,-1 0-6 0,-6 0 15 16,0 0-1-16,-6 0-11 0,1-6 0 0,-2-3 1 0,5-1-2 16,0 0 16-16,2-2 3 0,3-1 8 0,1 1 13 0,8 1-10 15,3-2 7 1,13 0-8-16,-14-2-15 0,14 1-10 0,0-1-1 0,0-2-7 16,0 2-3-16,0-3-1 0,0 1-4 15,17-1 1-15,-1 0 19 0,3 0-1 0,2-1-7 0,-1 0 4 0,2-1-16 16,0 0-3-16,1 0 5 15,0 0 3-15,1 0 8 0,0-1 2 0,-2 1 1 0,2 0-2 16,-1 0-17-16,-3 0 24 16,0 1 6-16,-1-1-13 0,-3 2 17 0,-2 0-17 15,-14 2-3-15,14-1 7 0,-14 0 4 0,0 2-6 0,0 1-10 16,0 1 3-16,0 0-4 16,0 0 1-16,0 4 3 0,0-1-4 0,0 2 12 0,0 1-3 15,0 1-9-15,-16 2 5 0,4 1-17 0,12 3 8 0,-16 0 9 16,3 0 1-16,1 4-7 15,12 4-1-15,-21 0-3 0,7 1-8 0,0 5 8 0,14 0-1 0,-16 1 12 0,16 2 10 16,-16 0-3-16,16 1-2 0,0-2-6 0,0 1 3 0,0 1-5 16,0-3 8-16,0 0 0 0,0 1-6 0,0-4 8 15,17 1 1-15,-2-2-6 16,2 0 17-16,-1-2-15 0,4-3 11 0,-1 0 1 16,4-1-17-16,0-3 10 0,2-2-15 0,-1 0 10 15,1 0 13-15,1-7-1 0,-2 1 6 0,-1-3-9 16,-1 1-7-16,-1-4 8 0,-2 0-3 0,-3-2-2 15,0-1 5-15,-16-1 5 0,14 0-17 16,-14-3 12-16,0-1-9 0,17-1-14 0,-17-1 20 0,0 0-7 0,0-2 0 16,0 0-11-1,0-1 19-15,0 2-11 0,0-1-7 16,0 4 16-16,-17 0-24 0,17 5 21 0,-14 1 4 16,14 5-6-16,0 1-10 0,0 4-2 0,-13 1-7 15,13 3 3-15,0 0-3 0,0 0-13 0,0 0 18 16,0 6-6-16,0 3 13 0,0 0 5 0,0 3-8 0,0 4 4 15,0 1 3-15,0 3 4 0,0 1 2 0,0 1 2 16,0 0-8-16,0 2 8 0,0-1-13 0,0 0 11 16,19-1 5-16,-2 0-5 0,-2-2 4 0,-2-2-6 15,2-1 8-15,2 0-14 0,-1-2 3 0,1-1-3 16,1-2-48-16,-1 0-50 0,4-3-63 0,-4-3-84 16,4-1-58-16,-4-2-89 0,1-1-79 0,-7-2-102 15,-11 0-82-15,14-7-8 0,-14 0 36 0</inkml:trace>
  <inkml:trace contextRef="#ctx0" brushRef="#br0" timeOffset="10513.54">16026 1048 2022 0,'15'3'46'15,"3"-2"65"-15,9 2 32 0,4 0 35 0,3 0-12 16,3 0-32-16,5-1 18 0,-3-1-19 0,4 1-15 15,-1-1-38-15,-3-1-46 0,0 0-15 16,-3 0-22-16,-3 0 2 0,-3 0-3 0,-4 0 17 16,-9 0-10-16,0-3 8 0,-7 1 6 0,-10 1-28 0,0 1-61 15,0 0-115-15,0 0-171 0,0 0-151 16,0 0-104-16,0 0-40 0</inkml:trace>
  <inkml:trace contextRef="#ctx0" brushRef="#br0" timeOffset="11175.77">17784 1159 2026 0,'0'0'104'16,"0"0"59"-16,0-3 38 0,0 0 34 0,0 0-52 0,0-1-29 16,0 2-32-16,0-3 16 0,0 1-36 0,0 0-13 0,0 1 14 15,0-1-40-15,0 0-16 0,0 1-23 16,0-1-12-16,-13 1-18 0,13 0 6 0,-13 0 10 0,13 1-13 15,-15 1 7-15,3-1-6 0,0 2 2 0,-1 0 5 16,2 5-6-16,-3 0-6 0,1 1 7 0,-1 2 2 16,1 1 1-16,-1 1 1 0,3 2-12 0,1 1 7 15,10 2 10-15,-13 1-2 0,13 0-5 16,-12 1 0-16,12 0-10 0,0-1 12 0,0 0 3 0,0 0-5 16,0-1 7-16,0 0-12 0,0-1 14 15,0-1-5 1,0-2 7-16,0 0 3 0,13-2-9 0,1-1 10 0,1-2-11 15,0 1 7-15,3-2 2 0,1-2 0 0,-2-2 33 0,4-1 22 16,-1 0 16-16,-1 0 3 0,2-4-30 0,-3 0 5 16,-1-1-7-16,-2-2 0 0,-2 0 3 0,-13-1-44 15,16-2-13-15,-16 2-1 0,0-3-13 0,11-1 19 16,-11 1 0-16,0 1-13 0,0-2 16 0,0 1-5 16,0-1-8-16,0 3 11 0,0-1-9 0,0 1-12 0,0 3 15 15,0 0-9-15,-13 2-5 0,13 2 20 0,0 0-17 31,0 2-3-31,0 0 10 0,0 0-5 0,0 5-1 0,0 1 15 16,0 0-10-16,0 3-7 0,0 0 17 0,0 3-17 0,13 1 7 16,1 2 10-16,3-1-16 0,2 0 16 0,1 0 0 0,1 1-6 0,1-2 8 15,4-2-15-15,-2 1 4 0,-1-1 2 16,3-2 12-16,-1-1-7 16,-3-1 1-16,2-2-3 0,-4 0-10 0,-2-2 0 15,-1 0 6-15,-4-3-7 0,-13 0-8 0,14 0-94 16,-14 0-184-16,0 0-273 0,0 0-313 0,0-4-137 0</inkml:trace>
  <inkml:trace contextRef="#ctx0" brushRef="#br0" timeOffset="13500.21">19460 1465 1641 0,'0'-9'77'0,"0"0"35"0,0 0 45 15,0-2 98-15,0 3-48 0,0-2-2 0,0 0-20 16,0 1-81-16,0 2 7 0,0-1-9 0,0 0 11 15,0 2-10-15,0 1 4 0,0 1-16 0,0 1-11 16,0 0 5-16,0 0-20 0,0 1-22 0,0 1-21 16,0 1-4-16,0 0-25 0,0 0 9 0,0 0-5 0,0 0-14 15,0 0 15-15,0 3-2 16,0 1-3-16,0 0 13 0,0 0-3 0,0 2 1 16,0 3 9-16,0 2-6 0,0 3-3 0,13 0 6 15,-13 2-9-15,13 1 5 0,-3 0-6 16,-10 3 6-16,13-2 10 0,-13-1-4 0,14 0 9 0,-14 0-10 15,11-3-2-15,-11-2 4 0,14-1-12 16,-14-2 6-16,11-1-5 0,-11-1-5 0,0-1 3 0,10-1-5 0,-10 1-22 16,0-4-43-16,0 1-46 0,0-3-77 15,0 0-68-15,0 0-132 0,0 0-82 0,0 0-86 16,0 0-56-16,0-5 80 0</inkml:trace>
  <inkml:trace contextRef="#ctx0" brushRef="#br0" timeOffset="13887.16">19237 1367 2727 0,'0'-3'44'0,"0"0"9"0,0-3 7 16,0 2 15-16,0 0-25 0,0 0 34 0,16-1 19 16,-1 2 21-16,0-1 12 0,0-1-19 15,3 2-22-15,-1 1-3 0,4-1-8 0,-1 0-11 16,2 2 18-16,-1-2-27 0,4 1-15 0,-1 2-13 0,1-1-24 0,0 1-3 15,2 0 2 1,-3 0 3-16,2 0 6 0,-3 4-8 0,-1 1-9 0,-2-1 10 16,-2 2-9-16,-2 2 9 0,-3 0-4 0,-13 1-12 15,14 2 11-15,-14 1-5 0,14 2 6 0,-14-1 3 0,0 3-13 16,11 0 10-16,-11 0-4 0,0 1 5 0,0 0 8 16,0 0 7-16,0 1 9 0,0-3 1 0,0 2-1 15,0-5-22-15,-13 1 2 0,0-1-10 0,0-3 2 16,-4 0 2-16,-1-1-1 0,-3-1 6 0,-2 0-12 15,-2 0 11-15,2-2-15 0,-2 1 2 0,1-6 6 16,4 3 4-16,1-3 1 0,3 0-7 16,2 0-1-16,1 0-12 0,13 0 7 0,-11 0-17 15,11 0-74-15,0 0-114 0,0 0-147 0,0 0-197 16,0 0-115-16,0 0-76 0,0-6-44 0</inkml:trace>
  <inkml:trace contextRef="#ctx0" brushRef="#br0" timeOffset="14194.64">19929 1320 3738 0,'0'-5'51'15,"0"0"32"-15,0 1 7 0,0 3 7 0,0-1-55 16,0 2-21-16,0 0-3 0,0 0-16 0,0 0 4 0,0 0-14 15,0 0 0-15,0 3 9 0,0 0 4 0,0-1 5 16,0 4-10-16,13 0-6 0,-13 0 8 0,13 3-6 16,-4 2 21-16,-9 0 1 0,14 1-10 0,-1 3 11 15,-3-1-16-15,0 1 9 0,-10 0 1 0,17 2-4 16,-7-2 5-16,-10 0-6 16,13 0 2-16,-2-1-1 0,-11-1 0 0,11 0 2 15,-11-2-8-15,10-1 2 0,-10-1-5 0,0-1-26 16,11-1-43-16,-11-1-84 0,0-2-87 0,0-1-71 15,0-3-125-15,0 0-83 0,0 0-103 0,0 0-118 0</inkml:trace>
  <inkml:trace contextRef="#ctx0" brushRef="#br0" timeOffset="14470.75">19822 1285 2755 0,'-13'-3'56'0,"13"1"7"15,0-1 9-15,0 2-1 0,0-1-52 0,0 2 56 0,0 0 18 16,0 0 45-16,13 0 29 0,1 0-21 0,2-1 1 16,3 1-20-16,3-2-6 0,1 2-5 0,3-2-18 15,-2 1 1-15,3-1-14 0,-1-1-37 0,1 2-1 16,2-2-19-16,-4 0-15 0,-3-1 10 0,4 1-18 16,-6 0-7-16,-4 0 0 0,1 2-1 15,-4-2 7-15,-13 1 3 0,12 1 8 0,-12 0-8 16,0 0-15-16,0 1-24 0,0-1-54 0,0-1-110 15,0 2-100-15,0 0-152 0,0 0-120 0,0 0-54 16,0 0-60-16,0 4 3 0</inkml:trace>
  <inkml:trace contextRef="#ctx0" brushRef="#br0" timeOffset="14734.05">19948 1448 2241 0,'0'3'119'0,"0"-3"24"0,0 0 6 0,0 0 17 0,0 0-109 0,0 0 11 16,0-2 41-16,15-2 2 0,0 3 16 0,1-2-15 15,3 0-44-15,0 0 7 16,3-1-10-16,0 1-19 0,2 1 8 0,-2-1-36 16,2 0-5-16,0-1 5 0,-2 2-25 0,-2 1 14 0,-1-2-10 0,-3 2-5 15,-2 0 19-15,-2 0-2 0,-12 0-2 0,0 0-2 16,10 0 3-16,-10-1-11 0,0 1-4 0,0 1-26 15,0 0-98 1,0-2-122-16,0 2-167 0,0 0-133 0,0 0-69 0,0 0-52 16,0 0 154-16</inkml:trace>
  <inkml:trace contextRef="#ctx0" brushRef="#br0" timeOffset="15246.5">20733 1572 1393 0,'12'0'44'0,"-12"0"24"0,0 0 30 16,11 5 30-16,-11-5-8 0,0 0 2 0,0 3 56 15,0-3 21-15,0 0-12 0,0 0 21 0,0 0-71 0,0 0 8 16,0 0-5-16,0 0-3 0,0 0 20 0,0 0-35 15,0 0-10-15,0 0-36 16,0 0-16-16,0 0-1 0,0-6 11 0,0 1 5 0,-13-1-16 16,13-1-6-16,-14-1-4 0,1 0-16 0,13-1 9 15,-15-1-11-15,2-1-3 0,13 0 24 0,-15-1 0 16,15-1-4-16,-13 1-7 0,13-2-22 0,0-1-14 16,0 0 16-16,0-1-19 15,0-1 5-15,0 1 2 0,0-1-13 0,0 0 6 0,0 2-1 16,0-2 17-16,0 3-25 0,0 2 16 0,0 0 2 0,0 3-17 15,13 1 22-15,-13 2-15 0,15 0-4 16,-2 3-4-16,-13 0-6 0,15 0 7 0,0 1 4 16,1 2 1-16,-2 0 10 0,2 0-5 0,1 6-12 0,0-2 2 15,1 3 0-15,2 0 1 0,2 4 1 16,-4 0 12-16,3 0-10 0,-3 2 6 0,0 1 0 16,-1 3-8-16,-1-2 7 0,-2 2 6 15,1 0 4-15,-3-2-6 0,-2 2 0 0,-10-1-8 0,13-1-3 16,-13 0 10-16,13-1-2 0,-13-1 11 15,12 0-2-15,-12-1-8 0,0 0-13 0,14-1 0 0,-14-1-4 16,0 0 4-16,11-4-63 0,-11 2-92 16,0-3-97-16,10 0-127 0,-10 0-27 0,0-1-96 15,0-4-43-15,0 0-16 0,0 4-64 0,0-4 143 0</inkml:trace>
  <inkml:trace contextRef="#ctx0" brushRef="#br0" timeOffset="15487.09">20838 1459 1886 0,'0'-3'26'0,"0"2"23"0,0-2 1 0,0 1-1 15,0 1-26-15,0 0-18 0,0 0 45 0,0-1 74 16,0 2 18-16,13 0 9 0,4 0-27 0,-4 0-27 16,4 0-17-16,-1 0 0 0,2 0-22 0,-1 0-39 15,0 0-16-15,1 0 2 0,-2-1-11 0,-2 1 3 16,-2 0 9-16,-2-2-4 0,-10 2 9 0,10 0-8 0,-10-1 3 15,0 1-11-15,0-2 8 16,0 2-5-16,0 0-53 0,0 0-134 0,0 0-149 16,0 0-161-16,0 0-118 0,0 0 48 0</inkml:trace>
  <inkml:trace contextRef="#ctx0" brushRef="#br0" timeOffset="19236.52">22845 1379 1162 0,'0'0'42'0,"0"0"30"0,9 0 34 0,-9 0 17 0,0 0-14 0,0 0-19 0,0 0-7 0,0 0-7 15,0 0-22-15,0 0-12 0,0 0-31 0,0 2-11 16,0-2-1-16,0 3-4 0,0 0 5 0,0-3-5 16,0 2 2-1,0-1 6-15,0-1-5 0,0 3 3 0,0-1-3 16,0 1 3-16,0 0 2 0,0 0-1 0,0 1 3 15,14-2 1-15,-14 2 5 0,0 0 28 0,12 0 19 16,-12-1 21-16,0-1 74 0,9 1 3 0,-9 0 19 0,0-2 0 0,13 0-28 16,-13-1-9-16,9 0-24 0,-9 0-6 0,12-5-13 15,-12 0-5-15,13-1 9 0,-1-1-6 0,-3-1-18 16,-9-2-13-16,14-1-5 0,-2-3 20 0,-12 0-13 16,13-2-10-16,-13 0-23 0,10-2-19 0,-10-2-7 31,0-2 0-31,0-1 3 0,0 0-16 0,0-1 11 0,0 0 7 0,0 1 39 15,0 0 17-15,0 1 0 0,-13 2 11 0,13 1-39 16,-14 2-6-16,14 2-9 0,-16 2-3 0,16 2 12 16,-14 2-10-16,14 3 3 0,0 1-12 15,0 0-21-15,-11 4 0 0,11-2-11 0,0 3 10 16,0 0-8-16,0 0 4 0,0 0 3 0,0 6-3 0,0-1 13 16,0 2 5-16,0 4-6 15,0 1 6-15,0 3-8 0,0 2-3 0,0 2 5 0,0 2-3 0,0 2 11 0,0 0-8 16,11 1 9-1,-11 0-6-15,13-1-5 0,-1 1 11 0,-2-3-8 0,-10 1-1 0,19-2 10 16,-5 0-10-16,4 0 3 0,-2-2 7 16,-1-1-9-16,0-1 5 0,3 0 2 0,0-1 2 0,-1-3-8 0,4 1 10 15,-4-4-8-15,1-1-4 0,-1-1 7 0,-1-2-8 16,1-1-1-16,-3-4 17 0,0 0-6 0,-2 0 3 16,-3 0 3-16,4-6-5 0,-13-3 20 0,14 0 2 15,-3-2-2-15,-11-3-4 0,14-1 1 16,-2-2-15-16,-12-3 15 15,0-1-20-15,10 0-16 0,-10-2 15 0,0 0-12 16,0-2 7-16,0 2 13 0,0 0-10 0,0 1 7 16,0 3 7-16,0-1-19 0,-14 3 13 15,1 1-18-15,13 2 4 0,-15 2 19 0,15 2-25 0,-15 1 13 16,15 1-3-16,0 4-11 0,-14 0 10 16,14 1-13-16,0 2-2 0,0 1 1 0,0 0 3 0,0 0 11 15,0 4 6-15,0 1-9 0,0 1 1 0,0 4-4 16,0 2-8-16,0 2 12 0,0 3 4 0,0 1 4 0,0 1-3 15,0 1-3-15,14 2 0 0,-14-2 5 0,13 1-2 16,0 0-2-16,-13 0-2 0,12 0-3 0,-2-1 8 16,-10-2-3-1,14 1 9-15,-14-2-3 0,11-2 7 0,-11 0-6 0,13-2-11 0,-13-1-7 16,0-2-2-16,11 0 8 0,-11-3 4 0,0-1 7 0,0-3-2 16,10-3 13-16,-10 3-9 0,0-3-1 0,0 0 4 0,0 0-17 31,0 0 21-31,0 0-5 0,0 0-11 0,0 0 6 0,0-3-20 15,0-1 11-15,0-4-2 0,0 0 12 0,0-4-6 16,0 0 7-16,0-2-3 0,0-3-9 16,15 2 0-16,-15-2-4 0,0 2 10 0,13 1-6 0,-13 0 10 15,12 2-8-15,-12 0-4 0,12 3 4 0,-12-1 2 16,11 3-9-16,-11 0 1 0,12 3 8 0,-1-2-7 16,-11 3 16-16,13 0-13 0,0 1 2 0,-2 1 5 15,1 1-11-15,-1 0 15 0,4 6-12 0,1-1-2 16,-2 3 9-16,2 2-5 15,-4-1 2-15,6 2 3 0,-6 1 1 0,6 0-3 0,-6 1 12 16,2-1-11-16,-2 1-1 0,0 0 0 0,-2-2 0 0,-10-1 2 0,13 1-8 16,-13-3 14-1,12-1-10-15,-12 0 8 0,0-3 2 0,0 0-16 0,0 1 10 16,10-5-7-16,-10 0 6 0,0 0 8 0,0 0-9 16,0 0 14-16,0 0-5 0,0 0-1 0,0 0-8 0,0 0-4 15,0-8 2-15,0 2 3 0,0-3 2 0,0 0-1 16,0-2-9-16,0-1 6 0,14-2 3 0,-14 2-11 0,12-3 11 15,-12 1-3 1,12 2-9-16,-12 0 18 0,17-1-6 0,-17 2-9 16,14 1 9-16,-1 1-17 0,-1 1 17 0,0-1-4 15,-12 2-2-15,17 2 5 0,-3-1-14 0,-1 2 11 0,-13 1 3 16,17 2-2-16,-1 1 6 16,-2 0-3-16,0 0-3 0,-1 3 5 0,4 0-5 0,-2 2-1 15,2-1 3-15,-3-1-4 0,2 1-1 0,-1 0 4 16,-5 0 3-16,-10-1 3 0,15 0-2 15,-15-1 0-15,0 0-3 0,0-2-2 0,0 0 4 0,0 0 1 16,0 0 4-16,0 0 0 0,0 0 0 16,0 0-11-16,0 0-2 0,0 0 11 0,0 0-10 15,0-4 7-15,0 0-3 0,0 1-6 0,-16-2 8 16,0 1-4-16,0 1 5 0,0 0-11 16,0 0 11-16,1 0-1 0,0 2-2 0,-2 1-3 15,3 0-11-15,-3 4 14 0,1 2-7 0,1-1 14 16,1 2-1-16,-2 0-15 0,-1 3 6 0,6-1-3 15,11 1-2-15,-14 1 3 0,14 2 9 0,-14-1-6 0,14-2-3 16,0 1 1-16,0 0-4 0,0-2 5 0,0 0 1 16,0 1 11-16,0-3-7 0,0 1 4 0,0-2 0 15,0 2-3-15,17-2-9 0,-3 0 3 0,2-1 2 16,0-1-1-16,-1-1 18 0,3 0-15 16,-1-3-1-16,1 0-4 0,-1 0 3 0,2 0 4 0,-3 0-1 15,3 0 5-15,-3-6-9 0,-1 1 15 0,2-1-1 16,-7-1 3-16,-10-1 11 0,15 0-15 0,-15-1 15 0,14 0-13 15,-14 0 0-15,0-2 4 0,0 2-22 0,0 0 20 16,0-1-21 0,0 1-2-16,0 1 26 0,0 1-27 0,0 0 13 0,0 2-2 0,0-1-21 0,0 3 15 15,0 1-9-15,0 2-4 0,0-2 7 0,0 2-12 32,0 0 7-32,0 0 10 0,0 7-5 0,0-1 9 0,0 0-3 15,0 3 1-15,0 2 6 0,0-1 2 0,0 1 1 0,0 2-6 0,0-3-3 16,0 1 0-16,9 1 5 15,-9-1-2-15,16-2-1 0,-2 0 3 0,-2-2-7 16,0 0 7-16,-1-3 5 0,2 2-17 0,-1-4 17 16,1-2-7-16,0 0 1 0,1 0 11 0,0 0-10 15,-1 0-2-15,0-3-5 0,1-3 3 0,-3-1 8 16,3-2 5-16,-3 1-1 0,-11-2-6 0,16-2-4 16,-16-2-3-16,9 0 14 0,-9-1-1 0,0 0-8 15,0-2-1-15,0-3-4 0,0 0 3 0,0-1 1 16,0 0 2-16,0-3-13 0,0 1 15 0,0 1-9 0,-14-2 8 15,5 2 9-15,9 2-17 16,-15 1 0-16,1 1 3 0,14 4-2 0,-11 4-1 0,11 0 8 16,0 4-13-16,-12 1-7 0,12 3 1 0,0 2 0 0,0 0-7 15,0 0 17-15,0 4-4 0,0 2-3 0,0 2 14 16,0 4-7-16,0 2 11 0,0 1 9 0,0 3-8 16,14 3 0-1,-5 1-16-15,5 0-3 0,-2 1 16 0,0-2-12 16,2 1 15-16,-1-1 4 0,3-1-7 0,-2 0 6 15,0-3 2-15,2 0-14 0,-2-2-11 0,2-1-43 0,1-1-49 16,-4 0-62-16,4-3-75 0,0-2-63 0,0 1-74 0,-3-4-102 16,3 2-75-16,-4-2-68 15,0-2-99-15,-1 0 142 0</inkml:trace>
  <inkml:trace contextRef="#ctx0" brushRef="#br0" timeOffset="19493.66">24118 1138 1796 0,'0'-3'49'16,"0"0"17"-16,14-1 22 0,2 2 64 0,4 0-16 0,4 1 5 0,1 0 8 16,4 0-53-16,3 1 4 0,-1 0-19 0,2 0-25 15,2-1-19-15,-6 0-33 0,3 0 3 0,-4 0-7 16,-1 0 14-16,-6 0 1 15,0 1-9-15,-7-2 5 0,-1 1-14 0,-13-1-7 16,9 2 10-16,-9-1-16 0,0 0-66 0,0 0-157 16,0 0-146-16,0-1-118 0,0 0-26 0,0-1 25 15</inkml:trace>
  <inkml:trace contextRef="#ctx0" brushRef="#br0" timeOffset="20125.84">22872 1213 1478 0,'-14'-3'40'0,"14"0"50"0,0 1 23 0,-12 0 25 0,12 0-9 0,0-1 18 16,0 3-2-16,0-2-14 0,0 2-10 0,0 0-68 16,0 0-8-16,0 0-8 0,0 0-17 0,0 0-2 15,0 0-1-15,0 0 2 0,0 0 17 0,8-3 24 16,4 0 2-16,2 1-5 0,-2 1-4 0,7-2 3 16,0 1 9-16,2 0 6 0,2-1-15 0,3 2-18 15,-3-2-18-15,3 1-8 16,-1 0 7-16,0 0-16 0,1 0 6 0,-4 1-5 15,-1 0-5-15,-3 0 19 0,-2 0-18 0,-3 0 6 16,-4 0-9-16,-9 0-3 0,0 1 2 0,0 0-2 0,0 0-52 16,0 0-109-16,0 3-142 0,0 1-110 0,0-1-99 15,0 2-53-15,0-2 41 0</inkml:trace>
  <inkml:trace contextRef="#ctx0" brushRef="#br0" timeOffset="23274.1">25986 1205 1945 0,'0'0'52'0,"8"0"104"0,-8-4 47 0,0 1 25 15,0 0-31-15,0 0-95 0,0 1-29 0,0 0-5 0,0-1-7 16,0 0 9-16,0 1-17 0,0-1-3 0,0 0-19 16,-9 0-1-16,-2 0 7 0,1 0-2 0,1 0 16 0,-4 1-20 0,1 0 11 15,-1 0-13-15,-3 1 3 0,-1 0 5 16,2 1-13-16,-2 0 1 0,0 0-16 0,-2 4-5 16,3-1-2-16,-3 1 1 0,1 1-2 0,3 1 6 0,-1 2 1 15,3-1-7-15,2 3-2 0,11-1 6 16,-14 1-8-16,14 1 5 0,0 1 7 0,0 1-19 31,0-2 8-31,0 2 3 0,0-1-6 0,0-1 19 0,0-2-10 16,0 2 1-16,0-2 6 0,0 0-9 0,0-1 4 15,16-2-10-15,-5 0 13 0,1 0-6 0,3-1 9 0,0 0 1 16,1-2-9-16,2-2 10 0,-2 1-4 16,1-2 5-16,-1 0-9 0,1 0 13 0,-2-4 45 0,-2 1 11 15,0-1 7-15,-3-1-20 0,1-1-44 0,-11-2-13 16,13 1-1-16,-5-2 5 0,-8-2-1 0,0 0-1 15,0-1-3-15,0 0-4 0,0-2 3 0,0 2-4 16,0 0-1-16,0 1 10 0,0 0-5 0,0 1 13 0,0 2-3 16,0 1-7-16,0 3 3 0,0 0-12 15,0 0-2-15,0 2-9 16,0 0 0-16,0 2 12 0,0 0 1 0,0 0 2 16,0 0-6-16,0 0-5 0,0 5 10 0,0 2 5 15,0-1-8-15,0 2 0 0,0 3 6 0,10-1-4 16,-10 4 4-16,15-1 7 0,-3 1-21 0,-2 0 4 15,3 0 8-15,-3 0-10 0,3-2 10 16,1-1 9-16,1-2 0 0,-1 0 4 0,0-1-13 0,2 0-14 0,0-2 7 16,-1-2 0-16,0-1 17 15,-2-1 7-15,1-2-10 0,-3 0-2 0,1 0-7 16,-2-5-3-16,0 1 2 0,-10-3 2 0,13-2 6 0,-1 0 4 16,-12-1 2-16,9-3 0 0,-9 1-15 15,14-2 2-15,-14-3 2 0,10 2-4 0,-10-2 19 16,0 0-16-16,12 1-3 0,-12-2 6 0,0 2-7 15,12 0 7-15,-12 1-8 0,11 2 2 0,-11 0-4 0,10 2 2 0,-10 2 5 16,13 1-2-16,-3 1-6 16,-10 1 10-16,16 1-4 0,-4 0 1 0,2 3 7 0,-2 0-17 0,3 1 9 0,0 1-4 15,-1 0 1-15,2 0 13 0,-2 0-4 16,-1 0-1 0,-13 3-6-16,12-2 1 0,-12 2 5 0,13-3 3 15,-13 1-6-15,0 0-1 0,0-1-1 0,0 1 19 16,0-1 8-16,0 0-6 0,0 0 0 0,0 0-16 15,0 0 12-15,0 0 8 0,0 0-4 0,0 0 6 16,0 0-19-16,0 0 1 0,0-2-8 0,0 2-1 0,0-3 1 0,0 3-16 16,0-1 21-16,-13 0-6 15,13 1 2-15,-16 0 5 0,2 0-18 0,1 0-5 16,2 2 14-16,-1 3 4 0,1-1 0 16,-2 1 7-16,0 1-15 0,4 1 7 0,-4 1-3 0,2 0 6 0,2 2 6 15,9 0-4-15,-14 0-6 0,14 0-5 0,-13 1 5 0,13-1-2 16,-13 0 7-16,13 0-2 0,0 0-7 15,0-1 1-15,0 0 1 0,0 0 5 16,0 1-2-16,0-3 1 0,0 1-2 0,0 1 3 0,18-1-3 0,-2-1 3 16,-1 1 4-16,4-2-4 0,-1-1 1 15,4 2-5-15,-2-2 11 0,1-2-8 0,1 0 4 0,0 0 2 32,0-3-12-32,-1 0 12 0,1 0 1 0,-5 0-7 15,2-4 9-15,-3-3-3 0,1 1 8 0,-2-1 5 0,-1-1-13 16,-3-1 0-16,-2-2 1 0,-9-1-5 0,12 0 8 15,-12-2-7-15,9-1 1 0,-9-1 2 0,0 0 4 16,0 0-2-16,0 0-21 0,11 1-2 0,-11 1 5 0,0 1-11 0,10 1 24 0,-10 2-8 16,0 1-3-1,11 0 8-15,-11 2-3 0,12 0 2 0,-12 2-9 16,13 0 7-16,-2 0-6 0,2 2 6 0,-4 1 3 0,4-1-1 0,-1 1-8 16,0 0 0-16,-2 0 7 0,2 2-2 0,-3-1 10 15,2-1 7-15,-11 2-11 0,13 0-2 0,-2 0-4 16,-11 0-4-1,9 0 9-15,-9 0 4 0,0 0 3 0,0 0 7 16,8 0 1-16,-8 0 5 0,0 0 10 0,0 0-6 16,0 0-5-16,0 0-10 0,0 0-9 0,0 0 1 15,0 0 5-15,0 0 5 0,0 0-14 0,0 0 4 16,0-1-3-16,-9-1-8 0,-4 2 13 0,13 0-12 16,-16 0 0-16,4 0 8 0,1 5-8 0,-2 1 6 0,1 0-2 0,0 3 1 15,1 0 4-15,0 1-3 0,11 1-4 16,-13 1-1-16,13 1 1 15,-12-1 10-15,12 2 6 0,0-1-4 0,0 0-9 16,0 0 4-16,0 0-7 0,0 0 9 0,0 0 2 0,0 1 1 16,14-3 1-16,-3 0-4 0,6 0 3 15,-2 0-13-15,4 0 8 0,3-3-5 0,0 1 10 0,5-1 3 0,3-1 4 0,2-2-7 16,1 1-6-16,3-3-2 16,2 0-7-16,0-2 2 0,0-1 15 0,0 0 0 15,0 0-3-15,-5-4 18 0,-1 0-1 0,-6-1 12 16,-5-3 3-16,1 0-6 0,-6 0-11 15,-2-2-10-15,-1-1 3 0,-13 1-4 0,12-2-2 16,-12-1-5-16,0 1-12 0,0-2 18 16,0 1-11-16,0 0 6 0,0 0-2 0,0 0-18 0,-13 1 10 15,-4 0-8-15,2 1 17 0,-1 1-10 0,-1 2 0 16,1 1 13-16,-3 1-10 0,4 2 4 0,0 2-8 0,2 2-5 0,2 0-5 16,11 0 3-1,-13 5 9-15,13 1-6 0,-12 2 14 0,12-1-1 0,0 2-1 0,0 1 8 16,0 1-13-16,0 1 7 0,0 1-5 0,0 0 1 15,0 0-8-15,16 1 12 0,1 0 6 0,-1 0-3 16,3-2 2 0,-2 0-7-16,4-1-2 0,2-2 4 0,0 0 5 0,0-1-5 15,3-3-2-15,-1 1 1 0,1-3 8 0,3-2-16 16,-3-1 9-16,-1 0-2 0,0 0-2 0,-1-6 12 0,-2 1-4 16,-6 0 4-16,2-3 0 0,-5 0-4 15,1-1-2-15,-2 0-8 0,-12 0-4 0,9-4 21 16,-9 0-11-16,11-1 8 0,-11-1-9 0,0-1-4 15,0-1 3-15,0 1-1 0,0-2 6 0,0 1-13 16,0 1 14-16,0 1-6 0,-12 2 2 16,0 1 1-16,12 0-7 0,-14 4 6 0,14 1 0 0,-11 2 0 0,11 2-9 15,0 1-10 1,0 1 1-16,0 1 0 0,0 0-3 0,0 4 15 16,0 1 0-16,0 2-1 0,0 3 12 0,0 2-13 15,0 2 6-15,0 4 13 0,10 4-19 0,1 1 10 0,0 2-1 0,-2 2-13 0,5 0 23 0,-1 1-10 31,1 1 4-31,1 0 6 0,-3 0-5 0,1 0 6 16,1 2-13-16,0-2 8 0,1 0-8 0,-1 0 1 0,-1-1 5 16,1-2 1-16,-3-1 0 0,0-1-5 15,1-3 4-15,-12-4-14 0,12-2 13 0,-12-1 2 0,9-5-8 16,-9 0 13-16,0-1-20 0,0-5 19 16,0-3-1-16,0 0 11 0,0 0 14 0,0 0-1 15,0 0 10-15,0 0-13 0,0 0-2 0,0 0-15 0,0-6-9 16,0-2 0-16,0-1-5 0,0-1-3 15,-11-4 3-15,0-3-7 0,11-5 6 0,-16-2-2 0,7-2 1 16,9-3-1-16,-14-2-4 16,14-2 5-16,0 0-12 0,-12 0 15 0,12 0-3 0,0 3 8 0,0 1 11 0,0 3-19 15,0 3 13-15,0 2-5 0,0 3-3 0,0 3 14 32,0 2-17-32,0 1 3 0,14 2-5 0,-4 2-6 0,0 1 9 0,-1 1-6 0,4 1 7 0,0 0 4 31,2 2-9-31,0 1 4 0,2 2-9 0,0 0 7 15,1 4-7-15,2 0 8 0,-2 2-5 0,0 1-4 0,-2 0 11 0,2 1-8 0,-6 1 10 16,2 0-5-16,-14 1-6 0,13-2 8 0,-13 2-1 0,0 1 6 31,0-2 7-31,0 2-11 0,0 1-1 0,0-1 6 0,-22-1-3 0,3 2-2 0,-3-1 3 0,0-1-16 16,-1-2 5 0,0 0 10-16,-1 0-5 0,2-2 10 0,5-1-5 0,-4-3-1 15,8 2-4-15,-1-1 5 0,14-1-9 0,-9 0 1 16,9-2 2-16,0 2-1 0,0-2-2 15,0 0 7-15,0 1-1 0,0-1-7 0,0 0 12 0,0 0-7 16,0 2-3-16,0 1 7 0,0-1-5 0,9-1-4 16,5 2 4-16,1-1 1 0,4-1 5 15,3 1 4-15,0-2 3 0,2 0-7 0,3 0 0 16,-1 0-1-16,3 0 4 0,-7-3 9 0,4-2 11 0,-1 0 18 16,-2-1-6-16,1-3 0 15,-3 2-8-15,1-4-8 0,-2 0 5 0,-2 1-3 16,1-3 0-16,-3-2-7 0,-1 1-9 15,-3-3 4-15,-2-1-17 0,-10-1 10 0,12-2-11 0,-12-2 4 16,0-3 6-16,0-1-13 0,0-1 14 0,0-2-10 16,0-1 13-16,0 0-12 0,0 1 3 15,-18 1 9-15,7 1-5 0,11 4 10 0,-14 4-17 0,14 3-8 16,-14 4 3-16,14 3 3 0,0 4 8 16,-13 1 11-16,13 5-24 0,0 0-9 0,0 0-5 0,0 0-6 15,0 0 9-15,0 0 0 0,0 8 20 16,0 0-8-16,0 3 9 0,0 4 17 0,0 3-25 15,0 2 8-15,0 3-4 0,0 1 1 0,0 1 4 16,0-1-9-16,0 2 13 0,0 0-7 0,0 0 19 0,14-3-9 16,-1 1-5-16,-4-2 0 0,3-1-4 0,-2-1 14 15,2-1-11-15,-1-2 7 0,1-1-10 0,-1-1 5 0,3-2 2 32,1-1 4-32,-2-1-5 0,5 0 4 0,0-2 2 0,-1-1-12 15,4-1 15-15,1-2-14 0,-1-1-1 0,1-1 6 16,-1-1-7-16,-3-2 4 0,3 0 7 0,-5 0-9 0,1 0 8 15,-4 0-3-15,-3-5-1 0,-10-1 12 0,13 0-11 16,-13 0 2-16,13-2 4 16,-13-2-18-16,0-1 5 0,0 0-2 0,0-1-8 0,0 0 14 15,0-1-6-15,0 0 9 0,0 1-12 0,0-2-6 16,-13 1 10-16,2 1-8 0,0 1 8 0,11 1 19 16,-13 0-20-16,1 3 6 0,12 1-3 0,-13 1-12 15,13 3 5-15,0 0-11 0,-9 1 5 0,9 0-4 16,0 1-1-16,0 0 16 0,0 0-9 15,0 4-2-15,0 0 8 0,0 1-15 0,0 1 9 16,0 1 8-16,0 1 2 0,0 1 8 0,9 2-4 0,-9-1 3 0,16 1-7 0,-2 0-6 31,2 1 7-31,0-1-3 0,-1 1 3 0,5 0 11 0,-1-1-4 16,-1 1-10-16,-2-3 9 0,5 2-6 0,-5-2 7 0,3 0-4 0,-3 1-1 16,-1-1-6-1,0 0-3-15,-1 0 15 0,-3-1-8 0,0 0 6 0,-11-1 1 0,0-1-8 16,9-1-1-16,-9 1 6 0,0-2-6 0,0 0 2 15,0-2 4-15,0 2-4 16,0-1 9-16,0 0-4 0,0 0 3 0,-14 0-8 0,1 1-8 16,1-1-15-16,-4-1-44 0,-3 0-47 0,2-2-52 15,-7 0-62-15,0 0-68 0,0-4-104 16,-3 0-137-16,1-2-81 0,-3 1-68 0,4-1-42 16,-2-2 152-16</inkml:trace>
  <inkml:trace contextRef="#ctx0" brushRef="#br0" timeOffset="23547.68">28170 1052 2633 0,'0'0'39'15,"0"0"9"-15,0 0 29 0,0 0 19 0,18 0-32 0,-1 0 32 0,0 0 8 0,4 0-10 16,1 0 24-16,1 0-14 0,1 0-27 0,3 0-7 31,0 0-25-31,-2 0-33 0,0 0-5 0,-4 0-1 16,0 0-6-16,-2-1 7 0,-3 1-12 0,-2-2 1 15,-5 1 8-15,-1 0 1 0,-8 0 3 0,8 0-7 16,-8 1-39-16,0-1-63 0,0 0-88 0,0-1-87 16,0 2-98-16,0 0-35 0,0-1-48 0,0 1-41 0,0-2-17 15</inkml:trace>
  <inkml:trace contextRef="#ctx0" brushRef="#br0" timeOffset="24966.51">29852 1189 1838 0,'0'0'55'0,"0"0"100"0,0 0 40 0,0 0 39 0,0 0-8 15,0 0-88-15,0 0-39 0,0 0-36 0,0-2-43 16,0 0-1-16,0-1 6 0,0 0 7 0,0 0-10 16,0-2 0-16,0 0 0 0,0 0 15 0,-12 0 13 15,0 0 9-15,3 1-8 0,0 1-12 0,-3-2 2 16,2 1-27-16,-2 1 9 0,-2-1-22 0,3 3-1 16,0-1 12-16,-5 1-6 0,3 1 6 0,0 0-5 15,0 0-5-15,-3 4 0 0,2 2 3 0,0-1-2 0,1 1 3 16,-2 1 0-16,3 1-5 0,2 1 3 0,1 0 4 15,0 1 0-15,1 1 2 0,1 0-7 16,7 0-2 0,0 1-6-16,-6-2 3 0,6 1 7 0,0 0-1 0,0 1 6 0,0-1-3 15,0-1 5-15,0 1 0 0,13 1 1 0,-2-2-3 0,3-1-2 16,0 1-6-16,3-2 9 16,-1-2-6-16,2 2 5 0,-1-3 9 0,4-1-7 15,-3-2 75-15,2-1 8 0,-1-1 9 16,-1 0-4-16,0 0-59 0,-3-3 4 0,2-2-4 15,-3-2 12-15,-2 1-5 0,1-2-13 0,0-1-17 16,-13-2-3-16,13 0 8 0,-13-1-8 0,12 0 15 16,-12-3 0-16,0 1-14 0,0 0-2 0,0 0 5 15,0 2-21-15,0 0 11 0,0 2-4 0,0 3-13 0,0-1 18 16,0 3-6-16,0 1-1 0,0 3-5 0,0-1-17 16,0 2 4-16,0 0-9 0,0 0 7 0,0 5 12 15,0 1-6-15,0 2 13 0,0 0-7 16,0 3-2-16,0 2 7 0,0-1-6 0,0 3 0 15,0-1 17-15,0 1-13 0,0 1 12 0,9-3 15 16,0 1-28-16,-9 0 23 0,17-2-12 0,-4 0-15 0,0-1 14 0,2-2-16 16,0-1 14-16,3 1 2 0,-1-3 3 0,3-1-1 15,-2-2-2-15,3-1 2 0,-7-2 8 16,3 0 10-16,0 0 9 0,-2-3 24 0,-2-1-10 0,-1-2-4 16,3 1-9-16,-6-2-26 0,1-1 11 0,1-2-7 15,-11-1-9-15,9-3 15 0,-9 0-10 0,11-1-2 16,-11-2 6-16,0-3-17 15,0 0-2-15,0-1 9 0,0-3-6 16,0 2 9-16,0-2-1 0,0 2 19 0,0 1 12 0,-14 2 14 0,14 2 7 16,-13 2-26-16,13 5-9 15,-10 2-26-15,10 3 7 0,0 2-24 0,0 0 9 16,0 3-9-16,0 0-9 0,0 0 21 0,0 7-9 0,0 0 22 0,-10 2-9 16,10 2 8-16,0 3 1 15,0 2-11-15,-10 2 7 0,10 3-5 0,0-1 6 16,0 1-5-16,0 1 17 0,0 0-1 0,0 0-14 15,13 1 19-15,0-2-29 0,-1-1 9 0,0 0 9 16,2-2-2-16,-2-2 13 0,4-3-15 0,0 1 10 16,1-2-12-16,4-1 0 0,-2-2 11 0,3 1-5 0,-2-3 3 15,3-1-2-15,-3-1-5 0,1-2-4 0,-4-2 4 16,4-1 8-16,-5 0-8 0,-1 0 7 0,-2-5-2 16,-1-2-1-16,0-2 10 0,-1-2-15 0,0-3 0 15,-11-1 2-15,13-3-15 0,-13-1 15 0,12-2-4 16,-12-3-2-16,0-1-5 0,0-1-2 0,0 0 6 0,0 2-8 15,0-1 22 1,0 1-7-16,0 3-4 0,0 3 5 16,0 3-19-16,0 3-1 0,-12 3 2 0,12 2-8 15,0 2 8-15,0 3-2 0,-12 1-6 0,12 1 4 0,0 0 9 16,0 5 11-16,0 4 3 0,0 1-5 0,0 2-1 16,0 3-11-16,0 2-12 0,0 2 9 0,0 1 2 15,0 2 10-15,0 0 16 0,0 0-9 0,0 2 6 16,0-3 0-16,16 2-14 0,2-3 14 0,-2 1-12 15,-1 0-6-15,1-2 15 0,3-2-4 16,1 1-3-16,-3-2 3 0,3 0-3 0,-1-2 4 0,-2-1-3 16,2-1 9-16,-1-1-15 0,-4-2 1 15,-1-2 8-15,-4 0-4 0,-9-2 4 0,13-1-6 16,-13-4 4-16,0 0-5 0,0 0 9 0,0 0-2 0,0 3-7 0,0-3 12 31,0 0-1-31,0 0-5 0,0 0 8 0,0 0-9 0,0 0-4 0,0 0 4 16,0 0 0-16,0 0 2 0,0 0-4 0,0-3-22 15,0 0-74-15,0 3-107 16,0-3-173-16,9-1-174 0,-9 3-250 0,0-2-233 0,0-2 80 0</inkml:trace>
  <inkml:trace contextRef="#ctx0" brushRef="#br0" timeOffset="29939.69">1433 2876 1367 0,'0'5'36'0,"10"-5"15"0,-10 0 17 16,0 0 2-16,0 3-26 0,0-3-11 0,0 0-10 15,0 3 7-15,0-3 24 0,0 3 26 0,6 0 23 16,-6 0 9-16,0-1 38 0,0 1-18 0,7 1 1 15,-7 1-5-15,6-1-59 0,-6 1 20 0,8 1-22 16,0-1 2-16,-2 2 2 0,1-2-23 0,0 0 16 16,1 0 2-16,2-1-3 0,2-1 18 0,-2 1-9 15,3-1 11-15,-1-1 4 0,1-2-3 0,2 0 16 16,-2 0-16-16,3 0 9 0,-2-6 4 0,2 0-22 31,0 0 18-31,-2-2-23 0,-1 1-10 0,0-3 2 0,1 1-18 0,-3-2-6 0,1 1-14 16,-2-1 1-16,1-3-8 0,-11 2 9 15,14-2-3-15,-6 2-18 0,-8-2 1 0,0-1-4 16,0 0 2-16,0-1 5 0,0 0-7 0,0 1-1 16,0 0-6-16,0 1-5 0,-11 1 8 0,0 2-6 15,0 1 4-15,0 2 5 0,-2 2-11 0,5 1-1 16,-1 1-2-16,9 4 1 0,-13 0 16 16,2 0-11-16,11 0 4 0,0 0-6 0,-11 0-10 0,11 0 11 15,0 4-6-15,0 0-1 0,0 0-2 16,0 2-7-16,0-1 1 0,0 2 7 0,0 1 1 15,0 1 15-15,0-2 3 16,16 3 3-16,-2-2-2 0,2 2 0 0,3-1 1 0,-2 1-9 16,4-3 12-16,-2 2-2 0,5-1-9 0,-1 1 21 15,1-2-21-15,-3 2 8 0,2 0 0 0,-1 0-9 16,-4 0 1-16,2 0 3 0,-4 0 0 0,-2-1 4 16,-4 1 10-16,-10 0-16 0,11-1 7 0,-11 0 0 0,0-1 4 15,0 2 2-15,0-1 0 0,0 1-5 16,0 0 5-16,-19-1-1 0,1 2-9 0,-2-3 3 15,-2 2-8-15,0-3-2 0,-1 1 11 0,0-3-3 0,1-1-4 0,1-3 11 32,2 0-7-32,2 0-7 0,3 0 5 0,2 0-3 15,2 0 5-15,10 0 4 0,0 0-3 0,0 0-4 0,0 0 13 0,0 0-19 16,0 0 17-16,0 0-11 0,0 0-10 0,0 0 8 16,0 0-8-16,0 0 17 0,13 0-10 0,-1 0 11 15,1 0 0-15,-1 0-17 16,1 0 15-16,2 0-8 0,0 0-1 0,2 0 5 15,2 0-5-15,0 0 4 0,3 0-2 0,-1 0 7 16,4 0 1-16,-1-4 7 0,1-1 12 0,0 0-2 0,-2-1 7 0,0 0-3 0,1-1-5 0,-1-1 14 31,-2-1 5-31,1-1 4 0,-1 1-5 0,-4 0 5 16,1-2-3-16,-4-1 2 0,0 1 8 0,-3-2-21 16,0 0 1-16,-3-2-14 0,-8 0-5 0,8-2 0 15,-8-1-9-15,0-1-5 0,0-2 2 0,0-1 0 0,0-2-9 16,0 0 17-16,0-1-9 0,-16-1-3 0,2 0 10 15,1 1-23-15,-1 1 18 0,0 1 5 0,1 1-11 16,2 3 17-16,-2 2-22 16,3 1 8-16,10 4 7 0,-12 3-11 0,12 0 11 0,-12 4-18 0,12 5 5 0,0 0-6 15,0 0 1-15,0 0-7 0,0 0-11 0,0 0 9 16,0 0 5-16,0 0 2 0,0 5 6 0,0 3-4 16,0 1 0-16,0 1 9 0,0 4-4 0,0 3 8 15,11 1-4-15,-3 3 6 0,0 1 2 0,1 1 3 16,4 0-12-16,-2 0-4 15,1 1 10-15,3-1-5 0,-1 0 23 16,0-1-9-16,3 0-7 0,-2-1 8 0,4-2-17 16,-3 0 9-16,3-2 2 0,-1 0-12 15,0-2 9-15,1-3-4 0,0-1 7 0,0 0 5 0,1-2-3 16,-2-2 8-16,4 0-9 0,0-2 3 0,-1-5-8 16,1 0 3-16,-2 0 1 0,1 0 5 0,-2 0 3 15,0 0 5-15,-5 0-1 0,2 0-5 0,-5-7 21 16,-11 1-7-16,11-2 14 0,-11 2-2 0,12-1-23 15,-12-3 14-15,0 1-23 0,0-3 8 0,0 0 2 16,0-4-21-16,0 1 10 16,0-2-13-16,0-1 12 0,0 1-6 0,0-1-10 0,0 0 12 0,-12 1-20 15,12 1 14-15,-14 2-2 0,0 1-5 0,1 2 5 0,3 1-6 16,-2 3 9 0,12 1-14-16,-13 1 12 0,13 5 8 0,-14 0-16 15,14 0 15-15,0 0-9 0,-11 0-15 0,11 0 17 16,0 0-22-16,0 0 13 0,0 5 3 0,0 0-5 15,0 0 17-15,0 2-7 0,0-1 0 0,0 0-1 16,0 0 1-16,0 0 1 0,0-1 1 0,0 0 16 16,0 0-6-16,0-1-3 0,17 0 7 0,-6-4-8 15,2 5-4-15,-1-5 6 0,1 0-7 0,3 0-1 0,0 0 13 16,3 0-13-16,-3 0 13 0,3-9-1 0,-1 2-8 0,-3 1 6 16,2-1-11-16,-3 1 7 15,2 0 6-15,-6 0 1 0,-10 1 7 0,11 1-12 16,-11 4 7-16,0-4 0 0,0 4-4 0,0 0 1 15,0 0-11-15,0 0 1 0,0 0-10 0,0 0 11 16,0 0-9-16,0 0-12 0,0 0 25 0,0 0-15 16,0 0 9-16,0 5 6 0,0 0-10 0,0 2 6 15,0 1 0-15,0 1 1 0,0 1-1 0,0 3 3 0,14-1-6 16,-14 0 1-16,14 0 13 16,-4 1-11-16,4-1 6 0,-3-2 8 0,3 1-8 0,-1 0 0 15,1-3 11-15,-1 1-19 0,4-3-4 0,-4 0 18 0,4-1-17 16,1-5 18-16,0 4 2 0,0-4-12 0,4 0-3 0,-3 0-1 15,2 0 5-15,-1-6-6 0,1-1 22 0,-4-1 1 32,0 0-15-32,-2 0 14 0,-1 0-8 0,-3-2 0 15,-11 1 1-15,10-2-2 0,-10 1-3 0,0-3-12 16,0 1 13-16,0-1-12 0,0 0 7 0,0 0 3 0,0 0-5 16,0 0 6-16,-12 0-15 0,3 3 10 0,9 0-5 15,-14 1 4-15,4 4 8 0,10-1-13 16,-9 6 5-16,9-3-2 0,-11 3-11 0,11 0 5 0,0 0 0 0,0 0-11 15,0 0 18-15,0 0-7 0,0 0-4 0,0 9 13 16,0-1-7-16,0 1 13 0,0 1 0 16,0 1-17-16,0 0-3 0,0 0 0 15,0 2 2-15,0-1 16 0,0 0 1 0,14 0 3 0,-5-1 3 0,1 0 2 16,1-1-2-16,0-2-6 0,-1 1-8 0,4-3-5 16,-3-1 15-1,3-5-7-15,0 5 9 0,2-5 5 0,0 0-11 16,0 0-1-16,-2 0-4 0,3 0 1 0,-1-8-7 0,1 0 12 0,-2-1 3 0,2 1-4 0,-6-3 5 31,2 1-6-31,-13 0-5 0,14-1 8 0,-14 0 0 16,0 0-2-16,0 0 1 0,0 0-13 0,0 0 4 15,0 1-3-15,0 0 10 0,0 1 5 0,0 2-10 16,0 1 10-16,0 1-11 0,0 5-2 0,0 0 5 0,0 0-7 16,0 0 6-16,0 0-6 0,0 0-11 15,0 0 2-15,0 0 3 0,0 0 8 16,0 0 4-16,0 6-4 0,0 3 1 0,0-1 4 15,0 2 8-15,0 1-1 0,0 1-13 0,0 0 11 0,0 0-2 0,0 0-4 16,0 0 8-16,0-1-5 0,0 0-14 16,0-3 16-16,0 1 2 0,0-3-11 0,0 0 9 0,0-3 3 15,0-3-7-15,0 0 7 0,0 0 2 0,0 0-7 0,0 0 5 16,0 0-2-16,0 0 3 0,0 0-12 16,0 0 10-16,0-6-8 15,0 0 9-15,0 0 8 0,11-2-23 0,-11-1 12 16,0-1-14-16,13 0 11 0,-13-2 6 15,0 0-12-15,0-1 12 0,11-1-9 0,-11 3-2 16,0-1 8-16,0 0-2 0,14 0-15 0,-14 3 13 16,11 0-5-16,0 1-6 0,0 1 16 0,0 0-9 0,-1 3-2 15,2 4 9-15,-2-4-17 0,1 4 11 16,3 0 0-16,-4 0-9 0,2 0 18 0,-2 0-17 0,1 8 6 16,0 1 10-16,0 0-10 0,0 1 15 15,0 0-15-15,-1 1-3 0,1 1 5 0,0-1 0 0,-11 2 11 16,11-1-10-16,0 0 2 0,-11 0 3 0,13-1 3 15,-13-2 5-15,9 0-15 0,-9-1 8 0,11-1-6 0,-11-1-3 16,0-1 10-16,0-5-12 16,0 0 11-16,0 0 3 0,0 0 5 0,10 0 7 0,-10 0-11 15,0 0 4-15,0 0 3 0,0 0-16 0,0 0 14 16,0 0-14-16,0 0 5 0,0 0-8 0,0-7-5 16,0 0 13-16,0 0-12 0,0-2 23 0,0 0-14 0,9-2-1 15,-9-1 9 1,13-1-11-16,-4 1 4 0,-9-1-2 0,13-1-9 15,1 0 5-15,-3 0 1 0,-1 2 0 0,2 0 7 16,0 0-6-16,0 3 2 0,1 0-7 0,-2 0-3 0,3 3 5 16,-3 1 7-16,0 5 0 0,2-6-3 15,-2 6 1-15,0 0-7 0,-1 0 5 0,-1 0 9 16,0 0-11-16,-9 0-3 0,12 0 9 0,-12 0-7 0,12 6 0 16,-12-6 6-16,11 0-18 0,-11 5 19 15,0-5 1-15,0 0 1 0,0 0 6 0,0 0-15 0,0 0 5 0,0 0 9 16,0 0 4-16,0 0 19 0,0 0-14 0,0 0-18 15,0 0 16-15,0 0-19 0,0 0 17 0,0 0 14 16,0 0-18-16,0 0-12 16,0 0 4-16,0 0-16 0,0 0-5 0,0 0 6 15,0-5-7-15,-14 5 8 0,3 0 11 0,0 0 7 16,-2 0-11-16,0 0 13 0,0 0-15 0,0 0 1 0,-3 0 4 0,2 8-13 16,-4 2 13-1,4-2-4-15,0 3 8 0,-2-1-5 16,2 1-5-16,1 0 10 0,2 0-7 0,0 0 10 0,11-1-4 0,-13 0-12 0,13-1 6 15,0 0-2 1,0 0 12-16,0-1-1 0,0 0-5 0,0-1 7 16,0 0-5-16,0 0 6 0,0 0-12 0,16 1 10 0,0-3-5 15,2 1 3-15,-1-1 11 0,3-5-24 0,-1 6 18 16,3-6 2-16,2 0-6 0,-3 0 5 0,1 0-4 16,-2 0-14-16,-2 0 16 0,-1 0 13 0,-2 0-1 15,-3-6 3-15,-1 1 7 0,-11-1-7 0,0 1-12 16,0-1 14-16,11 1-9 0,-11-1-9 0,0 0 2 15,0 0-2-15,0-2-7 0,0 1 6 0,0-1-1 16,0 2-8-16,0-1 10 0,0 0-2 0,0 1 1 16,-11 0-2-16,11 0-13 0,0 0 5 0,-11 6 1 15,11-6 2-15,0 1 10 0,0 5 2 16,0 0-12-16,0 0-5 0,0 0-8 0,0 0-4 0,0 0 8 16,0 0-7-16,0 0 9 0,0 0-1 0,0 0-2 0,0 0 10 15,0 0-2-15,0 6-4 0,0 0 6 0,0 2 7 16,0 1-6-16,0 1 6 0,0 2-3 15,0 0 3-15,11 1 2 16,2 1-4-16,-4 1 4 0,1 1-13 0,2 0 6 0,1 1-1 16,0 1-1-16,4 0 6 15,-4 0-8-15,4 0 1 0,0 1 7 0,1 1 0 16,-1 0 10-16,-1-2-1 0,1 3-17 0,-2-2 5 0,2 2 2 16,-4 0 6-16,-1-2 7 0,-12 2-2 0,16-1-13 15,-16-1 3-15,14-1-3 0,-14-2-1 0,0-1 3 0,0 0 7 16,0-3 13-16,0 1-17 0,0-4 12 0,0 1-14 15,0 0 2-15,0-3 8 0,0-7 1 0,0 9-5 16,-17-9-2-16,4 8 8 0,13-8-17 0,-17 0 6 16,4 0-2-16,-2 0-7 0,0 0-7 0,0 0 20 15,0 0-25-15,-4 0 4 0,5 0 9 0,-5 0-14 16,2 0 10-16,4-12 9 16,-4 1 4-16,2-1-4 0,1-1 10 0,2-1-15 15,0-2 3-15,0-1-13 0,12-1 12 16,-13-2-3-16,13 0-3 0,0-3 8 0,0 2-16 0,0-1 15 0,0 1-14 0,0-1 9 0,0 2 13 31,0-1-7-31,15 3 13 0,0-1 1 0,1-1-22 16,1 2 11-16,2 1 3 0,2-1-4 0,1 0 18 15,0-1-17-15,1 1 0 0,0-1-12 0,4 1-17 16,0-1 19-16,-2-1-13 0,2 0 14 0,-3 0 16 16,3-1 0-16,-2 2 6 0,-1 0 5 0,-4-1-4 0,-1 3-7 15,-3 1 11-15,-2 2-10 0,-1 2 4 0,-13 3 1 16,9 1-10-16,-9 0-1 0,0 8 2 0,0-8-18 0,0 8 14 15,0-7-8-15,0 7-5 0,0-8 9 0,0 8-19 16,-14-6 5 0,3 6 0-16,0 0 12 0,11 0-3 0,-16 0 0 0,16 0 3 0,-13 0-33 15,13 0 19-15,-12 0 13 0,12 0-2 0,0 0 25 0,0 0-27 16,0 0-1-16,0 0-1 0,0 0 2 0,0 0 4 16,0 0-2-16,0 7 5 0,0 2-6 0,0-2 4 15,0 2-6-15,0-1-11 0,0 2 15 0,12 2 9 16,-2 0-11-16,1 0 21 0,2 0-25 0,0 0 1 15,0 2 17-15,2-1-18 16,0 0 16-16,0 0-7 0,1 1-10 0,-4 0 0 16,4 0 9-16,-5-1 1 0,0 0 0 0,2-1 12 15,-13 0-21-15,11-1 20 0,-11 0-6 16,8-3-9-16,-8 0 12 0,0-1-19 0,0-1 15 16,0 0 6-16,0-1 6 0,0-5 5 0,0 7-10 0,0 0 4 15,-13-3-8-15,-4 1-9 0,4 1 3 0,-4-2-4 16,1-4-14-16,-3 7 9 0,1-1 11 0,1-6 5 15,1 4 1-15,1-4-10 0,0 7 11 16,1-7-30-16,3 4 27 0,11-4 12 0,-14 0-32 0,14 0 21 16,-11 0-11-16,11 0-13 0,0 0 33 0,0 0-16 15,0 0-4-15,0 0 14 0,0 0-19 0,0 0 11 16,0 0 9-16,0 0-37 0,0 0-55 0,0 0-39 16,0 0-53-16,0 0-40 0,0 0-26 0,0 0-58 15,0-3-69-15,0 2-37 0,0-2-84 0,0 3-46 16,0 0-38-16,0-5-99 0,0-1 88 0</inkml:trace>
  <inkml:trace contextRef="#ctx0" brushRef="#br0" timeOffset="32574.39">2121 2608 840 0,'-8'4'14'15,"8"-4"19"-15,-12 5 16 0,2-5 18 0,10 0-6 16,-8 6-2-16,8-6-31 0,0 0-19 0,0 5 0 0,0-5-18 16,0 0 12-16,0 0-1 0,0 0-1 0,0 0 3 15,0 0-1-15,0 0 23 0,0 0 39 0,0 0 14 16,0 0 26-16,13 0-14 0,0 0-23 0,1-4 17 15,-1-1 2-15,4-1 5 0,-1 1-3 0,3-1-23 16,1 0-24-16,1-2-3 0,3 0 1 0,-2-2 56 0,1 1 7 16,0 0 9-16,2 0-11 15,0 0-54-15,-3-1-3 0,1 3-24 0,-1-1 8 16,-4 0-15-16,0 1-6 0,-1 2 8 16,-4-1-23-16,-2 1 0 0,-1 2-1 0,-4 3 9 0,-6-4 6 15,0 4 2-15,0 0 0 0,0 0-1 16,0-3-9-16,0 3-3 0,0 0-46 0,0 0-117 0,0 0-85 15,0 0-138-15,0 0-60 0,0 0-49 0,0 0 73 16</inkml:trace>
  <inkml:trace contextRef="#ctx0" brushRef="#br0" timeOffset="32808.04">2945 2234 2976 0,'0'0'77'0,"0"0"58"0,0 0 22 15,0 0 8-15,0 0-77 0,0 0-57 0,0 0-15 16,0 0-12-16,0 0 2 0,0 0-6 0,0 0-2 16,0 0-2-16,0 0 1 0,0 0-8 0,0 0-65 15,0 0-89-15,0 0-192 0,0 0-162 0,0 0-145 0,0 0-81 16</inkml:trace>
  <inkml:trace contextRef="#ctx0" brushRef="#br0" timeOffset="34949.65">6599 2555 1198 0,'0'0'13'0,"0"0"11"0,0 6 8 15,0-6-7-15,0 0-6 0,0 0 4 0,0 6 22 0,0 0 21 16,0 1 9-16,0 0-8 0,0 0-20 0,0 0 3 0,0 1-1 16,0 0 9-16,0 0 0 0,0-1-6 0,0-1-7 15,0-2-9-15,0 2 0 0,0-6-4 16,0 5 6-16,0-5 22 0,0 4 74 0,0-1 41 0,0-3 33 15,9 0-7-15,-1 0-37 0,-1 0-1 0,1 0-1 16,1 0 25-16,-1-6-4 0,2-1-15 0,-1-2-25 16,0-1-12-16,1-1-19 0,-2-2-11 0,-8-2-10 15,12-2-31-15,-12-3-10 0,10 1-16 16,-10-2-4 0,0-2 0-16,0-2-15 0,0 0 0 0,0 0-13 15,0-1 7-15,0 0-2 0,0 1 23 0,-11 1 9 0,0 2-11 16,11 3 12-16,-13 2-35 0,4 3 5 0,9 3-5 15,-11 2-15-15,11 4 3 0,0 5-12 0,-10 0 16 0,10 0-1 16,0 0 4-16,0 0-6 0,0 0-8 0,0 0 16 16,0 8-8-16,0 3 14 0,0 3 2 0,0 1-14 15,0 3 11-15,0 3-15 0,0 0 2 0,0 1 7 0,0 2-4 16,13-1 8 0,-1 1-11-16,3-2 4 0,0 2 9 0,3-2-11 15,-1 0 14-15,4 1-7 0,-2-3-5 0,1-1 10 16,2-3-4-16,-2 0-1 0,0-4 3 0,2 0-2 0,-4-2-2 0,2-3-2 15,-2-2 6-15,1-5-7 0,-2 0-6 0,0 0 23 0,-1 0-19 32,-2 0 17-32,0 0 9 0,-1-10-7 0,0 0 32 15,-13-1-8-15,14-1 8 0,-14-2-11 0,10-3-25 0,-10-1 2 16,0-2-10-16,0 0-1 0,0-3 5 0,0-1-11 16,0-1 6-16,0-2-3 0,-16 0-8 0,2 2 11 15,1 2-2-15,13 0 5 0,-16 3 5 0,5 3-5 0,11 3-5 0,0 5 1 16,-16 2-7-16,16 2-5 15,0 5 5-15,0 0-12 0,0 0 8 16,0 0 4-16,0 0-4 0,0 9 1 0,0 0 11 0,0 4 2 16,0 3 2-16,0 3 12 0,0-1-13 0,0 3-10 15,13 1 1-15,0 1-14 0,-1 1 10 0,2 1 11 0,-1-2 2 16,1 1-5-16,1 1 0 0,-1-3-5 0,-1 1 8 16,-1-3-4-16,-1 0-1 0,-1-2 5 0,-10-2-15 0,15-2 19 15,-5-2-4-15,-10-1-2 0,11-4-1 0,-11 0 14 16,0-7-7-16,0 0 2 0,0 0 7 0,0 0-14 15,0 0 17-15,0 0-9 0,0 0-7 0,0 0 4 16,0 0-18-16,0-9 3 0,0 0 7 0,0-1-2 31,0-2 3-31,0-1-1 0,0-1 3 0,0 0-15 0,0-1 17 0,0 0-9 0,0 0 5 16,0 1 5 0,13 1-15-16,-13 2 14 0,0 0-11 0,9 3-11 15,-9 1 9-15,0 7-4 0,14-6 13 0,-6 6 2 16,-8 0-19-16,15 0 13 0,-3 0-8 0,-1 0 8 15,3 0 9-15,-1 9-11 0,3 0 1 0,-2 0 8 0,5 0 4 16,-3 2-1-16,1-1-6 0,1 1-4 0,-1 0-3 16,-1 1 3-16,1 1 7 0,-2-2 3 15,-1-1-2-15,-3 0-8 0,3-2-4 0,-5 0 3 0,-9-1 8 16,12-2 12-16,-12-5-1 0,0 0-7 0,12 5 4 0,-12-5-8 16,0 0 7-1,0 0 2-15,0 0-17 0,0 0 8 0,0 0-1 0,0-10-14 16,0 0 21-16,0-1-15 0,10 2 2 0,-10-3 10 0,0 0-10 15,0-2 7-15,11 0-15 16,-11 2 6-16,11-2-3 0,-11 0 5 0,11 2 9 16,-11-2-13-16,14 2 10 0,-3 1-11 0,-11 1-6 15,17 2 10-15,-4-1-11 0,0 4 10 0,-1 5 6 16,1 0-4-16,4 0 9 0,-4 0 0 0,6 0-8 0,-4 0 4 16,0 0-10-16,1 0 5 0,-2 0-2 15,-1 8 2-15,-1 0 2 0,-12-2-9 0,13-6 8 16,-13 8 3-16,11-3 5 0,-11-5 5 0,0 0 8 15,0 7-23-15,0-7 10 0,0 0-1 0,0 0 1 0,0 0 24 0,0 0-17 16,0 0-2-16,0 0-3 0,0 0-14 0,0 0 10 16,0 0 0-16,0 0-10 0,0-11 14 0,-16 3-8 15,1 2 3-15,0 6 2 0,1-9-22 16,-2 9 11 0,-4-6-3-16,1 6-6 0,-2 0 24 0,-1 0-16 0,3 0 1 0,-3 0 18 0,2 9-19 0,0 2 7 15,0-2-3-15,3 3-16 0,2-1 16 0,0-1-1 31,3 3 9-31,12-1-8 0,-9 1-7 0,9-1 14 16,0 0-19-16,0 0 4 0,0 0 9 0,0 0-8 16,0-1 7-16,0-2 20 0,0 1-18 0,14-1 3 15,3-1 7-15,-2-1-12 0,2-1 11 0,2-6-5 16,2 6-8-16,-1-6 1 0,3 0 3 0,-1 0-4 16,1 0 19-16,1 0-4 0,-5 0-1 0,2 0 4 0,-3 0-19 15,-2 0 17-15,0-10-5 0,-3 1-5 16,-2-1 20-16,1 0-16 0,-12-1 0 0,13 0 4 15,-13-1-14-15,0-1 14 0,14 0-6 0,-14 0 7 0,0 0-2 16,0 1-9-16,0-1 18 0,0 3-20 0,0 1 12 16,0 1-3-16,0 0-16 0,0 8 16 0,0 0-17 15,0-6-3-15,0 6 7 0,0 0-3 0,0 0 1 16,0 0-1-16,0 0-5 0,0 0 5 0,0 0 9 0,0 12 11 16,0-1-4-16,0 0-9 0,0 1 6 0,0 0-6 15,0 0-2-15,10 2 13 0,1-2-4 0,3 0-10 16,-3 0 16-1,3-2-16-15,-1 1 16 0,0-1-12 16,1-2 2-16,2-1 9 0,1-7-14 0,-1 7 20 0,0-7-17 16,1 0 0-16,-1 0 0 0,0 0-1 0,1 0 17 15,-1 0-17-15,-2-9 5 0,2 0 14 0,-2-2 7 0,-2 0 8 16,-2-2-6-16,-10-1-12 16,13-2-4-16,-13-2 7 0,0-2 5 0,0 2-2 0,0-2-15 0,0 0 10 15,0-1-28-15,0-1 9 0,0 1-6 16,-16-1-18-16,4 2 27 0,-1 1-21 0,13 1 16 15,-14 1 4-15,4 3-16 0,10 2 18 0,-11 3-7 16,11 3-5-16,0 6 1 0,0 0-8 0,0-5 8 0,0 5 3 0,0 0 13 16,0 0 13-1,0 9-11-15,0 1-2 0,0 2 1 0,0 2-18 16,0 2 12-16,0 1-1 0,0 1-9 0,13 0 8 0,-1 0-6 0,0 1 17 16,0 1 4-16,2-2-3 0,-1-1 2 0,1 3-19 15,-1-3-4 1,4-1-35-16,-4-2-84 0,3-3-68 0,0 0-99 0,-1-4-100 0,1 1-49 0,0-4-114 0,-2-4-53 15,-1 0-51 1,-2 0-81-16</inkml:trace>
  <inkml:trace contextRef="#ctx0" brushRef="#br0" timeOffset="35214.96">7963 2359 3491 0,'0'0'9'16,"-10"0"22"-16,10 0 18 0,0-7-4 0,0 7-12 0,0-6-17 16,15 2-13-16,1 0 1 0,1 1 8 0,7 0-4 15,0 3 7-15,3-4-1 0,3 2-1 0,2 2-1 16,-1-4-12-16,-1 4-1 0,0 0 0 0,-3 0 11 16,0 0-3-16,-4 0-2 0,-3 0-1 0,-3 0-39 15,-4 0-32-15,-3 0-39 0,-10 0-81 0,0 0-60 16,0 0-101-16,0 0-72 0,0 0-18 0,0 0 30 15,-13-7 63-15,-4 2 15 0,-1 1 12 0</inkml:trace>
  <inkml:trace contextRef="#ctx0" brushRef="#br0" timeOffset="35529.24">6795 2394 1684 0,'-12'0'59'0,"12"7"44"0,0-7 40 0,0 0 72 0,0 0-31 16,0 0-24-16,0 0-35 0,0 0-69 0,0 0-14 15,0 0-20-15,0 0 2 0,0 0 6 0,0 0-1 16,0 0 4-16,0 0-11 0,0 0 1 0,0 0-11 15,0 0-1-15,0 0 9 0,10 0-9 16,3 0-14-16,2 0 9 0,5 0-7 0,4 0 1 0,4 0 11 16,2 0-19-16,5 0 1 0,0 0-2 0,1 0 5 15,1 0 3-15,0 0 11 0,0-5-16 0,-4 5-56 0,0 0-147 16,-6 0-134-16,0 0-133 16,-6-8-144-16,-3 4 81 0</inkml:trace>
  <inkml:trace contextRef="#ctx0" brushRef="#br0" timeOffset="37591.18">10461 2735 1756 0,'0'-5'57'16,"0"-2"44"-16,0 1 34 0,0-1 72 0,0 2-27 0,0-1-35 16,0 1-21-16,0-1-59 0,0 1 5 0,0 0-4 15,0 0-4-15,0 1-1 0,-17 0-24 0,17 1 4 16,-13-2-12-16,1 1-13 0,12 1-11 0,-14 1-16 16,1 0 10-16,2 2-3 0,-2 0-8 0,1 0 18 15,-1 0-5-15,-3 0-8 16,2 7 13-16,0 0-13 0,0 1 0 0,1 0 13 15,0 1-17-15,0 1 8 0,4 2 5 0,9 1-3 16,-11-2 13-16,11 3-8 0,0-2 2 0,0 2-2 16,0 0 12-16,0-2-9 0,0 0 7 0,0 0-5 15,0-1-1-15,16-2 6 0,-3 0-9 0,1-1 3 0,0 0-4 16,0-2 19-16,2-2-1 0,-5 0 1 0,3-3 37 0,-3-1 35 16,-1 0 28-16,-10 0 17 15,14 0-20-15,-14-5-46 0,13-1-6 0,-1 0-1 16,-12-3-21-16,13 1 16 0,-13-4-18 0,11 0-15 0,-11-2 3 0,0-1-14 31,0-2-1-31,11-3-3 0,-11 0-8 0,0-1 5 0,0-2-8 16,0-1 6-16,0-3 7 0,0 2-23 0,-14-2 10 0,14 0 6 0,-16-1 9 0,2 2 22 15,14 3 0-15,-16 3 1 16,5 0-19-16,11 5-6 0,-13 3-10 0,13 3-10 16,-11 1 7-16,11 8-10 0,0-5 8 0,0 5-7 15,0 0-7-15,0 0 9 0,0 0-2 0,0 0 4 16,0 0-12-16,0 9 11 0,0 2-9 0,0 0 1 15,0 4 14-15,0 2-11 0,0 3 2 16,0 1 4-16,11 2-2 0,-11 2 3 0,19-1 2 16,-3 2 0-16,1-1 7 0,1-1 1 0,-1 1-2 0,4-3 2 0,-2-1-12 15,1 0-1-15,0-2 4 16,0-1-1-16,0-3 4 0,0 1 8 0,-2-3-4 16,3-2-7-16,-5-2 4 0,3 0-4 0,-5-3-7 15,3-1 22-15,-4-5-7 0,0 0-5 0,-2 0 3 0,-11 0 0 16,11 0-2-16,-11 0-5 0,12 0 10 0,-12-8-13 15,12-1 6-15,-12-2 12 0,0 1-10 0,9-1-3 16,-9-2 5-16,0 0-8 0,11-2 3 16,-11 0-3-16,0 0-3 0,13 1 1 0,-13 0 1 0,12 2 12 0,-12 1 2 31,11 0-4-31,-11 3-7 0,13 2-9 0,-2 0 1 16,-11 2 2-16,13 0 0 0,1 4 1 0,-3 0 4 15,0 0 5-15,3 0 2 0,-1 0-5 0,1 0-11 16,-1 7 8-16,3 0-5 0,-2 0 14 0,3 2-6 0,-4 0-5 15,4 1 3-15,-5 1-2 0,0 1 8 16,1-1-7-16,-13-1 1 0,11 1-4 0,-11 0 14 0,0-2-6 16,0 0 0-16,0-1 5 0,0 0-14 0,0 0 11 15,0-3 1-15,0 2 6 0,0-3-3 0,0 1 1 16,-15-5-4-16,-2 6-5 0,3-6 5 0,-5 0-3 0,0 0 3 16,0 0-10-1,-1 0-1-15,-2 0 6 0,2-8 7 0,0 2 6 16,-2-2 2-16,4 1-8 0,1-1 0 0,1-1-8 0,2 1 13 0,3-1 0 0,11 2 4 15,-11-2 9-15,11 1-21 0,0 1 10 0,0 0-16 32,0-1 1-32,0 1 4 0,0 0-23 0,0 0 16 0,0 0-8 0,12 0 0 15,1 1 17-15,4 0-13 0,2 1 12 0,-1 1-3 16,6 0-4-16,-1 4 2 0,4-6 1 0,0 2 2 16,3 4 1-16,2-5 3 0,2-1-16 0,0 2 21 0,-1 0 1 15,0-2 1 1,0 2 13-16,-1-2-18 0,-2 0 17 0,-2-1 4 15,-4 0 6-15,-3 0 32 0,-2 0-23 0,-2 0 4 0,-4 0-2 16,-13 0-36-16,0-1 3 0,11 1-20 0,-11-2 8 0,0 2 9 16,0-2-12-16,0 1 11 0,0-1-23 0,0 1-4 0,0 1 22 15,0-1-6 1,-15 2-1-16,15 6 5 0,-17-6-19 0,3 6 9 0,14 0 10 0,-19 0-17 16,6 0 16-16,-1 0-6 0,14 0-12 15,-18 0 10-15,3 0-10 0,15 10-1 16,-13 1 6-16,13 0-14 0,-15 1 6 0,15 2 3 0,0 1 3 0,0 1 14 15,0 0-3 1,0 1 2-16,0 0 1 0,0 0 7 0,0 0-6 16,0 1 0-16,0-3-6 0,0 1-1 0,0-1 1 0,13-1 7 0,0 1 11 0,1-3-11 15,4 1 9-15,2-3 5 0,1 0-9 0,5-1 16 16,-3-3-13 0,7 0-12-16,0-6 15 0,0 6-15 0,3-6 14 15,-3 0-1-15,4 0-20 0,-1 0 17 0,-1 0 6 0,-1-9-1 16,-2 0 12-16,-3-2-3 0,1 2 5 0,-3-2-6 15,-5-1 5-15,0-1-12 0,-5 0-7 16,0-1 9-16,-14 0-16 0,12-1 20 16,-12 0-31-16,0 0 2 0,0-1 9 0,0 1-16 0,0-1 29 0,0 1-7 15,0 0-20-15,-17 1 7 0,4 0-4 0,0 3 6 16,-1-1 9-16,-1 3-9 16,1 0 1-16,1 1-5 0,1 8 5 0,-1-6 1 0,13 6-26 0,-14 0 10 0,14 0-9 0,-13 0 11 15,13 0 9-15,0 0-8 0,0 0 13 16,0 8-18-16,0-2 6 0,0 0 16 15,0 2-10 1,0 1 6-16,0 0 11 0,0 0-18 0,16 2 8 0,0-2 5 0,-2 3-11 0,2-1 1 0,1 0 6 16,-1 0-7-16,5 0 2 15,-1 1 7-15,-1 0-2 0,3-1 4 16,-1 0 6-16,-2 0-11 0,1 0-2 0,-1 0 4 16,-3-1-8-16,0 1 14 0,-5-1 0 0,-11-2-15 15,17 2 12-15,-17-2-12 0,15-1-6 0,-15 1 14 16,0-2 0-16,0 0 3 0,0 0 3 15,0 0 8-15,0-1-12 0,0 1 13 0,0-2 1 0,-19 1-16 0,5 1 10 0,-4-6-23 16,2 5 7 0,-1-5 12-16,1 6-3 0,-3-6 8 0,3 0-17 0,-1 0 7 15,1 6-2-15,0-6 6 0,3 0-2 0,1 0-8 0,12 0-1 0,-11 0 2 16,11 0 16-16,0 0-9 0,-14 0-2 0,14 0-6 31,0 0-1-31,0 0 5 0,-11 0 6 0,11 0 1 0,0 0-4 0,0 0-2 0,0 0-15 0,0 0-19 31,0 0-8-31,0 0-7 0,0 0 19 0,0 0 9 0,0 0 14 16,0 0 2-16,0 0-2 0,0 0 4 0,0 0-2 16,0 0 0-16,0 0 2 0,0 0-4 0,0 0-15 0,0 0-17 15,0 0-28-15,0 0-1 0,0 0-17 0,0 0-16 16,0 0-9-16,0 0 6 0,0 0-1 0,0 0 25 16,0 0 12-16,0 5-31 0,0-1 15 0,-12-1-7 15,12 0-35 1,-10 0 20-16,10 1-24 0,-10-1-25 0,10 0 43 0,0-2-32 15,-10-1-15-15,10 3-41 0,0-3-26 0,0 0-16 16,0 0-16-16,0 6-3 0,0-6-27 0,0 0-32 0,0 0-59 16</inkml:trace>
  <inkml:trace contextRef="#ctx0" brushRef="#br0" timeOffset="40287.07">13513 2756 1562 0,'0'-4'39'16,"0"1"62"-16,0 3 34 0,0-3 22 0,0 3-14 0,0-1 16 15,0-2-1-15,0 3-7 0,0 0-9 0,0 0-57 16,0 0-19-16,0-1 1 0,0 1-19 0,0 0-16 15,0 0-1-15,0 0-5 0,0 0-10 16,0 0-2-16,0 0-18 0,0 0-19 0,0 0 27 16,0 0-12-16,0 0 1 0,0 4 11 0,0-3-11 0,0 2-3 15,0 0 17-15,0 1-11 0,0 0 4 0,0 0 0 16,0 3 0-16,0-1 8 0,0 0-13 0,0 0 19 16,0 0-21-16,0-1 7 0,0 1 5 0,0-3 0 15,0 2 8-15,0-2-14 0,0-2 5 0,0 2-10 16,0-3 5-16,0 2 6 0,0-2 12 15,0 0 36-15,0 0 38 0,0 0 50 0,0 0 27 0,0 0 10 16,0 0-6-16,0 0-6 0,0 0-17 0,0 0-39 0,0 0-40 16,0 0-34-16,0-5-26 0,0-1 7 0,0 0 2 15,0 0-7 1,0-3 16-16,-11-2-7 0,11 0-2 0,0-1 5 16,-11 0-19-16,11-2 4 0,0-3-2 0,0 0-2 15,0-1 0-15,0 1-4 0,0-3 13 0,0 2-3 16,0 0 0-16,0 1 0 0,0 1-7 15,0 3-6-15,0 0 8 0,0 1-10 0,13 3-5 0,-13 1 6 16,15 0-3-16,-2 3 4 0,0 5 2 0,-2-5-1 16,3 5-6-16,0 0 4 0,4 0-3 0,-1 0 5 15,4 0 9-15,-1 9-10 0,3 2 8 0,-2-2-15 0,3 0 0 16,1 3 7-16,-1 0-3 0,-2 1-1 16,2 0 6-16,-5 0-4 0,3 0 5 0,-3 1 9 15,-3 0-11-15,1 0 5 0,-4 0-10 0,1 0 5 0,-14-1 4 16,13 0 2-16,-13 0-1 0,16-1-7 0,-16 1 3 15,12-2-2 1,-12-1 12-16,0 1-7 0,10-2-9 0,-10-1 9 16,0 1 1-16,0-3 9 0,0 0-7 0,0-1-6 15,0 1 0-15,0-6-3 0,0 3 13 0,0-3 0 0,0 0 1 16,0 0 7-16,0 0 6 0,0 0 3 0,0 0-6 0,0 0 35 16,0 0 11-16,0 0 7 0,0 0-9 0,0 0-39 15,0-6-14-15,0 1-17 0,17-2 7 0,-17 0 4 16,11 0-10-16,-11-4-1 15,0 2 5-15,16-3-6 0,-16 1 1 0,13 0 8 0,-13-1-5 16,14 1 6-16,-14 0-5 0,14 1-10 16,-1-1 21-16,-13 0-9 0,16 1-3 0,-5 0 8 0,-11 1-10 15,17 0 9-15,-6 2 0 0,-11 0 4 0,14 0-18 16,-14-1 6-16,10 2 16 0,-10 0-7 0,14 0 12 16,-14 0-15-16,0-1-8 0,13 3 2 0,-13 4-1 15,11-6 3-15,-11 1-6 0,0 5 4 0,16-5-4 0,-16 5 12 16,13-6 11-16,-13 6-18 0,12-4 2 0,-12 4-4 15,0 0 4-15,14 0 0 16,-14-5-1-16,0 5 10 0,14 0-19 0,-14 0 11 0,0 0-16 16,0 0 0-16,11 0 10 0,-11 0 5 15,0 0 12-15,0 0-27 0,15 8 7 0,-15-1 4 16,12 0 8-16,-12 1 9 16,12-1-12-16,-12 3-5 0,0 0-4 0,15-1 5 0,-15 2 16 0,0-1-12 15,11 0-1-15,-11 0 0 0,0 0-4 0,0 0 8 16,0 0 3-1,0 0 0-15,0 1-7 0,0-3-6 0,0 0-2 0,0 1 13 0,-13-2-2 16,-2-2 4-16,15 1-5 0,-18-3-14 0,1-3 19 16,3 5 0-16,-2-5 4 0,2 0 8 0,-2 0-24 15,3 0 8-15,-1 0-1 0,1 0-8 0,13-6 21 16,-17 1-11-16,4-2 4 0,13 1 6 0,-14-1-9 16,14 1-2-16,0-3 0 0,-12 1-6 15,12 0-5-15,0-1 4 0,0 0-3 0,0 0 2 0,0-1 2 0,0 1 3 16,0-1-1-1,0 0 9-15,17 0-7 0,-3 1-10 0,-1 1 6 0,1 0-3 0,0-1 5 0,4 2 8 16,-4 0-2 0,3 1-13-16,-1 0 7 0,1 0 7 0,2 0-8 15,-1-1 6-15,-1 2-5 0,-2-2-1 0,0 1 15 16,-2 0-1-16,-13 0-2 0,17 1 1 0,-17-2 4 0,15-1-10 0,-15 2 11 16,0-2-13-16,14-1-8 15,-14-1 9-15,0 0-5 0,0-2 1 0,0-1-4 16,0-2 1-16,0 0 0 0,0-3 12 15,0 1-13-15,0-2 5 0,0 1 2 0,0 1-10 0,0 0 7 0,-16 1 2 0,16 2-16 0,-16 2 6 16,2 2 8-16,14 1-5 16,-11 3 11-16,11 1-21 0,0 1-10 0,0 4-3 15,0 0-5-15,0 0 30 0,0 0-2 0,0 9 9 0,0 0 10 16,0 2-18-16,0 3 13 0,0 1-8 0,0 5-5 16,0 0 15-1,0 1-12-15,0 1-2 0,0 1 11 0,0 0-10 16,16 0-3-16,1 1 13 0,-2-1-14 0,0 0-5 0,1-2 28 15,4 1-7-15,2-2 1 0,-2-2 11 0,0-3-24 0,2 1 9 0,-1-4-4 32,3 0-1-32,-1-2 6 0,-1-1-7 0,1-2 9 15,-3-1-6-15,2-1-10 0,-3-5-14 0,2 4-53 16,-2-4-37-16,-5 0-62 0,2 0-76 0,-5 0-62 16,-11 0-116-16,11-4-63 0,-11-2-105 0,0 0-52 0,0-2 21 15,0 0-10-15</inkml:trace>
  <inkml:trace contextRef="#ctx0" brushRef="#br0" timeOffset="40519.71">14263 2399 2610 0,'-12'0'29'16,"12"0"33"-16,0-5 43 0,0 2-5 0,0 0-14 0,0 3 4 15,13-3-19-15,4 3 35 0,1-3 15 0,3 3 2 16,2 0-4-16,6 0-15 0,-1 0-34 15,4 0-29-15,1 0-12 0,-2 0-25 0,-1 0 2 16,-3 0-9-16,-3 0-11 0,-3 0 18 0,-4 0 4 0,-17 0-12 16,14 0-8-16,-14 0-55 0,0 0-111 0,0 0-88 15,0 0-155-15,0 0-102 0,0 0-71 0,0 0-101 16</inkml:trace>
  <inkml:trace contextRef="#ctx0" brushRef="#br0" timeOffset="43255.18">16411 2460 2551 0,'0'-8'38'0,"0"2"23"0,0-1 8 0,0 2 4 0,0 2-33 15,0 3-22-15,-14 0-3 0,14 0-13 0,-16 0-12 16,2 0 1-16,14 0-7 0,-16 0 14 0,1 8-5 16,3-1 8-16,12 1-3 0,-16 2 2 0,4 2 7 15,12 0-13-15,-15 1 12 0,15 0-7 0,-12 0 9 16,12 3 14-16,0-1-11 0,0 0 2 0,0 2 0 15,0-1 2-15,0-1 2 0,0 0-4 0,0 0 1 16,0-1-5-16,12 0 18 0,1-1 41 16,-1 0 20-16,0-4 4 0,-1 1 15 0,3-2-3 0,1-1 2 15,3-1 9-15,-1-2-19 0,1-1-11 0,0-3-1 0,1 0-12 0,-1 0 19 32,-1 0-15-32,-2-6-17 0,0 0 9 0,-1 0-27 0,-2-3-3 15,0 0-1-15,0-2-13 0,-12-1 2 0,15 0-7 16,-3-1 2-16,-12 0-4 0,13 0-6 15,-13-1 9-15,14 0-16 0,-14 2 14 0,14 0-5 0,-14 1-13 16,13 1 12-16,-13 1-15 0,17 0-2 16,-6 1 13-16,0 0-11 0,2 3 4 15,-1-1 3-15,1 2-9 0,2 4 1 0,0 0 0 0,4 0-1 0,-3 0 5 16,1 0-4-16,1 0 4 0,-1 0-3 0,-1 7-7 16,0 1 8-16,-2 1 1 0,-1 0-3 0,-2 1 11 15,-11-1-9-15,14 0-2 0,-14 2 4 0,14-2 1 16,-14 0 6-16,0 1-4 0,0 0 8 0,0-1-9 0,0 0 6 15,0 0 2 1,0 0-10-16,0-1-2 0,-17 0 2 0,1-2 5 16,0 0 2-16,0-1 0 0,-1-5-2 0,-1 4-7 0,1-4 4 0,0 0 7 0,-1 0-7 31,4 0 15-31,-2 0-9 0,2-8-2 0,0 1 8 16,1-1-6-16,13-1 10 0,-14 0 9 0,14-3-11 15,-14 1 10-15,14 0-18 0,0-1-3 0,0-1 9 0,0-1-21 16,0 0 21-16,0-1-7 0,0-1-3 0,0 2 0 0,0-2-16 15,17 0 5-15,1 3-2 0,-2 0 11 0,1 1 3 16,2 1-4-16,0 4 0 0,3 0-4 16,-2 7 1-16,4 0-6 0,0 0 9 15,0 0-23-15,-1 0 19 0,1 0 2 0,-2 11 0 0,0 0 14 16,0 1-24-16,-2 2 12 0,-2 0-7 0,0-1 9 16,-1 3 11-16,-1-1-21 0,-2-1 3 0,-14 1-3 15,16-1 9-15,-16 0 5 0,16 0-13 0,-16-1 11 16,0-1-9-16,0-1 6 0,0-2 1 15,0 1-6-15,0-3 7 0,0-1 2 0,0-1 9 0,0-5-4 0,0 0-9 16,0 0 5-16,0 0 0 0,0 0 7 0,0 0 11 16,0 0-4-1,0 0-12-15,0 0 1 0,0 0-7 0,0-8-3 16,0 1 14-16,0-1-10 0,0-2 5 0,0 0 10 16,0-2-15-16,0-1 11 0,0 0-2 0,0-1-18 15,0 0 18-15,0 0 0 0,19 0-10 0,-19 0 11 16,14 1-16-16,-14-1-1 0,17 2-3 0,-2 3-5 15,-15 0 10-15,18 0-7 0,-1 4 0 0,-2 5 2 16,-2 0-5-16,3 0 7 0,-5 0-1 16,-11 0-9-16,20 0 16 0,-7 0-7 0,3 11 8 0,-4 0 0 15,1 1-14-15,1 0 4 0,-2 2-2 0,1 1 11 16,0-1 3-16,-1 1-8 0,2 0 4 0,-2 1 0 0,2-1 0 16,-2-1 8-16,-12-2-3 0,18 1-4 0,-5-1-4 15,-13-2 1-15,16-1 3 0,-5-1-1 0,-11-3 8 0,0 1-2 16,13-6-2-16,-13 4 7 0,0-4 8 15,0 0-8-15,0 0 8 0,0 0-1 0,0 0-11 16,0 0 15 0,0 0-13-16,0-8-9 0,0 1 7 0,12-4-1 0,-12 0-5 15,0-3 13-15,0-2-18 0,0 1 8 0,0-3-1 0,0-3-1 0,0-1-2 0,0-3-11 32,0 2 20-32,0-3-12 0,0-1 4 0,0-1 5 0,0-1-15 0,0 0-1 0,0 2 0 15,-14 0-8-15,14 0 6 0,0 2 9 16,-13 2 23-16,13 3-18 0,0 2 19 15,-12 4-3-15,12 3-31 0,0 2 29 0,0 3-18 16,0 1-11-16,0 5 13 0,0 0-18 16,0 0 2-16,0 0-1 0,0 0 13 0,0 0 5 0,0 9 0 0,0-1 14 0,0 5-19 15,0-1-5 1,0 5 9-16,0 2-2 0,0 3 11 0,0 2 11 0,0 1-3 16,12 1-29-16,-12 2 7 0,13 1 0 0,-13 0-3 0,19 0 21 0,-8 0-14 31,2-2-11-31,-13 1 8 0,17-2 5 0,-3-1 3 15,1-1-4-15,-3-2 3 0,-1-1-2 0,2-1 6 0,1-2 8 0,-2-1-19 0,1-2 9 16,-13-2-8 0,18-2 6-16,-4-1 5 0,-14-4-3 0,15-1 8 15,-15-1-1-15,13-4 10 0,-13 0-16 0,13 0-8 16,-13 0 0-16,0 0-1 0,14-9 11 0,-14 2 3 16,0-4-6-16,15 0-7 0,-15-1-1 0,0-1 4 15,15-1-8-15,-15-1 12 0,0-1-7 0,13-2-3 16,-13 0 3-16,15 0 3 0,-15 1 7 0,14 0-7 15,-14 1-3-15,11 1-1 0,-11 1-7 0,0 3 9 16,17 0 9-16,-17 4-21 0,16 0 9 0,-16 3-4 0,17 4-6 16,-4 0 14-16,-13 0-1 0,19 0-8 0,-5 0 11 15,-14 0-8-15,19 0 2 0,-2 0 7 16,-4 0-7-16,3 9 2 0,-2-2-9 0,-1 2 17 0,3-2-7 16,-3 0 0-16,-1-2-4 0,-12 1-13 0,14 0 18 15,-14-6-3-15,0 5 5 0,13-5 7 0,-13 0-14 16,0 0 7-16,0 0 11 0,0 0-9 0,0 0 7 0,0 0-7 15,0 0-8-15,0 0 5 0,0 0-1 0,0 0 0 16,0 0 6-16,0 0-2 0,0 0-9 0,0-6 12 16,0 0-18-16,0 0 4 15,-19 0 9-15,19-1-9 16,-20 2 11-16,7 0-1 0,13 0-6 0,-21 5-3 0,5-5 2 16,2 5 0-16,14 0-4 0,-17 0-1 0,-1 0 1 0,4 0-6 15,0 8 17-15,-1 0-10 0,2 1-3 16,13 0 12-16,-18 3-12 0,2 0 19 15,5-1 2-15,11 3-16 0,-15-2-1 0,15 2-2 16,0 0 4-16,0 0 4 0,0 0 6 0,0 0-2 0,0-1-5 16,0-1 5-16,0 0-6 0,0 1 0 0,18-2-3 15,-5-2 4-15,3 1 3 0,-16-2 8 0,19 1-7 16,-2-3 4-16,0 0 3 0,-1-1-22 0,2 0 21 16,-4-5-6-16,5 0-14 0,-2 0 16 0,2 0-6 0,-3 0-6 15,1 0 14-15,1-8-5 0,-4 2 0 0,-1-2 11 16,-13-2-8-16,16-1-5 0,-16 0 7 0,14-3-11 15,-14 0-4-15,0-1 22 16,0 0-15-16,0-1-3 0,0-2 16 0,0 3-21 0,0-2-3 0,0 3 18 16,0 0-10-16,0 2-3 15,0 3 7-15,0 0-13 0,0 3 6 16,0 1-1-16,0 5 7 0,-13 0-8 0,13 0-8 16,0 0 7-16,0 0-9 0,0 0 15 0,-13 0 3 0,13 9-12 15,0 1 10-15,0 0 0 0,0 4 5 0,0 0 0 16,0 0 0-16,0 0-1 0,0-1-8 0,0 3 7 15,0-1 1-15,0-1-1 0,15-1 2 16,-15-1 7-16,19 0-8 0,-8-1-4 0,0-1-1 16,1-1 4-16,1 0-1 0,1-3 8 0,-1 0 8 15,3-1-18-15,-2-5 9 0,5 0-4 0,0 0-6 16,2 0 5-16,-1 0 5 0,-1 0 2 0,2-8-6 16,-4 2 5-16,0-3-6 0,-1 0 1 0,-3-2 6 0,-13-1 1 15,11 0-7-15,-11-1-1 0,0-1-6 0,0-1 1 16,0 0 2-16,0 0-11 15,0 0 19-15,0 0-9 0,0 1-7 16,0 1 20-16,0 2-19 0,0 3 10 0,0-1 9 0,-11 5-26 0,11 4 8 16,0-5-3-16,0 5-5 0,-13 0 22 15,13 0-25-15,0 0 2 0,0 0 19 0,0 9-16 16,-14 1 21-16,14 0-6 0,0 1-13 0,0 1 14 16,0 2 3-16,0 1-2 0,0-1 2 15,0 3 1-15,0 0-13 0,0-3 21 0,0 1-6 16,0-1-11-16,0 1 7 0,14-3-22 0,-14 1 20 0,16-3-8 0,0-1 6 0,-4-1 8 0,1 1-19 15,3-4 14 1,-2 1-4-16,4-6 2 0,-2 0 5 16,-1 0-8-16,1 0 11 0,3 0-6 0,-2 0-9 0,-1 0 9 15,-2-7-11-15,1 2 2 0,-15-3 9 0,18 0-5 16,-5-1 10-16,-13-1-3 0,0-1-2 0,14 0 3 16,-14 0-11-16,0 0 8 0,0 1 2 0,0-1-6 15,0 2-1-15,0 0-1 0,0 1-1 0,0 2-10 0,0 1 11 0,0 5-3 31,0-4-7-31,0 4 9 0,0 0-9 0,0 0-6 0,0 0 7 0,0 0-5 0,0 0 4 16,0 7 8-16,0 0 0 0,0 2 12 0,0 1-1 16,0 1 2-16,0 2-10 0,0 0-1 0,0 1 1 15,0 0-5 1,0 0 11-16,0-2 2 0,0 0-12 0,0-1 5 16,0-1-2-16,0-2-3 0,0 0 8 0,0-2 4 0,0-6 0 0,0 5-2 0,0-5 8 15,0 0-2 1,0 0-1-16,0 0-2 0,0 0-13 0,0 0 3 15,0-8-2-15,0 2 5 0,0-2 10 0,0-1-11 16,0 1 1-16,0-4-2 0,0 0-5 0,0 1 5 16,13-3-3-16,-13 0 16 0,19 1 0 0,-19-1-10 15,18 1 9-15,-3 0-14 0,-15 2 0 0,19 0 12 16,-1 1-9-16,-5 1 1 0,-13 2-4 0,18 1 4 0,-2 1 1 0,-2 5-10 16,-1-4 2-16,-13 4-5 0,14 0-1 15,-14 0 11-15,16 0-1 0,1 9 0 0,-5-1 10 16,-12 1-9-16,18 1-8 0,-2 1 7 0,-2 0 1 15,-1 2-4-15,-13-2 15 0,17 1-4 0,-2 0-4 16,-15 0-4-16,15-1 6 0,-15 0 2 0,13-1-7 0,-13-2 4 16,0 0-6-16,0-1-40 0,14-1-78 0,-14-1-92 15,0-2-143 1,0 0-130-16,0 0-144 0,0-3-113 0,0 0-87 16,-17 0 50-16</inkml:trace>
  <inkml:trace contextRef="#ctx0" brushRef="#br0" timeOffset="43439.2">18260 2351 3081 0,'-14'-5'-3'0,"14"-2"-2"0,0 2-25 0,0 2-79 0,0 3-136 0,0 0-93 0,0 0-100 16,0 0-59-16,0 0-26 0</inkml:trace>
  <inkml:trace contextRef="#ctx0" brushRef="#br0" timeOffset="43718.91">17338 2414 3197 0,'0'0'72'16,"0"0"69"-16,0 0 33 0,0 0 14 0,0 0-55 0,0 0-68 15,0 0-20-15,0 0-2 0,11 0-5 0,6 0 6 16,4 0-16-16,0 0-11 16,7-4-14-16,2 4-14 0,3 0 9 0,2-5 7 0,3 5-2 0,-2-3 2 15,1 3-6-15,-3 0-8 16,-2-6 5-16,-2 6-58 15,-5-4-102-15,-3 1-112 0,-2 1-95 0,-8 2-148 16,-12 0-84-16,0 0-105 0,0-8 37 0</inkml:trace>
  <inkml:trace contextRef="#ctx0" brushRef="#br0" timeOffset="45418.37">20606 2894 1196 0,'0'0'10'0,"0"4"46"0,0-4 44 0,0 0 31 15,0 0 21-15,0 0 7 0,0 3 0 16,0-3 58-16,0 0 5 0,0 1-22 0,0-1 4 16,0 0-61-16,0 0 4 0,0 0 17 0,0 0-14 0,0 0-2 15,0 0-4-15,0 0-37 0,0 0-35 0,0 0-17 16,0-4-34-16,0 0-3 0,-14-1 3 0,14-3-19 16,0 2 15-16,0-3-12 0,0-2 12 0,0-1 11 0,-14-2-14 15,14-1 21-15,0-1-10 16,0 0 4-16,-15 0-5 0,15-2-6 15,0 2 7-15,-14 1 0 0,14 1 5 0,0 2 0 16,0-1 2-16,0 3-9 0,0 1 6 0,0 1-9 16,0 2-7-16,0 0 0 0,0 0-4 0,0 1 0 0,0 0-13 15,0 0 9-15,0 0-10 0,0 0-5 0,0 0 17 0,0 0-6 16,14 0 0-16,-14 0 0 16,16 1 1-16,-16 4 0 0,17-4 10 0,-17 4 0 0,15 0-17 0,-15-3 1 15,12 3 1-15,-12 0 7 16,0 0 1-16,0 0 4 0,0 0-15 0,0 0 4 0,0 0 3 15,0 0-1-15,0 0 5 0,0 0-10 0,0 0 14 16,0 0-11-16,0 0-6 0,0 0 4 0,0 0 2 16,0 0-4-16,0 0 12 0,0 0-10 0,0 0-12 15,0 0 23-15,0 0-10 0,0 0 10 16,0 0-10-16,0 0-6 0,0 0 9 0,0 0-8 0,0 0 22 16,0 0-16-16,0 0 6 0,0 4 5 0,0-4-9 15,0 0 7-15,0 0-6 0,0 3-1 0,0-3-8 16,0 0 14-16,0 5-11 15,0-5 7-15,0 4 16 0,0-4-29 0,0 3 15 16,0 2-3-16,0-5-14 0,0 4 21 0,0-4-2 16,0 4-1-16,0-4 2 0,0 4-1 0,-15-1-5 15,15 0 2-15,0-3 0 0,-16 4-2 0,16-1 1 0,-14-3-6 16,14 4-6-16,-16-4-3 0,16 4 15 16,-18-1-5-16,5-3 9 0,13 4 2 0,-15-1-15 0,15-3 10 15,-15 4-9-15,15 0 6 0,-15-1 12 0,15-3-19 16,-11 5 5-16,11-1-1 15,-14 0-6-15,14 1 7 0,0-1 6 0,-15 1-4 0,15 1-6 16,0 0 7-16,-14 0-1 0,14 2 1 16,-11 0-1-16,11 1-2 0,0 0 0 0,-11 0 5 15,11 1 2-15,0 0 0 0,0 1-7 0,0-2-3 0,0 2 2 0,0-2 2 16,0 2 5-16,0-2-5 16,0 2 4-16,0-1 1 0,0 1 1 0,0-2-3 15,0 3-6-15,0-3 4 0,0 2 8 0,0-2-6 16,14 2 15-16,0-2-6 0,-1-1-10 0,3 0 10 0,-5-1-14 15,2 0 4-15,2-2-2 0,-2 1 5 16,1-6 7-16,-14 5-1 0,19-5 6 0,-1 0-13 16,-6 0 22-16,2 0 25 0,-14 0 11 0,18 0 21 15,-2 0-30-15,-5 0-25 0,-11-6-15 0,15 0-10 16,-15 0 6-16,12-2-5 0,-12 1 0 0,0-3 7 16,0 0-4-16,0-3 3 0,14 1 0 15,-14-2-16-15,0-1 5 0,0 0 1 0,0 0 3 16,0-1-2-16,0-1-2 0,0 2-3 0,0 0 0 15,0 3 10-15,-16-2-1 0,16 3 1 0,-13 1-11 16,13 2-5-16,0 0 13 0,-17 2-2 0,17 1 8 0,0 1-1 16,0 4-11-16,0 0-2 0,-13 0-3 15,13 0-2-15,0 0 4 0,0 0-9 0,0 0 10 0,0 0 0 16,0 0 7-16,0 9 3 0,0-2-4 16,0 3 4-16,0-1-8 0,0 3 10 0,0 1-14 15,13 1 13-15,3 1-4 0,-5 0-4 16,0 0 8-16,6 2-7 0,-4-3 2 0,4 1 18 0,-1-1-10 15,3-1-7-15,2 0 10 0,-4-1-16 0,4-3 12 0,-1 0 4 16,-2 0-10-16,0-4 8 0,-1 1 1 16,-2-6-5-16,0 0 9 0,-3 0-13 0,-12 0 0 15,14 0 3-15,-14 0-2 0,14 0-5 0,-14 0-61 16,0 0-90-16,12-9-150 0,-12 1-159 0,0 0-154 16,0-2-106-16,0 1-64 0,0-3 11 15</inkml:trace>
  <inkml:trace contextRef="#ctx0" brushRef="#br0" timeOffset="45949.65">21276 2692 3079 0,'12'-5'96'0,"-12"0"40"0,0-2 19 0,0 1 12 0,12 0-77 15,-12 0-31-15,0 2-5 0,0 0-11 0,0 0-21 16,0-2-9-16,0 3-8 16,-14-2-4-16,-1 1 10 0,2 0 1 0,-2 0-7 15,-2 1 1-15,1 0-9 0,-1 3 6 0,1 0-6 0,-2 0 0 16,4 0 4-16,-2 5-12 0,3 0 15 0,1 2-7 16,1 1 1-16,11 0 2 0,-16 2 3 0,16 1 3 15,-12 0-3-15,12 2 4 0,-12-1-21 0,12 1 18 16,0 1 4-16,0-2-5 15,0 2 14-15,0-2-8 0,0 1-1 0,0 1 13 0,0-3-8 16,13 1-1-16,0-3 2 0,-1 1 0 0,0-3 24 16,0 1 7-16,-1-2 19 0,2-1 7 0,-1-1 13 15,1-4-9-15,0 0-15 0,-1 0 0 0,0 0-8 16,-12 0 7-16,15 0 7 0,-2-6-10 16,-13 0-17-16,14 0-2 0,-14-2-22 0,0-1 2 0,13 0-12 0,-13 0-8 15,0-2 14-15,0-1-8 0,0-1 2 0,0 1 2 16,0 0-3-16,0 1-6 0,0 2 16 0,0 0-5 15,0 3-1-15,0-1-2 0,0 3-17 0,0 4 9 16,0 0-18-16,0 0 11 16,0 0 0-16,0 0-2 0,0 0 15 0,0 0-8 15,0 6 7-15,14 2-5 0,-14 1 10 0,14-1-3 0,-1 3 4 16,0 2-3-16,-1-1-5 0,6 2 3 0,-4-3-7 16,3 1 6-16,2 0 6 0,-3-1-5 15,1-2-14-15,-1-1-56 0,-2 0-81 0,1-4-95 16,-15 1-105-16,18-2-75 0,-5-3-138 15,-13 0-75-15,0 0-71 0,12 0-41 0</inkml:trace>
  <inkml:trace contextRef="#ctx0" brushRef="#br0" timeOffset="46489.05">21550 2348 3438 0,'-13'-11'68'0,"13"1"34"0,0 2 27 0,0 2 8 15,0 2-77-15,0 4-32 0,0 0-22 0,0 0-16 16,0 0 15-16,0 0 9 0,0 7 28 0,0 1 14 0,0 1 15 16,0 2-9-1,0 1-22-15,19 3-10 0,2 2-25 0,-5 2 10 0,2 2-14 0,-1 2 4 0,1 2 8 16,-2 0-4 0,3 3-8-16,-2-2 5 0,-1 1-5 0,0 0-7 15,-2-3 13-15,-1-1-1 0,0-2-2 0,-13-2 0 16,13-2 0-16,-13-2 1 0,12-2-2 0,-12-2 0 0,0 0 8 0,0-5-9 15,0 0 15-15,0-1 6 0,0-5-1 0,11 0 13 16,-11 0 18-16,0 0 54 0,0 0 0 0,0 0 8 16,0 0-21-16,0 0-58 0,0-6-4 15,0-2-13-15,0 2-2 0,0-4 2 0,0 0-3 0,0-2 17 32,0 0-1-32,0-2-2 0,0 0 7 0,0 0-13 15,0 2 7-15,0-2-10 0,0 2-13 0,0 0 0 16,0 1-21-16,0 3 10 0,16-1 5 0,-2 4-17 15,-3-1 13-15,3 6-5 0,2 0-2 0,2 0 12 16,0 0 2-16,0 0-3 0,2 0 6 0,-2 0-3 16,2 10-12-16,-1-1 6 0,1 0 1 0,-3 1-4 0,-3 0 7 15,2-1-6-15,-3 2-3 0,-13-1 9 0,14 0 2 16,-14-1-12-16,0 0 10 0,0-1 0 0,0 0 2 16,0 1 23-16,0-1-20 0,0 2-5 0,0-1 8 15,-16 0-2-15,-2 1 9 0,0-3 10 0,-3 1-16 0,2 0-6 16,-2-2 8-16,0-6-10 0,1 4 0 0,1-4-19 15,1 0-32-15,2 0-65 0,3 0-60 0,-1 0-57 16,14 0-88-16,-13 0-74 0,13 0-76 0,-12-3-113 16,12 0-74-16,0-3-14 0,0 0-49 0</inkml:trace>
  <inkml:trace contextRef="#ctx0" brushRef="#br0" timeOffset="47052.78">22359 2430 3900 0,'0'0'43'15,"0"-7"31"-15,0 3-5 0,0 4 6 0,0 0-50 16,0 0-33-16,0 0 18 0,0 0-11 0,0 0-3 16,0 0 1-16,0 0-9 0,0 0 8 0,0 9 7 15,0 2 4-15,0 4-8 0,0 0 5 0,16 5 7 16,-16 0 0-16,18 2 0 0,-7 2-5 0,1 0 2 15,-12 0-12-15,13-1 14 0,-13 0 0 0,16-1-6 0,-3-1 14 16,-13-2-18-16,10 0 4 0,-10-3 1 16,12 0 5-16,-12-4 1 0,0 0-6 0,0-3 3 0,12-1-12 15,-12-2 17-15,0-3-4 0,0-3 8 0,0 0 25 0,0 0 17 16,0 0 27-16,0 0 29 0,0 0 3 16,0 0-4-16,0 0-18 0,0 0-42 0,0-3-26 0,0-1-7 15,0-1 10-15,0-3 10 0,0 1 12 0,0-1-17 16,0-1-11-16,0 0 4 0,0-2-8 0,0-2 4 31,0 1 6-31,0 0-14 0,0-1 9 0,14 2-2 16,-14-2-16-16,16 1 1 0,-2 2-9 0,-1 0-10 0,0 2 5 15,-1 2 8-15,1 1-6 0,1 5 4 0,1 0 6 16,0 0-6-16,3 0-5 0,-1 0 5 0,4 0-9 16,-5 11-2-16,2 0 5 0,0 1-2 0,1 1 5 15,-3 1-3-15,-1 0 6 0,-3 0 4 0,-12 0-4 16,14-1 5-16,-14 0 1 0,0-2-6 0,0 0 8 0,0 0 7 15,0-2 8-15,0 0 1 0,0-2-3 16,-17 1 6-16,0-1-19 0,-1 0-10 0,-3-1 8 16,0-6-20-16,-1 5 17 0,0-5 10 0,0 0-7 15,-2 0 10-15,4 0-9 16,1 0 5-16,0 0 1 0,0 0-15 0,6 0-21 0,13 0-61 0,-19-5-104 16,7 1-103-16,12 0-144 0,-12 1-143 0,12 3-140 15,-15 0-143-15,15 0-87 16</inkml:trace>
  <inkml:trace contextRef="#ctx0" brushRef="#br0" timeOffset="49932.57">2991 4468 2987 0,'0'-5'74'0,"8"-1"57"0,-8 3 50 0,0-1 38 0,0 4-57 16,0 0-45-16,0 0-43 0,0 0-26 15,0 0-13-15,0 0-4 0,0 0 2 0,0 0-29 16,0 0 16-16,0 5-8 0,0-1-7 0,0 3 46 16,0 1-1-16,0 2 28 0,14 3 13 0,-14 3-26 15,13 2 2-15,-1 2-15 0,-2 2-7 0,0 2 23 16,0 0-17-16,0 0-4 0,-10 1-1 0,14-2-24 15,0 1 10-15,-4 0-20 16,-10-5 9-16,14 1-12 16,-14-2-12-16,13-1 21 0,-13-2-23 0,11-3 10 0,-11-2 4 15,0-1-15-15,12-9 16 0,-12 10 10 0,0-10 7 16,0 0-3-16,0 0-11 0,0 0-58 0,0 0-43 16,0 0-36-16,0 0-80 0,0 0-78 0,0 0-124 15,0 0-144-15,0 0-49 0,0 0-23 0,0-11 62 16,0 2 65-16,0-1 36 0</inkml:trace>
  <inkml:trace contextRef="#ctx0" brushRef="#br0" timeOffset="50165.98">2888 4549 2735 0,'-12'-5'24'16,"12"0"35"-16,0 1 17 0,-10 1 4 0,10 3-10 16,0 0 0-16,0 0 10 15,0 0 43 1,0 0 21-16,0 0 7 0,0 0 11 15,11 0-26-15,5 0-5 0,-2 0-13 0,5 0-16 0,3 0 0 0,1 5-16 0,3-5-23 16,1 0-27-16,3 0-5 0,0 0-18 0,0 0-2 0,0 0 14 0,-1-5-25 0,1 5 0 16,-2-6 7-16,-1 6-7 0,-6 0 8 15,1-5-10-15,-3 5-38 0,-5 0-77 0,-2 0-105 16,-12-4-111-16,0 4-100 0,0 0-109 0,0 0-73 16,0 0-16-16,0 9-59 0</inkml:trace>
  <inkml:trace contextRef="#ctx0" brushRef="#br0" timeOffset="50348.64">3029 4725 2108 0,'0'6'62'16,"0"-6"103"-16,0 0 21 0,0 7 41 16,0-7-44-16,12 0-67 0,1 0-13 0,1 0-41 0,-1 0-16 0,3 0-38 0,1 0 14 15,0 0-13-15,3 0 16 0,-3 0-11 0,3 0-28 16,-5 0 23-16,4 0-127 0,-5 0-164 0,2 0-136 15,-4 0-179-15,0 0-49 0,3 0 99 0</inkml:trace>
  <inkml:trace contextRef="#ctx0" brushRef="#br0" timeOffset="50583.73">3521 4491 3103 0,'-13'-5'47'15,"13"3"18"-15,0-1 21 0,-11 3 44 16,11 0-63-16,0 0-16 0,0 0-11 0,0 0-30 16,0 0 25-16,0 0 2 0,0 5-1 0,0 2 10 15,0 0 14-15,0 2 7 0,0 2 2 0,14 1-12 16,-3 2-20-16,2 3 5 0,-2 1-7 0,1 0-11 16,0 3-1-16,0-2-8 0,1 2-6 0,0 1-1 15,2 1 13-15,-2 0-21 0,1-3 13 0,-1 1-9 16,-2-2-14-16,3-2-28 0,-3-2-101 0,2-1-102 0,-4-2-128 15,-9 0-134-15,13-3-53 0,-13-9-19 0,11 7-30 0,-11-7 94 0</inkml:trace>
  <inkml:trace contextRef="#ctx0" brushRef="#br0" timeOffset="50815.44">3848 4659 2771 0,'0'-4'31'0,"0"4"26"0,0 0 8 0,0 0-3 0,0 0-24 0,0 0-26 15,0 0 21-15,11 0 53 0,-11 0 2 0,0 8 21 16,11-3-11-16,-11 2-46 0,13 2 0 16,-5 0-10-16,1 1-26 0,-1 3 4 0,-8-1-11 15,13 1-3-15,-1 0 15 0,-4-2-7 0,-8 3-1 16,13-4-10-16,-1 1-11 0,-4 0 12 0,-8-2-11 0,13-1 9 16,-2-1 6-16,-11 1-44 0,10-2-102 0,-10-6-94 15,0 0-193-15,0 0-150 0,0 0-34 0,0 0-83 16</inkml:trace>
  <inkml:trace contextRef="#ctx0" brushRef="#br0" timeOffset="50965.56">3728 4492 2644 0,'-15'-11'12'15,"3"1"-2"-15,-1 1 1 0,13 1-6 0,-12 2-19 16,12 3 4-16,0 3 5 0,0 0-133 0,0 0-102 0,0 0-132 15,0 0-120-15,0 0-36 0</inkml:trace>
  <inkml:trace contextRef="#ctx0" brushRef="#br0" timeOffset="51483.75">4150 4561 3035 0,'0'-6'38'15,"0"-1"30"-15,0 0 24 0,0 1 15 0,0 3-42 16,0 0-24-16,0 3-34 0,0 0-16 0,0 0 4 16,0 0-6-16,0 0 16 0,0 6-4 0,0 0 11 15,0 2 2-15,0 3 8 0,14 2-6 0,0 3-5 16,-1 4 5-16,1 0-6 0,0 4 26 0,1 1-9 16,2 1-7-16,0 1-16 0,1 1-8 0,-1-1-1 15,1 2 4-15,1-1 6 0,-3 0-3 0,1 0 18 16,0 0-10-1,1 0-3-15,-1-1-6 0,-1-2-20 0,1-1 14 0,-1-1 13 0,0-2-6 16,-2-2 15-16,-1-2-18 0,-4-5 1 0,-9-1 23 16,10-2 26-16,-10-4 45 0,0-5 52 0,0 0-7 0,0 0-38 0,0 0-30 31,0 0-49-31,0 0-8 0,0-10-11 0,0 1-7 16,-15-4 1-16,0-1-12 0,-1-3 27 0,0-3-7 15,2 0-8-15,-2-1 23 0,3-2-19 0,-1 0 10 0,1 0 1 0,13-3-10 0,-12 2 7 16,12 0-10-16,0 1-6 0,-13 0 1 0,13 3-3 15,0 1 0 1,0 2 10-16,0 3-9 0,0 2-4 0,0 1 12 16,14 2-1-16,-1 1-6 0,1 2 13 0,2 6-12 15,1 0 6-15,1 0 9 0,2 0-5 0,4 0 15 16,-3 0 0-16,1 0 0 0,-2 11 11 0,-2-1-15 16,-1 0-7-16,-1 0 6 0,-2 1-8 0,-3-2 6 15,-11 2 5-15,0 0-9 0,0-1-3 0,0-2 0 16,0 1-3-16,0-1 14 0,0 1-4 0,0-1 0 15,0-1 5-15,-22-7-24 0,1 11 13 0,1-3-5 0,-5-8-22 16,-2 7-17-16,5-7-69 0,-4 0-107 0,-2 5-134 16,4-5-151-16,-1 0-126 0,3 0-84 0,3 0-66 15</inkml:trace>
  <inkml:trace contextRef="#ctx0" brushRef="#br0" timeOffset="51835.14">5366 4451 2859 0,'0'4'45'15,"0"-4"31"-15,0 0 42 0,0 0 6 0,0 0-34 0,0 0-12 16,0 0-4-16,0 0 8 0,0 7-5 0,0-1 0 16,11 0-41-16,-2 2-10 0,4 1 7 0,-1 2-25 15,1 2 16-15,3 2-4 0,-2 1-7 16,0 4 8-16,1 1-19 0,0 2 9 0,0 1-2 0,-2-1-5 16,2 2 7-16,-2 0-6 0,-1-1 4 0,1 0 3 0,-3-3-4 15,2-3 2-15,-12 1-13 0,15-3-1 16,-5-2-7-16,-10-3-24 15,12-2-73-15,-12-2-91 0,0-2-81 0,0-5-205 0,0 0-97 0,0 0-67 0,0 0-47 32</inkml:trace>
  <inkml:trace contextRef="#ctx0" brushRef="#br0" timeOffset="52645.51">5163 4623 2627 0,'0'-6'30'0,"0"6"24"15,0 0 20-15,0-4 9 0,0 4-2 0,13 0-4 0,4 0 15 16,4 0 12-16,4 0-10 0,7 0 1 0,3 0-12 16,4 0 3-16,2 0-14 0,5 0-3 0,3 0-1 0,0 0-10 15,0 0 16-15,0 0-10 0,-1-8-8 0,-1 2-9 16,-2 0-21-16,-3 0-1 0,-6 0 21 0,-4-1 20 16,-4 0 24-16,-4 0-2 0,-6 0-39 0,-6-2-18 15,-12 0-25 1,0-2-9-16,0 0 6 0,0-2-11 0,0 1 2 15,0 0 3-15,-17-1-7 0,1 3-1 0,2-1 4 16,-2 3-6-16,3 2-3 0,2 2 5 0,11 4-3 16,-17 0-4-16,7 0 6 0,10 0-4 0,0 7 3 15,-15 4 16-15,15 2 6 0,0 2-4 0,0 3-1 16,0 4-2-16,0 0-6 0,0 4 18 0,0 0 6 16,0 2-16-16,0 1 11 0,15 1-2 15,-3-1-8-15,-12 1 1 0,17-1-12 0,-6 0-3 0,-11-2-5 0,14-2 26 0,-3-4-9 16,-11-2-3-16,13-3 15 0,-13-5-21 15,0 0 21-15,12-4 0 16,-12-7 25-16,0 0 14 0,0 0 1 0,0 0-1 0,0 0-41 0,0 0-6 16,13-9-3-16,-13-2 4 0,0-2 4 0,0-2-2 0,0-1-23 15,11-2 6-15,-11 0 8 0,0-1-10 16,0 1 19-16,0 1-12 0,0 2-13 0,13 1 1 16,-13 2 7-16,0 3-9 0,0 1-2 0,14 8 12 15,-14 0 9-15,13 0-4 0,-13 0 2 0,14 0 3 0,2 0-17 16,-3 0 19-16,2 15 9 0,0-2-18 0,2 0 7 15,-1-2-7-15,3 3 0 0,1-2 9 0,-2-1-7 16,2 0 0-16,1-2-2 0,1-1 3 0,2-8-2 31,-2 8 28-31,0-8 30 0,0 0 20 0,0 0 8 0,-1 0-17 16,1 0-26-16,-2 0-15 0,1 0 8 16,-2 0 1-16,-2-8 12 0,-1-2-4 0,-2 1-9 15,-1-2 3-15,-13-1-29 0,11 0 8 0,-11-1-5 0,0 0-17 16,0-3 18-16,0 1-26 0,0 0 3 0,0 1-3 15,0 0 2-15,0 2 5 0,-16 0 1 0,2 1-2 0,0 2 0 16,-1 2 7-16,-2 7-11 0,0 0 5 0,4 0-8 16,-1 0-2-16,0 0 13 0,1 0-1 0,13 0 0 15,-16 10 2-15,3-2 3 0,13 2 7 0,0 1-5 16,0 3-1-16,0 0-8 0,0 1 3 16,0 0 7-16,0 3 7 0,0-2-1 15,0-1-1-15,23-1 7 0,-3 0-16 0,4-2 1 0,-1-3-8 0,0 0-10 0,4-9 25 31,0 9 9-31,-2-9 20 0,3 0 6 0,-1 0 8 16,0 0-2-16,-3 0-16 0,-2 0 9 0,-2 0-17 16,-2 0-14-16,-2 0-2 0,-16 0-1 0,14 0 1 15,-14-9 9-15,0 9-11 0,0 0-45 0,0 0-69 16,0 0-112-16,0 0-142 0,0-7-170 0,0 7-168 16,0 0-124-16,0 0-104 0,0-10 118 0</inkml:trace>
  <inkml:trace contextRef="#ctx0" brushRef="#br0" timeOffset="53169.15">7636 4515 2735 0,'16'-6'73'0,"0"-1"52"0,-2 0 48 0,-14 0 28 0,13 3-61 16,-13-1-40-16,0 0-58 0,0 1-25 16,0 0-13-16,0 0-13 0,0-1 12 0,0 2-11 15,-13 0 11-15,-3 0 15 0,1 3-4 0,-3 0 12 16,-1 0-7-16,-2 0-16 0,3 0 14 0,-3 0-14 15,5 0-6-15,1 0 4 0,3 6-9 0,1-6 16 0,11 6 4 16,-11 1-10-16,11-1-3 0,0 1 2 0,0 1 17 16,0 0 19-16,0 1 22 0,0 2 5 0,17 0 16 15,-2 1 12-15,5 0-15 0,-2 1-10 16,6 0-17-16,1 1-6 0,0-2 7 16,2 1 0-16,1 1 7 0,-4 0-29 0,3 1-13 0,0-1 0 0,-5 0-17 15,0 1 8-15,-4-1 12 0,-1 0-10 0,-6-1-6 16,-11 1 7-16,0-2-12 0,14-2-3 0,-14-1 23 15,0-9-12-15,0 10 10 16,0-10 10-16,0 8-14 0,0-8 17 0,0 0-6 0,-22 0-6 0,2 9 4 0,0-9-14 31,-3 0-1-31,-1 0-1 0,1 0-10 0,-4 0 6 0,3 0-6 0,-2 0 17 16,1 0-18-16,3-10-23 0,3 3-62 16,2-2-98-16,2 2-94 0,3-1-115 0,12 2-147 15,0-2-86-15,0 8-48 0,0-12-80 0</inkml:trace>
  <inkml:trace contextRef="#ctx0" brushRef="#br0" timeOffset="53415.14">8031 4442 3437 0,'0'-8'72'0,"0"2"41"0,0-1 30 0,0 2-6 0,0 0-73 15,0 5-41 1,0 0-30-16,0 0 6 0,0 0 4 0,0 0-2 15,0 0 7-15,0 8 3 0,0 1-7 0,0 2 8 16,13 0 0-16,-13 2 4 0,17 3 11 16,-4 1-1-16,3 1-10 0,-2 0-4 0,0 3-2 15,2-1 5-15,1 2-1 0,1-3-2 0,-2 2-6 16,0-1-31-16,-1-1-52 0,0 0-116 0,0-2-153 0,-5-2-161 16,-10-1-120-16,14-2-20 0,-14-4-51 0,11-2 181 15</inkml:trace>
  <inkml:trace contextRef="#ctx0" brushRef="#br0" timeOffset="54836.65">7897 4567 2338 0,'-13'0'82'16,"13"-6"20"-16,0 6 17 0,0 0 5 0,16-2-46 0,3 2-9 16,5 0 9-16,4 0 20 0,6 0-1 0,2 0 4 15,4 0 13-15,2 0-7 0,4 7-14 0,0-7 16 16,0 0-13-16,1 0 13 0,1 0 10 0,-1 0-23 15,-1 0-20-15,1 0-20 0,-1 0-31 0,-2 0-4 16,-2 0 9-16,-4 0 20 0,-5 0 16 0,-3-7 25 31,-5 7 13-31,-6-5-20 0,-8 5-12 0,-11 0-23 16,0-8-33-16,0 8-12 0,0-6-9 0,0 1-3 16,0-1 4-16,0 1 0 0,0-1-4 0,-16 6-1 15,-3-5 1-15,3 5 0 0,-1 0 12 0,-2 0-3 16,-2 0 2-16,1 0 4 0,-2 0-11 0,1 0 2 15,1 11-3-15,-1 0-5 0,0 0 5 0,3 1 5 0,-1 2-8 16,3 0 8 0,2 1-3-16,14 1-8 0,-13 1 15 0,13-2-10 0,0 0-4 0,0 1 11 0,0-1-2 15,0 0 11-15,0-1 6 0,0-2-12 0,17 0-4 0,1-1 0 16,2-1 0-16,1-3 1 0,-2-7 17 0,3 9-15 16,0-9 9-16,-1 0-3 0,4 0-23 0,-3 0 20 15,-1 0-21-15,-1 0 17 0,-3-11-3 0,1-1-2 16,-4 0 8-16,-1-2-3 15,-13 2 3-15,0-2-6 0,14-1 4 0,-14 0-11 0,0 1 8 16,0 0-11-16,0 0 6 16,0 0-2-16,0 2 4 0,0 1 2 0,0 2 2 15,0 1-4-15,-16 2-6 0,16 6 4 0,0 0-25 16,0 0 12-16,0 0-8 0,0 0 10 0,0 0 8 16,0 0 3-16,0 0 4 0,0 9-7 0,0 0 21 15,0 2-15-15,0 2 13 0,0-1-4 0,0 1-10 16,0 0 11-16,0-1-13 0,0 2 8 0,16-2 2 15,-3-3-1-15,-2 0 3 0,3-1-3 0,-1-8-3 16,2 11-1-16,0-11 6 0,0 0-8 0,2 0 1 0,0 0 7 16,-1 0-15-16,1 0 17 0,-1 0 1 0,1-14-5 15,-1 2 6-15,1 1-11 0,-4-3-3 0,1 0 2 16,-4 1-2-16,-10-1 3 0,14-2 11 0,-14 0 5 16,0-1-3-16,0-1 7 0,0 0-7 0,0-1-14 15,0-2 11-15,0 0-14 0,0-3-4 0,0 1 21 0,-14 0 2 31,-1-1 16-31,3 1 5 0,-1 0-8 0,-1 0-6 16,14 0 2-16,-14 3 23 0,1 2-8 0,13 3 1 16,0 4-12-16,-14 1-31 0,14 3-3 0,0 7-4 15,0 0-23-15,0 0 7 0,0 0 0 0,0 0-11 16,0 0 37-16,0 0 6 0,0 12-7 0,0 1 16 16,0 1-5-16,0 3-25 0,0 2 15 0,0 2-2 15,0-1-11-15,0 3 28 0,0 0-17 0,0 0 6 0,17 0-7 16,-6-2 3-16,2 2 10 0,0-1-9 0,-2-1 23 15,4-1-17-15,-2-2 4 0,1 1 17 0,2-3-11 16,1 0 4-16,0-2 2 0,1-1-9 0,0 0 1 16,2-2-2-16,4-3 6 15,-2 1-9-15,2-9-10 0,1 7 4 0,1-7-12 16,0 0 11-16,1 0 11 0,0 0-9 0,-3 0 6 16,1 0-11-16,-4 0 4 0,-4 0 11 0,-1-7 7 0,-16-2 11 0,19 2-6 15,-19-2-5-15,14-1-18 0,-14 0 0 16,0-1-2-16,0-2-13 15,0 0 10-15,0-1-7 0,0-1 5 0,0 0 3 16,0 0-2-16,0 0 2 0,-17 1-15 0,1 2 14 16,2 0-3-16,-2 0-1 0,0 4-1 0,3 1-4 0,-1 7 2 15,0-5-11-15,14 5 11 0,-16 0-8 0,16 0-4 16,-17 0 15-16,4 12-8 0,13-1 21 0,-14 3-4 16,14-2-5-16,0 3 15 0,0 2-22 0,0 0 8 15,0 1 2-15,0 0-5 0,0 0 14 0,0 0-3 16,0-1 2-16,17-2 1 0,-2 0-9 0,3 0 9 15,-1-2-3-15,3-1-6 0,0-1 7 0,3-3 2 0,0-8 3 16,4 10-13-16,0-10 9 0,3 0-21 0,0 0 5 16,2 0 26-16,1 0-18 0,0 0 20 0,0 0-2 15,-1-12-13-15,-2 3 10 0,0 1 0 0,-5-3-1 16,0 1 16-16,-2 0 11 0,-6-2-11 0,0 0-2 16,-4 0-13-16,-13-1-18 0,13 0 4 0,-13 0 7 15,0-3-14-15,0 1 7 0,0 0-2 0,0-1-17 16,0 1 14-16,0 1-14 0,0 0 10 0,-16 2 3 15,2 0 0-15,14 1 6 0,-16 1-3 0,2 2 3 16,14 2-15-16,-13 1 5 0,13 5-5 0,0 0-13 16,0-6 15-1,-13 6-3-15,13 0-14 0,0 0 4 0,0 0 2 16,0 0-4-16,0 0 18 0,0 0 5 0,0 0 8 16,0 7-2-16,0-2-1 0,0 1 0 0,0 2-17 15,0-1 24-15,0 1-14 0,12 0-4 0,-12 1 18 0,17 0-14 16,-4 0 10-16,-1 1 4 0,2 0-12 0,-1 1 6 15,1 0-3-15,2 0 5 0,-2 1 5 0,2-1-17 16,-2 0 2-16,-1 1 0 0,0-2 1 0,-13 1 8 16,16-1 0-16,-16 0 0 0,14-1 1 0,-14 0-9 15,0-2 10-15,14 2-4 0,-14-2-7 0,0-7 24 16,0 12-10-16,0-4-7 0,0-8 10 0,0 12-11 16,0-3-2-16,0-9 20 15,0 12-3-15,-19-5-23 0,6-7 18 0,-4 10-22 0,1-10-25 0,-3 0-9 0,0 8-82 31,-3-8-55-31,-3 0-77 0,-2 0-86 0,-1 0-79 0,-1 0-60 16,-2 0-130-16,-1-10-52 0,-1 0-89 16,1-2 93-16</inkml:trace>
  <inkml:trace contextRef="#ctx0" brushRef="#br0" timeOffset="55122.99">8982 4353 2862 0,'0'-3'44'0,"0"0"35"0,0 3 27 0,0 0 2 0,0 0-45 0,0 0-31 0,0 0-21 16,0 0 12-16,0 0 34 0,0 0 29 0,14 0 1 16,6 5-5-16,-2-2-31 0,7 1-25 0,2 0-15 15,0-1-4-15,3-1-5 0,3-2-1 0,0 4 8 16,-1-4-1-16,1 4 2 0,-3-4-1 0,0 5-6 15,-3-5 0-15,-2 0-7 0,-5 0-5 0,-2 0-21 16,-5 0-74-16,-13 0-105 0,0 0-186 0,0 0-127 16,0 0-100-16,0 0-110 0</inkml:trace>
  <inkml:trace contextRef="#ctx0" brushRef="#br0" timeOffset="56367.06">3075 5460 1085 0,'0'0'6'16,"0"0"31"-16,0 0-2 0,0 0 26 0,0 0 23 15,0 0-14-15,0 0 35 0,0 0-13 0,14 0-9 0,3 0 7 16,-4 0-6-16,4 0 6 0,-1 0-13 15,2 0 10-15,2 0-21 0,-1 0-10 0,3 0 63 16,2 0-6-16,0 0-7 0,4 0 2 0,1 0-62 16,4-5-16-16,0 5 35 0,3-4 14 0,-1 4-8 15,3-3-4-15,2 0-22 0,2 3-4 0,1-5 19 16,4 5 14-16,1-4-9 16,4 0-12-16,0 4 8 0,4-4-6 0,1 4 8 0,1-5-3 0,5 5-27 15,-3-3 3-15,7 3-1 0,1-6-15 16,3 6 11-16,2-4-10 15,1 4-7-15,2-5 20 0,0 5-14 0,1-5-9 0,2 5 13 0,-1-4-11 0,2 4 4 16,0 0 7-16,0 0 2 0,2 0-6 0,-1 0 3 31,1 0-9-31,2 0-8 0,-5 0-2 0,0 0 9 16,-3 0 5-16,0 0-11 0,-3 0 9 0,-2 7-13 0,-2-2 11 16,-1-5 7-16,0 8 5 0,-3-3 13 0,-2-5-11 15,-1 8 4-15,0-2-5 0,-1-6-11 0,-1 8 10 16,-1-8 1-16,1 8-9 0,0-8 8 0,-2 9 4 15,1-9-5-15,-1 7 15 0,1-7-12 0,1 0-6 16,0 8 3-16,2-8-11 0,-2 0-6 0,2 0 0 0,-1 0-12 16,1 0 2-16,1 0 18 0,2 0 0 0,1 0 6 15,-3 0 3-15,4-9-2 0,1 9-12 0,2-7-3 16,1 7 16-16,-2-8-15 16,3 8 7-16,0-6 6 0,-1 6-21 0,2-7 12 0,0 7 6 0,-2 0-11 15,2 0 8-15,-1-6-8 0,1 6-6 0,2 0 7 16,0-7-7-16,-2 7-3 0,0 0 9 0,0 0-9 15,-1-5 1-15,2 5 15 0,-4 0-8 0,0 0 1 16,1-7 5 0,-2 7-11-16,1 0-3 0,-2-7-1 0,-1 7 1 15,2 0-10-15,-4-7 19 0,0 7 13 0,-4-7-13 16,1 7 13-16,-2-7-21 0,-2 7 3 0,-1-7 10 16,-1 7 0-16,-1-5 12 0,-1 5-10 0,-1-7 10 15,-2 7-14-15,1-6 4 0,-3 6 8 0,-3 0-20 0,2-7 10 16,-1 7-10-16,-1-6-5 0,-2 6 10 0,2-6-9 15,-2 6 8-15,-1-6-1 0,1 6-4 0,-1-6 10 16,3 6-4-16,-2-6-1 0,2 6 3 0,-5-6 10 16,2 6-4-16,1-6 13 0,-3 6 4 0,3-6-18 15,-4 6 14-15,-2-7-12 0,-1 7 10 0,-1-7 8 0,-6 7 6 16,0-7 3-16,-2 7-10 0,-4-7 15 16,-4 7-25-16,-3-6-21 0,-4 6 4 0,-13 0-17 0,15 0 6 15,-15-6 34-15,0 6-19 0,0 0 0 0,0 0 5 16,0 0-24-16,0 0 11 15,0 0 5-15,0 0-21 0,0 0 14 0,0 0-5 16,0-6-62-16,0 6-39 0,0 0-63 0,0 0-91 16,0 0-38-16,0-6-92 0,0 3-95 0,-16 3-109 15,0 0-100-15,0 0-59 0,-1-6 1 16</inkml:trace>
  <inkml:trace contextRef="#ctx0" brushRef="#br0" timeOffset="57676.27">3405 6631 2293 0,'-14'0'109'0,"14"0"37"0,-13 0 42 0,13 0 14 0,-11 0-82 16,11 0-25-16,0 0-20 0,0 0-5 0,0 0-40 16,0 0-6-16,0 0-16 0,0 0-2 0,0 0 18 0,0 0-13 15,0 0 2-15,0 0-6 0,0 0-6 16,0 0 6-16,0 0 12 0,13 0 11 0,-13 0 15 15,14 0-7-15,2 0-11 0,0 0-16 0,1 0-7 0,-1 0 15 16,3 0-13-16,-3 0 2 0,3 0-6 0,-4 7-5 16,0-7-1-16,0 0 3 0,-15 0 0 0,13 0 0 15,-13 0 2-15,0 0-21 0,11 0-38 0,-11 6-67 16,0-6-62 0,0 0-51-16,0 0-114 0,0 0-52 0,0 0-71 15,0 0-81-15,0 0 57 0</inkml:trace>
  <inkml:trace contextRef="#ctx0" brushRef="#br0" timeOffset="59031.56">4629 6584 2150 0,'0'0'24'0,"0"0"83"0,0 0 16 0,0 0 5 0,0 0-36 15,0 0-75-15,0 0-15 0,0 0-10 0,0 0 24 16,0 8-16-16,0-8 2 0,0 11 6 0,0-3-10 15,14-1 8-15,-14 3 6 0,11-2-1 0,-11 2-7 16,0-1-1-16,13 2 0 0,-13-2 6 0,0 0 12 16,0 0-8-16,9 0-7 0,-9-1-7 0,0-3-8 15,0 0 12-15,0-5 23 0,0 4 39 0,0-4 61 16,0 0 75-16,0 0 33 0,0 0 16 0,0 0-47 16,0 0-74-16,0 0-59 0,0 0-52 0,0 0-8 15,0-12 9-15,0-2 6 0,0 0 6 0,0-3 2 16,0-1-24-16,0 0 11 0,-12-2 4 15,12-2-18-15,0 0 22 16,0 0-7-16,0 1-11 0,0 1 11 0,0 1-3 0,0 0-5 0,0 3-10 0,0 2-3 16,0 3-2-16,0 2-9 15,0 9 9-15,12 0-6 0,-12 0-2 16,15 0 1-16,-3 0 8 0,1 0 0 0,1 0-4 16,-3 0 9-16,2 15-17 0,3-1 7 0,-3 1-1 15,2 2 9-15,-2 2 4 0,2 0-4 0,0 1 1 16,-1-2-14-16,0 0 3 0,0-1 3 0,-1-2 3 15,-3-1 1-15,4 0 6 0,-14-3 10 0,11-3 2 0,-11 0-8 16,0-8 0-16,11 0 21 0,-11 0 12 0,0 0 29 16,0 0 1-16,0 0-32 0,0 0-17 0,0 0-14 15,0-12-12-15,0-2 10 0,0 0-2 0,0 0 6 16,0-1-3-16,0 0-3 0,0 0 6 0,0-1-13 16,0 2 18-16,0 0-4 0,0 2-10 0,0 1 12 0,16 1-9 15,-16 10-11-15,11-10 8 0,-11 10-14 0,14 0-7 16,-1 0 15-16,-1 0 1 0,-2 0-6 0,-10 0 5 15,20 0 2-15,-4 13-7 0,1-1 17 0,0 0-1 16,1 1-9 0,-2 1 0-16,5 0-7 0,-1 0 0 0,0-1 5 15,0 0 13-15,0 0 4 0,0-2-9 0,2-3-3 0,0 2-15 16,-5-10 6-16,4 8 13 0,-4-8 6 16,4 0 0-16,-4 0 11 0,1 0 4 0,-3 0 15 15,-2 0 20-15,2 0-13 0,-2-9-10 0,-13-2-15 16,16 0-14-16,-16-1 4 0,14 0 3 0,-14-2 4 15,0-1 1-15,12-1-9 0,-12 0-1 16,0 1-6-16,0-2 6 0,0 1-5 0,0 2-2 0,0 2-8 16,0 1-19-16,-13 3 10 0,13 8 0 0,-15 0 9 15,1 0 10-15,14 0-3 0,-16 0-11 0,16 0-11 0,-17 0 14 16,4 0-4-16,13 0 4 0,-14 0 8 0,14 12-15 0,-14-1 4 16,14 3 5-16,0 3 2 0,-16-3 8 15,16 2-17-15,0 0 5 0,0-1-6 0,0-1 4 16,0 0 17-16,0 0-9 0,0-2 4 0,0-1-1 15,0-2-13-15,14 0 18 0,-1-1-13 0,0-8-5 16,-1 9 13-16,1-9-8 0,1 0 11 0,-1 0 5 16,2 0-6-1,-2 0 0-15,-1 0-6 0,2 0-6 0,-14 0 11 16,14 0-6-16,-14-11 8 0,16 2 6 0,-16-2-11 16,0-1 6-16,11 2 3 0,-11-1-8 0,0 0 6 15,0 0-4-15,0-2-10 0,0 4 14 0,0-1-4 16,0 2-14-16,0 8 9 0,0-9-12 0,0 9-1 0,0 0 16 15,0 0-15-15,0 0-3 0,0 0 17 0,0 0-23 16,0 0 23-16,0 0 6 0,0 9-24 0,0 2 21 16,0 0-9-16,0 0-7 0,12 1 12 0,-12 1-9 15,16-1 3-15,-2 0 13 0,-1-3-14 0,0 0 18 16,1 0-3-16,-1-3-11 0,2-6 13 0,-2 0-11 16,4 0-2-16,-2 0 4 0,2 0 6 0,-1 0-11 15,1 0 13-15,-1 0-1 16,0-9-18-16,0-2 19 0,-2-2-3 0,-3-1 1 15,-11-3 21-15,17 0-2 0,-17-1-8 0,12-2 14 16,-12 0-33-16,0-1-7 0,0 0 10 0,0-2-21 0,0-1 18 0,0 2 12 0,0 0-15 31,0 1 9-31,0-1-7 0,-15 4-21 0,15 0 14 0,-17 4-8 16,17 1 13-16,-13 4-2 0,13 3-17 0,0 6 7 16,0 0-3-16,0 0 11 0,0 0 15 15,0 0-6-15,0 0 0 0,0 17 3 0,0 3-8 0,0 1 20 16,0 2-3-16,0 0-4 0,0 4-9 0,0 1-17 15,11 0 5-15,-11 0-3 0,19 0 13 0,-6-3 2 16,-13 3-4-16,17-3-3 0,-6 0-2 0,-11-2 5 16,16-2 2-16,-16-1 0 0,16-3-5 0,-16-3-23 15,17-2-56-15,-17-3-26 0,16 0-45 0,-16-9-32 0,14 7-20 16,-14-7-62-16,10 0-75 0,-10 0-135 0,0 0-48 16,0-10-21-16,14-2 22 0,-14 0 57 0,0-5 50 15</inkml:trace>
  <inkml:trace contextRef="#ctx0" brushRef="#br0" timeOffset="59613.02">6055 6370 2638 0,'0'-15'60'0,"0"1"49"16,13 1 40-16,-13 2 53 0,0 3-38 0,0 8-39 15,0-6-27-15,0 6-70 0,0 0-15 0,0 0-9 16,0 0-26-16,0 0 28 0,0 0-3 0,0 0 5 16,0 0 0-16,0 0-10 0,0 12 0 0,-15-2 9 15,1-1 9-15,0 3-13 0,0-2-9 0,3 1 15 31,-2 0-14-31,0-1 10 0,4-2 3 0,9 0-26 16,-14-8 12-16,14 11 7 0,-11-5-7 0,11-6-2 0,0 9 17 16,0-3-8-16,0 2 12 0,0-2 3 15,0-6-20-15,0 11 10 0,0-4-6 0,0 3-6 16,0-1 9-16,17-1-5 0,-3 1 3 0,2 0 15 16,-2 0-17-16,2 0 12 0,3 0-4 0,3 0-10 0,-4 2 5 0,4-1 9 15,0-1 2-15,0 0 2 0,0 2 5 0,0-3-7 0,2 2 8 16,-5-1 17-1,3-3 28-15,0 0 12 0,-1-6 14 0,-2 0-4 0,3 0-2 0,-3 0 17 0,-2 0-6 16,1 0-13-16,-2 0-26 0,-4 0-14 0,4 0-16 16,-5-12 3-1,-11 1 12-15,14-1-29 0,-14-2-3 16,13-1-4-16,-13 0-8 0,0-2 4 0,0-1 17 16,0 0-10-16,0 1-3 0,0 0-17 0,0 2-8 15,0 1 4-15,0 1-10 0,-16 2 19 0,0 11-1 0,2-10 9 16,-2 10-3-16,2 0-1 0,-2 0 0 0,0 0-14 15,-1 0 17-15,1 0-12 0,-1 0-3 0,1 0 5 16,3 16-15-16,13-2 19 0,-14 1-5 0,14 2 6 16,-14 0 5-16,14 1-15 0,0 1-1 0,0-1 9 15,0 0-4-15,0-1 10 0,14-1 7 0,4-1-10 0,0-2 9 16,2 0-7-16,3-3 9 0,1-1-8 0,3-2 3 16,-1-7 3-16,1 6-5 0,1-6 9 0,0 0-8 15,-1 0 2-15,0 0 9 0,0 0-2 0,-2 0 4 16,-4 0-7-16,1 0-6 0,-4 0-6 0,-2 0 11 15,-2 0-5-15,-14 0 6 16,13-7 0-16,-13 7-54 0,0 0-77 0,0-8-143 16,0 8-143-16,0-6-160 0,0 6-109 15,0 0-62-15,0-6-27 0</inkml:trace>
  <inkml:trace contextRef="#ctx0" brushRef="#br0" timeOffset="59979.44">7721 6239 3060 0,'-15'-6'69'0,"4"1"65"16,11-1 30-16,-13 6 31 16,13 0-69-16,0-6-67 0,0 6-37 0,0 0-26 15,0 0-8-15,0 0 15 0,0 0 6 0,0 0-19 16,0 0 11-16,0 0-3 0,0 15-7 0,0-1 15 16,0 0 8-16,14 4-12 0,-2 1 10 0,-12 2 6 15,15-1-17-15,-2 0 3 0,-13-2-11 0,15 2 3 16,-2-1 8-16,-13-2 0 0,14-2 7 0,-14 0-8 15,13 0-8-15,-13-1 9 0,0-1-1 16,11-1-90-16,-11-2-113 16,0-1-188-16,0-1-145 0,0-8-40 0,0 0-29 0,0 8 17 0</inkml:trace>
  <inkml:trace contextRef="#ctx0" brushRef="#br0" timeOffset="60814.67">7408 6259 3054 0,'-10'-5'29'32,"10"-2"20"-32,0 2 36 0,0-1-10 0,0 1-18 0,0-1 10 15,20 6-28-15,2-7 39 0,0 2 18 0,7 5-19 16,1-6 7-16,5 6-7 0,2 0-26 0,1-7 1 16,2 7-5-16,1 0-24 0,3 0 6 0,-1 0-11 15,-2 0-13-15,0 0 13 0,-4 0-14 0,-2 0 0 16,-4 0 5-16,-4 0-13 0,-5 0 15 15,-4 0 11-15,-4 0 21 0,-14 0 12 0,0 0-7 0,11 0 5 16,-11 0-27-16,0-8-21 0,0 8-1 16,0-10-10-16,0 2-10 0,0 1 14 0,0 0 2 15,0 0-14-15,-15 1 13 0,0 6 2 0,15-6-8 16,-15 6 7-16,15-7-7 0,-15 7 1 0,15 0 3 0,-13 0-1 16,13 0 8-16,0 0-10 0,-14 12 0 0,14 1 3 15,0 1 8-15,0 3-7 0,0 3 14 0,0 1 1 16,0 2-6-16,0 2 5 0,0-1-3 0,0 2-5 15,0 0-9-15,0 0 10 0,17-3-8 0,-6 0-1 16,-11-2 7-16,16-2-7 0,-5-1 0 0,-11-4 7 0,14-2-5 16,-14-2 12-16,13-10 7 0,-13 8 15 0,11-8 17 15,-11 0-12-15,14 0-7 0,-14 0-1 0,10 0-18 16,-10-10 4-16,12 0 8 0,-12-3-19 0,13 2 2 16,-13-3 5-1,11 1-11-15,-11 0 10 0,11 0 7 16,-11 1-7-16,0 2-3 0,13 10-2 0,-13-9-6 0,0 9-2 15,0-9 0-15,0 9-5 0,0 0-5 0,12 0 13 16,-12 0 3-16,0 0-5 0,10 0 4 0,-10 0-10 16,13 12 1-16,-13-1 18 0,17-1-11 0,-4 3 4 15,2-1-10-15,-2 2-9 0,3-1 12 0,-2 1 3 16,3-1 1-16,3-1-1 0,0-1-1 0,2-3 7 0,3-8 8 16,-2 10-3-16,5-10 11 0,-3 0 7 15,2 0 3-15,0 0 21 0,0 0-5 0,-3 0 15 0,-4 0 10 16,1 0-13-1,-5-16-4-15,-1 3-30 0,-15 1 6 0,13-1-9 0,-13 1-9 0,0 0 7 16,0 1-26-16,0 0 8 0,0 0 5 0,0-2-5 0,0 2-12 16,0-1 0-1,0 1 3-15,0-1-7 0,-19 1 17 0,3 3-19 0,-2 8 2 0,0-10 2 16,1 10-2-16,-1 0 4 0,3 0 3 16,0 0 1-16,15 0 7 0,-17 0 7 15,17 15-15-15,-15-1 3 0,15 0-2 0,0-1-5 0,0 0 16 0,0 0-13 16,0 1 2-16,0-2 10 15,0 1-4-15,18-1 11 0,-1-1-16 0,1 1-4 16,1-3 6-16,1-9-11 0,-1 11 24 0,3-11-5 0,0 10-3 16,-2-10 15-16,2 0-28 0,0 0 10 15,0 0 7-15,-1 0-7 0,-1 0 4 0,-1 0 13 16,-3 0-20-16,-3 0 1 0,-13 0 18 0,15 0-26 0,-15 0 9 16,0 0-3-16,13 0-7 0,-13 0-37 0,0 0-63 15,0 0-92-15,0-8-124 16,0 8-117-16,0 0-150 0,0 0-125 0,0-10-84 0,0 3 9 0</inkml:trace>
  <inkml:trace contextRef="#ctx0" brushRef="#br0" timeOffset="62997.91">10027 6556 2428 0,'0'1'9'0,"0"1"18"15,4-1 4-15,0-1 5 0,0 2-13 0,3 0-20 0,-1 1 8 16,3 1-17-16,-2 2 7 0,-1-1 11 0,2 1-8 16,1 0 11-16,-2 2 1 0,-1-2-6 0,1 1-3 15,0 0 14-15,0 0 29 0,-1-1 40 0,1-1 42 16,-1 0 26-16,3-3 24 0,-1 1-23 0,0-1-18 16,0-2-8-16,3 0-32 0,-1 0-11 0,-1-5-10 15,2-2-15-15,2-1-22 0,-2-2 8 0,-2-1-5 16,1-1-14-16,1-3 9 0,-3-2-21 15,-2-1 9-15,-1-2-8 0,0 0 0 16,-2-3-7-16,-3 1-10 0,0-3-4 0,0 2-4 0,-5-2 14 0,0 0-8 16,-1 1 14-16,-1-1-7 0,-2 4-3 15,1-1 0-15,0 5 7 0,2 2-3 0,-2 1-10 16,2 4 4-16,1 3-17 0,0 3-1 0,2 1 12 0,1 3-10 16,1 0 5-16,-1 6 9 0,-1 2-4 0,0 5 12 15,3 1-3-15,-3 6-9 0,2 3 3 0,-1 2-4 0,0 4 2 16,2 2 4-16,0 0 6 0,0 1-11 0,5 0-4 15,1 2 8-15,-1-2-11 16,1 1 4-16,4-3 5 0,1-1-3 0,0 0 7 0,3-3 9 0,0 0-5 31,2-1 2-31,2-4 1 0,0 1-12 0,2-4-2 16,0-1 17-16,-1-3-10 0,5-2 18 0,-2-2 1 16,1-2-24-16,-2-2 18 0,1-2-9 0,0-1-3 15,-4-3 8-15,2 0-14 0,-4-3 22 0,-2-1 25 16,-1-3-2-16,0-1 3 0,-4-2-10 0,-1-2-36 0,-3-2 7 15,-5-2-9-15,0-2-10 0,0-1 16 0,-8-2-7 16,0-2 1-16,-3-1 1 0,-3-1 5 0,-4 2-10 16,-1-2 6-16,-3 2-4 0,0 2-13 0,-2 3 9 0,1-1 6 15,-1 4-3-15,5 3 2 0,-2 2 7 0,4 4-8 16,0 1-6-16,1 3 1 16,5 2-11-16,0 0-1 0,1 0 9 15,2 0 11-15,0 4 0 0,5 3-8 0,0-2 4 0,3 2-12 0,0 1 10 0,0 1 13 16,5 1-4-1,1 1-2-15,2 1 6 0,1-2-7 0,3 1 5 0,0-1 1 0,4 1-3 0,0-3 7 16,4 0-6 0,2-1-1-16,1 0 14 0,2-2-13 0,2-3 4 0,1-1 9 0,1-1-19 0,-2 0 5 15,1-3 0-15,-3-3-1 16,-1-2 0-16,0 1 8 0,-4-3-3 16,-2-1 18-16,-2 1 4 0,-2-2 1 0,-3-1-11 15,-3-1-4-15,-2 2-12 0,-2 0-1 16,-3 0 8-16,-1 1-10 0,0 1 6 0,0 0-5 0,-5 2-2 15,0 2-9-15,2 1-5 0,-2 2 6 0,2 1 7 16,-3 2 7-16,2 0-9 0,0 4 0 0,-1 1 3 16,1 2-10-16,0 1 15 0,1 2 1 0,2 1-10 0,-1 2 12 0,2 2-2 15,0 0-13 1,0 1 13-16,5-1-9 0,0 0-1 0,1-1 17 16,1 1-27-16,0-4 21 0,3 1 3 0,1-1-12 0,1-2 13 0,1-1-6 15,4-2 0-15,-4-3-2 0,6 0 11 16,-3-3-8-16,4 0-9 15,-2-3 9-15,2-1-1 0,-1-4-8 0,-1 0 10 0,1-1 0 16,-2-1-2-16,-3-1 1 0,-1-3 12 0,1 0-6 0,-4-1-2 16,-4 0 7-16,1-1-8 0,-1 0-5 0,-2 0-4 0,-4 0 6 0,0 1-2 15,0 2-12 1,0 1 18-16,0 1-5 0,-4 2-18 16,0 2 19-16,0 3-15 0,2 1-9 0,1 1 11 0,-1 2-7 15,-1 0 4-15,3 0 5 0,-2 7-6 0,1 0 2 16,-1 1 7-16,1 2-7 0,-1 2 14 15,2 2-1-15,-2-2-3 0,2 4 11 0,-1-1-17 16,-1-1 4-16,2 0-5 0,0 0-5 0,0-2 18 0,0 0 0 16,0-2-8-16,3 0 10 0,-3-4-1 0,2 0-8 15,0-3 14-15,-2 0 4 0,1 0-24 0,-1-3 20 0,2 0-3 16,-1 0-13-16,1-6 22 16,0-1-12-16,-1 0-4 0,2-1 2 0,1-2-4 0,2-1-13 0,-2-1 18 15,0-2-9-15,0-1 3 0,1 1 16 16,-2 0-18-16,3-1 4 0,-1 1-1 0,0 1-1 0,1 0-13 15,1 1 13 1,-1 4 3-16,0 0-16 0,1 2 13 0,-1 2-5 16,1 1-13-16,0 1 12 0,-1 2 7 0,2 0-16 0,-3 3 11 0,5 3 3 15,-1 1-5-15,-1 2 4 0,3 1-5 0,2 2 3 16,-2 1 6-16,3 1-6 0,0 2 16 0,0-3-12 16,1 1 1-16,-1 0 12 0,0-1-28 0,-1-1 25 15,-1-1-19-15,-2 0 4 0,1-4 18 0,-2 0-14 16,-2-1 17-16,-1-2-6 0,-1-2-6 0,0 0-2 15,-1-2 12-15,-1 0 6 0,1-5 4 16,-3 0 0-16,1-1-16 0,1-1 0 0,-1-3-7 16,-1 0-2-16,1-2 5 0,0-1-11 15,-1-2 13-15,2 1-1 0,-1-1-10 16,2-1 16-16,-1 3-18 0,1-3 6 0,-1 4-5 0,2 0-14 0,0 1 25 16,1 0-1-16,0 3 8 0,0 0-12 15,2 2-19-15,0 1 3 0,3 1-10 0,0 2 24 0,1 2 12 0,0 0-16 16,1 3 5-16,2 1-2 0,-2 2-2 0,3-1 11 15,-3 1-5 1,-2 1 6-16,3-2-15 0,-3 2 7 0,0-1 7 16,-3 0-10-16,0 0 8 0,-2 1-4 0,0-3 4 15,-1 1 5-15,-2-4 5 0,-1 0-2 0,-2 1 6 0,0-1 1 0,0-1-5 0,0 0 5 16,0 0-18-16,0-3 6 0,-3 1 10 0,-2-3-9 16,1 0 5-16,-1-1-14 0,-2 0-15 0,1-2 20 15,0 2-15-15,-4-3 6 0,1 4 6 0,-1-1-8 16,-1 2 4-1,0 0-7-15,0 1 11 0,-3 0-10 0,1 3 19 16,-2 0 2-16,2 0-17 0,-3 6-1 0,2-1-1 16,-2 3 6-16,3-1 0 0,0 4 1 15,1 0-6-15,2 2-3 0,2 1 10 0,-1 1 2 16,4 1-9-16,4 0 2 0,1-1 1 0,0 0 9 0,3-1-3 16,3 1 5-16,3-3-2 15,1 1-13-15,3-4 18 0,1 0-10 0,2 0 2 0,1-3 9 0,-1-3-10 16,3 1 12-16,1-3-8 15,-2-1-6-15,1 0 7 0,-3-7-1 0,1 0 5 0,-4-1 1 0,1 0 7 0,-3-3-2 16,-2-1-2 0,-1-1 9-16,-3-1-8 0,-2-1-10 0,1-1 11 15,-4-1-11-15,0-1-5 0,0 2 14 0,-4 1-12 16,1-2-14-16,-2 2 21 0,2 2-12 0,-2 2-12 0,1 2 22 0,2 1-21 0,-1 3-8 16,0 1 14-1,3 1-13-15,0 3 4 0,0 0 9 0,0 7 8 16,0-2-2-16,0 3 0 0,0 0 11 0,0 1-18 15,3 3-2-15,0 0 9 0,1 2-8 0,2 0 11 16,0 1 4-16,2 0-2 0,0-1-4 0,3 0-6 16,-2-2 19-16,4-2-11 0,3 0 11 0,-2-3-7 15,2-3-4-15,0-1-1 0,3-3-10 16,-1 0 26-16,0-3-21 0,1-3 22 0,0 0 3 0,-2-4-22 0,2-1 38 16,-3-2-17-16,-2-1 11 0,-1-2 16 0,-3 0-28 15,-1-2-1-15,-3-1-4 0,-1-2-14 16,-2-1 8-16,-3-2-12 0,0 1 1 15,-4-3 6-15,-3-1-15 0,-2-1 10 0,1 2-1 16,-2 2-5-16,1-1 10 0,-4 2-6 0,4 3 5 16,-1 2-14-16,-1 3 19 0,5 4-11 0,-1 0-15 15,3 4 11-15,-1 3-17 0,4 4 5 16,-1 0 14-16,2 0-3 0,-2 6 9 0,2 5 4 16,0 2 4-16,0 4 6 0,0 2-17 0,4 2 27 15,0 4-31-15,1 1 12 0,1 2-1 0,1 1 0 0,2-2 13 0,2 2-16 16,0-1 10-16,3-2-13 15,-1-1-4-15,0-1 11 0,3-3-8 0,-4-2-29 16,-1-3-39-16,2 0-73 0,-5-4-64 16,3-2-46-16,-3-3-69 0,0-1-92 0,-3-1-135 0,-1-4-171 0,-1-1-148 15,0 0 96-15</inkml:trace>
  <inkml:trace contextRef="#ctx0" brushRef="#br0" timeOffset="63171.9">10809 6106 3430 0,'-11'0'6'16,"11"0"-7"-16,0 0-3 0,0 0 4 0,0 0-21 0,0 0-60 16,0 0-81-16,0 0-150 0,0 0-138 0,13 0-116 0,-13 0-126 0</inkml:trace>
  <inkml:trace contextRef="#ctx0" brushRef="#br0" timeOffset="63796.56">13554 6282 2361 0,'8'-5'46'15,"0"0"35"-15,-2 1 79 0,-1-2 36 0,-2 1-33 0,2 2-25 16,-2 0-66-16,-3-1-16 0,0 2-5 16,0 0-26-16,0 1-3 0,-4-1-25 0,-1 0-11 15,-2 0 18-15,1 0-16 0,-5 1 10 0,0 0 9 16,-3 1-3-16,-1 0 10 0,-2 0-5 0,3 0 5 15,-2 4-3-15,2 0-2 16,3-2 0-16,-5 2-4 0,6 1-6 16,2 0 2-16,-1-1-5 0,3 3 11 0,1-2-1 0,3 3 6 15,-1 0 11-15,3 1-21 0,0 2 19 0,7 1-3 16,1 0 1-16,4 2 7 0,-1 1-13 0,2-2-7 16,4 1-2-16,-1 0 10 15,3 0 19-15,0 0 14 0,0-2 3 0,-2 0-7 16,1 0-15-16,-2-1-20 0,-4-1-3 0,-1 0-14 0,-3 0 4 15,-1-2 15-15,-3 1-3 0,-2-2 4 0,-2 0 3 16,0 0 4-16,-5-1 6 0,-3 2 5 0,0-2-12 0,-4 0-9 0,-3 1-5 0,0 0 7 16,-3-2-2-16,-1 1 3 0,-3-2-1 0,3-1-9 15,-5 0 3-15,2-1-5 16,3-2-1-16,0 0 3 0,2 0 2 0,0 0-1 16,4-2-51-16,0-1-75 15,4 0-166-15,2 0-153 0,1 0-136 0,2 0-147 0,2-2 19 16</inkml:trace>
  <inkml:trace contextRef="#ctx0" brushRef="#br0" timeOffset="64061.99">13726 6178 3615 0,'0'0'31'0,"0"-8"32"0,0 8 22 0,0 0 12 16,0 0-45-16,0 0-25 0,0 0-16 15,0 0-17-15,0 0 16 0,0 0 5 0,0 9-9 16,0 1 15-16,0 3 2 0,0-1 4 0,0 5 2 16,0 0-1-16,17 4-3 0,-17-1-14 15,15 3 7-15,-2-1-20 0,1 2 12 0,-3-1-6 16,2 0-13-16,4-2 27 0,-2 1-24 0,2-3 9 16,-3 0 3-16,0-4-73 0,-1-1-85 0,-13-1-128 15,14-4-92-15,-14 0-101 0,0-9-22 16,0 0 0-16,0 0-37 0,0 0 11 0</inkml:trace>
  <inkml:trace contextRef="#ctx0" brushRef="#br0" timeOffset="65154.8">13735 6275 2664 0,'-16'-7'22'16,"16"-1"21"-16,-13 2-4 0,13 6 3 15,0 0-18-15,0 0-22 0,0 0 11 0,0 0 18 0,0 0 28 16,0 0 12-16,0 0 20 0,13 0 4 0,3 0-15 15,2 11 13-15,3-4-13 0,4 1-4 0,5-8 16 16,0 8-24-16,5 0-7 0,0-8-10 0,4 7-28 16,-2-7 6-16,-1 0-2 0,-1 0-12 0,0 0-6 15,-5 0 29-15,-2 0 25 0,-4 0 32 0,-2 0 45 16,-6 0-13-16,-2 0-32 0,-14-7-27 0,0 7-34 16,0-10-27-16,0 1-2 0,0 3 0 0,0-3-11 15,0 1 7-15,0 0 0 0,0 2-19 0,-22-2 7 16,0 8-9-16,4-7 9 0,0 7 7 0,-1 0 7 0,1 0-5 15,1 0-4-15,-1 0 2 0,4 0-15 0,1 0 15 16,13 11 17-16,-17-1-8 0,17 1 11 0,-13 1-6 16,13-1-25-16,0 3 28 0,0 0-7 0,0 1-7 15,0 0 11-15,0-1-22 0,0 1 9 0,0-1 5 16,0-2-8-16,17 1 15 0,-2-2-13 16,1-1 11-16,0-10 10 0,1 11-20 0,1-11 12 0,3 10-8 0,-1-10-1 31,2 0 1-31,1 0 0 0,-2 0 5 0,5 0-13 15,-5 0 19-15,1 0-6 0,-2 0 3 0,-1-12 18 16,-5 1-20-16,0 1 5 0,-14-2-1 0,14-2-8 0,-14 0 2 16,0-1 5-16,0-2-6 0,0 0-6 0,0 0 8 15,0 2-9-15,0 3-18 0,0 1 10 16,0 1 10-16,0 3-19 0,-14 7 23 0,14 0-6 16,-17 0-15-16,17 0 20 0,-13 0-13 0,13 0 11 15,-14 0 0-15,14 0 3 0,0 16 7 0,0-3-24 0,0 0 30 0,0 0-18 16,0 1 7-16,0 1 4 0,0 1-19 15,0-3 3-15,0 1 7 0,0-2 1 0,0 1 11 16,17-2 3-16,-4-3-18 0,3-8 15 0,-4 13-14 0,4-4 9 16,0-9 3-16,3 9 6 0,0-9 2 0,0 0 21 15,1 0 27-15,1 0-3 16,-2 0 13-16,1 0 5 0,-4 0-28 0,0-13 6 16,-2 1-19-16,-14 0-17 15,19-3-4-15,-19 1-7 0,16-2-12 0,-16-2-1 0,14-3 6 16,-14 0-5-16,0-2 14 0,0-3-13 0,0 2 2 15,0-4-14-15,0 0 5 0,0 0-5 0,0-1-11 0,0 0 14 16,-18-1 14-16,1 1-12 0,17 1 26 16,-18 1-14-16,2 1-8 0,0 4 1 0,16 1-17 15,-14 5 13-15,14 3-14 0,-18 4 17 0,18 1 8 0,0 8-13 16,0 0-5-16,0 0-6 0,0 0 9 0,0 0-5 16,0 0 13-16,0 12 5 0,0 2-14 15,0 3 5-15,0 1 5 0,0 4 11 0,0 0-2 16,0 3 6-16,0 0-17 0,0 0-4 0,0 2 8 0,18 0-3 15,-4-1 19-15,-14 1-21 0,20 0 0 0,-4 0 11 0,0-2-1 16,2 0 27-16,0 0-17 0,1 0 5 16,2-2-11-16,0-2 3 0,2-3 5 0,-2-1-12 15,4-1 21 1,0-3-36-16,1-2 14 0,0-11-1 0,0 9-11 16,-2-9 27-16,1 0-8 0,0 0 0 0,0 0 11 15,-1 0-15-15,-3 0 8 0,-1 0 4 0,-2-10 8 16,-1 10-1-16,0-15 0 0,-17 2-6 0,13 0-27 15,-13 0 1-15,0-2-7 0,0 0 5 0,0-1 14 16,0 2-19-16,0-1 13 0,0 1-23 0,0 2 12 16,-14 1 15-16,-2 2-18 0,2 0 26 0,-4 9-24 15,1-9-3-15,1 9 10 0,-1 0-19 0,-1 0 4 0,4 0 15 16,0 0-20-16,-2 0 14 0,16 0 7 0,-14 12-7 16,14 0 12-16,0 0 7 0,-16 1-12 15,16 0 4-15,0 1 7 0,0 1-7 16,0 0 3-16,0 0 10 0,0-1-18 0,0-1 10 0,0-1 7 15,22-1-11-15,-1 0 19 0,-4-1-21 0,4-10 6 16,-1 11 8-16,1-11-18 0,3 13 12 0,1-13 1 0,0 0-6 0,0 0 11 16,-1 0-7-1,0 0-10-15,-2 0 9 0,-3 0-8 0,0 0-43 0,-2 0-56 0,-4 0-112 0,-13-10-140 32,17 2-151-32,-17 1-196 0,0 7-122 0,0-13-40 0,0-1 36 0</inkml:trace>
  <inkml:trace contextRef="#ctx0" brushRef="#br0" timeOffset="65405.44">14376 6040 2958 0,'0'5'21'0,"0"-1"33"15,0-4 43-15,0 4 47 0,16-4 11 0,6 7-9 16,5-1-14-16,3-1-8 0,4-5 5 0,5 7-10 15,4-7-11-15,3 7-47 0,-1-7-19 16,0 0-23-16,-2 7-15 0,1-7 5 0,-5 0-18 0,-2 0 17 16,-7 0 2-16,-5 0-4 0,-3 0-2 0,-8 0-12 15,-14 0-37-15,14 0-102 0,-14 0-138 0,0 0-194 16,0 0-135-16,0 0-81 0,0 0-100 0</inkml:trace>
  <inkml:trace contextRef="#ctx0" brushRef="#br0" timeOffset="67613.78">16633 6363 1147 0,'-3'1'9'0,"1"-1"12"0,0 0 3 0,1 0 3 16,1 2-10-16,0-1 15 0,0 2 23 0,0 0 4 0,0 1 19 31,0 0-3-31,3 2-9 0,0-1-5 0,-1 1-11 16,-1 0-13-16,3 0 0 0,-3-1 15 15,2 0 18-15,-1 0 7 0,4-1 2 0,-3 0 14 0,4 1 0 16,-3-1 0-16,4-1-1 0,0 0-10 0,0-1-11 16,0 1 11-16,2-2 15 0,0-1-7 0,2 0 1 0,2 0-20 15,-3-4-8-15,0 1-7 0,3-2-10 16,-3-1-1-16,2 2-10 0,-4-3 1 0,1 1 3 16,-4-3 20-16,2 1 0 0,-3-2-1 0,0-1 6 15,-4-1-31-15,-1 0-17 16,0 0-8-16,0-1-14 0,-8 1 6 0,2 1 7 15,-2 1-7-15,0 0 5 0,0 1-4 0,-3 3-13 0,3 0 21 16,0 1-17-16,2 2-3 0,-2 3 8 0,0 0-17 0,5 0 14 16,-2 5 2-16,2 1 7 0,1 3 0 0,2-1-8 15,-1 4 19-15,1 2-12 0,0 0 4 0,3 2 3 16,3-1-16-16,-1 0 9 0,3-1 10 0,1 0 1 16,1 0 6-16,0-1-2 0,2-3-10 0,1 1-6 15,-1 1 8-15,3-2-1 0,0-1-1 0,0-1 23 16,0-1-23-16,-2-1 7 0,3-3 2 15,-2 1-20-15,2-4 15 0,-2 0-1 0,1 0 2 0,0 0 17 16,-2-5 4-16,1-2-1 0,1 2 18 16,-5-2 7-16,2-1-5 0,-1-1-11 0,0 0-26 0,-5-1-5 15,0-1-4-15,-1 0 9 0,0-1 0 16,-2 0-14-16,2 0 15 0,-5 2-12 0,0-2 7 16,0 1 3-16,0 2-14 0,0 1 8 0,-5 1-5 15,2 4-9-15,1 0 10 16,-2 1-17-16,2 2 4 0,0 0 3 0,-1 0-3 15,2 6-2-15,-3 0-2 0,1 1 0 0,2 0 7 16,-3 2 10-16,2 2 4 0,0-2 6 0,0 1-12 16,1 0-8-16,1-1-8 0,0 2 2 0,0-2 5 0,0-1 9 15,3-1 4-15,-3 0-6 0,4-2-4 0,-2-1 7 16,0-1 4-16,-2-1 14 0,0-1-13 0,1-1 16 0,-1 0 5 16,2 0 13-16,-1 0 9 0,-1 0-5 0,0-4-13 15,4 0-20-15,-3-1 3 0,2 0-4 16,1-1 5-16,0-1 1 0,0 1-3 0,2-2-16 15,-2 1 13-15,1-1-7 0,-2-1 12 0,1 0-2 0,1 1-15 16,-1-2 6-16,2 0-14 16,-3 3 13-16,1-1-9 0,0 4-2 15,-2 0 3-15,1 0-7 0,1 2 11 0,-3 2-10 0,1 0 3 16,-1 0 4-16,4 5 1 0,-1 0 5 0,1 0-11 0,0 4 11 0,3-1-4 16,3 2 6-16,2 0 6 0,-2-1-10 0,5 2-3 15,-2-1 3 1,2-2 1-16,-2 2 2 0,2-1 0 0,-4-1-15 15,4 0 17-15,-1 1-18 0,-2-3 15 0,0 0-4 0,0 0-11 16,0-3 17-16,-5-1-2 0,2-1 24 0,-2-1-6 0,0 0 17 16,-3-4-4-1,2-1 1-15,-1 0 20 0,-2-3-23 0,1 1-7 0,0-1-10 0,-2-2-16 16,0-2 0-16,1-2 8 0,0-1-5 0,-2-2-3 16,-2-2 7-16,0-1-8 0,0-3 0 0,0 0-4 15,-4 0-10-15,0 0 13 0,-1-3-6 0,0 0 8 0,-1 2 7 16,0-1-14-16,-2 0 6 15,0 1 10-15,-2 2-6 0,2 3 2 16,-1 2 2-16,3 2-9 0,-1 2 5 0,1 5-2 16,3 1-8-16,-3 4-8 0,4 0 2 0,1 2-14 0,1 1 14 15,-2 0 13-15,0 4-9 0,2 1 16 0,0 3-4 16,0 2-14-16,0 2 10 0,0 3-4 0,4 2 2 16,-1 2 10-16,3 2-4 0,-2 1 2 0,3 2 0 15,-1-2-4-15,2 2 9 0,3 2-8 0,-1-3 8 0,-1 1 1 0,4 1-10 31,-2-2 9-31,3-1-11 0,-3-3 3 0,2 1-2 0,1-5 2 16,-3-1-1-16,3 1-3 0,-1-4 7 16,-2 0-2-16,3-2 5 0,-1-1 0 0,-1-2 1 0,3-1-8 15,-3-2-8-15,1-3 4 0,0 0-7 0,-1-3 12 0,1-2 5 16,1-1-3-16,-1-1 5 0,1-2-2 16,-1-1 1-16,-2 0 1 0,3-2-3 0,-1-1-7 0,-1 0 5 15,1 0 11-15,0-1 4 0,-1 1 5 0,0 1 9 16,-2 1-22-16,2 1 0 0,-3 1 3 0,2 1-21 15,-1 2 12-15,-4 3-13 0,2 0 8 0,3 1-6 16,-2 2 3-16,0 0-1 16,1 6-4-16,1 2 16 0,-1 0-3 15,2 1 8-15,1 3-12 0,-3 0-6 0,2 1 5 16,1 0 3-16,-4 1 8 0,1-2-15 0,-2 2 3 0,-2-1 1 0,2-1-8 16,-5-1 22-16,0 0-9 15,-3-1-6-15,0-1-3 0,0 0 3 0,-4-1 9 16,-6-1-4-16,2-1 17 0,-1 0-12 0,-4-2-12 15,-3-2 9-15,-2-1-6 0,-3-1 1 0,-1 0-4 0,-4-3 3 16,1-3 0-16,0-1-4 0,3 0 24 0,-2-1-13 16,4-2-5-16,2 1 7 0,2-3-14 0,2 4 6 15,2-2-5-15,3 2 4 0,3 0-3 16,4 0 1-16,2 0 10 0,0 0-5 0,4 0-8 0,2-2 6 16,2 2-9-16,1-1 2 0,4 3 6 0,3-2-3 15,0 3 0-15,2 1-1 0,3 0-5 0,0 2 1 16,2-1 7-16,-2 3 7 0,3 0-3 15,-1 0 1-15,-2 0-32 0,-2 0-30 0,0 0-26 16,-3 0-59-16,-4 0-46 0,-2 0-65 16,0 0-90-16,-4 0-122 0,-3-4-59 0,-3 0-91 0,0 0-32 0,-5 0-3 15</inkml:trace>
  <inkml:trace contextRef="#ctx0" brushRef="#br0" timeOffset="67864.14">17221 6087 2674 0,'0'0'24'0,"-15"0"22"0,15 0 48 0,0 0 42 15,0 0 19 1,0 0 7-16,0 0-9 0,0 0-16 0,17 0-21 16,1 0-3-16,6 0-9 0,0 6-3 0,3-6-7 15,3 0-28-15,3 0-24 0,0 0-21 0,3 0-10 16,-1 0 5-16,0 0-18 0,-2 0 5 0,1 0-11 15,-4 0-9-15,-2 0-79 0,-3 0-114 0,-6 0-142 16,0 0-197-16,-7 0-120 0,-12 0-116 0,0 0 76 0</inkml:trace>
  <inkml:trace contextRef="#ctx0" brushRef="#br0" timeOffset="67992.89">16561 5971 2790 0,'-12'0'-7'0,"12"0"-4"0,0 0-100 0,0 0-53 0,0 0-68 16,0 0-100-16,16 0-41 0,-3 0-161 15</inkml:trace>
  <inkml:trace contextRef="#ctx0" brushRef="#br0" timeOffset="69380.87">19700 6462 998 0,'-2'4'5'16,"2"-2"4"-16,0 0 39 0,0 0 50 0,0 0 26 0,3 0 7 15,1 0-31-15,-1 1-48 0,-1 0-19 0,1-2 15 16,-2 2 17-16,3-1 16 0,-4 0 11 16,1-1-7-16,-1 1 11 0,0-2 17 0,0 0 10 15,0 0 18-15,0 0 33 0,0 0 26 0,0 0-1 16,0 0 27-16,0 0-64 0,0 0-58 0,0 0-30 16,0-5-27-16,0 0-5 0,-1-1 13 15,-3-1-6-15,4-2-16 0,0 0-1 0,0-1 9 16,0-1-6-16,0-1-17 0,0 0 12 0,0-1 0 15,4 0 16-15,-3-1-13 16,-1-1-6-16,3-1-20 0,-3 3-15 0,2 0 22 0,1 1-7 0,-2 1-5 16,1 4 4-16,-1 0-8 15,1 3 3-15,1 2-14 0,-3 0 4 0,4 2 3 16,-3 0-5-16,2 0 16 0,2 4-4 0,0 2-6 16,4 2 15-16,-1 1-9 0,3 3-4 0,3 2 12 15,-1 0-9-15,3 2 9 0,0 1-7 16,1-1-10-16,-1 0 5 0,1-1-9 0,1 0 11 0,-1-1 11 0,0-3-15 0,-2 2 14 15,-2-2 2-15,2-2-12 16,-4-1 14-16,0-1-26 0,-1-3-1 0,0-1 24 16,-3-1-5-16,-1 0 30 0,2-2-7 15,1 0-19-15,-2 0 6 0,-1-6 15 0,2 1 11 16,1-2 1-16,0-3-7 0,0 0-21 0,1 1 13 16,1-4 0-16,2 1 0 0,-4-1-4 0,5-1-13 0,-1 0 6 0,-1 0-6 15,3 1 5-15,-2-1-11 16,1 1 2-16,0 1-5 0,-2 3-4 0,1 1 11 0,0 2-11 0,-2 1 5 15,-1 2-8-15,2 3 3 0,-2 0-6 0,-1 0-2 16,2 3 13 0,-1 3-7-16,-1 0 9 0,4 4 0 0,-5 0-7 15,1 1 10-15,-1 1-2 0,1 1-8 0,-4 0 10 16,0 0-12-16,-2 0-1 0,-1-1 4 0,-2-1-4 0,0 1 14 0,-5-2-15 0,0 0 18 16,0 0 3-1,-4-1-14-15,0-1 7 0,-3-3-7 0,0 0-8 16,1-1 7-16,-4-2 9 0,1-2-4 0,0 0 4 15,-2 0-3-15,2-5 1 0,-2-1-6 0,3-1 3 16,1-1 10-16,-1-1-5 0,4-1 9 0,-1 0-13 16,4 0-2-16,0-1-5 0,-1-2 1 0,6 1 8 15,-3 1 0-15,4-1-3 0,0 0-3 0,0-2 3 0,5 2-13 16,2-2 3-16,1 2 5 0,1 2-1 0,4 0 1 16,0 1 3-16,2 1-6 0,0 2-1 15,5 1 6-15,0 4 1 0,1 1-3 0,3 0-5 16,-1 6-1-16,3 0 3 0,-1 4 12 0,1 0-1 15,-1 1-10-15,-2 4 11 0,-1 0-18 0,-1-1 25 0,-2 2-10 0,-3-1-8 16,0 0 10-16,-5-1-17 0,0-1 21 16,-3-1-6-16,-4-1-2 0,1-1 4 0,-3 0-4 0,0-1-1 15,-2-2-2 1,0-1 3-16,0 0 9 0,-7-2 1 16,4 0 8-16,0-2-12 0,-1 0-3 0,1-1 16 0,2-1-8 0,-1 0 5 15,-1 0-8-15,0-4-8 0,2 0-5 0,1-2 16 0,-4-1-3 0,1-2-2 16,1 0 3-16,1-2-6 15,-1 0 3-15,2-1 0 0,0-1 4 0,0-1-8 16,3-1 8-16,4 0-8 16,-2 0 2-16,2-1 2 0,0 1-11 0,-1 2 9 0,4 1-11 15,0 1-2-15,-2 4 1 0,2 0-1 16,2 3 9-16,0 4-2 0,2 0 4 0,-1 0-1 0,3 6-13 16,1 2 9-16,2 1-4 0,0 1 5 15,1 3 5-15,2 0-3 0,-2 1 13 0,2 0-12 0,-4 0 8 16,-2-1-15-16,2-1-1 0,-6-1-1 0,2 0 9 0,-4 0 7 15,0-1-8-15,-4 0 5 0,2 0-8 0,-4-1 2 16,1 0-5-16,-2-2 8 0,-1 1-23 0,0-1-48 0,-1-2-55 31,1 1-97-31,0-3-124 0,-2 0-126 0,0 1-87 0,0-3-131 16,0 0-99-16,0-1 109 0</inkml:trace>
  <inkml:trace contextRef="#ctx0" brushRef="#br0" timeOffset="71759.39">21349 6326 2457 0,'2'0'47'16,"-1"-5"38"-16,-1 1 18 0,2 3 3 0,-2-1-48 0,2 2-40 0,-2 0-10 0,0 0-10 0,0 0 2 15,0 0-3-15,0 0-4 0,0 2 6 16,0-1 1-16,0 2 2 0,0-2-5 16,0 3 5-16,4-1-4 15,-1 1 21-15,0-2 16 0,2 4 8 0,0-2 40 16,0-1 6-16,1 2 31 0,2-1 15 0,-2-1-4 0,-1-1 20 16,2 0-11-16,-3-2-7 0,5 0-12 0,-1-3-26 15,1-3-15-15,0-2-11 0,0-3-19 0,3-1-17 16,-2-2-16-16,3-3-17 0,-5-1 4 0,1 0-1 15,-1-2-7-15,-3-3 19 0,2 2-14 0,-4-4 5 0,-2 1-2 16,-1-1-4-16,0-1 2 16,-4 0 1-16,-3 0 4 0,-1 0-12 0,-1 0 9 0,-1 1 3 0,-1 3 5 15,0 0 0 1,2 3 4-16,-1 3-13 0,-1 3-3 0,5 3 12 0,1 2-22 16,0 2 4-16,4 3-8 0,-3 3-13 0,4 0 10 0,0 0 9 0,0 6 5 15,0 2 7-15,0 4 3 16,0 2-4-16,0 2-3 0,0 3-3 15,0 4 2-15,4 3-8 0,0 0 12 0,1 1 5 16,2 2-1-16,2 1-4 0,2 0-3 0,0 1 13 0,2 1-7 16,1-1 7-16,0 1 9 0,2 1-33 15,1-3 18-15,-1-1 0 0,2-1-21 0,-2-3 28 0,2 0-12 16,0-4-3-16,-1-1 13 0,0-3-6 0,0-2 10 16,0-3 8-16,-1-1 9 0,-1-3 8 0,-2-2-2 15,3-2 5-15,-5-2-3 0,0-2-6 0,2 0-1 0,-5-4-2 16,1-1-4-1,0-2-11-15,0-2 8 0,-5-2-11 0,3-1 2 16,-1-2-5-16,-2-1-14 0,0-2-7 0,-3-2-3 16,-1-2 20-16,0-1-3 0,0-1-1 0,-6-2-5 15,-2 1-20-15,0-2 7 0,-1 0 2 0,-5 1 4 0,1 3-1 0,-3-1 7 0,0 4-8 32,-1 0-1-32,-1 3 16 0,1 2-16 0,1 3 5 0,1 3 16 15,0 0-13-15,4 3-1 0,2 1 17 0,1 2-15 16,1 2-1-16,1 0 4 0,2 0-3 0,2 4-14 15,0 1 16-15,2 1-5 0,0 2-4 0,0 1 14 16,0 2-10-16,5 0 6 0,0 0 3 0,4 1 2 16,-1 0-3-16,0 1 9 0,4 0-13 0,0-2-2 15,1-1 13-15,1 1-11 0,0-2 4 0,2-2 9 16,-2 0-12-16,2-1 1 0,-2-2 8 0,3 0-9 16,-1-3 5-16,2-1 8 0,-1 0-4 0,-1-4 1 0,1-1-3 0,-1-1-1 15,0-1 2-15,0 0-6 0,-1-2 8 16,0-2-6-16,-1 1 22 0,-3 0 0 0,-1-2 7 15,0 0 2-15,-2 0-23 0,-3 1 11 0,2 0-9 16,-4 0-8-16,-2 1 12 0,1 2-18 0,-2 0 4 16,0 2 12-1,0 0-28-15,0 3 24 0,0 1-15 0,0 0-9 16,0 1 11-16,0 1-12 0,0 0 3 0,0 0-2 16,0 0 8-16,0 3-5 0,0 1 6 0,0 1 10 15,0 1-10-15,0 0 15 0,0 2-14 0,0 2-6 16,0-1 16-16,4 2-8 0,3 1 16 0,-2-1 2 15,3 0-12-15,1-1-1 0,-1 1 3 16,5-2 0-16,-1 0 3 0,-1 0 1 0,5-3-6 0,-2 1-5 0,1-3 7 0,0-1-6 0,-2-1 6 16,4-1 0-16,-5-1-11 0,1 0 8 15,-3-3-1-15,0-1 6 0,0-1 1 0,-3-1-10 16,-1-1 6-16,-1-2-2 0,2 1 10 16,-3-2-6-16,-1 0-13 0,0-2 6 0,1 1-8 15,-3-3 19-15,1 1-9 0,-2 0-5 16,0 0 9-16,0 1-16 0,0 1 9 0,0 2-2 15,-3 1-4-15,-1 1 5 0,3 2-2 0,-1 2-10 0,2 0-1 16,-1 2-4-16,1 1 2 0,0 0 24 0,-2 0-7 16,0 4 3-16,2 1 2 0,0 1-16 15,0 1 3-15,0 2-2 0,0 1 6 16,0 1-4-16,0 1 10 0,4 0 5 0,-1 0-2 16,-2-1 10-16,3 0-20 0,-4-1-2 15,1-1 9-15,1-2 0 0,-1-1 8 0,-1-1 0 0,0-1-16 16,0 0 8-16,0-3 11 0,0-1-12 15,0 0 7-15,0 0 3 0,0 0-11 0,0 0 7 0,0-4 4 0,0 0-13 16,0 1-4-16,0-3 12 16,0 0-13-16,0-3-1 0,4 1 7 0,0-2-2 0,0 1-3 15,0-1 6-15,-1-2-1 0,0 2-6 0,2 0 8 16,2 0 0-16,-3 1-1 0,1 0-1 0,1 3-11 16,-1-2-2-16,0 4 4 0,0 0 3 0,-2 1 2 0,0 1 3 0,3 0 5 15,-1 2-13-15,1 0 6 16,-1 0 5-16,2 7-13 0,2-2 13 15,0 4 13-15,3-1-24 0,0 3 11 0,-1 0-2 0,4 1-14 0,0 1 29 16,0 0-11-16,0 1-1 0,-2 0 1 16,3-3-17-16,-5 1 15 0,1-1 6 0,-1-1-6 0,-1-1 4 15,-1-1-3-15,-2-3-3 16,-2 1 10-16,-1-2 0 0,0-1 0 0,-3-2 1 16,2 0-10-16,-3-1 5 0,2 0 8 0,-2 0-6 0,0 0 13 15,3-4-14-15,-3 0-13 0,1 0 6 0,2-1-3 16,-1-1 2-16,1-2 2 0,1-2 4 0,-1 0-16 0,3 0 12 15,-1-1-9 1,1-1-1-16,0 1 8 0,-1-2-3 0,3 0 8 16,1 0-10-16,-1 1 7 0,2 0-17 0,0 1 11 0,0 2 1 15,2 0 5-15,2 2 10 0,-2 0-22 0,1 3 6 0,3 0-3 16,-2 1-2-16,0 0 13 16,2 3 1-16,-2 0-14 0,2 0 10 0,-2 6-13 15,-1-1-6-15,1 0 20 0,-3 0-8 0,-1 0 12 16,-1 0 2-16,-1-1-10 0,-3 0 4 0,-2 0-6 15,2-1 3-15,-2 0 0 0,-3-1 4 16,3-1 2-16,-1 0-1 0,-2 0 16 0,0-1-17 0,0 0 6 16,0 0 6-16,0 0-15 0,0 0 6 0,-5 0-2 15,2-3-1-15,0 0 6 0,0 0-7 0,-4-1-5 0,-1 0 2 0,-1-1-8 32,-1 0 11-32,-1 0 11 0,-3 0-16 0,0 1 6 0,-2 1-12 15,2 0 1-15,-3 1-3 0,-3 2 6 0,1 0-2 0,1 0-2 0,0 4 18 16,-1 1-15-16,2 1 10 0,-1 1-3 0,4 1-8 15,-2 0 6-15,5 2 2 0,0 0-2 16,3 0-3-16,2 0 8 0,3 1 2 16,-1 1-9-16,4-2 8 0,0 0-6 0,0 1 2 15,4 0 8-15,1-2-3 0,3 0-2 0,-2 0 8 16,3 0-6-16,2-1 4 0,1-2-5 0,0 0-11 16,1 0 14-16,2-3-11 0,2 0 8 0,0-1 5 15,-3 0-11-15,2-2 9 0,0 0 0 0,-1-4-12 16,1 1 2-16,-3-1 9 0,-2-1 7 0,1-1 6 15,-4-1 3-15,-1-2-15 0,-1 1-10 0,1-2 2 0,-1 0 5 16,-5-1 2-16,2 2-6 16,-3-2-4-16,0 1 4 0,0 1-6 0,0 1 10 15,0 3 0-15,0-1-23 0,-3 2 7 0,2 1-2 0,1 2-9 0,-5-1 17 16,4 2-14-16,1 0 4 0,0 0 9 0,-2 6-7 16,0-1 20-16,2 1-9 0,0 1 15 0,0 3-10 0,0-2 1 31,0 2 2-31,0 0-7 0,5 2 9 0,1-1 4 15,-3-2-7-15,2 0-9 0,2 0 13 0,-1-1-8 16,3 0 8-16,2-4 0 0,-1 2-8 0,2-4-4 16,1 1 16-16,3 0-6 0,0-3 4 0,-1 0-2 15,2 0-13-15,1-5 21 0,-5 0-9 16,4 0 12-16,-4-2 0 0,0 0-9 0,-2-3-4 0,-1 0 6 16,-1-1-1-16,-1-1 3 0,0-2 0 0,-3 0-18 15,-1-1 2-15,-4-5-3 0,0 2 0 0,0-2 7 16,-3-1 5-16,-2-3-18 0,-1 1 4 0,-4-3 11 0,1 2-15 0,-1-2 20 15,2 0 2 1,-2 0-17-16,-2 2 17 0,4 2-10 0,-2 1-8 0,0 4 11 16,2 3-16-16,3 3-2 0,0 3-1 0,3 4-26 0,-2 1 11 0,1 3 10 15,2 0 6-15,-1 7 14 0,2 3-2 0,-2 4-1 32,2 1-2-32,0 2 1 0,0 4-7 0,5 2 11 15,2 3 1-15,-1 0-4 0,2-1 16 0,0-1-24 0,0 2 11 0,2-3 8 0,2 2-5 16,-3-3 13-16,5 1-11 0,-1-3 4 15,3 0 1-15,-2-1-1 0,2-1 2 0,1-1-3 16,2-2-16-16,0-1 8 0,-1 0-5 16,0-2-27-16,-2-2-53 0,2 0-46 0,-5-1-78 15,0-3-89-15,0-2-81 0,0 0-147 0,-5-2-102 16,-3-1-135-16,-5-1-83 0</inkml:trace>
  <inkml:trace contextRef="#ctx0" brushRef="#br0" timeOffset="71969.75">22007 5825 3392 0,'0'0'4'15,"0"0"-9"-15,0 0 7 0,0 0 2 0,0 0-4 16,0 0 10-16,0 0-47 0,0 7-95 0,0-7-168 15,16 9-121-15,-16-9-110 0,15 9-110 0,-15-3 89 16</inkml:trace>
  <inkml:trace contextRef="#ctx0" brushRef="#br0" timeOffset="73091.85">24252 6134 1369 0,'0'7'16'0,"0"-7"12"0,0 0 5 0,0 0 3 16,0 0-16-16,0 0-13 0,0 0-6 0,0 0 19 0,0 6 2 16,0-6 19-16,0 0-2 0,0 8-9 0,0-8 9 15,0 8 18-15,0-8 33 0,0 8 6 0,0-1 9 16,0-7-11-1,14 8 56-15,-14-2 9 0,13 1-10 16,-13-7-1-16,16 5-49 0,-5 1-24 0,0-6 3 16,0 0-26-16,2 6-28 0,1-6 0 0,0 0 3 0,3 0 11 0,-1 0 13 15,3 0 9-15,2 0-14 0,-4 0 24 0,2 0-7 16,-1 0 1-16,-1-6 12 16,-3-2-11-16,0 2-4 0,-2-2 12 0,-12 1-8 0,15-2 0 0,-15 0-13 15,11-1-19-15,-11-2-7 0,0 0-25 16,0-1 3-16,0-1-3 0,0 0-2 0,0-1 7 0,0 0 0 15,0 0-6-15,0 1 3 0,-13 1-4 0,0 0-2 16,13 4-6-16,-17 0 3 0,4 1-1 0,13 2-3 16,-15 6 15-16,15-4-11 15,-12 4-3-15,12 0-1 0,0 0-6 0,0 0 3 0,0 0 5 0,0 0 5 0,0 0-5 32,0 7 10-32,0 1-1 0,0-1-4 0,0 4 6 0,15 0-4 0,1 1-2 15,3 2 6-15,1-1 11 0,1 1-3 0,5 2-2 0,0-1 0 16,1 0-10-1,3 0 3-15,-3 1 9 0,-2-2-2 0,-1 1-6 16,-2-1 6-16,-1-2-12 0,-7 1-6 0,-14-4 17 16,17 1-17-16,-17-2 16 0,0-8 10 0,0 7-2 0,0-7 2 15,0 0 7-15,0 8-9 0,0-8 9 0,0 0 0 16,0 0-26-16,0 0 19 0,-17 0-19 0,3 0 12 16,0 0 9-16,1 0-27 0,-3 0 5 15,0 0 0-15,-1 0-6 0,3 0 8 0,-2 0-6 0,2-8 6 16,0 8 4-16,14-7-46 0,-15-1-47 0,15 4-103 15,-14-2-87-15,14 1-117 0,0 5-71 0,0-6-60 16,0 6-46-16,0-10-26 0</inkml:trace>
  <inkml:trace contextRef="#ctx0" brushRef="#br0" timeOffset="73342.39">25052 5998 3189 0,'0'0'44'0,"0"-4"11"0,0-1 4 16,0 5-9-16,0 0-38 0,0 0-6 0,0 0-6 0,0 0-1 15,0 0 6-15,13 0-13 0,-13 9 8 0,0-1 5 16,13 3-15-16,-13 0 14 0,12 2 2 16,-1 2-4-16,-1 1 18 0,4 1-8 0,-5 1-15 0,5 0 20 15,-1 0-9-15,0-1-4 0,3 1 4 0,-5-1 6 0,3-1-10 16,-5-2-27-16,-9 0-93 0,13-2-180 0,-13-3-106 15,0 0-89-15,14-9 15 0,-14 0 68 0,0 0-73 16</inkml:trace>
  <inkml:trace contextRef="#ctx0" brushRef="#br0" timeOffset="74474">24987 6114 2255 0,'0'0'17'0,"0"-5"-5"0,0-1 2 0,0 6-4 0,0-5-13 15,0 5 13-15,18 0 102 0,-1 0 18 0,7 0 25 32,3 0 5-32,4 0-73 0,4 0 10 0,4 0-14 15,3 6 14-15,2 1-17 0,2-1-3 16,1 1-3-16,1-3-25 0,-1 2-3 0,1-2-26 16,-4-4-1-16,-2 5 8 0,-5-5-8 0,-2 0 32 0,-9 0 7 15,-4 0 5-15,-5 0 11 0,-17 0-17 0,13 0-12 0,-13 0-18 16,0 0-9-16,0 0-19 0,0 0-16 0,0-7 8 15,0 0 1-15,-17 2 10 0,1-2 3 0,-3 1-5 16,1 1-6-16,2 5-5 0,-3-5 11 0,1 5-9 16,1 0 5-16,1 0 0 0,0 0-3 0,3 0-2 15,13 8 9-15,-13 1-5 0,13 0 7 16,-13 2 7-16,13 0-18 0,0 0 18 0,0 2-14 16,0 0 10-16,0 0 10 0,0 1-11 0,0-2 0 0,0 1 1 15,0-1-8-15,0-2 4 0,0 1 7 0,0-2-8 16,13-1 2-16,-13-8 3 0,18 9-6 0,-3-9 8 0,0 9-6 31,1-9 3-31,0 0 7 0,-1 0-15 0,-2 0 7 16,4 0 0-16,-4 0 1 0,0 0 13 0,-13 0-8 0,19 0 0 0,-8-10 0 0,-11 0-8 15,14 1 3-15,-14 0 1 16,0-2-1-16,0 0-2 0,0 1 11 0,0-2-17 16,0 1-6-16,0 0 12 0,0 1-17 0,0 0 8 15,0 2 3-15,0 1-2 0,0 1 7 16,0 6-6-16,0 0-5 0,0 0-8 0,0 0-2 15,0 0 17-15,0 0 6 0,0 0-6 0,0 0 7 16,0 0-8-16,0 10-4 0,0 0 10 0,0-2 6 0,0 2-6 16,0 2 12-16,0-1-9 0,16-1 7 0,0 3-7 15,-5-2 6-15,2-2 5 0,1 1-11 0,0-1 9 16,0-9-2-16,-1 8 1 16,4-8 5-16,-4 0-3 0,4 0 10 0,-4 0 8 15,1 0 17-15,-1 0 16 0,-13 0 15 0,15 0-13 0,-3-8-16 16,-12-2-13-16,13 1-34 0,-13 0-4 15,0-2 3-15,14-1-15 0,-14 0 15 0,0-2 7 16,0-3-19-16,0 0 8 0,0-2-10 0,0-1 0 16,0-1 17-16,0-1-1 0,0-3-8 0,-16-1 1 15,16-1 3-15,-17-1 3 0,-1-1 7 0,4 0 1 16,-2-2-2-16,0 2 27 0,1 0 24 0,-1 1 10 16,0 3 1-16,2 3-18 0,14 2-37 0,-19 4-6 15,19 3-9-15,-16 4-10 0,16 9-2 16,0 0-7-16,0 0-5 0,0 0-9 0,0 0 26 15,0 0 2-15,0 11-2 0,0 1 4 0,0 3-7 16,0 5 6-16,0 0 8 0,0 4-8 16,0 3 0-16,0 0-3 0,0 0-2 0,19 1 19 0,-2 1-7 15,-2-3 1-15,0 2-4 0,0-2 0 16,2-2 5-16,-3-1 6 0,2-2 4 0,0 0-4 0,0-1 1 16,0-2 4-16,1-3 4 0,0 0 9 15,2-1-8-15,3-3 5 0,-1 0-8 0,3-1-4 16,3 0 5-16,-1-10-8 0,4 8 1 0,0-8-4 15,2 0 4-15,0 0-1 0,-2 0 7 0,0 0-1 16,-2 0 12-16,-4 0-8 0,0 0 1 0,-2 0 21 16,-3-8-9-16,-3-2-2 0,-1 1-1 0,-15 0-7 15,16-4-25-15,-16 1 25 0,0-1-15 0,0-1-19 16,14-1 26-16,-14 0-40 0,0-1 12 0,0 0 3 16,0 1-11-16,0 0 12 0,-22 1-1 0,4 1 3 15,1 1-4-15,0 2 4 0,1 1 3 16,1 1-7-16,-1 8 7 0,16 0-12 0,-21 0-5 15,8 0-6-15,13 0 7 0,-18 0 10 0,18 0-6 0,-13 11 16 16,13-1 3-16,-14 1-8 0,14 2 6 16,0 0-5-16,0 1 1 0,0 0 9 0,0 1-6 15,0 0 11-15,0 0-8 0,0-1 12 0,0 0 3 16,14 0-1-16,0-1 8 0,1 1-29 0,2-1 17 16,3-1-8-16,1-1-7 0,3 0 22 0,-1 1-16 15,-1-3 7-15,2-9-14 0,3 12 4 0,-3-12-5 16,-1 9-6-16,-2-9 13 0,1 0-33 0,-1 0-46 15,-4 0-38-15,2 0-78 0,-6 0-80 0,-13 0-104 16,16 0-132-16,-16 0-163 0,0-10-93 0,0-4-13 16,0 0-12-16</inkml:trace>
  <inkml:trace contextRef="#ctx0" brushRef="#br0" timeOffset="74668.47">25547 5901 2707 0,'0'0'27'0,"0"6"50"0,0-2 18 0,0-1 46 16,0 2-6-16,25 1-43 0,4 2-24 0,4 0-41 15,6-1-21-15,3 4-6 0,4-1 8 0,-1 0-6 16,1-1 2-16,0 1-62 0,-5-2-195 0,-2 1-170 16,-5-1-252-16,-4-3-112 0</inkml:trace>
  <inkml:trace contextRef="#ctx0" brushRef="#br0" timeOffset="75793.39">3558 7726 2780 0,'0'5'15'0,"0"-5"51"0,0 0 29 0,0 0 20 0,0 0 12 16,0 0-45-16,0 0-30 0,0 0-13 0,0 0-29 16,0 0-9-16,0 0 5 0,0 0-7 0,0 0-4 15,0 0 10-15,0 0 1 0,10 0-13 16,-10 0 7-16,16 0-9 0,0 0 13 0,-2 0 6 15,3 0-4-15,-1 8-1 0,3-8-7 0,0 0 3 0,3 6 4 16,2-6 0-16,-2 0-9 0,2 0 14 0,-4 0 2 16,1 0-8-16,-2 0 12 0,-2 0 2 0,-3 0-20 15,-2 0 21 1,-12 0 1-16,11 0-1 0,-11 0-5 0,0 0 2 0,0 0-81 16,0-6-120-16,0 6-164 0,0 0-159 15,0-8-85-15,0 1-42 0,-13 0 105 0</inkml:trace>
  <inkml:trace contextRef="#ctx0" brushRef="#br0" timeOffset="78026.92">4866 7879 1764 0,'0'0'50'15,"0"0"31"-15,0 0 20 0,0 0 5 16,0 0-40-16,0 0-21 0,0 0-23 0,0 0-10 0,0 0-10 16,0 0-8-16,0 0 4 0,0 0 13 0,0 0 7 15,0 0 12 1,0 14 55-16,0-14 3 0,0 0 0 0,0 8 11 0,0-8-41 15,0 0 3-15,0 0 32 0,0 0 40 0,0 0 38 0,0 0 78 16,0 0 21-16,0 0 3 0,0 0-44 0,0 0-77 16,0 0-67-16,0 0-58 0,0-8-22 0,0-2 4 15,0-2 20-15,0-3 0 0,0-3 10 0,0 0-21 16,0 1 3-16,0-3-6 0,0-1-1 0,0 2 3 16,13-2-14-16,-13 1 6 0,12 1 5 15,-12 1-4-15,12 2-9 0,-12 2 0 0,14 1-5 0,-14 4-2 16,11 0 4-1,-11 9-7-15,0 0 8 0,11 0-4 0,-11 0 0 16,16 0 10-16,-16 0-15 0,14 0 8 0,0 0 1 16,-1 14 5-16,1-2-1 0,-1 1 3 0,1 1 4 15,-1 0-14-15,1 1 3 0,0 1-10 0,-3-1 17 0,5 0 0 16,-5 0-2-16,-11-1 24 0,19-1-31 16,-6-1-11-16,-13 1 19 0,14-3-9 0,-14-1 9 15,0-9 19-15,0 10-17 0,12-10-1 0,-12 0 1 0,0 9 1 16,0-9 4-16,0 0 17 0,0 0 1 0,0 0-15 15,0 0-3-15,0 0-15 0,0 0 6 0,0-14 7 16,0 2-12-16,0 0 7 0,0-1-4 0,0-1 5 16,0-1 6-16,0 0-12 15,0 0 1-15,0 1-1 0,19 0 5 0,-19 1 7 0,18 2-12 16,-18 1-6-16,15 2 6 0,-15 2-4 0,15 6 2 0,-15 0 1 0,17-8 5 16,-17 8-8-1,15 0-4-15,0 0 11 0,-4 0-7 16,2 0-2-16,1 10 19 0,-1 0-13 0,1 0-4 15,1 2 19-15,0 0-15 0,-2-1 1 0,1 2 7 16,0 0-9-16,0 0 3 0,-1 0 1 0,0-1 6 0,1 1 1 16,-3-2-3-16,0-1 3 0,2-1-11 0,-13-9-15 15,14 14 15-15,-14-5 7 0,14-9-7 0,-14 9 8 0,13-9-4 16,-13 0-7-16,0 0 20 0,11 0-8 16,-11 0-4-16,0 0 3 0,0 0-20 0,13 0 17 15,-13 0 7-15,0-10-12 0,0-1 9 0,11 0-7 16,-11-1-13-16,0-2 4 0,14 0 11 15,-14 0-2-15,0 1 7 0,14-1 4 0,-14 1-20 0,13 2 13 16,-13-2-5-16,11 3-7 0,-11 1 16 0,14 1-22 0,-14 1 9 0,14 7 11 31,-4-7-14-31,4 7 13 0,-14 0-12 0,16 0 1 0,0 0 2 0,-2 0-9 0,0 0 14 16,2 0-3-16,1 0 1 0,-1 0 5 0,0 0-8 16,-2 0 1-16,4 8 4 0,-4-8 6 0,2 10-4 15,-4-10 1 1,1 11 5-16,-13-11-13 0,14 7 3 0,-14-7 0 15,0 0-3-15,0 0 10 0,0 0 26 0,0 0 9 16,0 0 2-16,0 0-7 0,0 0-12 0,0 0-15 16,0 0-7-16,0 0 2 0,0 0-14 0,0 0 7 0,-16-9-12 15,4 9 15-15,12-9-6 0,-16 9-9 0,0-7 29 16,3 7-25-16,-1 0 15 0,3 0 10 16,-2 0-18-16,-2 0 3 0,0 0-5 0,1 0 9 15,-2 0-8-15,2 0 19 0,1 11-11 0,-2 0-19 16,5-1 15-16,10 2-5 0,-17-1 7 15,17 3 8-15,-13-2-6 0,13 1-6 0,0 0 11 0,0 1-11 16,0-1 5-16,0-1 6 0,0-2-9 16,0 2 2-16,0-2 7 0,0-10-11 0,0 13 7 0,0-4-5 0,15-9-4 15,-1 11 0-15,-3-11-2 0,4 0 15 0,-2 0-15 16,3 0 9-16,-2 0-6 0,2 0-3 0,-2 0 24 16,0 0-14-16,-1 0 9 0,0 0-3 0,1 0-6 0,-14-12 5 15,13 2-13-15,-13 0 18 0,15-1-16 16,-15 2 3-16,0-2 12 0,0-1-19 0,0-1 6 15,0 2 18-15,0-1-26 16,0 0 8-16,0 0 4 0,0 2-24 0,0 2 25 16,0 8 2-16,0-10-7 0,0 10 6 15,0 0-7-15,0 0-29 0,0 0 13 0,0 0 8 16,0 0-12-16,0 0 29 0,0 0-17 0,0 0 8 0,0 0 19 16,0 0-5-16,0 14 2 0,0 0-4 15,0-1-16-15,15 0 0 0,-3 0 4 0,-12-1-6 0,18 0 25 0,-3-1-12 0,-2-1 6 16,3-10-9-16,-2 13-11 0,0-13-2 0,1 10 8 15,0-10 5-15,0 0-8 16,0 0 14-16,-2 0-7 0,-13 0 2 0,19 0 7 16,-6 0-6-16,-13 0-6 0,14-12 11 0,-14-3-8 0,14 1 2 0,-14-1 4 31,0-2-11-31,0 0 3 0,0-3-9 0,0 1 7 0,0-3 0 0,0 1-7 0,0-3 12 16,0 1 0-16,0-1 0 0,0 0-3 0,0 1 2 15,0 0 2-15,-17 1-9 0,17 3 17 0,-13 2-15 0,13 1-6 16,0 5 15-16,-17 2-8 0,17 9 8 0,0 0-13 31,0 0-11-31,0 0 8 0,0 0-1 16,0 0 20-16,0 0-8 0,0 11 2 0,0 2-10 0,0 3-11 15,0 1 20-15,0 1-9 0,0 3 14 0,0 1 11 0,16 0-8 0,-16-1-3 16,14 2-3-16,-14-1 0 16,17-1 1-16,-2 1 2 0,-15-1-5 0,15-2 1 15,-2-1-3-15,-13 0 1 0,14-1 7 0,-14-2-12 0,13 0 6 0,-13-2-28 0,14-1-57 31,-14-2-50-31,0-10-68 0,14 13-24 0,-14-13 20 0,0 9 18 0,0-9-2 16,0 0-35-16,0 0-40 0,0 0-40 0,0 0-65 0,0 0 45 16,0 0 37-16,0-13 34 0,0 1 98 0,0-2 20 15,0-1 9-15,0 0 23 0,0-2 23 0,0-2 30 32,0-2 35-32,0 1 12 0,17-2 27 0,-4 0 44 0,-13 0 64 0,18 1 64 15,-2-1 104-15,-2 2-10 0,-3 1-4 0,0 2-22 0,-11 3-76 0,12-1 1 31,-12 6-7-31,10 0-21 0,-10 1-25 0,0 8-33 16,0-6-60-16,0 6-1 0,0 0-32 0,0 0-11 0,0 0 10 16,0 0-20-16,0 0-2 0,0 0 7 0,0 0 0 15,0 0 5-15,0 0 11 0,0 11 1 0,0-1-14 16,-11 0-3-16,-1 0 17 0,12-1-17 0,-17 2 4 16,5-2 9-16,12 0-14 0,-16 0 14 15,2 0 0-15,14 0 0 0,-13-1 5 0,13 0-10 16,-14-2 3-16,14-1-9 0,-14 2 0 0,14-7 10 0,0 7-1 15,-12-7 1-15,12 7-9 0,0-7 0 0,0 0 5 16,0 9 1-16,0-9 9 0,0 7-1 0,0-7-10 0,0 10 6 16,0-4-1-1,0 3-12-15,0-2 24 0,0 2 3 0,0-1-4 0,0 1 13 0,15 1-15 16,-3-1 4-16,1 1-6 0,-2 1 26 0,3-2-3 0,-1 0 27 16,3 1 18-1,0-2-17-15,1-8 10 0,1 11-25 0,-1-11-2 0,3 12-5 0,0-12 3 16,2 0 7-16,0 8-6 15,0-8 7-15,2 0 0 0,-1 0-22 0,1 0 14 16,-2 0-2-16,0 0 13 0,-1 0 1 0,-5 0-6 16,1-9-3-16,-6 0-9 0,-11 1 4 0,14-1 3 0,-14-1-18 0,0 0-9 15,0 1 0-15,0-2-23 0,0-1 17 16,0 0-21-16,0 1 14 0,0-1 2 0,0-1-7 16,0 1 0-16,0 0-18 0,-17 1 5 0,1 2-5 0,4 2 7 15,0 7 2-15,12-10 9 0,-18 10-13 16,6 0 8-16,12 0 0 0,-17 0-14 0,4 0 13 15,13 0 1-15,-15 0-6 0,2 12 2 16,13-2 13-16,-13 1-11 0,13 0 6 0,0 2 4 0,-14-1-8 16,14 1 5-16,0 0 0 0,0 0 8 0,0 0-15 15,0 1 15-15,0-2 2 0,0 1 3 0,17-3-7 16,-4 2-4-16,3-1 0 0,-2-11-12 16,3 14 22-16,-1-4 2 0,3-10-8 0,-1 0-1 15,2 11-6-15,1-11-3 0,-2 0 5 0,1 0 5 0,1 0-2 0,-2 0 3 16,1 0-7-1,-2 0 5-15,-1 0 7 0,0 0-11 16,-4 0 12-16,-13 0-6 0,17 0-17 0,-17 0 10 16,0 0-3-16,0 0-4 0,0 0 4 0,0 0-41 0,0 0-41 15,0 0-64-15,0 0-70 0,0 0-89 0,0-7-129 16,0 7-80-16,0 0-134 0,0 0-62 0,0 0-67 16,0-10 77-16</inkml:trace>
  <inkml:trace contextRef="#ctx0" brushRef="#br0" timeOffset="79472.14">7913 7866 2609 0,'-2'0'54'0,"2"0"75"0,-1-3 25 0,1 3 13 0,0 0-56 16,0 0-72-16,0 0-22 0,0 0-14 0,0 0-11 15,0 0 5 1,3 0-6-16,-3 0-6 0,1 3 23 0,1 0-12 15,1 0 2-15,-1 1 13 0,1 1-2 0,0 1 7 16,2 0 22-16,-1 1 6 0,3 0 14 0,-2 1 11 0,1-1 10 16,-1 0 35-16,4-1-7 0,-4-2 22 0,3 2-20 15,0-2-25-15,1-2 19 0,-1 0-23 16,3-2-1-16,0 0-2 0,0 0-22 0,1 0 0 16,0-5 4-16,-1-1-7 0,0-1-4 0,0-1 0 15,-1 0-15-15,1-3-4 0,-2-1 2 0,-1-1-12 16,0-3-1-16,-2 1 0 0,-1-2-9 0,-2-3 6 15,-1 1 2-15,0-3-11 0,-2-1 0 16,0 0-3-16,-4-1 2 0,-1 1-2 0,1-2 9 0,-4 2-8 16,2 0 24-16,-1 2 18 0,-1 2-18 0,-1 3 0 15,1 2-22-15,2 3-13 0,-1 2 0 0,1 3 7 16,3 2-15-16,0 2-3 0,1 2 2 0,1 0-8 0,-1 5 23 0,2 2 2 16,-2 2-2-16,1 2 6 0,1 3-9 0,-2 2-2 15,2 2 9-15,0 2-5 0,3 0 7 16,2 1 3-16,0 1-10 0,1 0 8 0,2-1-10 15,0 1 8-15,2-1 5 0,0-1-6 16,3-1 1-16,0-1-4 0,0-1 5 0,1-1 6 16,0-2-7-16,2 1 12 15,0-4-1-15,1 0-18 0,-1-2 12 0,1-2-4 16,2-1-6-16,-2-1 12 0,1-2 6 0,-1-1-21 0,-1-2 8 16,-2 0 8-16,1-3-6 0,-3-2 7 0,-1 0 22 0,-1-4-5 15,-1 0-4-15,-2-2 18 0,-3-1-21 0,1-3-3 16,-1 0 1-1,-3-2-15-15,1-1-8 0,-2-2 0 0,0 1-2 16,0-2 4-16,-5 1 2 0,0 0-4 0,0 1 4 0,0 1-5 0,-1 3 12 16,0 2-3-16,1 3-4 15,0 3-6-15,2 2-17 0,2 1 11 0,-1 2-3 16,0 2-12-16,2 0 18 0,0 0-13 0,-1 6 8 16,-1 1 20-16,2 2-3 0,0 2 6 15,0 1 0-15,-1 1-2 0,1 3-14 0,0 0-3 0,0 2 6 16,0-1 5-16,3 0-9 0,-2 0 21 0,1-2-16 0,1 1-4 0,0-1 15 0,-1-3-9 15,0 0 12 1,1 0-12-16,-2-4 7 0,3 1-13 0,-3-4-5 0,2 0 12 16,-1-2-1-16,-1-2 16 15,-1-1 9-15,2 0-13 0,-1 0-6 0,1-3-4 16,0-1-18-16,1-1 16 0,0-1-5 0,2-2 1 16,1 1 8-16,2-3-3 0,-2 1-4 0,2-2-6 15,-1 1 7-15,0 1 5 0,1 0 12 0,-3 0 0 0,2 4-9 16,-3 0-21-16,2 0 11 0,-4 4-8 0,1-1-1 0,0 2 11 15,-1 0-21-15,1 0 19 0,0 2 6 0,2 3-11 16,0-1 8-16,2 2-6 0,2 1 5 0,0 0 20 16,2 2-7-16,0-1 6 0,0 3-23 0,3-1 2 0,-1-1 14 15,1 1-11-15,1 0 14 0,0-2-6 16,0 2-16-16,0-2 7 0,1-1 7 16,3 0-7-16,-1-1 6 0,-1 0-5 0,1-4-13 15,-1 1 27-15,0-2 11 0,-1-1 13 0,0 0 30 0,-2-3 11 16,-3 0 1-16,2-3 6 0,-2 0-17 0,-3 2-26 15,1-3 0-15,-4 1-23 0,1-1 8 16,-1-1-5-16,-2-1-15 0,-3-1 2 0,0 0-8 16,0-1-2-16,0 0 4 15,-4-1-3-15,-3 0-15 0,2 1 3 0,-1 2 2 16,-2 0 9-16,0 0-3 0,0 2 0 0,0 2-8 16,1-1-14-16,-1 4 15 0,0 0-2 0,-2 2 2 15,1 0 6-15,1 0-3 0,-2 4 8 0,-2 3-11 16,2-1 3-16,-1 3 7 0,-1-1-11 0,2 1 16 15,0 1 3-15,1 0-14 0,1-1 8 0,3 2-12 0,2-2 7 16,0 0-4-16,3-1 6 0,0 1 6 0,0 0-14 16,6-1 29-16,-1 0-12 0,3-1-5 0,1 1 8 15,1-1-15-15,3 2 10 0,2-2 5 0,0-1 0 16,5 0-12-16,-1 0 3 0,0-1-5 0,2 0-6 16,-2-1 20-16,1-1-12 0,-1-1 6 15,-3 0 4-15,0-1-27 0,-3-1-18 0,1 0-46 0,-5 0-51 16,1 0-48-1,-4-3-48-15,0 0-36 0,-1-1-65 0,-2 2-96 0,-3-3-119 0,0 1-60 0,-5-3-21 0,-1 2-8 16,-3-4 50-16,-2 1 41 0</inkml:trace>
  <inkml:trace contextRef="#ctx0" brushRef="#br0" timeOffset="79732.3">7861 7656 2637 0,'-5'0'39'16,"5"-4"61"-16,5-1 41 15,4 1 35-15,-1 0-10 0,3 0-32 0,6 0-22 16,-2 1 4-16,5 0-15 0,1 0-23 0,1 1-13 16,0 2-26-16,3-2-26 0,1 1-2 0,-4 1-9 0,3 0-11 15,-3 0 24-15,0 0-12 0,-1 5 7 0,1-3 1 16,-1 2-21-16,-4-1 7 0,4 1 4 0,-4 0-18 15,2-1-87-15,-2 0-113 0,-1 1-143 0,0-1-105 16,-2 1-62-16,-4-2-53 0,2 0-49 0</inkml:trace>
  <inkml:trace contextRef="#ctx0" brushRef="#br0" timeOffset="81141.67">10031 8020 1988 0,'0'0'28'0,"2"0"38"0,-2 0 23 0,2 0 14 0,-2 0-15 31,1 0-42-31,-1 0-22 0,0 0-6 0,0 0-6 16,0 0 10-16,0 0-6 0,0 0 2 0,0 0 1 16,0 0 1-16,0 0 7 0,0 0-3 0,0 0-1 0,0 0 3 15,0 0 14-15,0 0 39 0,0 0-2 0,0 0 12 16,0 0 17-16,0 0-47 0,0 0 23 0,0 0 9 16,0 0 5-16,0 0 39 0,0 0 12 0,0 0 4 15,0 0 11-15,0 0-31 0,0 0-24 0,2 0-31 16,-2 0-52-16,0-4-12 0,0-1-9 0,0-2-3 15,0 0-9-15,0-4 15 0,0-1 10 0,3 0 10 16,0-1 13-16,-1-1-2 0,1-1-12 0,-1 1-12 16,-1 1 8-16,4-2-2 0,-2 1-1 0,0 2-4 15,0 1-9-15,-1 0-5 0,3 1 16 16,-2 3-6-16,2 0 7 0,1 1-1 0,-2 2-30 16,0 0 15-16,-1 2-12 0,2 1 4 0,-2 0 15 15,0 1-8-15,2 0 2 0,1 0 0 0,0 4-11 16,-1 1 4-16,3 1 18 0,0 0-17 0,5 3 14 0,-2 0-10 15,1-1-11-15,1 4 9 0,1 0-13 0,0 1 15 16,4 0 5-16,-4 1-3 0,3 0 13 0,-1 1 3 16,2-1-13-16,-4 1 11 0,2-1 0 0,-2-2-18 0,0 0 0 15,-1-3 5-15,-3 0-10 0,0-1 10 16,0-1-4-16,-2-2 6 0,0 0 0 0,-1-1 6 16,0-1 3-16,-2 0-18 15,-2-2 21-15,0 0-5 0,0 0 5 0,-3-1 11 0,2 0-11 16,-2 0 13-16,4-4-8 0,-4 0-1 0,3-1-3 0,-1 0-3 15,0-2 0 1,1-2-13-16,0-1 8 0,0 0-12 0,2-2 13 16,-2-1 21-16,5-1-6 0,-2-1 4 0,-1 0 2 15,3 1-16-15,-1 1-17 0,0 0-5 0,1 2-5 0,0 1 8 0,0 1 9 16,1 1-5-16,1 3 11 0,-2 0-9 0,1 2-5 0,1-1 5 16,0 3-13-1,0 1-1-15,-2 0 15 0,2 0 4 0,2 6-8 0,-2 0 3 0,0-1-10 16,0 3-6-16,0-1 20 0,-2 3-2 15,0-1-2-15,1 1 7 0,-1 0-4 0,-3 0-5 16,1-1 10-16,-2 2-19 0,0-1 5 0,-4-1 14 16,2 0-20-16,-2-2 26 0,0 2-9 0,-5-3-6 15,0 2 12-15,-1-2-6 0,-2-1 5 0,0-1-9 16,-3 0 9-16,-2-1-20 0,-1-3 1 0,-2 0 2 0,-1 0 0 16,1-4 0-16,-1-2 8 0,-1 0 6 0,1-3-6 15,1 1 6-15,2-4-4 16,-2 2-17-16,4-1 6 0,2 0 13 15,2 0-10-15,-1 0 17 0,2 0-2 0,4 1-10 16,2-2-4-16,1 2 7 0,0 0-16 0,4-2 7 16,1 1-4-16,3 2-9 0,1 0 21 0,1 0-7 0,2 1 2 15,3 1 14-15,-1 0-21 0,5 3 2 0,-2-1 15 16,1 2-19-16,2 1 10 0,-2 1 8 16,2 1-17-16,-1 0 6 0,0 5-5 0,0-1 5 15,-3 1-1-15,3-1 10 0,-3 4 2 0,-4-2-11 16,4 3 11-16,-5-1-22 0,1 1 17 0,0 2-8 0,-2-2-8 15,-1 3 23-15,3 0-15 0,-5 1-3 0,1 0 22 16,-2 0-16-16,0 1 4 0,-1-1 8 16,0-1-14-16,0-1 5 0,-2 1-8 0,0-2 12 0,0 0-9 15,-3-4 7-15,0 0 9 0,0-2-13 0,0-1 13 16,0-1-8-16,0 0 15 0,0-1 0 0,0-1 15 0,0 0-4 16,-3 0-7-16,2-3 5 0,-1 0-19 0,-1-2 12 15,0-1-6-15,-1-1-2 0,1-3 6 0,0 0-7 16,-1-2 2-16,2 1 7 0,0-2-12 15,1-1 8-15,1 1-9 0,0-1-6 0,0 0 0 16,3 1 0-16,3 1 3 0,0 0 2 0,-1 1-5 0,2 1 3 31,-1 0 0-31,3 3-14 0,-1 0 9 0,2 3-11 16,-1 0-4-16,2 0 18 0,-1 4-8 0,1 0-8 16,-2 0 13-16,1 5-11 0,4 0 8 0,-4 1 6 0,-1 1-11 15,3 3 14-15,-2-2-10 0,-2 4 4 0,3-1 16 16,-3 0-18-16,0 1 12 0,-2 2-9 0,2-3-8 15,-3 1 7-15,0 1 0 0,1-1 2 0,-3 0 0 16,0 0-1-16,1-1-2 0,0-1 0 0,-1-1-31 16,0-2-65-16,1 0-77 0,-1-3-74 0,-2-1-76 0,1 0-57 15,1-2-82-15,-3 0-72 0,0 0-55 0,0-1-36 16,0 0-6-16,0 0 35 0</inkml:trace>
  <inkml:trace contextRef="#ctx0" brushRef="#br0" timeOffset="81371.55">11162 7843 2092 0,'6'-3'43'16,"2"-2"45"-16,0 2 26 0,2 1 23 0,2-1-30 16,-2-1-29-16,4 2-19 15,-3 1-25-15,0-1-4 0,3 2-16 0,-4 0-3 0,2 0-8 16,-2 0-7-16,1 0 3 0,-4 0-3 0,0 0 13 15,-2 0-12-15,0 0-2 0,0 0 4 0,-2 2-14 16,0 1-70-16,-1-1-90 0,-1 0-133 0,2 0-137 16,0-1-57-16,-3 0-19 0</inkml:trace>
  <inkml:trace contextRef="#ctx0" brushRef="#br0" timeOffset="83756.08">11510 7965 1707 0,'3'3'35'0,"0"-1"31"0,0-1-3 0,1 1 5 0,-1 0-33 0,0 0-30 0,-1 1 13 16,-1 0 18-16,2 1 23 0,0 1 21 0,-1 0 3 16,-1 0 1-16,3 0-7 0,-1 1 10 0,0-2 6 15,0 1 33-15,-1-1 11 0,3 1-9 0,-1-2 11 0,-1 1 7 16,0 0-4-16,-1-1 43 15,1-1 17-15,0 0-1 0,2-1 3 0,-1-1-58 16,0 0-32-16,2-4-59 0,-1 0-10 0,2-3 10 16,-1-2-9-16,2 0 14 15,1-4-19-15,-1-2-8 0,0-2-8 0,-1-2-7 16,0-2-2-16,-2-3-9 0,1 2 6 0,-1-3 17 16,-3 1 4-16,-1-1 5 0,-1-1-8 0,0 0-12 15,0 0 1-15,-3 2 15 0,0-1-5 16,-2 3 1-16,0 0-2 0,1 3 2 0,-4 1 0 0,3 4-16 15,0 3 8-15,2 3-19 0,-2 1-9 0,2 4-4 16,1 3-16-16,-1 0 0 0,2 0 6 0,-2 0 8 0,1 5 8 16,1 2-2-16,-1 2 2 0,-1 2 2 0,1 4-9 15,1 1 13-15,-1 3 3 0,1 2 2 0,-1 2 3 16,2 1-11-16,0 3 2 0,6 0 4 0,-1 0 3 16,0 4 4-16,4 0 3 0,-1 0-1 0,2-1-8 0,1 1 2 31,-2 0-8-31,2 1-6 0,2-2 3 0,0-2 0 0,1-1 5 0,0 0-1 0,2-1 19 15,-2-1-20-15,3-2 2 0,-2-3-1 16,2-2-11-16,-1-2 11 16,1-1 11-16,2-2-1 0,-3-3-5 0,3-2 17 15,-2-3-21-15,-1 1 7 0,0-3 16 0,1-3-12 0,-4 0 24 0,3 0 4 16,-2-5-14-16,-3-2 12 16,0-1 0-16,0-2-20 0,-4-1 19 0,-2-4-21 15,1-2-18-15,-6-2 16 0,0-3-13 0,0-2 9 0,-4-2 2 16,-3-2-7-16,-1-1-14 0,-4-2-5 0,-1 0-8 15,-4 2 9-15,0-3 5 0,-5 3-2 0,1 0 10 16,-2 3-21-16,-1 2 14 16,-3 2 6-16,3 2-13 0,-1 3 11 0,2 2-12 0,-1 3 0 0,6 2 10 0,-1 4-6 15,5 1 1 1,2 2 4-16,0 2-8 0,2 1 7 0,3 0 6 16,2 4-19-16,-1 2 8 0,4-1 12 0,1 3-7 0,1 0 6 0,0 1 15 0,0 1-19 15,6 0 6-15,-1 2 0 0,3-1-6 0,1 1 13 16,1 1-5-16,1-1-3 0,3 0 2 0,-1 0-8 31,6-1 6-31,-2-2 17 0,2 3-22 0,3-4 8 0,-1-2-7 16,4 1-8-16,-1-2 23 0,1-1-16 0,3-2 13 15,-2-2-4-15,-4 0-3 0,0-3 8 16,0-2-14-16,-1 0 12 0,-4-2-9 0,2-2-5 0,-5-1 17 16,-1 0 0-16,1-2 7 0,-4 0 12 0,2 0-22 15,-4-1-5-15,-3 0 8 0,0 0 0 0,-3 1 16 16,-2 0-6-16,0 0-14 0,0 3-10 0,-4-1 3 15,-1 3-4-15,2 0 5 0,0 3-4 0,0 0-17 16,0 1 17-16,-2 3-22 0,4-2 2 0,-1 2 5 16,2 0-17-16,0 0 25 0,0 7 4 0,0-2 1 0,0 0 7 15,0 2-4-15,0 1 7 16,0 2-2-16,0 1 7 0,3 0 0 0,3 0-6 0,-3 3 4 0,2-2-9 16,0 2-9-16,3 0 12 0,1-1-2 0,1 0 2 15,0 0 14-15,2-1-11 0,1-2-1 16,-2-1 4-16,3-2 1 0,2 1-6 0,0-2-1 0,0-2 7 15,-1-1-11-15,1-3-1 0,1 0 13 16,-2 0-2-16,1-3-12 16,-4-1 14-16,1-4 3 0,-2 0-20 0,-3-1 15 15,1-1 7-15,-2-1-13 0,-1-1 17 0,-3-2-7 16,0 1-20-16,-1-1 4 0,-2 0 1 0,0 0 4 0,0 0 8 16,0 0-7-16,-3 2-10 0,0 0-2 15,-1 3 17-15,1 1-9 0,0 1 3 0,0 2-4 16,1 1-22-16,1 2 12 0,1-1-9 0,0 3-3 15,-2 0 8-15,2 0 0 0,0 5 11 0,0-1 4 16,0 1-7-16,0 2 11 0,0 1-6 0,0 1 11 0,0 3 6 16,3-1-14-16,-3 0 10 0,3 3-11 0,-1-2 6 0,-2 0-5 15,3 0-9-15,-3-1 9 0,2-2 1 0,-1 2 9 16,1-2 0-16,-2-2-4 0,0-2-13 16,0 1-1-16,0-2 20 0,0-3 1 0,2 2 2 15,-2-3-2-15,0 0-4 0,1 0-3 0,-1-4 0 0,2 0 0 16,-1-2-5-16,-1 1-7 0,2-3 10 15,2-1-3-15,0-1-13 0,-1-2 14 0,0 0-5 16,3-1-4-16,-1 0 10 0,3 1-4 0,0-1-9 0,-2 1 11 16,2 0-3-16,-1 1-13 0,2 2 23 0,-1 0-13 15,-2 2-5 1,2 2 23-16,0-1-17 0,0 2 4 0,0 3 3 16,-2-1-13-16,3 2-2 0,1 0 2 0,-2 5 9 15,1 1-3-15,1 1 6 0,1 2 0 0,0-1-13 16,-1 3 4-16,1 0 9 0,1 1-4 0,-1 0 10 15,-1 2-2-15,2-2-19 0,-2 2 17 0,1 0 1 0,0-1 12 16,-1-1-5-16,-2-2 1 16,1 2-9-16,-3-2-15 0,2-3 28 0,-3 1-17 0,0-2-1 0,-1-1 19 15,-1-1-17-15,-1-1 9 0,1 0 20 0,-3-3-20 16,0 0 8-16,0 0-2 0,2 0-9 0,-2-4-7 0,2 0 5 16,-1-2-10-16,1 0 1 0,1-3 25 15,-1 1-29-15,-1-1 1 0,2-3 7 0,1 0-1 16,0 0 3-16,-1-1 11 0,2 0-14 15,1 0-17-15,-1-1 1 0,3 2 10 0,1 2 8 16,-1-1 2-16,1 1 8 0,1 3-15 0,-3-1-5 0,-1 3 1 0,2 0 9 16,1 1-6-1,1 3 2-15,-2-1 10 0,4 2-19 16,0 0 9-16,0 4 7 0,1 1-17 0,0-1 13 16,1 0 3-16,-2 3-9 0,1-1 0 0,0-2 7 0,-2 3 5 15,1-2-8-15,-1 0 14 0,-2 1-10 0,0-3-7 16,-3-1 17-16,-1 1-1 0,-2-1-1 15,0-1 8-15,-3 0-7 0,0-1 17 0,0 0-2 16,0 0-24-16,0 0 10 0,-3-6-20 16,1 3 3-16,-1-3 13 0,-2 0-9 0,-1-1 5 0,0-2-3 15,1 2 0-15,-3 1-5 0,0-1-2 0,-1 0-3 0,-1 1-5 16,1 2 13-16,-4-1-16 0,2 2 11 0,-2 1 9 0,-1 2-30 16,1 0 42-16,-2 0-20 0,2 0 4 15,-1 4 6-15,3 2-20 0,-2 1 10 0,1 0-3 16,2 1 4-16,-1 2-1 15,2-1 0-15,-1 3 9 0,4 0 1 0,-2 1 1 16,2 0-3-16,2-1-15 0,1 1 21 0,0-1-7 0,3 0-1 0,0 0 6 0,0 0-4 16,6-1 2-1,1 0 3-15,-1 1 0 0,3-3-10 0,-1-1 4 0,2 1 4 0,2-1-2 16,1-1-3-16,1-2 8 16,2 0-11-16,0-4 6 0,0 0 4 0,1-1-12 15,-1 0 16-15,1-4-5 0,-4 1 12 0,3-4-5 16,-5 0-5-16,-3-1 5 0,3-2-10 0,-5 1 11 15,-1-2-9-15,-2 0-4 0,1-1 2 0,-3 0-7 16,1 0 15-16,-1 0-12 0,-1 0-8 16,0 1 9-16,0 0-17 0,0 2 14 0,-3 1 7 15,2 2-11-15,-3 0 6 0,4 3-4 0,0 1-6 0,0 2-5 0,0 0-1 16,-1 0 1-16,-1 0-2 0,2 3 13 0,0 2-3 16,0 0-1-16,0-1 12 0,0 3-3 0,0 0 4 0,0 3 6 15,3-2-4-15,1 3-15 0,0 0 8 0,2 0 2 31,1-1-7-31,-1 2 14 0,2-3-6 0,3-1-10 0,0 1 11 16,0-3-7-16,2 1 11 0,0-3-5 0,1-1-5 16,-3-1 7-16,2-2 3 0,-1 0 0 15,1-2-2-15,1-4 0 0,-3 0 0 0,0-1 7 16,0-3-2-16,0 0 7 0,-3-2-14 0,1-2 0 16,0 0 8-16,-5-1-4 0,1-1-1 0,-2-2 0 0,-3-2-9 15,2 2-4-15,-2-2 5 16,0-2-6-16,-5 1 3 0,0-3 7 0,1 1-9 0,-5 1 16 0,2-2-6 15,-1 0-13-15,-2 3 19 0,-1 1-18 0,0 0 0 16,3 4 9-16,0 0-10 0,-1 5 5 0,3 2 2 16,1 2-11-16,0 2-8 0,3 0-2 0,2 5 8 15,0 0-5-15,0 0 20 0,0 6-6 0,0 0-2 0,0 4 22 16,2 2-23 0,1 3 13-16,0 2 3 0,2 2-16 0,2 2 22 15,2 1-7-15,-1 1-4 0,2 2 2 0,0-3-12 0,1 2 10 16,2 0 8-16,0-2 1 0,1 1-4 15,0 0 1-15,1-1-9 0,-2-1 5 16,2-1-1-16,1-2-1 0,-4-1-8 0,1 1-13 0,1-5-48 16,-2 0-49-16,1-2-57 0,-3-2-45 0,-2-1-27 15,1-1-25-15,-4-2-53 0,1-2-94 0,-2-1-108 0,-4 0-115 16,0-2-110-16,-4 0-84 0,-4-6 169 16</inkml:trace>
  <inkml:trace contextRef="#ctx0" brushRef="#br0" timeOffset="83987.4">12158 7539 3021 0,'-5'0'18'0,"-1"-4"31"0,6-2 15 0,0 3-10 0,0-2-12 0,0 4-30 15,5-1-17-15,-2-1 18 0,0 2-13 0,0 0-21 16,0 0-125-16,2 1-125 0,-1 0-140 0,0 0-162 16,2 0-83-16,2 0 105 0</inkml:trace>
  <inkml:trace contextRef="#ctx0" brushRef="#br0" timeOffset="84863.96">14541 7779 2209 0,'-5'-5'55'15,"0"1"65"-15,2-1 68 0,1 0 49 0,-1 1-23 16,2-1-34-16,-2 2-50 0,1 1-28 0,2 1-22 16,-1 1-39-16,-1-2-19 0,2 2-23 0,0 0-7 15,0 0 8-15,0 3 4 0,0 1 9 0,0 1-1 16,0 0-6-16,0 2 0 0,0 0 14 0,0 2 34 15,3 2 35-15,2-1 20 0,-2 3 2 0,0-2-26 16,4 1-6-16,-3-2 12 0,4 1 8 0,3 0 1 16,-3-2 15-16,3 0-15 0,0-1-28 0,0-1 11 15,2-2-13-15,3 1-1 0,-2-2 14 0,0-4-16 0,1 0 0 0,2 0-2 16,-1-3-7-16,0-1 23 0,-4-2-21 0,4-1 2 16,-5-3-16-1,0 1-17-15,-3-2-11 0,0-1-8 0,-2-2 3 16,-1-1-8-16,0-2 11 0,-4-1-6 0,-1-2-8 15,0 0-8-15,-7-2-1 0,0 1 1 0,-2-2 2 0,-3 2 3 16,0-1 3-16,-3 4-15 0,-2-1 12 0,1 1-3 16,-2 5-5-16,0 0 16 0,2 4-17 0,2 1 3 0,1 4-7 15,2 0-7-15,0 2 1 0,5 2-10 16,0 0 6-16,-1 4 0 0,4 2 4 0,1 0 9 0,2 2 6 16,0 2-1-16,4 1 17 0,4 0-13 15,1 3 2-15,5-1 10 0,2 0-10 0,5 3 9 0,2-1 2 16,3 2-22-16,4-2 7 0,4 0 0 0,0 1 4 15,2-1 11 1,1 0-1-16,-3-1-1 0,0-2-14 0,-3 1 8 16,-1-1-2-16,-3-2-3 0,-5 2 4 0,-1-4-3 15,-5 1 8-15,-4 0-4 0,-1-1 2 0,-4-1-4 16,-3 0 0-16,-2-1-2 0,-2 0 2 0,0-1 10 0,-5 1-14 0,0-1 21 16,-1-1-8-1,-5 2-10-15,2 0 9 0,-7-3-12 0,1 3 11 16,-2-1-2-16,-2-2-6 0,-3 1 5 0,-2-1-2 15,2-1 7-15,-2-1-8 0,-1 1-27 0,2-2-36 0,-1 0-49 0,1 0-40 16,1 0-4-16,2-5-56 0,2 2-58 0,3-1-48 16,4 1-126-16,-1 1-71 0,3 0-54 0,3-1-112 15,3-1-20-15,3 1 91 16</inkml:trace>
  <inkml:trace contextRef="#ctx0" brushRef="#br0" timeOffset="85159.03">15197 7569 3601 0,'0'-8'51'16,"0"2"61"-16,0-2 31 0,0 3 16 0,0 1-60 0,0 1-44 0,0 3-35 16,0 0-31-16,0 0 22 0,0 0-17 0,0 4 0 0,0 1 23 15,0 1-8-15,0 2-3 0,0 2 22 0,0 1-5 16,5 3 2-16,-1 1 8 0,1 4-22 0,2-3 1 15,-1 2-4-15,5 2-7 0,-2-2 2 0,4 1 3 16,-2 1 1-16,2-1-3 16,2-2 11-16,-2 1-5 0,1-1-6 0,-1 1 12 15,0-3-22-15,1-1-71 0,-1-3-53 16,-2 0-105-16,-2-1-111 0,-1-2-54 0,-3-2-30 0,-2-1-11 16,2-2-30-16,-5-3-22 0,0 0-60 0</inkml:trace>
  <inkml:trace contextRef="#ctx0" brushRef="#br0" timeOffset="86339.54">15021 7685 2060 0,'-4'-2'28'0,"4"1"42"0,0 1 29 0,0 0 28 0,6 0-14 0,5 0-18 16,2 0 4-16,3 4 22 0,4 0 43 15,5-1-9-15,3 1 0 0,3-1-20 0,7 0-40 16,1 1 15-16,3 0-16 0,3-1-3 0,3-1-11 0,2 0-20 15,2 1-10-15,-1-2-21 0,1 2 3 0,-1-2 6 16,-3 0 25-16,-4-1-1 0,-5 0 24 0,-4 0 7 16,-5 0-19-16,-5-3 35 0,-7 0-26 0,-2-2-18 15,-7 3-22-15,-2-2-32 0,-3-1-11 0,-4 2-6 16,0-2 17-16,0 0-22 0,-8-1 14 0,0 1-8 16,-3-1 1-16,-1 1 5 0,-1 2 4 0,-4-1-2 15,1 0-8-15,-1 1 16 0,-3 3-16 0,0 0 13 16,1 0-10-16,-2 0 1 0,2 5-8 0,2 2 7 15,0 0-1-15,-1 1-1 0,4 1-5 0,0 1 6 16,1 2 0-16,3-1-8 0,1 0 24 0,5 0-20 31,-1 2 15-31,1-2-2 0,4 0-7 0,0-1-1 0,0 1-5 0,5-1 2 0,0-2 6 16,3 2-9 0,-2-3 14-16,4 0 12 0,1-3-31 0,3 2 19 15,0-3-6-15,4 0-14 0,-4-3 25 0,6 0-8 16,-2 0-1-16,1 0 6 0,-2-3-9 0,-1-1 14 0,0-3-8 0,-2 2 16 0,-2-2 9 15,-4-1 17-15,1-1 2 16,-3-1-12-16,1 0 5 0,-5-2-27 0,1 1-3 16,-3 1 9-16,0-1-21 0,0 0 7 0,-3 1-11 15,0 3 2-15,-3-2 8 0,3 3-11 0,0 2 9 16,1 0-12-16,0 3-5 0,-1-2 2 0,3 3-1 16,0 0 2-16,-2 0 6 15,2 5-1-15,0 1 2 0,0-1-9 0,0 2 15 0,0 2-5 16,0 0 6-16,0 2 6 0,4 0-11 0,1 1 8 0,-1 0-1 0,4 1 2 15,-2-1-6 1,2-2 1-16,0 1-3 0,5-2 1 0,-4-1 0 0,3 0 4 0,2-1-7 0,-2-2 7 16,2-1 14-16,1-2-10 0,-3-1 13 15,1-1-6-15,3 0-1 0,-5-5 8 0,0-2 13 16,3 0-8-16,-3-3 5 0,-1 1 0 0,2-2-14 0,-4-2 8 16,0-1-20-1,2-3 6-15,-2 1-15 0,-4-3 3 0,0-1 8 16,-1-1-13-16,-2-1 21 0,-1 0-12 0,0-3-10 15,0-2 18-15,-4 0-19 0,0-1 6 0,0 0 4 16,-3 0 1-16,1 0 5 0,-2 1-5 0,0 1 12 16,0 3-16-16,-1 2-3 0,1 2 6 0,0 2-6 0,-2 2 7 15,1 2 3-15,1 5-6 0,3 1-26 0,0 3 8 16,1 0 0-16,-1 4 4 0,2 0 5 16,2 5-8-16,-3 2 2 0,1 3-3 0,3 2 24 15,-2 4-8-15,2 2-4 0,0 2 6 0,0 1-7 0,5 1 7 16,0 2-6-16,3 0 11 0,-2 0-9 0,2 0 3 15,2 0 8 1,2 1-19-16,-2-3 19 0,1 0-2 0,5 0 0 0,-4 0 8 0,4-3 1 0,-2 0-10 16,2-1-2-16,0 1 18 0,3-3-14 0,1-2 11 15,0 1 8 1,0-1-22-16,3-2 14 0,-2-1 9 0,5-2-10 16,0-1 11-16,0-2-1 0,0-3-8 0,3 0 23 15,-1-3 10-15,-2 0-13 0,2 0 9 0,-2-3 1 16,-3-2-10-16,-1-2 24 0,-6 1-5 0,1-2-20 15,-4 1 7-15,-5-3-16 0,1 1-12 0,-4-2 2 0,0-1-14 16,-5-1-7-16,0 0 5 0,0 0 1 0,-6 0-5 16,-2 0-1-16,-1-1 4 0,-3 1-9 0,1 1-4 15,-5 0 1-15,4 1-8 0,-6 3-3 0,6 1 16 16,-4 2 0-16,3 0-7 16,-1 4 8-16,5 1-12 0,-3 0-5 0,3 0 17 0,1 6-7 0,2 1 8 0,-1 0-3 15,1-1-1-15,3 4 3 0,3 1 4 16,0 0 10-16,0 2-11 15,0 1 2-15,3-1-4 0,3 1-5 0,2 1 8 0,0-1 6 0,0 0-8 0,3-1 14 16,2 1-6-16,3-2 1 0,-2-1 1 0,3-3-8 31,1 1 14-31,1-3-14 0,3 2 5 0,-3-4 1 0,3 1-19 16,-2-3 18-16,1 0-5 0,1-2 1 0,-1 0 10 0,-2 0-9 16,-2-4 3-16,-1 1 3 0,1 0-15 0,-5 0-27 0,1-2-39 15,-4 2-65 1,-1-1-73-16,-4 0-64 0,1-2-40 0,-4 2-57 0,-1-1-59 15,0-1-96-15,0 2-51 0,-9-2-3 0,1-1-8 0,-6 1 48 16,-4-3-26-16</inkml:trace>
  <inkml:trace contextRef="#ctx0" brushRef="#br0" timeOffset="86638.19">15809 7446 2407 0,'-8'0'31'0,"2"0"52"0,2 0 90 0,3 0 34 0,1 0 37 0,0 0-20 0,0 0-37 15,5 0-2-15,1 0-21 0,2 0-2 0,3 0-16 16,2 2 2-16,4 1-23 0,2-1-6 0,5-1-22 16,3 1-32-16,1-1-15 0,5 0-13 15,4 1-27 1,1 1 4-16,3-1-6 0,0 0-13 0,2 0 15 15,-1-1-9-15,-1 1 0 0,-1-2-2 0,-1 2 3 16,-6-2 1-16,-3 1-2 0,-7-1 11 0,-1 0-2 16,-7 0-12-16,-5 0-1 0,-5 0-14 0,-2 0-63 0,-3-3-81 15,0 1-124-15,-8 0-133 0,-5 0-113 0,-2-1-45 0,-6 0-60 16,0 1-45-16,-5 1 57 0</inkml:trace>
  <inkml:trace contextRef="#ctx0" brushRef="#br0" timeOffset="91368.59">18266 7743 1765 0,'-2'-3'61'0,"2"3"39"0,-1-2 33 0,-1 0 27 16,1-1-43-16,1 2-17 0,-2 0-21 0,2 1-15 0,0 0-20 16,0 0-18-16,0 0-16 0,-2 0-11 0,2 0 5 15,0 0-7-15,0 3 6 0,0-1-6 0,-1 1-1 16,1-2 4-16,0 2 5 0,0-1-2 0,0 3 6 16,0-1 0-16,0 0-6 0,5 1 6 0,-2 1-5 15,2-1 7-15,-1 1 7 0,4-1 7 0,0-1 3 16,0 1-8-16,2-1 4 0,0-1 18 0,3-1 11 31,0 1 17-31,-4-3-5 0,4 0 1 0,-1 0-3 16,0 0-8-16,-1-4 19 0,0-1-3 0,-2-1-9 15,1 0 11-15,-1-2-33 0,-1-1-12 0,0-2 24 0,-3 1 7 0,3-1 19 16,-4 0 3-16,0-1-17 0,-3-1-21 16,2 2 2-16,-3 0-6 0,0 1 4 15,0-2 9-15,0 3-3 0,0 1-5 0,-3 1 6 16,0 2-24-16,1 0-7 0,-1 3-1 0,2-1-16 15,-1 2-5-15,-1 0-9 0,3 1-3 0,0 0-9 16,0 0 13-16,0 5-1 0,0-3 1 0,0 5 6 16,0 2 3-16,6 0-2 0,-1 3 14 0,0 2 9 15,1 1-8-15,1 1-9 0,0 1 10 0,4 1-23 0,-2-1 8 0,1-1 12 16,1 0-8-16,1-1 13 0,0-1-9 16,-1-1 4-16,3-1 0 15,-2-2-11-15,0-1 12 0,2 0 6 0,-2-3-15 16,2-3 11-16,-3-1-8 0,0-2 4 0,0 0 7 15,0-4-11-15,-1-1 2 0,0-3-8 0,0 1 9 0,-2-3 4 16,1-2-6-16,-2 2-5 0,-1-3 3 16,1 0 0-16,-3 0 3 0,1-1 6 0,-2 0-19 0,-2 1 9 15,-1 1 5-15,0 1-11 0,0 2 9 0,0-1-2 16,0 4-9-16,0-1 7 0,0 3-7 0,0 1 4 16,-3 1-6-16,3 2 4 0,0 0-9 0,0 0 3 15,0 0 15-15,-1 4-7 0,1 1 11 0,-3 2 4 0,3-1-11 16,0 4-10-16,0-2 8 0,0 2-8 0,0 2-3 15,0-2 16-15,0-1 8 16,4 1-16-16,-4-2 6 0,2 0 8 0,-1-2-17 0,-1 1 3 0,2-4 11 16,-2 1-11-16,0-3 3 15,2 2 15-15,-2-2 0 0,0-1-4 0,0 0 11 0,0 0-18 16,0 0-4-16,0-4 11 0,0-1-13 0,3 1 6 0,0-2-1 16,0 0-7-16,-1-2 5 0,1-1 8 15,-1-2-4-15,1 1 3 0,3 0 1 0,-3-1 1 16,2 0-1-16,-2 0 0 15,4 1 1-15,-3 1-3 0,2 2-2 0,-1-1 1 16,2 3-16-16,-3 0 0 0,0 0 7 16,-1 3-5-16,0 0 8 0,-1 2 2 0,-1 0-10 0,4 0 9 15,-4 5-14-15,6 1 6 0,-3 0 4 0,1 3-5 16,3-1 16-16,3 1-3 0,0 2 8 0,3 0-10 16,-1 1-3-16,3 0 1 0,-3-1-5 0,1 0 15 0,2-2-4 15,-2 0-4-15,2-1 7 0,-4 1-22 0,6-3 18 16,-5-1 17-16,-1-1-18 0,2-1 39 0,-1-3 5 15,-2 2-4 1,0-2 22-16,1 0-7 0,-2-3-12 0,0-1-1 16,0-1-7-16,-1-1-13 0,-3-2-9 0,0 2-1 0,4-3 3 0,-6-1-6 0,1-2 7 15,2 0-11-15,-4-1-15 0,0-1 8 0,-1-2-7 16,-1-1 2-16,2 0 9 16,-3-4-8-16,0 1-2 0,0-1 3 15,-6-2 7-15,1 0-7 0,0-2 1 0,1 3-1 16,-3-2 0-16,-2 3-5 0,4 1 10 0,-1 0-5 15,-1 5-4-15,2 1 14 0,1 1-12 0,-2 5 1 16,3 1-6-16,-1 4-16 0,1 0 4 0,3 3-7 0,0 0 14 0,0 0 5 16,0 5 6-1,0 1 5-15,0 3-15 0,0 3 20 0,3 4-16 0,1 0 8 0,-1 3-2 16,3 3-6-16,-2-1 16 0,1 1-3 0,0 0 1 16,2 1 1-16,-1-2-8 0,3 1 1 0,-2-1 5 15,1-1-6-15,-2 1-6 0,5-3 12 0,0 1 0 0,-1-1-2 16,2 0 12-1,1-1-17-15,1-1 10 0,0-2-6 0,3 1-5 16,1-2 16-16,3-1-17 0,-3-2 17 0,2 1-7 0,2-3-8 16,-2-2 5-16,-1-1-10 0,2-4 10 0,-4 1-1 0,2-2-3 0,-2 0 12 15,-2-5 2-15,0 1-12 0,-2-4 11 0,-3 1-23 32,1-3 3-32,-3-1 10 0,-2-1-9 0,-1 1 14 15,0-2-16-15,-1-1 11 0,-2 0-3 0,-1 2-2 0,2-1 8 0,-3 2-11 16,0 1 4-16,0 1 3 0,0 2 0 0,0-1 2 15,0 3-4-15,0 1-1 0,0 1-2 0,0 1 4 0,0 1-1 16,0 1-3 0,5 0 3-16,0 0-10 0,2 0 7 0,2 4 1 0,-1 1-1 15,0-1 6-15,3 3-4 0,1 0-1 0,1-1-1 16,4 3 8-16,-4 1-6 0,4-1-2 0,-1 1 7 0,2 2-8 16,-6-2 6-16,2-1 2 0,-1 2-3 0,-5-2 3 15,1-1-13-15,-4-2 9 0,-3 0 1 0,-1-2-5 16,-1 1 10-16,0-1 0 0,0-1-10 0,-4-1 5 15,-4 1 17-15,-3 0-14 0,-2-1-5 0,-3-1 7 16,0-1-9-16,-4 0 7 0,-4 0 11 0,2-6-10 16,-5 2-9-16,3-1 7 0,1-1-1 0,-1 0-1 15,7 0 9-15,-2 0-9 0,4-2 7 0,3 3-7 16,4-1-5-16,2 0 7 0,2 0-21 0,1 0 9 0,3-1-5 16,0 2 7-16,8-2 1 0,0 1 6 0,6 0-1 15,1 0-17-15,2 0 23 0,2 0-16 16,3 1-5-1,2 1-22-15,-1-1-50 0,1 2-29 0,2 1-29 16,-4-2-24-16,0 1-16 0,-3 1-43 0,-2 0-55 0,-2 1-63 0,-3-2-67 16,-6 2-41-16,-1-2-61 0,-5 1-28 0,0-1-45 0,-8 0 105 15</inkml:trace>
  <inkml:trace contextRef="#ctx0" brushRef="#br0" timeOffset="91605.12">19031 7521 2337 0,'-13'0'126'0,"13"0"49"0,0 0 20 0,-14 0 31 16,14 0-116-16,0 0-46 0,0 0 6 0,0 0 1 0,0 0 27 16,0 0 13-16,22 0-20 0,-4 0-26 0,6 0-39 15,-1 0-23-15,4-6-2 0,3 6 4 16,-2 0 5-16,3 0-6 0,-1 0 1 0,-2 0-21 0,-1 0 2 15,2 0 12-15,-2 0 0 0,-4 0-66 0,1 0-94 16,-7 0-112-16,1 0-204 0,-18 0-80 0,12 0-105 16,-12 0-2-16</inkml:trace>
  <inkml:trace contextRef="#ctx0" brushRef="#br0" timeOffset="91754.15">18304 7382 2326 0,'-19'0'2'16,"3"0"4"-16,16 0-12 0,0-9 3 0,0 9-24 0,0 0-65 16,0 0-113-16,0 0-136 0,22 0-216 0</inkml:trace>
  <inkml:trace contextRef="#ctx0" brushRef="#br0" timeOffset="94181.21">21439 7783 1758 0,'-5'3'4'0,"1"-3"-4"0,2 0-3 16,0 0 7-16,2 0-9 0,0 0 20 0,0 4 22 16,0 2 14-16,0-1 11 0,4 2-7 0,0 0-4 15,1 3-17-15,0-2 5 0,4 2 4 0,-1-1 16 16,2-1 15-16,1-1 18 0,-2 1 2 0,3-2-14 15,0-1 9-15,-1-1 33 0,2-1 24 0,-1-3 7 16,1 2-11-16,1-2-27 0,-3 0-21 0,2-5-1 16,3-1 1-16,-2-1-7 0,2-3-4 0,-2 1-3 15,4-2 8-15,-2-3-4 0,-1 1-2 0,2-3-6 16,-4 1-22-16,0-2-16 0,-1 0-11 16,-2-2-5-16,-3 1 9 0,-3-1-11 0,1 1-3 0,-5 0-4 15,0-2-12-15,0 2 13 0,-6 0 0 0,1 0-4 0,0 2-3 16,-1 1-1-1,-1 1 8-15,1 2 0 0,-2 1 5 0,3 5-15 16,2 0-17-16,-2 1-4 0,2 4-5 0,2 1 8 16,1 0 2-16,-2 0 16 0,0 5-11 0,2 2 11 15,0 4 6-15,0 2-16 0,0 3 11 0,0 3-5 16,0 2-4-16,4 4 11 0,0-1 1 0,1 3-3 0,2 1 2 16,-1 0-3-16,2 1-12 0,-2 0 13 0,2 1 0 15,0 0 1-15,3 0 14 0,0-1-21 0,0 0-9 16,3-2 3-16,-1 0 4 0,3-1 2 0,-2-4 13 0,2-1-2 15,1-2-11-15,-1-1 7 0,0-3 5 0,1-2-4 16,-2-2 4 0,2-1-10-16,-3-3-6 0,4-2 1 15,-6-2 1-15,6-1 16 0,-7-2 8 0,1 0 12 16,1-5 4-16,-3-2 2 0,-3 0 1 0,1-1-15 0,-1-3-8 0,-3-2-9 16,-2-1-13-16,-2-3 24 15,0-2-19-15,-5-1 8 0,-3-5-1 0,0 0-24 16,-6 0 20-16,-2-2-7 0,-1 1 3 0,-2 1 2 0,-3 0 1 15,-4 2-5-15,3 1-3 0,-1 4 6 0,3 1-5 16,1 2 4-16,2 4-10 0,1 0-16 0,4 4 24 0,3 2-8 16,3 2 0-16,2 1 18 0,0 1-31 15,2 1 1-15,3 0 16 0,-1 0 1 0,1 4 14 0,0 1 1 0,3 1-6 16,2 0-1-16,-2 2 0 16,2-1 7-16,1 3-9 0,2-2-2 0,0-1 2 0,1 1-1 15,4 1 15 1,0-3-4-16,-1 0 1 0,4 0 5 0,0 0-9 0,1-2-4 15,4-2 0-15,-2 0 2 0,3-2-1 0,-2 0 5 0,1 0-7 0,1-3-11 16,0-2 10 0,-3-1-1-16,0 0 5 0,-3 0 9 0,0-1-8 0,-5-1-5 0,1 0 8 0,-2-1-9 15,-3 2 3 1,-3-2 10-16,1 3-10 0,-4-2 2 0,-1 1 2 16,0 1-8-16,0 1 0 0,-4 1-3 0,1 0-4 15,0 0 8-15,-1 2-5 0,1 1-2 0,1 0-4 16,-1 1-7-16,3 0 5 0,-1 0 10 0,1 3 8 15,-2 2-5-15,2 2 8 0,0-1-1 0,0 3-5 0,0-1 0 16,0 2 2-16,3 1-12 0,0 2 3 16,4-1 22-16,-1 0-11 0,3 0 15 15,1 0-19-15,1 1-14 0,3-1 13 0,2 0-2 0,2-3 12 16,-1 2 9-16,0-3-18 0,5-1-11 0,-2-2 14 16,2-1-11-16,0-2 13 0,-3-2 13 0,-2 0-9 0,2 0 0 15,-5-6-13-15,2 1-1 0,-5-2-7 0,-1-1 13 16,1-3 9-16,-5 1-13 0,0-2-1 0,-1 0 5 15,-1-2-12-15,-3 0 15 0,-1-1 1 0,0 1-18 16,0 0 9-16,0 0 0 0,0 2 1 16,-3 2 0-16,0 0-1 0,1 3-7 0,0 0 2 15,2 4 3-15,-1-1 5 0,-1 2 1 0,2 1-8 0,0 1 8 0,0 0-12 16,0 0-4-16,0 6 10 0,0-1 9 0,0 2-12 16,0 2 6-1,0 0 9-15,0 2-14 0,0 3 14 16,0-2 5-16,0 1-17 0,0 0-3 0,0 1 5 15,0-2 8-15,3 0-3 0,-1-3 0 0,0 1 1 16,-2-3-9-16,0 1 4 0,0-2 5 0,0-2 1 0,0-1 1 0,0-1 4 0,1-2 0 16,-1 3 4-1,0-3 1-15,0 0-7 0,2-5 0 0,0 0-5 0,-2 0-9 16,1-2 17-16,-1-1-13 0,3-1 1 0,2-2 8 0,-4 0-10 0,6-1 3 16,-4 0 11-16,2 0 0 15,-2-1-15-15,0 1 16 0,5-1-4 0,-4 2-10 16,1 2 18-16,0 0-7 0,2 1-16 0,-3 1 2 15,2 1 0-15,-1 2-4 0,2 2-1 0,-1-1 6 0,0 1-2 16,3 2 5-16,-2 0 1 0,1 5-3 16,2 0-2-16,0 1-8 0,0 2 14 0,0 2 0 15,2 1 12-15,-2 1-11 0,-1-1 3 0,4 3-5 16,-5-2-4-16,0 1 13 16,-1 0-1-16,1-1-1 0,-1-1 1 0,-2-2-1 0,-1 1-7 15,1-2 0-15,-2-2-3 0,-2-1 8 16,3-2-4-16,-3 1 9 0,-1-2 1 0,2-1 3 15,0 0 13-15,-2-1-13 0,0 0 25 0,0 0-2 16,1 0-11-16,-1-4 15 0,3 0-30 0,1-1-8 0,-3-1 3 16,1 0-17-16,1-2 11 0,1-1-8 15,-1 0 0-15,2-1 7 0,0 0 1 0,0 0 2 0,1 0-1 16,2 1 15-16,-2-1-21 0,2 0-6 16,0 1 19-16,2-1-23 0,-1 0 20 0,-1 1 7 15,3 2-16-15,0-2 7 0,-1 4-3 0,2-2-7 0,1 3 3 16,-2 1 0-16,3 0-4 0,2 2 5 0,0 1-4 15,0 0-4-15,0 0-4 0,-4 5 16 0,4 1 3 16,-3 1-2-16,1-2 0 16,-3 1 2-16,-3 1-8 0,3-2 2 0,-2 2 15 0,-2-2-22 15,-2-3 10-15,1 1 15 0,-3 0-16 0,-2-2 5 0,1 0 8 0,-2-1-6 32,0 0-4-32,0 0 11 0,0 0-6 0,0 0 3 15,0 0 6-15,0-4-13 0,-3 1-14 0,0 0 5 0,-3-2-3 0,1 1 4 0,-2-1 7 16,-1-1-11-1,-1-1 15-15,1 2-12 0,-1-1 8 0,-4-1-9 0,0 3-1 16,1 0 11-16,-7 1-18 0,2 2 15 16,-3 1-4-16,0 0-15 0,1 4 27 0,-3 1-9 15,5 1-5-15,-3 2 5 0,5 2-4 0,0 0 2 0,0-1 4 16,3 2 14-16,4 1-17 0,-2 0-8 0,3-1 7 16,4 1-4-16,1-1 10 0,2 0 7 0,0 1-7 15,4-2-5-15,0 0 8 0,3-1 2 0,2 1-6 0,1-3-8 16,-1 2 0-16,7-3 0 0,-2 1 6 0,3-2-3 15,0-2 10-15,1 1-7 0,0-2-3 0,-1-1 23 16,0-1-11-16,-1 0-14 16,-2-3 6-16,-1-2-2 0,-2 1-12 0,2-1 22 15,-4 0 1-15,-1-3-11 0,-3 0 14 16,0-2-17-16,-1 1 4 0,0-2-6 0,-4 2-3 16,1-2 12-16,-1 1-10 0,0 1 13 0,0 1-15 15,0 2 11-15,0 1-13 0,0 1 8 0,0 2-1 16,0-1-13-16,0 3 12 0,0 0-5 0,0 0-4 15,0 0 5-15,0 5 4 0,0-1 7 0,0 1-1 16,0 2 10-16,0 1-3 0,0 1-12 0,5 0 6 0,0 1-5 0,1 0 0 0,3-1-5 16,3-1 0-16,-3 1 8 15,4-3-10-15,-2 2 15 0,1-2 5 16,1-3-8-16,3 1-2 0,-3-2 3 0,-2-1 2 16,3-1-5-16,-1 0 17 0,-1 0-12 0,-1-5-1 15,1 0-1-15,-2-1 0 0,1-3-2 0,-1 2 2 0,-1-3-3 0,-1-2-13 16,0-2 11-16,-3 0 4 0,3-1-3 0,-5-1 4 0,0 0-7 31,-1-2 1-31,-1-2-9 0,-1 0 7 0,0-1 1 0,0-3-6 0,-6 2 22 16,-2-3-7-16,0-1-8 0,-1-1-1 0,-2 0 4 15,0 1-8-15,-4-1 9 0,1 3 7 0,1 0-8 16,-2 4 6 0,4 2-10-16,1 3-2 0,-1 4-9 0,3 3-5 15,3 4 15-15,4 1-11 0,-3 3 1 0,3 0 3 16,-1 8 8-16,2 3 4 0,-1 3-1 0,1 3 6 0,0 3-18 15,0 3 2-15,4 1 2 0,3 1 13 0,1 2 5 0,4 1-5 16,1-1 11-16,2-1-7 16,0-1 1-16,1-1 0 0,5-2-10 0,-3 0-2 0,0-2 2 15,-1-2 7-15,1-2 7 0,-1 0-5 0,0-3 2 16,-2 1-6-16,-1-1-8 0,0-2 12 0,-1-1-13 16,1-1 7-16,-1-1-18 0,-2-2-60 0,-2 0-56 0,-1-3-77 15,-1-1-85-15,-1-1-109 0,-5-1-152 0,-1 0-102 16,-6-3-114-16,-2-3-59 0</inkml:trace>
  <inkml:trace contextRef="#ctx0" brushRef="#br0" timeOffset="94371.31">22196 7443 3168 0,'-13'0'0'16,"13"0"3"-16,0 0 5 0,0 0 5 0,0 0-13 0,0 0 5 0,0 0-35 0,0 0-55 16,0 0-173-16,0 0-170 0,0 0-141 0,0 0-151 15</inkml:trace>
  <inkml:trace contextRef="#ctx0" brushRef="#br0" timeOffset="95151.95">24298 7700 2261 0,'0'0'121'16,"0"0"26"-16,11 0 19 0,-11 0 4 15,0 0-129-15,0 0-24 0,0 0-14 0,0 0-17 16,0 0 14-16,0 0-5 0,0 7-5 0,0-7 24 0,0 0-8 16,0 7-6-16,0-7-4 0,0 8 0 0,0-2 3 15,0 0 12-15,0-6 26 0,12 8-1 0,-12-3 5 16,0 1 17-16,0-6 24 0,0 0 20 0,12 5 46 16,-12-5 17-16,0 0-12 0,0 0-5 0,0 0-31 15,11 0-29-15,-11 0-10 0,12 0-8 0,-12 0-22 31,13 0-5-31,-13 0-21 0,17 0-21 0,-4-7 8 0,3-1-10 16,-16 1 4-16,14-1 9 0,-1-1 13 0,-13 0 8 16,14-2-7-16,-14 1 5 0,0-1-20 0,11 1-6 15,-11-2 0-15,0-2-2 0,0 1-12 16,0 0 7-16,0-1 2 0,0 0 5 0,0 0-5 0,-17 0-3 0,-1 1 0 16,4-1-12-16,-2 2 22 0,2 3-9 0,-2 0 0 15,4 3-7-15,12 6-4 16,-16 0-1-16,16-6 2 0,-13 6 0 0,13 0-9 0,0 0 17 15,0 0-17-15,0 0 12 0,0 0 11 0,0 11-4 16,0-1 8-16,0-1 7 0,0 2-2 0,19 0-8 0,-3 1 8 16,3 1 1-16,-2 0 0 0,5-1 9 0,0 2 2 15,4-1-14-15,-1-1 4 0,1 0-4 16,-1 0-7-16,0 0 2 0,0-2-1 0,-6-1-10 16,2 1 19-16,-4-3-8 15,-4 0-4-15,-13-7 20 0,0 8-19 0,13-8 4 16,-13 9 14-16,0-9-15 0,0 8 0 0,0-8 6 0,0 7-11 15,0-7 10-15,0 7-5 0,-20-7 5 0,5 0-2 16,0 7-3-16,1-7-3 0,0 0-2 0,-3 0 2 16,2 0-4-16,-2 0 4 0,3 0 6 15,-3 0-12-15,0 0 2 0,0 0-33 0,1 0-80 0,1 0-109 16,-1-7-134-16,0 2-59 0,3 5-131 0,-2-6-58 16,15 6-39-16,-13-10-52 0</inkml:trace>
  <inkml:trace contextRef="#ctx0" brushRef="#br0" timeOffset="95421.97">24853 7451 3380 0,'0'0'13'0,"0"-8"17"15,13 2-5-15,-13 6-3 0,0 0 0 0,0 0-28 16,0 0 7-16,0 0 17 0,0 0-11 0,0 0 11 15,0 9 7-15,0 2-20 0,0 0 12 0,0 1-1 16,0 2 10-16,0 1 4 0,0 1-7 0,14 1-12 0,-14-1-4 16,14 3 1-16,-14-1-1 0,17-1 4 15,-4 1-9-15,-1-1 8 0,-12-1-10 0,17-1 10 0,-5 0-5 16,-12-1-4-16,14-3 8 0,-14 0-19 16,14-1-73-16,-14-3-115 0,0 1-175 0,0-8-103 15,0 0-59 1,0 0-10-16,0 0-24 0</inkml:trace>
  <inkml:trace contextRef="#ctx0" brushRef="#br0" timeOffset="96549.36">24673 7564 2760 0,'0'0'17'0,"0"-4"8"0,0 4 3 0,0-5 11 0,0 5 2 0,0 0 8 0,0-5 6 0,0 5 6 31,22 0 12-31,3 0 6 0,2 0 13 0,3 0 3 15,3 0-1-15,3 0-5 0,4 0-9 0,1 0-15 16,3 0-7-16,-1 0-13 0,1 0 3 0,-1 0-14 16,-3 0-19-16,-1 0-2 0,-3 0-11 0,-2 0 12 15,-6 0 27-15,-3 0 24 0,-5 0 0 0,-3-7 2 0,-8 7-27 16,-9-6-24-16,0 6-6 0,0-6-8 0,0 6-6 16,0-6-1-16,0 6 2 0,0-7-8 0,0 7 5 15,0-5 14-15,-17 5-13 0,1 0 12 0,2 0-2 16,-5 0-27-16,2 0 16 0,-1 0 2 0,1 0-2 0,1 0 18 15,0 8-12-15,2 0-9 0,1 2 7 0,13 0-9 16,-16-1 14-16,16 3 9 0,-14-3-14 0,14 2 6 16,0 1-11-16,0-2 2 0,0 0 7 0,0-1 6 15,0 0 1-15,0 0-21 0,0-2 14 16,0 0-3-16,0-7 2 0,0 7 20 0,18-1-9 0,-6-6-5 16,4 7-1-16,-3-7 5 0,1 0-11 15,0 0 6-15,0 0 2 16,-1 0-13-16,3 0 10 0,-5 0 15 0,0 0-4 15,-11 0 10-15,17-9 11 0,-17 2-13 0,15-2-12 16,-15 0-2-16,14-1-1 0,-14-2-9 0,0 0 15 16,0 0-5-16,0-1-11 0,0 0-3 0,0 0 6 15,0 4-1-15,0-1-5 0,0 2 8 0,0 0-18 0,0 8 7 16,0-5-3-16,0 5-10 16,0 0 10-16,0 0-8 0,0 0 11 0,0 0 6 0,0 0-1 15,0 0 5-15,0 8-13 0,0 1 6 0,0 0-4 16,0 2 6-16,0 0 11 0,0 1-4 0,0 0 8 0,17 0-6 15,-1 0-6-15,-3-2 7 0,1 0 6 0,0-1-2 16,3-2 10-16,1-7-7 0,2 8-10 0,2-8 13 16,-1 0-1-1,1 0-3-15,2 0 3 0,0 0-2 0,-4 0 4 0,1 0 9 16,-2 0 17-16,-5 0-11 0,-14-8-4 0,20-1-6 0,-7 1-10 0,-13-3 2 0,0 1-19 31,0-2 20-31,14-1-21 0,-14-1-2 0,0-1 20 16,0-2-25-16,0-1 21 0,0-2-8 0,0-3 1 15,0 0 17-15,0-3-14 0,-17-1 6 0,3-1 3 0,14-1-12 16,-19 0-7-16,3 0 3 0,16 1-7 0,-17 2 0 16,3 3 29-16,14 2-3 0,0 3 3 0,-16 4 5 15,16 3 2-15,0 3-25 0,0 8 9 16,0 0-8-16,0 0-37 0,0 0 21 0,0 0-5 16,0 0 3-16,0 0 24 0,0 11-8 0,0 2 9 15,0 2-4-15,0 4-4 0,0 2 10 0,0 1-29 0,0 5 2 0,0-2 4 16,0 3-7-16,0-2 14 0,17 0 6 0,-1 0-7 15,-16-3 9-15,19 1-1 0,-3-4-6 0,1 0 9 16,-3-2-1-16,3-2 15 0,-4-1 1 0,3-1-13 16,2-1 2-1,-1-2-14-15,0-1 9 0,1-1 2 0,2-1 6 0,-1-8-10 16,3 9 5-16,2-9 7 0,-2 7-15 0,0-7 33 16,2 0-14-16,0 0-4 0,-2 0 14 0,-2 0-9 0,-1 0-6 0,-1 0 7 15,-1 0-4 1,-2-8-12-16,-3-2 13 0,-12 1-8 0,16-2-6 15,-16-1 10-15,14-2-11 0,-14 1 10 0,0-3-13 0,0 1-10 16,0-1 13-16,0-1-23 0,0 1 31 0,0-1-7 16,0 3-3-16,0-1-2 15,0 1-11-15,0 5 3 0,-17-1-12 0,2 10 19 0,15-7-3 16,-18 7 0-16,2 0 0 0,5 0 4 0,11 0-21 0,-18 0 8 16,2 9 11-16,16 2-7 0,-14 1 23 0,14 2-4 0,-16-1-8 15,16 1-2-15,0 0-1 16,0 0-4-16,0 0 1 0,0 0 4 0,0-1 2 0,0-1-6 0,0 2 10 15,0-1-1-15,0-1-4 0,18 0 17 16,-4 0-12-16,3-1 10 0,-1-1-7 0,6 0-1 16,0-1 5-16,1 0-15 0,2-1 15 0,0 0-15 15,4-1 9-15,-3-7 8 0,0 8-15 16,-2-8 7-16,1 0-22 0,-5 9-62 0,2-9-69 0,-6 0-114 0,-3 0-173 31,-13 0-119-31,0 0-183 0,0 0-106 0,0-14-35 0</inkml:trace>
  <inkml:trace contextRef="#ctx0" brushRef="#br0" timeOffset="96755.28">25000 7361 2875 0,'0'7'25'0,"0"-7"23"0,0 7 25 0,0-1 52 0,21-1-13 0,7 3-27 16,5 0-12-16,6 0-51 0,4 1-8 0,5 0-7 15,-1 0-10-15,0-1 14 0,-2 1-17 16,-3-1 19-16,-7-2-7 0,-3-6-27 0,-8 6-71 0,-5-6-195 16,-19 0-169-16,0 0-181 0,0 0-133 0</inkml:trace>
  <inkml:trace contextRef="#ctx0" brushRef="#br0" timeOffset="98843.11">6356 10673 1479 0,'1'3'38'0,"1"-1"35"0,2-2 44 0,-4 0 27 0,2 1-5 0,-1-1-9 15,1 1-25-15,-2-1-6 0,2 2-13 0,-1-1-7 16,-1-1 14-16,0 2 21 0,2-2-3 0,-2 0 31 15,2 0-14-15,-1 1-30 0,1 0 24 0,-1-1-24 16,1 1 35-16,-2-1 45 0,2 0 12 0,-1 0 25 16,2 0-23-16,2 0-22 0,-2-5-37 0,3 0-29 15,1-1-12-15,1-2-3 0,1-2 5 0,1-2 1 16,-1-3-3-16,2-2-20 0,2-3 0 0,-4 0-14 16,4-3-2-16,-2-3-6 15,0-3-9-15,0-1-7 0,0-3 4 0,2 0-20 0,-4-2 4 0,1-1 7 16,2-1-11-1,-2 1 20-15,-2 1-5 0,0 2 11 0,-1 3-7 16,0 2 3-16,-2 6 0 0,-2 1-32 0,2 6 7 0,-2 1-6 0,-1 6-18 0,0 1 14 16,-2 4-10-16,0 3-12 0,0 0 10 0,0 0-9 15,0 6 5-15,0 0 4 0,2 2 14 0,1 4-5 16,2 2-5-16,0 3 12 0,0 3-9 0,1 0 18 16,3 3-14-16,1 1-8 0,1 1 6 0,1 1-4 15,-2-1 15-15,4 3-5 0,-1 0-7 0,1 0 0 16,2-2-3-16,-3 2 7 15,2-2-8-15,-2 0-5 16,1-1 5-16,1-2-5 0,-3-2 1 0,1 1 4 16,-2-3 11-16,1 0 6 0,-2-3-6 0,1-1-1 0,-2-2-9 0,-2-1-14 15,1 0 35-15,-3-3-19 0,2 0-2 16,-4-1 18-16,1-1-36 0,-1-1 11 0,-1-1-29 0,-1-1-49 16,1-1-43-16,-2-2-26 0,0 0 3 0,0-1-5 0,0 0-13 15,0 0-48-15,0-2-77 0,-3-2-62 0,-1-2-60 16,-2 1-42-16,-2-2-2 15,-1 0 2-15,-3-1-22 0,-1 0 2 16,-4-1-47-16,0 0 99 0</inkml:trace>
  <inkml:trace contextRef="#ctx0" brushRef="#br0" timeOffset="99078.24">6501 10504 2422 0,'-6'-1'38'0,"2"-1"30"16,3-1 26-16,-1 1 46 0,2 0-3 0,0 0-31 0,0 2-8 0,5 0-51 0,-2-3-33 15,2 3 27-15,0-2 14 16,1 1 27-16,3 1 17 0,1-1-16 0,1 1-8 16,2-1-4-16,1 0-21 0,3 1 3 0,-1-1-31 0,3 0-19 15,2 0 7-15,1 0-13 0,0-1 12 0,0 2 0 16,2-2 9-16,-3 2-6 0,2-1-9 16,-3-1 0-16,-2 2-10 0,-1 0 10 0,-4 0-4 0,0-1-23 15,-4 1-70 1,-2 0-83-16,-4 0-108 0,0 0-86 0,-3 0-95 15,0 0-88-15,0-2-117 0,-6 0 107 0</inkml:trace>
  <inkml:trace contextRef="#ctx0" brushRef="#br0" timeOffset="100831.8">6128 10546 1080 0,'0'0'52'15,"0"0"58"-15,0 0 42 0,0 0 55 0,0 0-17 0,0 0-13 0,0 0-4 16,0 0-19-16,0 0 1 0,0-2 33 0,0 2 1 16,0-2-3-16,0 1-1 0,0 0-55 0,0 0-8 15,0 0-11-15,0 0-44 0,0-1-4 16,0-1-11-16,0 1 17 0,0-1 33 0,0-1-13 16,5-1-2-16,-2-1-12 0,-1-2-10 0,1 1 16 15,1-3-7-15,-1 0-17 0,0 1 1 0,2-2-24 0,0 0 10 16,0-2 7-16,1 1-2 0,2-2-4 0,-2-1 5 15,1-2-20 1,-1-1-3-16,3 0 10 0,-1 0-7 0,-1-2 17 0,-1 1-13 0,3-1-8 0,-1 2-4 16,-1-1-2-1,-1 1-15-15,1 0 16 0,0 0-3 0,1 1-26 0,-1 0 28 0,-1 0-9 0,3 1-8 16,1 0 10-16,0 1 1 0,0 1-16 0,0 1 4 16,1-1 16-16,0 0-12 15,0 2 34-15,2-1 12 0,-1 1-9 0,1-1 1 0,1 2-7 16,-1 0-21-16,1 0 8 15,0-1 18-15,2 2-12 0,-3 0 5 0,1 1-3 16,0 0-28-16,1 1 7 0,0 0 3 0,-2 1-8 16,1 1 15-16,-1 0-11 0,-1-1-2 0,1 3 0 0,0 0-12 15,1 0 7-15,-1 1-6 0,1 0 3 0,0 1 9 16,0 0 1-16,1 1 0 0,2 0-4 0,-1 0 4 16,1 0-26-16,1 1 18 0,-1 0-8 15,1 0-12-15,0 0 30 0,0 4-8 0,-1 0 7 0,0 0-6 16,1 0-15-16,-1 1-2 0,-1 0-1 0,2 0 13 15,-1 2 12-15,-1-1-4 0,-1 1-2 0,1 1-6 16,0 0-7-16,0 1 5 0,1-1 2 0,-2 4 11 0,0-3-10 16,0 1-6-16,0 0 5 15,0 1-9-15,-1 0 11 0,0 0 2 0,-3 2-2 0,3-1 1 0,-1 0 7 16,-2 0-12-16,0 1 9 0,0 1-4 0,0 0-3 16,-1 0 13-1,0 0-18-15,-1 0 10 0,-1 0-10 0,0 1-3 16,-2 0 20-16,3 0-5 0,-1 1-3 0,-1 0 16 0,-1 1-29 0,-1 0 11 0,4 1 8 15,-4-1-16-15,-2-1 22 0,2 1-15 0,-2 1-3 16,2 0 17 0,-1-1-19-16,-2 1 20 0,1-3-20 15,-1 1-10-15,1-1 31 0,-3-1-31 0,2-1 21 16,-1 0 1-16,-1 1-18 0,0 0 24 0,0 0-12 0,0-1 4 16,0 0-3-16,0 0-10 0,-3-1 5 0,-2 0 3 15,3 1 0-15,1-2-2 0,-1-1 13 0,-2-1-6 0,2 1-10 16,1 0 8-16,-1-3-4 0,1 1-3 15,-1 1 13-15,0-3-4 0,-1 2-5 0,0 0 3 16,1-1-8-16,-1 1 11 0,0 0-1 0,-3-1 0 16,4 2 5-16,-2-2-7 0,0 1-4 0,-1-1 5 15,2 1 2-15,-2-1-6 16,1 1 6-16,-2 0 10 0,1 0-15 0,0-2 10 0,0 2-6 0,0-1-9 0,-1 0 20 16,0-2-10-16,1 2 11 0,0-1-11 0,1 0-18 15,-1 0 23-15,0-2-1 0,-1 3-4 0,0-3 13 0,-1 2-5 16,-1-1-8-16,1 0 2 0,0 2 2 15,-1-3-7-15,0 1 7 0,-1 0 7 0,1 1-8 16,0-1 3 0,-2-1 1-16,1 2-5 0,1-3 11 0,0 2-1 15,-3 0-8-15,3-1 18 0,0-1 0 0,-1 2-3 0,0-2 2 16,-1 0-6-16,0 0-10 0,1 0 4 0,-1 0 6 16,-1-1-19-16,0 0 18 0,0 0-2 0,0 0-13 15,0-1 14-15,3 2-15 0,-2-1-4 0,-2 0 2 16,1 0-5-16,1 0 8 0,-2 0-9 0,2-1 10 0,-4 2-5 15,1-3-7-15,2 3 11 0,-3-2-11 16,3 0 7-16,-1 0 4 0,2 1 0 0,0-1 1 16,0 1-4-16,0-1 1 0,2-1-4 0,-2 3 0 15,1-3 2-15,1 0 0 16,-2 2 5-16,0-1-2 0,0 0 2 0,2 0-6 0,0 0 0 0,-3 0 4 0,3-1 5 16,0 1-3-16,-1-1-3 0,-1 1 0 0,2-1 5 15,-1 0-2 1,1 0 3-16,0 0-2 0,0 0 2 0,-1 0 11 15,1 0 11-15,2 0-2 0,-1 0-15 0,-2 0 13 0,3-2-2 0,-1 2-3 16,1-2 8-16,-1 1-23 16,1-1 0-16,0 0 14 0,1 2 0 15,-1-3-3-15,-1 2-16 0,1-1 0 0,0 0-3 0,1 0 14 0,-1 0 9 0,1-1-18 16,-3 2 5-16,2-1-3 16,1-1 7-16,0 0-2 0,0 0-24 0,-1 1 18 15,-2-2-10-15,4 1 7 0,-3 0 18 0,1 1-30 16,-1-3 8-16,0 3 5 0,0-2-1 0,1 0 3 15,-1-1-16-15,-2 2 14 0,1-1-17 0,2-1 14 0,-2 2 2 0,-1-2-20 16,1 1 30-16,0-1-3 0,0 1-1 0,-1-1 5 16,0 0-19-16,1 1 3 0,2-1 11 15,-3-1 10-15,1 2 3 0,3-1-15 0,-1 0 15 16,-2 1-14-16,3-1 0 0,-1-1 13 0,1 1-31 16,-1 1 15-16,-2-3 5 0,3 2-11 0,0-1 19 15,1-1-15-15,-3 2 1 0,1-2 7 0,0 1-9 16,-1 0 14-16,1 1-32 0,1-2 17 0,0 0-7 0,-4-1-6 31,4 1 28-31,-1-2-30 0,1 1 21 0,-1 0 0 16,-2 0 1-16,2-1 8 0,-1 0-22 0,1 0 10 15,1 0-5-15,-1-1 10 0,1 0 3 0,-1 0-21 0,3 0 8 16,-1 1 8-16,1-2-6 0,0 1 18 0,0-1-17 0,3 3-11 16,-3-1 7-16,3 1-5 15,-2 1 9-15,1 0-14 0,-1 0 21 16,2 2-6-16,-1 0-7 0,-1 0 24 0,2 1-33 0,0 0 10 15,0 1 11-15,0 0-12 0,0 0 8 0,0 2-13 0,0-1 12 0,0 0-6 0,0 0 3 16,0 0 9-16,0 2-29 0,0-2 18 0,0 2 7 16,0 0-9-16,0 0 9 0,0 0-26 15,0 0 9-15,0 0 5 0,0 0 6 0,0 0 11 16,-3 0-28-16,3 0-8 0,0 0-31 0,0 0-42 16,0 0-63-16,0 0-46 15,0 0-50-15,0 0-51 0,0 0-12 16,0 0-25-16,0 0-16 0,0 0-34 0,0 0-57 0,0 0-97 15,0 0-48-15,0 0-38 0,0 0-3 0,0 0-9 0</inkml:trace>
  <inkml:trace contextRef="#ctx0" brushRef="#br0" timeOffset="103871.89">5848 10353 1902 0,'2'0'42'0,"-1"0"32"0,-1 0 35 0,0-3 26 0,0 0-17 0,2 2-6 15,-1-1 10-15,-1 0 21 0,0 2 21 0,0-3 3 16,2 3-27-16,-2-3-33 0,0 2-35 0,2-2 5 16,-2 1 11-16,1 0-11 0,-1-1 14 15,2 0-13-15,-2-1 7 0,1-1 7 0,1 0-6 16,2 0-4-16,-2-1-15 0,1 1 0 0,0-2-2 15,-1 1-1-15,1-1-4 0,-1 2 0 0,1-2 4 16,0 1-13-16,-1-1-2 0,1-1-7 0,0 1 2 0,3 0 10 16,-3-1-15-16,2 0 24 0,0-1-23 15,0 1 0-15,0-1 7 0,-1 0-24 16,1 0 10-16,-2-1-10 0,2 1 15 16,1-2 16-16,-1 0-11 0,1-1 16 15,-1 0-34-15,1 0 5 0,-1 1 5 0,3-1-13 0,-3 0 25 0,2-1-12 0,0 2-3 16,-1-1 8-16,-1 0-4 15,0 0 0-15,1 1 4 0,0 0-18 0,-1 0 2 16,0-2-5-16,0 2-2 0,2 0 15 0,-2-1-12 16,0 0-2-16,0 1-10 0,-2 0 0 0,2-1 10 0,0 1 3 15,1-2 4-15,-2 2-12 16,1 0-17-16,0 0 13 0,-2 0-7 0,-1 0 10 16,1 0 6-16,0-1-16 0,0 3 10 0,-1-1-10 15,1 0 6-15,0-2-2 0,0 3-6 0,4-1 3 16,-2-2-4-16,-1 2 1 0,4-1-7 0,-2 0 5 0,-1 2 4 0,3 1-1 15,-3-1 10 1,4-1-7-16,-4 2-11 0,3-2 15 0,-2 2-7 0,3-2 7 0,-2 1-7 16,1 0-5-16,0 0 13 0,1 2-6 0,-1-2 13 15,0 1-21-15,1 1-2 0,-1 0 7 0,2-1 0 16,-2 1 3-16,3 0-2 0,-3 1-1 0,3 0-1 0,-2-1 7 31,1 2-7-31,1-1-7 0,0-1 1 0,-1 2 6 0,1-1 1 0,1 0 2 0,-1 0-1 0,3 0-6 16,-1 1 6-1,-2-1-1-15,3 0 8 0,1 2-11 16,-1-3 0-16,0 3 4 0,0-1-11 0,-1-1 11 16,1 2-2-16,-1-1 6 0,1-1 3 0,0 3-14 15,-1-1 9-15,1 0-13 0,-3 1 6 0,3 0 5 0,-2 0-5 16,-1 0 10-16,1 0-14 0,-1 0 14 0,-1 1-6 16,2-1-3-16,-2 2 8 0,1-1-7 0,0-1-4 15,0 2 7-15,3-1 2 0,-2-1-6 0,0 2 9 16,2-1-9-16,-1 1 3 0,0-1 3 0,-1 1-1 15,2-1-6-15,-2 2 1 0,0-2 9 0,1 2-12 16,-2 0 11-16,0 0-1 0,0 0-3 0,-1 0 0 16,-2 0-3-16,2 0 1 0,-1 0-8 15,-1 0 9-15,1 0 1 0,0 4-3 0,-1-4-1 16,0 2 4-16,3 0-2 0,-1 0 8 0,-2-1-2 0,4 2-1 0,-1-1-1 16,-1-1-13-16,1 3 11 0,-2-2 2 0,1 1-7 15,2 0 5-15,-2 1-2 0,0 0-2 0,2-1 9 31,-4 2-2-31,2 0 0 0,0 0-6 0,0 0 6 0,1 1 5 16,0 0-8-16,-1 1-4 0,-1 0 2 0,2 0-10 16,0 0 9-16,1 1 5 0,0-1-3 15,-1 2 5-15,0 0 5 0,0 0-9 0,1 0-1 16,0 0 10-16,-3 0-17 0,1 0 10 0,2 1-5 16,-2-2-4-16,1 1 0 0,0 3 4 0,-1-2 9 0,-1 2-2 15,2 0-2-15,-3 0 5 0,2-2-17 16,1 2 9-16,-3-3 0 0,0 1-2 0,1 0 2 0,0-1-4 0,-2 1 10 15,1 0-3-15,1 1 2 0,-1 0-2 16,-2-1-4-16,1 1 1 0,-1 1 1 16,3 0-8-16,-2-1 3 0,-1 0 0 0,2 0 13 0,0 0-9 0,-2-1-3 15,2-1 4 1,-3 2-9-16,3-2 15 0,-2 1-1 0,-1-1-5 0,1 0-2 0,-1 1-2 0,0-1 11 0,1 1-14 31,-3 0 10-31,2 1-1 0,0-2-13 0,0 3 19 0,1-2-12 16,0 2-5-16,-1-1 7 0,1 0 6 15,-1-1-6-15,0 2 7 0,1-1 4 0,-1 2-16 16,-1-1 9-16,1-1 0 0,-2 2-3 0,2-1 1 0,-1 1-2 0,0 0 3 16,1 0-1-16,-1-1-1 15,1 3 5-15,-1-4 2 0,0 3-7 0,-2-1 4 0,1 0-1 16,0 0 1-16,2 1-9 0,-4-1 3 0,2 0 0 0,-1 1 6 0,1 1 6 16,1-3-4-1,-3 2 9-15,2 2-18 0,-3-2 7 0,2 1 1 16,-2-1-15-16,2 0 12 0,-2 0-4 0,1-2 5 0,-1 0 4 0,0 1-11 0,0-2 7 15,0 0 3-15,0 0-6 16,0-1 3-16,0 1 5 0,0 0-18 0,0-1 7 16,0 2 13-16,0 0-12 0,0-1 2 0,0 0-3 0,-3 0 0 15,3 1 3-15,0-1-2 0,-2 1 7 16,2-3-13-16,0 4 0 0,-1-2 19 16,1-1-19-16,0-1 8 0,-2 1 7 0,2-2 4 0,0 2-2 0,-1-1 6 31,-1 0-13-31,2 0-12 0,-2 0 11 0,2 0-8 0,0 0 9 0,-3 0 3 0,3 0 4 15,-2 1 3-15,1-1-6 16,1-1-9-16,-2 1 2 0,1 1 0 16,-2-3 3-16,1 1 8 0,-1 1-8 0,0-1 4 15,1 0-4-15,-1 1 6 0,0-2 6 0,0 1-6 16,-1-2 0-16,0 3-8 0,-1-3-3 0,2 2 7 16,-2-2 6-16,2 2 0 0,-2-1 8 0,0 2-9 15,-1-1 3-15,-1 0-4 0,0 0-4 0,2-1 5 0,-3 3 7 16,-1-2-3-16,1 1 4 0,0-1-7 15,0 2-8-15,-3-2 8 0,2 0-4 0,-1 2 8 16,-2 0-2-16,0-2-4 0,0 1-9 0,1-1 9 0,-2 1-1 16,1-1 4-16,0 0 6 0,-2 0-21 0,3 1 14 0,-2-1-11 15,1-1 12-15,-1 1 2 0,1 0-14 0,0-1 10 16,1 1-8-16,-1-2 3 0,1 1 4 0,-1 0-7 16,2 0 8-16,0-1 1 0,-1-1 0 0,0 2-3 15,1-1-19 1,-1-1 25-16,-1-1 0 0,2 2-4 0,-2-1 18 0,-1 1-25 0,3 0-7 0,-2-1 17 15,-1-1-14-15,3 1 7 0,-2 0 3 16,1-1-1-16,-2-1-3 16,1 0-7-16,-1 1 15 0,0-1-22 0,0 0 18 15,-2-1 4-15,4 3-7 0,-2-3 4 0,-1 2-19 16,4-1 16-16,-2 0-6 0,-1 1 9 0,3-1 14 0,0-1-33 16,0 0 8-16,0 0 4 0,1-1-11 15,1 2 21-15,3-1-15 0,-3 0-3 0,1 0 7 0,0 1-2 16,1 0 8-16,-2-1-11 0,0 1 7 0,0-1-1 15,-3 1-1-15,0 0 6 16,0 1-13-16,-2-2 3 0,1 1 1 0,-1 0 7 0,1 0-1 0,0 0-20 16,1 0 22-16,-3-2-7 0,3 2 1 15,0-1 16-15,-2 0-22 0,2-1 2 0,0 2 9 0,0-1-1 0,0 0-1 16,-1 0 0-16,0-1 0 0,1 1 2 0,0-1-4 16,0 1 3-16,0-1-13 0,0 0 8 0,0 2 1 15,0-1 5-15,1-1 6 0,-1 1-26 0,-1 0 13 16,2 0-6-16,-1-2 4 0,0 3 19 0,1-3-10 15,1 0-1 1,-2 0 3-16,1 0-5 0,2 0-2 0,-1 0-4 0,0 0 4 16,-1 0-2-16,2 2 2 0,-3-2 9 0,3 0-12 0,-3 0 12 0,2 0 1 31,1 0-9-31,-2 0 10 0,-1 0-10 0,3-2 1 0,-1-1 10 16,1 3-1-16,-3-2-3 0,1 0-1 0,2 0 11 15,-1 0 2-15,1 1 0 0,0-3 6 16,2 2-29-16,-2-1 1 0,0 0 16 0,0 0-9 0,2 1 18 0,-2-2-6 0,0 1-8 15,0-1 3-15,0 0 10 0,-1 0 0 16,-1-1-12-16,0 0 10 0,0-2-17 16,0-1 3-16,-1 2 0 0,-1-2-14 0,0 0 4 0,-2 1-7 15,3-1 17 1,0 2-1-16,0 0-14 0,0 0 19 0,3-1-10 16,-1 2 3-16,1-1 19 0,0-1-40 0,-2 0 13 0,1-1 4 0,-1 1-6 0,2 0 16 0,-1 0-12 31,1 2 8-31,0-2-3 0,0 0 10 0,-1 0 5 0,2 0-21 0,1 0 11 15,-2 0 4-15,0 0-16 16,0 0 3-16,0 0-6 0,0 0-2 0,-2 0 2 16,0-2 17-16,0 2 5 0,1-2-34 0,-1 1 28 15,1 1-10-15,-2-1-2 0,3 1 19 0,-2 0-30 0,2 0 18 16,-1 1-14-16,1 0 16 0,0 1 8 0,-1-2-34 0,1 3 30 16,3-1-13-16,-1 0-6 0,1 0 27 0,-1 1-27 0,1-2 12 15,0 2 18-15,0 0-10 16,2-2 0-16,-2 2-12 0,2-1 3 0,-3-1-2 15,3 2 13-15,0-3 5 0,-2 1-31 0,2 1 23 16,-2-2-8-16,3 0-8 0,-1 0 33 0,0 1-41 16,-1-2 14-16,1 2 8 0,-1 0-18 0,3 0 27 0,-1-1-16 15,-1 0-1-15,1 2 12 0,1-2-6 16,-3 1 1-16,3-2-10 0,-1 2 9 0,2-1 0 0,-1 0 4 16,-1 0 11-16,2 0-20 0,-3 0 8 0,3-1 7 15,-1 1-10-15,1-1 1 0,0-1-18 0,0 1 10 16,-2-1 0-1,2 0 6-15,0 1 20 0,0-2-37 0,0 2 8 0,0-1 13 0,0 1-1 16,0 0 7-16,0 0-14 0,0 0-2 0,0 2-9 0,0-1 5 16,0-1 16-16,3 1-24 0,0-1 13 0,-3 2 9 31,0-2-3-31,2 3 2 0,-1-2-17 0,-1 2 15 0,2-1-3 16,-1-1 2-16,-1 1 12 0,0 1-17 0,2 0-3 15,0-1 4-15,-1 0 2 0,-1 0-6 0,0 0-7 16,2 1 13-16,-2 0-11 0,1 1 4 0,1-2 22 15,-2 1-24-15,3-1 14 0,-3 3 0 0,2-2-9 16,-2 1 7-16,3-2-22 0,-3 2 26 16,3-1-7-16,0-1 1 0,-3 0 11 0,3-1-35 0,-1 2 11 0,-1-2 3 15,3 1 11-15,-1 0 7 0,-2 0-15 0,4 0 11 16,-3 1-18-16,1-2 4 0,0-1 14 0,2 0-15 16,-2 0 18-16,0 1 2 0,0-1-9 0,-1 0 0 15,1 0-14-15,0 2 5 0,2-1 1 0,-3 0 9 16,1-2 7-16,1 2-22 0,-2 0 11 15,1 1 1-15,0-2-1 16,1 2 9-16,-1 0-19 0,0 1 10 0,0 0-5 16,-1 0 6-16,4 1 14 0,-3-1-25 0,0 3 8 15,0-1 0-15,-1 0-2 0,0 0 8 0,-1 2-19 16,2-2 15-16,-3 0 8 0,2 1-11 0,0 0 22 0,-1 0-35 16,1 1 0-16,1 0 19 0,-3 0-13 15,4-1 23-15,-2 1-22 0,3-1 7 0,-2 1 4 16,0-1 0-16,0 0 5 0,2 0-19 0,-2 0 25 15,2-1-12-15,0 2 3 0,-2-1 13 0,2 0-40 0,-2 1 20 16,0-1 6-16,-1 0-4 0,-1 1 18 0,1 0-25 16,-1-1-2-16,1 2 10 0,-2-1 2 0,0-1 9 0,2 2-9 15,-2 0 1-15,0 0-9 0,0 0 7 16,0 0 12-16,0 0-20 0,0 0 9 0,0 0 0 0,0 0-9 16,0 0 13-16,0 0-9 0,0 0 0 0,0 0 7 15,-4 0 2-15,4 0-7 0,-1 0-20 0,1 0 12 31,-2 0-15-31,2 0 1 0,0 0-4 0,-1 0-62 0,-1 0-42 16,2 0-66-16,0 0-85 0,0 0-54 0,0 0-60 0,0 0-56 0,0 0-69 0,0 0-141 16,0 0-111-16,0 0-152 0,0-3-44 0</inkml:trace>
  <inkml:trace contextRef="#ctx0" brushRef="#br0" timeOffset="105839.57">4705 10388 2080 0,'-2'2'48'16,"2"0"31"-16,0-1 35 0,0-1 25 0,0 0-20 0,3 0 23 0,-3 0-19 0,2 0-1 15,-2 0-17-15,0 0-35 0,2 0-9 0,-1 0-23 16,-1 0-9-16,2 0-13 0,-2 0 11 0,0 0 2 16,1 0 0-16,1 4 25 0,-2-2-10 0,2-1 39 0,-1-1-2 31,4 1-8-31,1 0 0 0,0-1-18 0,2 0 8 16,2 0-12-16,4 0 21 0,-1 0-2 0,4 0 1 15,2 0 16-15,0 0-30 0,3 0 8 0,-1 0-8 0,3 0-26 16,1 0 23-16,0 3-18 0,0 1 4 0,1-2 15 15,1-1-4-15,3 1-18 0,-2 1 5 0,2-3-16 16,0 0 1-16,0 0 18 0,0 0 7 16,0 0 9-16,0 0-20 0,0 0 1 0,0-3-16 0,-1 1-2 0,-1 1 9 15,2 0-13-15,-3-1-3 0,0 1-6 0,-1-2-13 16,-1 1 11-16,0 1 1 0,-3 0 17 0,3 1-10 16,-4-1-1-16,1-1-1 0,0 2-11 0,-3-1 21 15,2-1-9-15,-1 1-6 0,0 1 4 0,-2 0 4 16,3 0 0-16,-4-1-2 0,2-1 9 0,-3 2-9 0,3-2-2 15,-3 1 15-15,3 0-4 0,-5 0-13 0,2 1 17 16,-2 0 9-16,-1-2-40 0,-2 1 13 0,-2-1-5 31,-3 2-18-31,-1 0 37 0,0 0-6 0,-2 0-3 16,-1-1 1-16,1 1 6 0,-3 0-4 0,3 0-14 16,-3 0 8-16,0 0-11 0,0 0 7 0,2 0 11 15,-2 0-10-15,0 0-2 0,0 0 3 0,0 0-12 0,0 0 13 16,0 0-10-16,0 0 9 0,0 0 7 0,0 0-14 15,0 0 12-15,0 0-4 0,0 0-3 0,0 0 10 16,-3 0-9-16,3 0-3 0,-2 0 1 0,2 0-8 16,-1 0 7-16,-3 0 2 0,4 0-8 0,-1-3 10 15,-1 3-5-15,-1 0-5 0,1 0 11 0,-1 0-16 16,0 0 5-16,0-3 7 0,-2 3-10 0,2 0 4 16,-2-2-8-16,2 2-34 15,-2 0-25-15,0 0-29 0,2 0-21 0,-3-2-35 16,3 1-2-16,-2 1-28 0,-1-3-50 0,1 2-41 0,0 1-90 15,-1-3-94-15,0 3-52 0,-1 0-35 0,1 0-47 0,1 0-36 0,-4-4 92 16</inkml:trace>
  <inkml:trace contextRef="#ctx0" brushRef="#br0" timeOffset="106413.63">5661 10247 1724 0,'-5'-3'44'16,"2"-3"32"-16,-1 1 18 0,1 0 39 15,1 0-15-15,-1 0-5 0,0 1 5 0,0 1-15 16,1 0-5-16,-1-1 33 0,1 3-8 0,-1-1 1 16,3 1-23-16,-2 0-56 0,2 0 6 0,-1 1-28 15,-2 0 27-15,3 0 17 0,-2 0-8 0,2 0 23 16,0 0-12-16,0 0-6 0,0 3-9 0,0-3-4 15,0 2-9-15,0-1-15 0,0 1-1 0,0-1-17 16,0-1-2-16,2 0 17 0,2 0-2 0,-2 0 6 16,-1 0 12-1,3 0 12-15,-1 4 20 0,2 0 31 0,1 2-3 16,3-1-14-16,-1 1-15 0,2 1-35 0,0 0-9 16,2 1-6-16,1 0-3 0,-1 0-6 0,1 0-3 15,1 2 1-15,-3-2 2 0,2-1-3 16,-2 1 11-16,0 0-11 0,-1-1-9 0,-1-1 18 0,-1 1-31 15,-2-3 25-15,-1 2-3 0,-2-2-17 0,3-2 20 16,-4 1-14-16,-1 0 7 0,1 0 15 0,-2-3-7 16,0 3-5-16,0-2 12 0,0-1-25 0,0 1 14 15,0 1 17-15,-3 0-6 0,-3 3-9 0,1-1 0 16,0 1-10-16,-1 2-2 0,-1 1 27 16,-2 1-9-16,0 2-15 0,-1 0 6 0,-1-1-7 15,-2 4 15-15,1-2-1 0,-2 3-13 0,-1 0 12 0,0 0-3 0,0 0 1 16,-2-1 6-16,1 0-2 0,0 0-14 0,2-1 4 15,0-1 0 1,1-1-9-16,2-1 8 0,0-1-8 0,1-1 3 16,1 0 6-16,3-3-9 0,-1-1 20 0,4 1-9 15,-2-2-15-15,2-1 7 0,0 0-7 0,0-1 5 0,2-1 11 16,-1 1-6-16,2-1-8 0,0 0-30 16,0 0-49-16,0 0-71 0,0-2-86 0,0-1-96 15,0 1-126-15,0 0-92 0,0 0-96 0,0-1-94 16,3 1 50-16</inkml:trace>
  <inkml:trace contextRef="#ctx0" brushRef="#br0" timeOffset="109142.74">6716 9320 620 0,'0'0'16'0,"2"0"16"0,-2 0 31 0,0 0 20 0,1 0 9 16,-1-1-6-16,0 1-14 0,0 0 1 0,2 0-9 0,0 0 11 15,-2 0-5-15,0-1-8 0,1 1-11 16,-1 0-9-16,0 0 1 0,0 0-1 0,0 0 7 16,0 0 0-16,0 0 4 0,0 0 2 0,0 0 2 15,0 0 8-15,0 0-1 0,0 0 1 0,0 0 9 32,0 3 7-32,0-3 2 0,0 2-4 0,0-2-6 0,0 0-20 15,0 0 2-15,0 0 10 0,0 0 6 0,0 0 30 16,0 0 15-16,0 0 7 0,0 0-4 15,0 0-26-15,0 0 7 0,0 0 3 0,0 0-3 16,0 0-1-16,-5 0-2 0,2 0-15 0,3 0 2 16,-3 0 4-16,1 0-29 0,-1 0 17 0,0 0 4 0,0-3 12 15,-2 1-6-15,0-1-17 0,2 1-11 0,-3-2-23 0,1 1 10 16,0 0 5-16,-2-1-7 0,0-1 11 0,2-1-12 16,-1 0-12-16,-2-2 10 0,0 2 2 0,2-2 11 15,0-2 2-15,-1 2-3 0,1-3-19 0,-2 1-8 16,3-1 1-1,-1 0-16-15,1-1 9 0,0 0-3 0,1 0-6 0,-1 0 16 0,0-1 15 16,2-3-1-16,0 2 20 0,1 1-23 0,1-1-6 16,-1-1-4-16,0-1-16 0,1 1 23 0,1-2-11 0,0 2-4 15,0-2 7-15,0 0-7 16,0-1-9-16,5 0 21 0,-2 0-10 0,2 2 4 16,0-2-2-16,1 0 4 0,0-1-8 0,0 1-7 15,2 0 17-15,0-1-23 0,1 0 4 0,1 0-3 16,0 0 1-16,1 1 9 0,1 0-1 0,0 1 0 15,2 1-9-15,0-1 1 0,0 4-6 0,2-1-2 16,1 2 4-16,-1 0-2 0,3 0 7 0,-2 2 4 0,3 2-10 16,0-1-1-16,-2 3-4 0,2 0 4 0,-1 0-9 15,0 0-2-15,0 0 8 0,1 2-1 0,-2 1 16 16,4-1-7 0,-2 1-2-16,1 1-10 0,1-1 16 0,0 2-4 0,-1 0 8 15,3 1 2-15,-1 0-23 0,-1 0 13 0,-1 0-10 0,1 0 6 0,-3 0 7 16,0 0-10-16,0 0 8 0,0 2-14 0,-3 1-2 15,3 0 4-15,-5 1-1 0,3 0 12 0,-2-1-4 16,0 2-4-16,-2 0 3 16,0 0-12-16,1 0 14 0,0 0 10 0,0-1-9 15,-2 2-5-15,3 0-1 0,-4 0 0 16,2 2-12-16,-2-2 23 0,0 3-17 0,-1-1-6 16,2 1 25-16,-2 1-7 0,1 0 4 0,-3-1-4 15,1 2-6-15,-2 1 0 0,0 0 0 0,1 1 4 16,-1 0-6-16,-2 1 2 0,-1 3 16 0,2-2-5 0,-2 2 1 15,-1-2-5-15,0 0-12 0,0-1 9 16,-1 2-8-16,1-2 4 0,-3-1-2 0,2 1 2 0,-1 0 5 16,-1 0-3-16,0 1 3 0,0 0-11 0,0-1 10 15,-5 1-1-15,2 0-2 0,-2 0 10 0,2 0-9 16,-2 0 2-16,1 0 8 0,-1 0-9 0,-1 1 1 16,-1-1 2-16,-1 0-7 0,-1 0 3 0,1 0 0 0,-2 1 2 15,1-3-3-15,1 1 4 0,-1 0 6 0,-2-1-14 16,3-1 10-1,0 1 0-15,0-1-8 0,-3-1 10 0,5-1-10 0,-1 1-1 0,-1-3 3 0,2 1 0 16,0 0-1 0,1-2 9-16,0 2-14 0,0-2 0 15,1-1 17-15,-1 0-5 0,-1-1 2 0,3 2 7 16,-4-2-6-16,2 1-13 0,2-1 14 0,-2-1-8 0,-2 2-5 16,2-1 20-16,-1 1-19 0,-1 0 15 0,-2-1-9 15,3 1 3-15,-1 0 10 0,-1 0-10 16,-1-1-2-16,3 0-12 0,-1-1 7 0,-1 1 0 15,3-1 7-15,-4-1 8 0,3 2-28 0,-1-1 11 0,2 0 2 16,-1 0-17-16,0 0 34 0,1 0-8 0,-1 0-4 0,3-1-9 16,-1 0-1-16,1 0 4 0,0 0 3 15,-1-1 14-15,0 1-10 0,1-1-2 16,0 0-2-16,1 0 3 0,-2 0-7 0,2-1 0 16,0 0 2-16,1 1 1 0,-1-2 9 0,2 0-5 15,-1 0-5-15,1 0 3 0,0 0 6 0,0 0-10 16,0 0 20-16,0 0-14 0,0 0-5 0,0 0 18 15,0 0-26-15,0 0 13 0,0 0 2 0,0-2-14 0,0 2 15 16,0-2-36-16,0 0-45 0,0 0-26 0,0 0-60 0,0-1-29 16,0 0-33-16,0-1-40 0,0-2-41 0,0 3-53 15,0-4-86-15,0 1-85 16,0 0-27-16,0-1-18 0,0 1-6 16,0-1 32-16,3 0-18 0</inkml:trace>
  <inkml:trace contextRef="#ctx0" brushRef="#br0" timeOffset="109729.58">7263 9226 1468 0,'3'-5'41'0,"2"-2"42"0,0 0 46 15,0 0 34-15,-1 0 3 0,1 1-15 0,-2 1-12 0,2 1-10 16,-2-1-8-16,-1 2 15 0,-1 1-11 0,1 1 1 15,-2-1-27-15,0 1-26 0,2 1-25 0,-2 0-18 16,0 0-20-16,0 0-15 0,0 0 10 0,0 0-10 16,0 0 14-16,0 3-9 0,0-1-3 0,0 0-8 15,0 0 2-15,0 1 6 0,0 2-1 0,0-1 19 0,0 3-10 16,0 0 8 0,-4 1-6-16,3 1 4 0,-1 1 26 0,-1 2 12 15,1 0 9-15,1-1 1 0,-1 2-20 0,0 1-9 16,-1-1-6-16,2 0-6 0,-1 1 11 0,-2 0 1 15,1 0 4-15,-1 0 0 0,1 0-2 0,0-2-15 16,1 2 11-16,-1-2-7 0,1 1-3 0,-1-2 10 16,2-1-5-16,-1-1 9 0,-1-1-6 0,3-1 10 15,-1-2-17-15,-1 0-3 0,2-2 19 0,0 0-25 16,0-2 18-16,0 1 8 0,0-1-14 16,0 0 22-16,0-1 5 0,0 1 16 0,0-1 2 15,0 0 1-15,3 0 7 0,0 0-3 0,0 0 9 16,0 1 15-16,1 0-22 0,0 0-6 15,5-1-12-15,0 0-20 0,0 0 5 0,4 0-22 16,3 0-6-16,-2 0 2 0,5-4-6 0,1 0-5 0,0 1 12 0,0 0-2 0,2 0 2 16,-1 0 6-16,-1 1-11 0,1-1-16 0,-4 1 11 15,-1 0 7-15,-2 0-13 0,-1 1 16 0,-4 0-18 16,-2 0-6 0,-2 0 19-16,-2 1-7 0,-2-2 0 0,-1 2-1 15,0 0 9-15,0 0-10 0,0-1 12 0,0 1-5 16,-3-2-18-16,2 2-2 0,-1 0-42 0,2 0-40 15,-2-1-59-15,2 0-73 0,-1 0-67 0,-1 0-89 16,2 0-89-16,-1-1-43 0,-1 0-27 0,0-1-34 0,-1 1-10 16,3-3 26-16</inkml:trace>
  <inkml:trace contextRef="#ctx0" brushRef="#br0" timeOffset="110614.29">7902 8943 2600 0,'3'-9'56'15,"-2"1"92"-15,1 1 28 0,-2-1 57 0,2 4-46 0,-2-1-75 16,0 3-17-16,0 1-59 0,0 1-2 0,0 0-31 15,1 0-13-15,-1 0 11 0,0 0-14 0,0 0 7 16,0 2-6-16,0 1 0 0,0 1 5 0,0 1 10 16,0 1 3-16,0 3 2 0,2 2 0 0,1 2 15 15,0 2 10-15,-1 2-15 0,1 0 11 0,2 3-16 16,1 0 3-16,0 0 6 0,1-2 7 0,-1 3 0 16,3-2 3-16,-1 0 2 15,0-1-16-15,0-2-13 0,0 0-3 0,-2-1 1 0,-1-2 0 0,0-1 14 16,0-1 4-16,0 0-7 0,-1-3-4 0,-2 1 0 15,-1-4-15-15,2 0 9 0,-3 0 13 0,0-2 26 16,0-2 74-16,0 1 10 0,2-2 35 16,-2 0 1-16,0 0-19 0,0 0 7 0,0 0-22 0,0-3-22 0,0 0-44 15,0 0-17-15,0-1-26 0,0 0-10 0,-3-2 20 16,3-2-23 0,-2-1-1-16,2 0 14 0,0-2-25 0,0-2 16 15,0 0 6-15,0 0-19 0,0-1 11 0,5 0-14 16,0 2 7-16,1-2 6 0,2 1-8 0,0 3 16 15,0 0-24-15,0 1 9 0,1 3-5 0,2 0-10 0,-1 1 16 0,2 2-10 16,1 1 6-16,-2 1 1 16,3 1 6-16,-1 0-2 0,1 0-10 0,-3 6 12 0,3-3-21 15,-1 4 0-15,-2 0 18 0,3 1 1 0,-4-1 5 16,1 3-9-16,0 0-4 0,-1 0-14 0,-4 1 16 16,3-1 13-16,-4 1-5 0,0 0 16 0,-3 0-14 15,-1 1 7-15,-1 0-10 0,0 0-6 0,-3 0 5 0,-4 2-11 16,-2-3 22-1,1 1-2-15,-3 0-4 0,-1 0 13 0,-1 0-11 0,-3-2 8 0,0-1-4 16,-1 0-1-16,1-1-3 0,-1-1 5 0,-1-2 24 0,1 0 8 31,2-2 15-31,0-1-11 0,2 0-1 0,-2-1 4 16,3-1-16-16,3 0 1 0,-2 0 0 0,3 0-16 0,1-3 12 16,1 1 1-16,-2 0 2 0,4 1 8 0,0-1-16 15,1 2-2-15,0-1-11 0,3 1-7 0,-2 0 0 0,2 0-11 16,0 0-7-16,0 0 10 0,0 0 2 0,0 0-2 15,0 0 7-15,0 0-22 0,0 0 11 0,0 0 12 16,0 0-9 0,0 0 9-16,0 0-6 0,0 0-10 0,0 0 12 0,0 0-2 15,0 0-10-15,0 0 14 0,0 0-6 0,0 0-7 16,0 0 21-16,0 0-21 0,0 0 0 0,0 0 11 16,0 0-7-16,0 0 5 0,0 0-8 0,0 0-7 15,0 0 3-15,4 0 7 0,-4 0 8 0,0 0-5 0,0 0-12 0,0 0-12 16,0-3-34-16,0 3-38 0,0-2-89 0,0 0-68 0,0 0-57 31,0 0-42-31,0-1-25 0,-2 1-76 0,-1 1-118 0,0-1-103 0,-1 0-121 16,0-2-49-16</inkml:trace>
  <inkml:trace contextRef="#ctx0" brushRef="#br0" timeOffset="116166.35">7699 9896 603 0,'-1'-2'20'0,"-1"2"5"0,-1-1 27 0,0 0 30 0,1 1 10 0,-1-3 25 0,0 1-5 0,0 2 0 31,2-1-2-31,-1 0-7 0,0 0 9 0,2 1-8 16,0 0-9-16,0 0 8 0,0 0-18 0,0 0-6 16,0 0 6-16,0 0-15 0,0 0 14 0,0 0-8 15,0 0-3-15,2 0-6 0,-2 0-6 0,3 0 8 16,-3 0-14-16,0 0 4 0,3 0 0 0,0 0 11 16,0 0 12-16,0 0 0 0,2-4-17 0,0 1-9 15,3 0-3-15,1-2-19 0,1 2 14 0,1-2 1 0,1 0 6 16,1 0 2-16,0 0-4 0,0-1-9 0,1 0-27 15,0 0 14-15,2 0-13 0,1 1 4 16,-1-3 17-16,3 1 13 0,3-1-6 0,-3 1-8 0,5-1 1 16,-2 0-21-16,3 1 7 0,-1-1 12 0,2 1-5 0,0-1 7 15,1 0-3 1,2-1 1-16,-1 0-1 0,0 0-9 0,2-1 22 0,0 2-19 16,2-2 6-16,-4-1 21 0,2 3-26 0,2-1 10 15,-2 3 3-15,0-2-31 0,0 2 7 16,0-2-10-16,2 3-9 0,-2-1 14 0,2 1-10 15,-1-1 18-15,2-1-8 0,-3 1-2 0,4 1 7 16,-1-2-7-16,2 1-8 0,0 0 9 0,0 0-9 16,1 2-1-16,0-1 12 0,2 1-12 0,-2 2 30 15,1-2-11-15,-1 1-2 0,3 1-1 0,-4 0-3 0,0 2-1 16,0 0-2-16,0 0-3 16,-2 0-21-16,0 0 22 0,-1 0-6 0,-2 2 1 15,-1 1 1-15,-1-1-6 0,0 2-5 0,-1-2 8 0,0 1-8 0,0 0-6 16,0 2 25-16,-3-2-16 0,4 1 18 0,-1 1-6 15,1-1-16-15,1 2 19 0,-1 1-9 0,1-2-2 16,-1 2-8-16,-1 0-2 0,1-2 18 0,-2 1 0 0,-2-2 3 16,1 1-4-16,-2 1-19 15,-3-2 14-15,0 0 5 0,0 3-14 0,-2-2 9 0,-1 3-6 0,-1-1-15 32,0 0 23-32,-2 0-5 0,2-2-1 0,-2 2 8 15,2-1-7-15,-2 1 14 0,2-2-12 0,-3 2 12 16,2-1-8-16,0 0 2 0,0 1-5 0,0 0-5 15,2 0 9-15,-2-1-13 0,3 1 13 0,-3-1 12 0,0 0-4 16,0 0-4-16,-3 0-5 0,1 0-6 16,-2-1 5-16,0-1-6 0,-1 1 0 0,-4-1-9 15,3-1-2-15,-2 2 14 0,-1-4-2 0,-1 1 2 0,0 0 8 16,-2-1-5-16,1 0-8 0,-2 0 9 0,-1-1-10 0,1 1-1 16,-2-1 18-16,0 0 4 0,0 0-2 0,0 0 5 15,0 0-8-15,0 0-4 0,0 0 16 0,0 0-11 16,0 0 7-16,0 0-8 0,-3 0-8 0,3 0-7 0,0 0 5 15,0 0-8-15,0 0-1 0,0 0 20 0,0 0-24 16,0 0 20-16,0 0-21 0,0 0 2 0,0 0 21 31,0 0-29-31,0 0 21 0,0 0-31 0,0 0-48 0,0-2-34 16,0 0-76-16,0 1-54 0,0 0-33 16,0-1-85-16,0 1-80 0,0-2-53 0,0 3-81 15,0 0-24-15,0 0-52 0,0 0 76 0</inkml:trace>
  <inkml:trace contextRef="#ctx0" brushRef="#br0" timeOffset="116696.01">10243 9606 2208 0,'0'-3'49'0,"0"-3"32"0,2 2 38 15,-2 0 75-15,0 1-25 0,0 1-7 0,0 0-19 16,-3 0-67-16,-2 1-3 0,4 0-17 0,-1 0-1 16,-1 1 16-16,3 0-20 0,-2 0-1 0,1 0-15 15,1 0-3-15,0 0 0 0,0 0 5 0,0 2 10 16,0 1-16-16,0-3-13 0,3 0 0 0,-3 0-14 0,0 0 8 16,3 3 13-16,0-3 8 0,-1 4 16 0,2-1-23 15,1 1 14-15,0 1-14 0,1 1-5 0,2 1 34 16,1 0-19-16,0 3 12 0,0-1-5 0,5 0-5 15,-3 3 3-15,-1 1-23 0,2 1 20 16,0 1-18-16,0 1-3 0,-1 0 15 0,1-1-25 16,0 0-2-1,-1 0 6-15,2-1-16 0,-1 0 2 0,-2-1 7 16,1-1-7-16,-3 0 15 0,-2-1-10 0,-1-2 7 16,0 0 11-16,-2-2-22 0,0-1 15 0,0 1 6 0,-3-2-2 0,0-1 21 15,0 0 14-15,0-1-16 0,-6 0 7 0,3 1 6 16,-2-2-12-16,0 1 24 0,-3 0 5 0,-1 2 0 15,-1-2-2-15,-1 1-29 0,0-1-7 16,-2 1-11-16,2-1-20 0,-1 0 18 0,1 0-6 0,-2 1-8 0,2-1 13 16,0-1-15-1,-2 1-7-15,1-1 6 0,-2 2 2 16,1-1 0-16,0-2 3 0,-1 2 6 0,1-2 3 0,-1 1-9 0,1 0 1 0,2 1-6 0,0-1-11 31,0-1 12-31,0-1 8 0,0 1-3 0,3 1-16 0,0-1-60 0,0-1-102 0,2 0-83 0,1 0-96 31,0 0-94-31,-1-4-83 0,0 1-104 0,1-1-122 0,0 0-16 16</inkml:trace>
  <inkml:trace contextRef="#ctx0" brushRef="#br0" timeOffset="117776.15">9562 9158 2190 0,'0'0'56'0,"3"0"47"0,-1 0 48 0,-1 0 47 0,-1-2 8 0,0 2-4 15,0-2-8-15,0 1-26 0,0 1-50 0,0-2-24 16,0 2-15-16,0 0 0 0,0-2 18 0,0 2-14 16,-6-2-7-16,6 0-13 0,-3 0-11 0,1 0 18 15,1 0 0-15,-2 1-6 0,-1-3-25 16,1 1-19-16,-2 0-9 0,-1-1 5 0,2 1 9 15,-3-1-9-15,2 1 2 0,-1 0-7 0,-1 0-5 0,0 0 5 16,1 0-16-16,-4 1 9 0,2 0-1 0,-3 0 5 16,1-1 12-16,-1 3-17 0,1-1-2 0,-2-1-5 15,-2 2-2-15,3 0 5 0,-2 0-4 16,1 5 1-16,-1-2-9 0,3 1 8 0,-4 0 4 16,5 0-8-16,-2 1 7 0,1-1 0 0,2 2-4 15,2 0 10-15,-2 1 3 0,4 0-19 0,0-1 15 16,1 2-10-16,1 0 7 0,1-1 10 15,1 1-8-15,0 0 10 0,0-1-5 0,0 1 9 16,5 0 3-16,-2 0 5 0,3-1-13 0,0-1 10 16,-1 2-10-16,3-2-2 0,3 2 2 0,0-2-6 0,0 1 2 0,3-2 9 15,1 0-4-15,-1 0-13 16,5-3 12-16,-2 1-17 0,1-1-2 0,1 1 17 0,-2-3-7 0,2 0 14 16,-2 0 4-16,-2 0-10 0,0 0 31 0,-2-3 25 15,0 1 14 1,1-2 4-16,-3-1-16 0,0 1 7 0,0 0-7 15,-3-1 10-15,-1-2-11 0,0 2-27 0,-2-3 2 0,-2 0-20 16,2 0 15-16,-3 1-9 0,-1-3-11 16,-1 1 21-16,0 1-27 0,0-1-9 0,-5 2 20 15,2-2-30-15,-2 1 10 0,1 0 1 0,-2 1-8 0,1 1 2 16,0 1 6-16,0-1-3 0,2 2-15 0,-2 1 15 16,2 0-3-16,0 3-6 0,2-1 8 0,-1 1-12 15,2 0-4-15,0 0 2 0,0 0 3 0,0 0-4 0,0 3 3 16,0 0 9-16,3 1 6 0,0 1 6 15,-1 0 0-15,-1 1 6 0,1 1-19 0,1 2 14 16,0-2-4-16,2 3-13 0,0-3 17 0,1 2-21 16,3-1 7-16,-1 1 2 0,2-1-3 0,2 0 11 0,0 1-7 15,3-3 12 1,1 1-5-16,1-1-2 0,1 0 4 16,1 0-10-16,-1-3 15 0,2 0-3 0,-1 1 0 0,-1-3 16 15,-1 1-11-15,-3-1 16 0,0-1 10 0,-1 0 4 0,-1 0 13 16,-2 0 5-16,-2-4 11 0,-2 1-5 15,0 1-9-15,-1-1-6 0,-2 1-19 0,-1 0-12 16,1 0-10-16,-3-1-9 0,2 1-2 0,-2 0 6 16,1 1 6-16,-1-1-11 0,0 0 1 0,0-1-6 15,0 3 1-15,0-2-5 0,0 1-31 0,0 1-55 0,0 0-79 16,0 0-91-16,-3 0-68 0,0-1-53 16,3 0-85-16,0 0-111 0,-2 1-96 0,1 0-155 15,-1 0-93-15</inkml:trace>
  <inkml:trace contextRef="#ctx0" brushRef="#br0" timeOffset="119750.74">11042 10358 1343 0,'3'-4'62'0,"0"1"55"0,-1 1 65 0,1-3 50 0,-1 3-8 0,-1-1 0 16,1-1 6-16,-1 3 20 0,-1-1-13 0,0 2-14 16,0-2-59-16,0 2-33 0,0 0-35 0,0 0-19 15,0 0-7-15,0 0-32 0,0 0 8 0,0 0-34 16,0 0 6-16,0 2-18 0,0 1-11 0,0-3 14 15,0 2-17-15,0 0 14 0,0 1 4 16,2 2-9-16,0 2 15 0,1 3 16 0,0-1 4 0,1 4 34 16,0 2-4-16,0 1-12 0,1 1-4 0,0 2-22 15,1-1-12-15,2 0 3 0,-2 2 1 16,2-1 0 0,0-1 9-16,-3 0 0 0,1-1-10 0,-1-1-4 0,1 0-14 0,-1-2-1 0,-1 1-1 0,-1-3 9 15,1-2 4-15,-1 0 7 16,0-2 8-16,1 0-18 0,-3-1-2 0,2-2-2 15,-3 0-4-15,2-2-2 0,-2-1 23 16,2 0-6-16,-2-2-9 0,0 0-22 0,0 0-141 16,0 0-127-16,0-4-186 0,-7-1-116 0,2 0-50 15,-1-3-7-15,-3-2 18 0</inkml:trace>
  <inkml:trace contextRef="#ctx0" brushRef="#br0" timeOffset="120391.08">10920 10376 2653 0,'-3'-3'45'0,"0"1"75"0,3-2 54 0,0 1 59 15,0 2-24-15,0-1-59 0,0 2-36 0,3-2-46 0,0 2-2 0,0-1 15 16,0-1 6-16,2 0 14 0,2-1-4 0,-1-1-7 16,5 0 8-16,-2 0-21 0,7-1 14 0,-2 0-9 15,5 1-21-15,-1 0 5 0,2 1-30 0,2 0-6 31,1 1 3-31,0 1-5 0,1 0-4 0,0 0-5 16,-2 1-13-16,0 0-11 0,0 0 6 0,-1 0-12 16,-2 5 10-16,-2 1 0 0,-3-1 0 0,-1 3 15 15,-2 0-19-15,0 0 21 0,-4 3-7 0,-1-1-2 0,-2 1 6 16,-2 1-18-16,-2 1 9 0,0-1-7 0,0 3 13 16,-5 1 1-16,-1-3-18 0,-2 3 6 0,-3-1-5 0,0-1 2 15,-2-1 13-15,-3 1 6 0,2-3-15 16,1-2 2-16,1-2-8 0,1 1 2 0,3-3 0 15,-1-1 1-15,4-2 13 0,0-1-14 16,4 0 13-16,-3-1-11 0,1 0 17 0,3 0 10 0,-2-4-1 16,2 1 13-16,0 1-15 0,0-1 1 15,0 0-2-15,0-1-5 0,0 1-6 0,2 0-16 16,1-1 6-16,1 0-8 0,0 1-1 16,1-1 10-16,4 1-9 0,-1 1 5 0,4 2 14 15,3 0-17-15,3 0-7 0,1 4 11 0,4 1 0 16,0 1 2-16,0 1 4 0,2 1-2 15,-1 3-7-15,-3-2 10 0,4 2 2 0,-3 0-8 16,-3 1 4-16,0 0 5 0,-5-1-2 0,-1 0-11 0,-2 0 13 0,-2-2-8 16,-4 1 19-16,-2 0 6 0,-1-3 3 0,-2 1-6 15,0 0 1-15,-5 1 8 0,-1-1-30 0,-3-1 19 16,-3 0 9-16,1 1-25 0,-4-3 21 0,-3 1-3 0,-1-1-14 16,-3-2 19-16,-3-1-9 0,2-1-7 15,-5-1-1-15,1 0-3 0,0-4-1 16,2 0 5-16,0 0-17 0,2-3 10 0,2 1-4 15,0 1 1-15,5-1 7 0,-1 1-5 16,4-1-2-16,2 2-36 0,0-1-65 0,1 0-77 0,4 1-81 16,0 0-68-16,1 0-85 0,0-2-124 0,1 1-68 0,0 1-113 15,1-2-51-15,2-1 94 16</inkml:trace>
  <inkml:trace contextRef="#ctx0" brushRef="#br0" timeOffset="122356.87">10801 10307 1311 0,'-1'-4'40'16,"-1"0"34"-16,1-1 35 0,-1 1 19 16,2 0-11-16,-3 0-11 0,3 0-19 0,0 1 9 0,-1 0-11 15,1 0-7-15,0 1 4 0,0-1 6 16,0 1-4-16,1-1 7 0,2 0 49 0,-1 0-2 15,-1 0 6-15,-1 0-5 0,2 0-27 0,-1 1-12 0,-1 0 6 16,2-1-20-16,-2-1-21 0,2 2 5 0,-1-1-25 16,1-1 26-16,-1 1-12 0,3-3-12 0,-1 2 9 15,0-1 9-15,2 0-3 0,-1 0 6 0,1-2 13 16,0 3-19-16,1-2-7 0,2-1 3 0,1 2-21 16,0-2-6-16,0 1 11 0,2-2-2 15,2 2 7-15,-2 0-2 0,3-2 3 0,0 3-23 16,0-2-2-16,-1 2-6 15,1-2 4-15,1 2-4 0,0-1 5 0,-2 0-5 0,3 2-1 0,-2-1 9 16,1 0 3-16,0 1 6 0,0 0-12 16,0 0 1-16,0 1-1 0,0 0-3 0,0 1 11 15,-1 1-14-15,-1-1-6 0,2 1 13 0,-2 0-20 16,1-1 15-16,-1 2-1 0,1 0-18 0,0 0 1 0,1 0 14 0,2 4-12 16,-3-2 7-1,2 1 7-15,-2 0-14 0,2-1-9 0,-2 1 2 0,2 0-4 0,-3 0 6 0,1 1 12 16,-3 0 5-16,3 0-11 0,-1 0-3 0,-2 1 13 0,1 1-13 31,1-1 2-31,0 1 1 0,-1 0-13 0,0 2 3 16,0-1 14-16,-1 0-2 0,3 0 2 0,-3-1 6 0,-1 3-11 15,2-1-1-15,-2 0 2 0,1 1-15 16,-2 0 14-16,1 0 1 0,0-1 7 0,-1 1 5 16,-1 0-4-16,0 0 1 0,0 2-23 0,1 0 20 0,-1 1-6 15,2-1 0-15,-1 3 12 0,-1-2-5 0,-2 2-6 16,1 0 15-16,2 0-10 0,-1-1-4 0,-2 1 1 0,1-1-16 15,-1 1 8-15,3-3 1 0,-4 2-1 0,2-1-2 16,-1-2 7 0,-1 1-8-16,2 0 22 0,0 0-1 0,-2-1-3 0,0 2 3 0,-1-2-12 15,1 0 4 1,-1-2-5-16,0 1-4 0,-1 0 7 0,2-1-13 0,-2-1-1 0,0 1 17 0,0-2-23 16,-1 2 23-16,2-2 1 0,-2 1-8 0,0 0 23 0,-1-1-19 15,-1 0-1-15,2-1-6 0,-1 0-5 0,-1 0 13 16,0 0 4-1,0 1 6-15,0-2 5 0,0 1-6 0,0 0-5 16,0 0 21-16,0 1-3 0,-3-1 4 16,0 1 10-16,1 1-2 0,-2-2-8 0,2 2 8 0,-1-1-5 15,0 1-16-15,0 0 10 0,-2 0-22 0,3-1 7 16,-1 0 6-16,-2 1-6 0,1-2 13 16,1 1-9-16,-2 0-8 0,2 1 1 0,-2 0-4 0,2-2 9 15,-2 2-12-15,-1 1 2 0,3-1 1 0,-2 0-7 0,2 0 18 16,0 1-4-16,-2 1-2 0,1-1-3 0,-3-1-10 15,2 2 20-15,2-1-8 0,-2 0 6 0,0-1-5 0,0 1-7 16,-1 1 7-16,0-2 10 16,1 0-3-16,0 0-10 15,-1 1 8-15,1 0-6 0,-1 1 3 0,1-3 16 0,-1 0-7 16,1 2-13-16,0-2 5 0,1 0-3 0,-2-1 4 0,2-1-10 0,0 1 10 16,0-2-23-1,-2 0 4-15,3 0 21 0,0 1-15 0,-1-1 15 0,0 0-11 16,-1 2 2-16,2-3 7 0,-2 1 0 15,2 0 13-15,-2 1-20 0,0-3 7 0,-1 3 6 16,0-2-6-16,1 1 7 0,-1 1 0 0,-1-2 0 16,0 2-13-16,0-1 18 0,-1 1-11 0,0-1-18 15,-1 1 21-15,1 0-8 0,0-1 0 0,0 1 5 16,-1-1-8-16,1 0-2 0,1-1 5 0,-2 1-3 16,1-1-4-16,0 1-5 0,0-1 5 0,-1 0 1 0,1-1 2 15,0 1 5-15,0-1-13 0,-1 2 5 0,1-2 7 16,0 0 1-16,-3 1 2 0,3-1-15 0,1 1 9 15,-1-1-7-15,-1-1 7 0,1 1 14 0,0-1-20 16,0 0 9-16,-1 0-10 0,-1 0 5 0,2 0 19 16,-2 0-27-16,0 0 13 0,0 0 2 0,2 0-13 15,-2 0 15-15,0-1-12 0,-1-2 5 0,0 2-2 16,3-2 8-16,1 2 5 0,-3-2-32 0,2 2 9 0,-2-2 1 31,1-1 5-31,-1 1 13 0,-1 0-15 0,0 0 4 0,-2 1-5 16,2-1 9-16,0-1 11 0,0 0-27 15,0 1 9-15,0-2-4 0,3 3-6 0,-3-2 13 0,0 1-13 16,3-1 13-16,0 1-1 0,-3-1 5 0,3 0 9 16,0-1-34-16,0 3 14 0,1-3-4 0,-1 1-5 15,1 1 15-15,1-3-12 0,-2 2 16 0,2-1-9 16,1 2 2-16,0-1 12 0,0 0-26 0,-1 1 12 16,0-2 11-16,1 2-12 0,0-1 7 15,-3 0-13-15,2-1 2 0,-2 0 10 0,2-1-7 16,-2 2 15-16,0-1-19 0,0-1 2 0,0 0 8 0,2 1-5 0,-1-2 10 15,-2 1-20-15,3-1 20 16,0 2 5-16,-1-2 6 0,2 2 5 0,-1-2-20 0,0 2 6 0,3-1-3 16,-1 0 2-16,0 0 7 0,0 0-27 15,1 0 6-15,-3 0 5 0,3-1-2 0,0 2 22 0,-2-2-28 0,3 1 17 32,-1 0 1-32,0 1-21 0,0-2 27 0,0 0-29 0,-2 0 5 15,2 0 20-15,0 0-8 0,1-1-2 0,-1 1-13 16,1-3 16-16,1 2-10 0,-2-2 13 15,1 1 12-15,0-1-35 0,-1 0 20 0,2 0 5 16,-1 1-14-16,2-2 15 0,-3-1-15 0,3 1-4 16,-1 1 9-16,-1-2-1 0,2 2 10 15,-2 0-14-15,2 0 0 0,-1 1 9 0,-1 1-6 0,1 0 7 16,-1-1-5-16,0 1 5 0,1-1-7 0,-1 0 7 0,1 3 5 16,-1-2-27-16,2 0 8 0,-2-1 12 0,2 2-2 15,0-1 8-15,0 2-10 0,0-2-5 0,0 1 6 16,0-1-6-16,0 3 15 0,0-1-10 0,0 0 1 15,0-1 4-15,0 2 3 16,0-1 2-16,0 1-26 0,2-1 14 0,1 0-5 16,-3 1 0-16,2-2 13 0,-1 1-8 0,1 1 1 15,-2-2-10-15,2 3 16 0,-1-3 12 0,1 0-21 16,-1 0 16-16,1 0-6 0,1 0-20 0,0 0 16 16,-3 2-21-16,3-2 11 0,-1 0 12 0,-1 0-5 15,1 1 15-15,3-1-23 0,-4 1 6 16,3-2 5-16,-1 3-6 0,0-1 9 0,0 0-12 15,0-1 3-15,0 1 0 0,0 0 7 0,-1 1-5 0,1 0-10 16,-1-1 16-16,-1 0 0 0,1 3-5 0,1-1 13 16,-1 0-17-16,1 0-6 0,-3 0 11 0,3 1-6 15,-3 0 15-15,3 2-7 0,-1-2-1 0,-1 0-3 16,-1 2-10-16,3-1 0 0,-3 1 2 0,2 0 11 16,-2 0-5-16,2 0 6 0,-1 0 5 0,-1 0-13 0,2-1 4 15,-1 2 1-15,-1-3-9 0,2 3 2 0,-2-3-29 16,2 3-21-16,-1-1-62 15,1-1-42-15,0 1-68 0,1 0-76 0,-2 0-51 0,1 0-68 16,-2-1-31-16,4 2-93 0,-4-3-103 0,2 3-74 16,-2 0-107-16,0 0-77 0,0 0 188 0</inkml:trace>
  <inkml:trace contextRef="#ctx0" brushRef="#br0" timeOffset="125275.9">10218 10102 931 0,'3'2'18'16,"0"-2"15"-16,-1 0 9 0,1 0-15 0,1 0-12 15,-1 0-8-15,0 0-11 0,1 0 21 16,-1 0-6-16,1-2-8 0,-1 2 4 0,2 0-12 15,-2 0-1-15,0 0 2 0,2 0-2 0,-2 0 8 16,-2 0-2-16,2 0 7 0,-1 0 10 0,0 0 28 16,-1 0 21-16,-1 0-5 0,0 0 7 0,2 0-15 15,-2 0-5-15,0 0 3 0,0 0-7 0,0 0-1 16,0 0-4-16,2 0 14 0,-1 0 16 0,-1 0 1 0,2-3 29 16,-1 3 1-16,1-2-8 0,-2-1 10 0,3 2-26 15,0-1-5-15,-1-2 8 0,4 2-13 16,-4-1 13-16,1 0 0 0,-2 0 23 0,1-2 7 0,1 2 14 15,0-1-1-15,-1-1-48 0,1 2 6 0,0-2-15 16,3 1 13-16,-2-1 14 0,0 2-18 0,1-2 8 16,-2 0-28-16,1 0 2 0,-1-1 1 0,-2 1-11 15,1 0 4-15,1 1 5 0,0-3-8 16,-1 2 7 0,1-3-10-16,0 2 5 0,2-1-5 0,-2 0-11 0,2 0 7 0,0-1-9 15,2 1 16-15,0 0 5 0,-1-2-2 0,2 1-14 16,1 0-13-16,-1-1-2 0,0 2 9 0,0 0 3 15,1-1 14-15,0-2-8 16,-3 3-20-16,2-2 8 0,4 1-21 0,-4 0 2 0,2 0 10 0,2 1-4 0,-2-1 1 16,0 2 14-1,2-2-22-15,-1 2 2 0,2-1-2 0,-2-1-4 16,2 0 18-16,-1 0-13 0,1-1 22 0,2 2-15 0,-2-1 6 16,3 2 4-16,-2-2-15 0,2 2 0 0,0-1 6 15,3 0-6-15,-1 0 2 16,0 1-1-16,4-2-5 0,-4 2 7 0,4 0 2 15,1-1-10-15,-5 2-1 0,4-1 3 0,0-1-8 16,1 2 14-16,0 0-16 0,-1 3 12 0,0-1-7 16,-1 0-7-16,3 0 5 0,-1 2-4 0,-1 1 15 15,-1 0-14-15,0 0 16 0,-1 0-4 0,-2 0-19 0,2 0 17 16,-4 0-7-16,3 0 8 0,-3 0 12 16,1 0-2-16,0 0-18 0,1 0-13 0,-2 0 16 0,0 0-3 15,-1 0 14-15,-2 0 16 0,0 0-14 0,2 0 4 0,-2 0 2 16,1 0-3-16,-2 0-1 0,1 0 7 0,0 0-10 15,1 3-2-15,-1-1 7 0,0-1-18 0,-1 1 27 16,3 0-23-16,-1 0 7 0,-1 1-6 0,2 1-13 16,-2-1 7-16,0 0-9 0,3 1 19 0,-4 0-1 15,2-1 5-15,-1 0-11 0,0-1 8 0,-1 1-12 16,0 1-3-16,0-1 6 0,2 2-6 0,-1-2 9 16,-2 2 1-16,3-1 7 0,-1 1-11 0,-2 0 3 15,3-1-3 1,-3 1-7-16,3 1 4 0,-1-2-8 0,-2 1 12 0,0 1-2 0,2 0 2 0,-1 0 4 15,-2 0-13-15,1-1 5 16,2 2-2-16,-2-2 0 0,0 3 7 16,1-2-1-16,-2 2-1 0,1-1-3 0,3 1 4 0,-4-2-7 0,2 3 11 15,1-3-4-15,-3 3-10 0,0-1 10 16,0 0-10-16,0-1 11 0,-1 1 6 0,-1 0-4 16,0 2-2-16,0-2-8 0,0 1-1 15,0 0 2-15,0 0-3 0,1 0 14 0,0 0-1 0,-1 0-4 16,-1 2-4-16,5-3 4 0,-4 2-8 0,0 1-1 15,0-2 15-15,3 3-15 0,-3-2 12 16,0 0 8-16,1 0-6 0,-1 2-3 0,0-2 1 16,0 2-7-16,-2-2 0 0,-1 1-2 0,0-1 4 0,1 2 9 0,-1-1-6 15,0 1 2 1,-2-1 3-16,3-1-16 0,-3 1 13 0,-1 1 6 16,1-1-10-16,-1 0 9 0,-1 0-2 15,1 0-1-15,1 0 2 0,-3 0-2 0,4 1-14 0,-3-2 18 0,1 2-6 16,-1-1 11-16,2 0 3 15,-3-1-19-15,2 2 5 0,-2 0-17 0,0 1 13 0,0-2 22 16,0 1-21-16,0 0 16 0,0 0-8 0,0 0-4 16,-5-2 14-16,4 1-10 0,-1 2 11 15,-3-1-13-15,4 0 1 0,-1 1 13 0,-1-1-17 0,0 2-6 16,1-2 5-16,0 0-16 0,-1 1 20 0,0-1 1 16,0 0-1-16,0 0 7 0,1-1-11 15,-1 0 9-15,0 1-13 0,0 0-1 0,0 0 9 16,-1 0-17-16,1-1 23 0,2 1-4 0,-3-1-4 0,0 0 6 15,1 0-12-15,0 1 6 0,-1-3-7 16,1 1 14-16,-2 0-9 0,2 1 8 0,0 0-1 0,-3-2-10 16,3 1 13-16,0 0-11 0,-1 1 6 15,0-1 16-15,-3 0-6 0,2-1 2 0,1 1-2 0,-1 1-24 0,0-2 10 16,0 3 1 0,-1-1 2-16,1-1 9 0,-2 0 12 0,0-1-12 15,2 2-5-15,-3-2 10 0,2 3-15 0,-5-2 11 16,3 0-1-16,2-1-5 0,-2 3-2 0,0-1-5 15,0 0 13-15,0 1-2 0,1 0 2 0,0-2 12 16,-1 2-9-16,-2-1-10 0,-2 0 0 0,3 0 1 16,-3 0 8-16,2 0 4 0,0-1-6 0,-1 0-21 15,-2 2 14-15,2-1-2 0,0 0 4 0,0 0 14 16,1-1-37-16,1 0 15 0,-2-2-3 0,1 2-3 0,0-3 24 16,0 1-30-16,0-2 18 0,2 2 8 15,-2-1-13-15,0 1 23 0,0 1-21 0,1-3-5 16,0 2 9-16,0 0-7 0,-1-1 16 0,0-1-27 15,2 0 6-15,0 0 19 0,-1-1-2 0,1 1 18 16,0 0-3-16,-1-1 1 0,1 1-10 0,-2-2-4 0,0 1-3 16,0 0-25-16,-2 0 26 0,2-1-6 0,0 2 6 15,0-3 13-15,-2 1-29 16,2 1 15-16,1-3-3 0,-4 1-5 0,4 0 8 0,-3-1-18 16,0-1 3-16,1 2 13 0,0 0-14 0,-2-1 6 0,2 0-3 0,-3 0-10 15,3 0 5-15,-2 2-3 0,1-3 11 0,0 1-27 16,-2 0 16-16,3 0 16 0,0-1-16 15,-3 1 24-15,3 0-17 0,-2-1-5 0,2 0-1 0,3 2-8 32,-3-3 10-32,3 2-11 0,0-2 12 0,0 0 3 15,-1 1 6-15,1-1 5 0,-2 1-24 0,-2-1 16 16,2 0-4-16,-1 1 6 0,-1 0 4 0,1-1-27 0,-1 0 11 16,-2 0-12-16,1 0 16 0,-2 0 14 0,2 0-29 15,-2 0 24-15,-2 0-8 0,3 0 2 0,-2-2 16 16,2 2-26-16,0-2-1 0,0 2 4 0,1 0-6 15,2-2 9-15,-3 2-6 0,4-3 9 0,-2 2 11 0,2 0-16 16,-1-2 18-16,0 2-21 0,0 0-1 16,1-1 13-16,-2 0-6 15,1 0 5-15,-2 1-14 0,2-3 7 0,0 1 5 0,-3-1 2 0,1 0-6 0,2 1-4 16,-3-1-4 0,1 0 6-16,-1 1-1 0,1-1 16 0,-1 1-7 0,0 0-5 0,1 1 10 15,-1-4-3-15,1 3-6 0,-1 0-20 16,3-2 18-16,-3 2-7 0,3-1 8 0,-1 0 20 15,0 0-10-15,3 0-1 0,0 0 13 0,0-2 10 16,0 2-11-16,1-1-1 0,1-1 3 0,0 2-6 16,-1-1-13-16,1 0 12 0,2-1-13 0,-1 2 0 15,-1-1 16-15,0-1-9 0,1 0 2 16,-1-1-19-16,1 0 6 0,-2 1 9 0,2 0-11 0,-1 1 7 16,-3-2-7-16,3 1-3 0,-1-1 1 0,0 2 2 0,-3-2-5 15,3 0 0-15,0-2 10 0,0 2-3 16,-1-2 5-16,0-2 5 0,0 2-10 0,0-1 4 15,0 0-4-15,-1 0-11 0,2-1 0 0,-1-1 6 16,2 1 4-16,-1 0-2 0,2 0 6 0,-2 0-2 0,2-1-4 16,-2 1 18-16,0-1-14 0,0 1-5 15,2 0 3-15,-2 0-7 0,2 1 3 16,-2 0 4-16,2 0 5 0,-1-2-2 0,2 3-2 0,0-1 8 0,-2-1-11 16,2 0 3-16,0 0 10 15,1 0-12-15,-1 1 4 0,1-1-3 0,0 1-2 0,-1 0 3 0,1 0-5 16,-3 0 11-1,4 0-4-15,-2-1-4 0,3 2 9 0,-1-2-7 16,0 1 1-16,-1 1 10 0,1-3-2 0,1 3 1 16,0-3-1-16,1 3-6 0,-1-2-2 0,2-1 2 0,0 2 0 15,0-2 1-15,0 3 3 16,0-2-18-16,0 1 2 0,2 0 2 0,-1 0 9 0,1 1 4 16,-2 0-2-16,2 0 8 0,-1-1-12 0,-1 1 4 15,3-1-1-15,-3 0-2 0,3 1 10 16,-3-2-2-16,0 2-5 0,0-1 1 0,2 0-23 15,-2-1 8-15,1-1 14 0,-1 3-8 0,0-2 8 0,2 1 2 16,-1 1-9-16,-1-1-5 0,0 1 9 0,2 1 0 0,0 1-6 0,-1-1 14 16,2-1-4-16,-1 0-24 0,0 1 31 15,1 1-16-15,-1 0 7 0,-1 0 9 0,1-1-13 16,-1 2 3-16,1-2-6 0,1 1 2 0,0 1-7 16,-2-1 7-16,3 0-2 0,-1-1 2 0,0 1-1 15,0-1 6-15,-1 1-5 0,1-2-4 16,2 2 5-16,1-1-4 0,-3 0 0 15,2-1 7-15,-2 2 5 0,2-1-1 16,0 0 4-16,-2-2 2 0,5 0-9 0,-4 3-12 16,0-2 9-16,0-1-13 0,1 2 6 0,0-2 11 15,1 3-18-15,-1-1 13 0,1-1 1 0,-1 1-5 16,-2 0 7-16,0 1 6 0,-1-1-9 0,1 2 1 0,0-2 2 16,-1 2-7-16,-1 0 7 0,2-1-1 15,-1 1 4-15,0-1-4 0,1 2 1 0,-2-2 1 16,3 2 3-16,-1 0-7 0,0-2-6 15,0 2 2-15,0 1-11 0,2-2 11 0,-2 1 9 0,2 1-8 0,-2-2 7 16,2 2 4-16,0-1-9 0,1-1 5 0,-2 2-4 16,1-2-7-16,0 1 1 0,0 2 0 0,1-1 16 0,0-1-14 15,-1 1 6 1,0 0-1-16,0 1-7 0,-2 1 18 0,2-2-8 16,-2 1 2-16,1 1-3 0,-1 0 1 0,1-1-10 0,-1 0 9 0,-1 1-10 0,-1 0 9 15,2 0 1-15,-3 1-5 0,2 0 18 0,-2 1-28 16,2-2 15-16,-1 2 6 0,-1 0-9 15,0-1 4-15,0 1-4 0,0 0-6 0,0 0-4 0,0 0 4 16,0 0-3-16,0 0-8 0,0 0-24 16,0 0-30-16,0 0-66 15,0 0-73-15,0 0-85 0,0 0-112 0,0 0-77 16,0 0-88-16,0 0-129 0,0 0-121 0,0 0-107 16,0 0-164-16,0 0 234 0</inkml:trace>
  <inkml:trace contextRef="#ctx0" brushRef="#br0" timeOffset="129309.74">10212 10965 1693 0,'0'0'29'0,"0"0"37"0,0 0 21 0,0 0 19 0,0 0-10 0,0 0-12 32,0 0 1-32,0 0-13 0,0 0 4 0,0 0-15 0,0 0-8 15,0 0 6-15,0 0-9 0,0 0 8 16,0 0 3-16,0 0 25 0,0 0 6 0,0 0 3 15,0 0 1-15,0 0-35 0,0 0-10 0,0 0-21 0,0 0 8 16,0 0 0-16,0 0 5 0,0 0 18 0,0 0-36 16,0 0 11-16,0 0-4 0,0 0-16 0,0 0 22 0,0 3-29 15,0 0 0-15,0-1 2 0,-5 0 14 0,2 0 20 16,0 1 11-16,0 0 7 0,-4 1-20 0,2 0 8 16,-1 1-11-16,0 0 11 0,0 0 1 0,-1 1 9 0,-1 0-14 15,-1 0-9-15,1 0-1 0,0 0-12 0,0 1 1 16,0 0 9-16,0 1-10 15,0 1-5-15,0-1 19 16,-1 0-6-16,1 2-4 0,2 1 10 0,-1-1-13 16,-2-1-11-16,1 1 9 0,0 0 0 0,0 1 6 0,1-1-7 15,0 1-1-15,-1-3 0 0,2 2-11 16,-2-2-3-16,3 1 21 0,-1-2-16 0,-1-1-1 16,1 2 19-16,-2-2-19 0,2 2-7 0,1 0 10 0,-1 0-19 15,-1-1 11-15,0 2 16 0,0-1-14 0,1 1 13 16,-1 0 3-16,0-1-6 0,-1 0 25 0,2-1-8 15,-1 3-2-15,-2-3-7 0,1 3-17 0,0-2 2 0,-2 0-12 16,1 1 8-16,-1 0 1 0,-1-1-1 0,-1 1 7 0,2-2-2 31,-1 1-7-31,-1 1 10 0,0-1 6 0,-2 1-9 16,2-2 20-16,0 1-4 0,-3-1-17 0,0-1 25 16,1 0-29-16,1 1 2 0,-2-1 16 0,0-1-13 0,0 2 10 0,-1-1-9 0,0 1-16 15,3-2 21 1,-4 2-16-16,4-1 16 0,-4-2-1 0,3 3-26 0,-2-2 31 15,0-1-11-15,1 2 2 0,-2-2 5 16,-1-1-7-16,0 2-5 0,2-2 3 0,-1 0-3 16,1 0 4-16,1 0-3 0,0-1-2 15,1-1 8-15,-2 2-12 0,3-1 4 0,-1 0 13 0,0 0-7 16,0-1 3-16,-1 1 7 0,2 0-13 0,1 0-2 16,-3 0 8-16,3-1-7 0,0 0-8 0,-4 0 7 15,5 0-5-15,-3 0-1 0,-1-1 6 16,1 1-1-16,0-1-4 0,0 0 4 0,1 0 10 0,0 0-21 0,-1 0 21 0,1 0-19 0,-1 0 2 31,2 0 14-31,-2 0-12 0,-1 0 8 0,2 0-1 16,-2 0 0-16,2-2-6 0,-1 0 18 0,-1 2-14 0,0-2 4 0,2 0 1 15,-1 0-12-15,1 0 12 0,-2 2-8 0,2-3 8 0,0 2 0 16,-1 0 1-16,3-1-6 0,-2 0-6 16,2 1 5-16,1-2-7 0,1 1 24 0,1 0 0 15,-1 1-21-15,1-1 8 16,0 1-7-16,2-2 10 0,-1 2 4 15,2-1-7-15,-1 0 2 0,0 0-9 0,1 1 1 0,2-1 7 0,-2 0-13 0,0 0 7 16,-4 1 3 0,1-2-9-16,2 1 9 0,-1 1-12 0,-2 0 1 15,0-2 11-15,1 2-6 0,-2-2 7 0,2 0-9 0,-1 1-6 16,-1-1 0-16,1 1 5 0,-1 1 15 16,1-2-5-16,-2-1 0 0,1 2-5 0,1 0-4 0,-4-1 0 15,4 1-6-15,-1-1 1 0,-2-1 2 0,0 1 4 16,1 1 8-16,-1-2 2 0,1 1-13 0,-1-1 0 15,-2 0 9-15,3 0 1 0,0 1 1 0,-3-3-1 16,3 2-11-16,-2-1 2 0,2 1 7 0,-1 1 8 16,0-1-10-16,1-1 6 0,-1 2 9 0,2 1-13 15,2-2 10-15,-4 0-5 0,5 1 3 0,-1 0 5 16,2 0 7-16,-2 0 0 0,2 1-7 0,1-2 1 16,0 1 2-16,2-1-5 0,-2 1 4 0,1 0-5 15,-1 0 0-15,2 0-1 0,1-1-19 0,-4 1 19 0,4 1-11 16,-1-1-6-16,-2 0 14 0,1 0-10 15,-1 0-15-15,2 0 18 0,-2-1-7 0,2 2 4 0,-2-4 17 16,2 3-15-16,0-1-1 0,-2 0-11 16,2 0 5-16,-2-1 0 0,2 2 8 0,-2-2 6 15,2 1-13 1,-3-1-4-16,0 2 6 0,1-3-13 0,-2 1 23 0,1-1-3 16,1 3-9-16,-1-2 11 0,2 1-3 0,0-2-9 15,-1 1 17-15,2-1-4 0,0 2-19 0,-2 0 18 0,2 0-12 16,-1-2-1-16,-1 1 17 0,0-1-11 0,3 3 2 0,-1-1 2 15,-2-1-7-15,2 0 4 0,-2 2 4 16,1-1-6-16,-1-1-4 0,0 1 8 0,-1-1 0 16,1-1 0-16,-1 0 6 15,-2-2 0-15,3 2-19 0,-1-3 7 0,-2 1-3 0,0 0-10 0,0 0 24 0,0-1-9 16,-1 1-3 0,0 0 14-16,0-1-13 0,1 1 7 0,-1 0 2 0,0 1-10 0,2-1 7 15,-1-1-1-15,2 2-5 0,0 0 10 0,-1-1-3 16,3 1-2-1,0 0 9-15,0 0-12 0,-2 0 7 0,1 0-6 0,0 0-6 16,-3 0 9-16,3 1-7 0,-4 0 10 16,3-1 0-16,-1 0-6 0,2 1 3 0,-3 0-6 15,2 0 0-15,2 2 6 0,-1-1-13 0,0 0 4 16,0 0 6-16,2 0-2 0,-3 0 8 0,1 2-2 16,2-1-1-16,1 0-7 0,-1 1-11 0,1-1 13 15,1 2-3-15,-1 0 1 0,1 0 13 0,-1 0-8 16,0-1-8-16,2 3 6 0,-1-2 1 0,-1 2-6 15,2 0 5-15,-1 0 0 0,-1 0-8 0,2 0 5 0,0 0 15 0,0 0-11 16,0 0 1-16,-3 0-1 0,3 0-17 0,0 0 4 16,0 0 6-16,0 0 0 0,0 0 3 0,0 0 8 0,0 0-2 15,0 0-9-15,0 0 15 0,0 0-7 0,0 0-2 32,0 0 5-32,0 0-5 0,0 0-15 0,0 0 11 15,0 0 6-15,0 0-9 0,0 0 10 0,0 0-1 16,0 0-10-16,0 0 1 0,0 0 11 0,0 0-5 15,0 4 5-15,0-2-2 0,0 1-6 0,0-1-6 0,0 1 5 16,0 2 14-16,0-1-7 0,0 1 5 0,-3 1-6 16,2 1 2-16,-1 0-2 0,0 2-1 0,-1 1 5 0,1 0-15 15,1 2 12 1,-1 0 3-16,-1 1-4 0,1 1 2 0,1 1 2 0,-1 1-11 16,1-1-1-16,-1-1 13 0,-1 3-15 0,3-2 10 15,-1 0 10-15,1 0-8 0,0-1 5 0,0 0-4 16,0-2-9-16,0-2-6 0,0-1 6 0,0-1 5 0,0-2 3 15,1-1 1-15,2-2-2 0,-1 2 2 0,-2-2 0 0,0-2-2 16,0 2 3-16,0-3 0 0,0 2 4 0,0-2-4 16,0 0 13-1,0 0-10-15,0 0-2 0,0 0 9 0,0-3-13 16,0 0-1-16,0-2 1 0,0 2 3 0,3-1-3 16,-3-2 1-16,0-2-2 0,1-3-3 0,-1 1 2 0,2-3-1 15,-2-2-7-15,2-2 5 0,-1 0-5 0,-1 0-4 16,0 0 15-16,2 0-15 0,-2 1 2 15,1 0 13-15,1 1-8 0,1 1 4 0,-1 0-1 0,0 3-6 16,-1-1 6-16,5 1-3 16,-4 1 7-16,-1 2 2 0,1-1-8 0,-1 3 11 15,1 0-11-15,0 1 1 0,-1 0-1 0,1 1 0 0,-2-2 3 16,1 3-2-16,1 0 13 0,0 0-23 0,-1 0 13 0,-1 1-4 16,2 0-2-16,-2 0 15 15,2 0-17-15,-1-1 3 0,-1 3-8 0,0 0 5 16,2-3 12-16,-2 3-4 0,1 0-1 0,-1 0 4 15,0 0-10-15,2 0-1 0,-2 0 8 0,3 0-15 16,-2 0 9-16,2 0 2 0,-1 0-6 0,1 3 9 0,2 0 4 0,3 0-6 0,1 0 2 31,3 2 9-31,0 0-13 0,2-1 10 0,4 2 6 0,1-1-13 0,1 1-1 16,1 0 4-16,4 0-3 0,2 0-3 16,0 0 14-16,1 1-6 0,2-1 3 0,-1 0-4 0,-1 0 12 0,1 0-12 31,-4 0-8-31,2-1 9 0,-3 0-14 0,-4 0 12 0,-1 0 1 15,-3-2 4-15,-3 1-4 0,-1-2 4 0,-4 2-5 16,-1-2-8-16,-2 0 10 0,-2-1-6 0,-2 0 7 16,-1-1 10-16,0 0-15 0,0 0 6 0,0 0-5 0,0 0 3 0,0 0-1 0,0 0 1 31,0 0 6-31,-3 0-20 0,3 0-15 0,-1 0-65 0,1 0-68 0,0 0-97 16,0 0-83-16,0 0-73 0,0 0-116 0,0 0-133 0,0 0-79 15,3 0-87-15,1 0-66 16,1 0 206-16</inkml:trace>
  <inkml:trace contextRef="#ctx0" brushRef="#br0" timeOffset="130271.43">8733 11799 2565 0,'0'-6'65'0,"0"1"94"0,0 0 60 0,0 1 37 0,0 0-30 0,0 1-66 0,0 1-48 15,0 1-29-15,0 0-34 0,0 1-26 16,2 0-8-16,-1-1-14 0,1 1-10 0,-2 0 11 16,0 0 0-16,2 4 9 0,-1 1 25 0,1 1 3 0,1 1 8 15,0 2 13-15,2 1 2 0,0 3 18 16,1 1-11-16,0 1 8 0,2 1-24 0,-1 3-15 0,2 0 1 16,-1 3-19-16,0 0 7 0,0 1-7 15,4 0 4-15,-4-1-1 0,2 2-5 0,-1-2-1 0,1 0-4 16,-2-2-14-16,0 1 10 0,-1-4-3 15,0 0-9-15,-1-2 17 0,-1-2-19 0,0 0-6 16,-1-3 28-16,-2-3 0 0,-1 1 15 16,1-4 25-16,-2-1 9 0,0-2 5 0,0 0 35 0,0-1 17 15,0 0-11-15,0 0 16 0,-2 0-13 16,1-3-38-16,1 1-21 0,-2-2-18 0,1 0-22 0,-2 0-6 0,1-1 9 16,-1-4-12-16,0 1-3 0,-2-4-1 0,0 0 8 15,0-1-15-15,2-2 12 0,-1 0-11 0,1 0-2 16,0 0 20-16,1 1-24 0,0 0 25 0,1 1-10 15,1 0-12-15,0 1 10 0,0 1-10 0,3 1-4 16,0 0-3-16,0 0 11 0,3 2-5 0,1-2 5 31,1 3-3-31,1-1-7 0,2 1 11 0,0 2-12 16,5 0 25-16,-2 1-1 0,5 1-14 0,-3 2 12 0,3 1-19 16,0 0 2-16,0 7 3 0,1-1 4 15,-2 3 11-15,1-1-6 0,0 2 5 0,-3 1-11 0,-1 0 1 16,-2 0 10-16,-2 1-4 0,2 2 3 0,-4-1-3 15,-2 0-9-15,-1 0 2 0,0 0 6 0,-1 0 9 16,-2 0-1-16,-3-1 6 0,0 3-1 0,0-4-15 16,-6 1 18-16,-2 1 2 0,-1 0 0 15,-1 1 10-15,-4-2 1 0,1 0-12 0,0-2-4 0,-4 0 4 16,3 0 3-16,-5-1-2 0,2-1 15 0,-1-2-8 16,1 0-3-16,-1-2 15 15,1-1-5-15,3 1 3 0,-2-2-3 0,3-2-6 0,-1 0-11 0,3 0-12 16,1 0 3-16,1 0-7 0,1-4 5 0,3 1 0 15,2 1-4-15,-2 0-2 0,1 0 0 0,2-2 5 16,-1 2-12-16,2 0 6 0,-1-1-16 0,0 2-21 16,2-2-64-16,-1 3-74 15,-1-2-72-15,2 1-97 0,0 1-36 0,0-2-82 16,-3 1-136-16,3 0-102 0,-2 0-143 0,1 1-130 16</inkml:trace>
  <inkml:trace contextRef="#ctx0" brushRef="#br0" timeOffset="133931.72">11816 9768 1094 0,'4'0'21'16,"-3"0"31"-16,-1 0 21 0,2 0 31 0,-2 0 7 15,0 0-4-15,0 0 8 0,2 0 1 0,-1 0-14 16,-1 0-2-16,0 0-2 0,0 0-14 0,0 0 9 16,0 0 5-16,0 0-8 0,0 0 12 0,0 0 33 15,0 0 0-15,0 0 17 0,0 0-4 0,0 0-27 16,0 0 2-16,0 0-25 0,0 0 1 0,0 0-15 15,0 0-14-15,0 0-20 0,0 0-7 0,0 0 7 16,3-3-14-16,-1 0 29 0,1-1-3 0,0-1-12 0,-1 2 29 16,2-2-9-16,-1-1 1 0,1 0 3 0,-1-2-28 15,3 2-13 1,-1-3-5-16,0 2-8 0,3-2 25 0,-2 1 23 16,0-2 1-16,4-1 0 0,-1 3-19 0,1-2-28 15,0 1-4-15,0 1 3 0,1-3 3 0,1 1 28 0,2 1-15 16,-1-2-9-16,0 0-1 0,2 0-5 15,-3 0-6-15,1-1 21 0,-2 1-9 0,2 2-14 16,-2-2 32-16,0 2-18 0,2-1 9 0,0-1 11 0,0 3-15 16,2-2 6-16,2 2-18 15,-1-1-8-15,1 0 13 0,1 2-1 0,1-1 4 0,0 0 12 0,0-1-16 16,0 3-6 0,1-2 16-16,1 2-12 0,1-2-8 0,-2 3 13 0,1-2-6 0,1 1-7 0,0 1 24 0,-1-1-16 15,-1 3-10-15,2-1 1 0,-4-1 1 0,4 2 6 16,-2 0-9-16,0 2 7 0,0-2-12 15,0 1-6-15,1-1 10 16,-2 1-10-16,3 1-3 0,-1 0 20 0,1 0-9 0,0 0 4 0,-1-1-6 0,3 2-17 31,-1 0 11-31,-1 0 6 0,1 0 5 0,-1 0-5 16,1 0 0-16,-1 0-9 0,-1 0 3 0,1 0 7 0,0 0-8 16,3 0 8-16,-4 0-4 0,4 0-4 0,-1 3 10 15,-2-2-12-15,2 1 3 0,-2 2 4 0,0-2-12 16,1 0 9-16,-1 1-4 0,0-2 6 0,1 3 6 15,-3-3-21-15,3 2 19 0,-1-1-8 0,-1 1-6 16,1 0 22-16,0 0-14 16,2 0 7-16,-4 0 0 0,2 0-7 0,-3 0-1 0,2 2-4 15,-1-1 7-15,1-1-6 0,-2 2 1 0,2-1 1 0,-3 1 4 16,2-2 1-16,0 2-3 0,-2-1-13 16,2 0 9-16,-1 0 5 0,-1 0 9 0,0 0 2 0,0 0-16 15,-1 1 5-15,0 0-10 0,-2-1 7 0,2 1 10 16,-3 0-17-16,-1 0 14 0,4 0-10 0,-4 0-5 0,1-1 11 15,-1 2-6 1,-1-1 6-16,-2 0 1 0,3 0 6 0,-2 0-10 16,-2 0 0-16,1 0 2 0,2 0-9 0,-2 0 17 0,4 1-6 0,-3 1-7 0,0-3 8 15,5 2-10 1,-1 0 7-16,-2 0 11 0,4 1-13 0,-4-3-1 16,4 1 4-16,-2 0-7 0,-2 0 18 0,4 0-1 0,-4 0-3 0,3 2 3 15,-4-3-10 1,0 3-2-16,0-3-11 0,-1 1 13 0,0 0-3 0,0-1-1 15,-3-1 18-15,3-1-20 0,-3 1-5 0,3 1 20 16,-3-2-11-16,3 2-4 0,-3 0 10 0,3 2-11 16,-2-2 2-16,1 1 16 0,-2 1-8 0,1-3 0 15,-1 2-3-15,0-1-13 0,-3-1 8 0,3 2 4 0,0 0-13 16,-3-1 7-16,-1-1 7 0,1-1 1 0,-1 1 5 16,-1 1 2-16,1-1 1 0,-2-1-26 15,-1-1 8-15,1 1 8 0,-1 0-8 0,-1-1 17 16,2 1 6-16,-2-1 3 0,0-1-12 0,0 0 3 0,3 0 6 0,-3 0-17 15,0 0 23-15,0 0 0 0,0 0-13 0,0 0 7 16,0 0-3 0,0 0 0-16,0 0 0 0,0 0 7 0,0 0-6 15,0-3-14-15,0 3-1 0,0 0 9 0,0 0 2 16,0 0 4-16,-5 0 1 0,5 0-13 16,0 0-5-16,0 0 11 0,0 0-4 0,0 0 11 0,-1 0-5 15,-1 0 10-15,2 0-1 0,-1 0-10 0,-1 0 2 0,-1 0-16 16,3-3 15-16,-3 0 8 15,2 0-4-15,-1 1 1 0,0-2-13 0,-1 0-9 16,0 0 12-16,-2 1-4 0,2-1 4 0,-5-1-9 0,3 0 7 16,-1-1-6-16,-2 0-2 0,2 0 12 0,-7 0-11 15,5 1 6-15,-2-3-3 0,0 2-4 0,-1-2-4 0,1 1 1 16,-1-1 10-16,-2 1-7 0,4-2 6 0,-2 0 7 16,1 1-20-16,-1 1 17 15,0 0 2-15,2 0-16 0,1 1 15 0,-2 1-15 0,4-1-3 16,1 2 6-16,0 0 5 15,1 2 6-15,0-2-15 0,0 3 15 0,2 0-6 16,1 0-5-16,-1 0 13 0,2 1-19 0,0 0 10 0,0 0-4 0,0 0-4 0,0 0 4 16,0 0-6-16,0 0 9 0,0 0-9 0,0 0 5 15,0 0 3-15,0 0-10 0,0 0 12 0,0 0-1 16,0 0-7-16,0 0 2 16,0 0 4-16,2 4 4 0,-1 0-3 0,1 1 11 15,2-1 1-15,0 3-11 16,-1 1-3-16,0 0 2 0,0 2 0 0,2 0 0 0,1 1 15 15,2-1-3-15,-2-1-11 0,2 1-6 0,1 1 7 16,0 0-6-16,0-1 6 0,1 1 7 0,1 1-12 0,-2-1 3 16,3 0-2-16,-2 1 18 0,-2-2-15 0,2 0 4 15,-2-2-2-15,-1-1-13 16,2 1 21-16,-5-2-14 0,1 0 4 0,0-1 12 0,1-1-16 0,-3 0 1 16,0 0 9-16,-1-1-8 15,1 0 6-15,-1-1 2 0,-1 0-3 0,1 0-1 0,0-1-13 0,-1 1 12 0,-1-2-6 16,2 2 7-16,-1-2 8 15,-1 1-1-15,2-1-6 0,-2 0-8 0,0 0 10 16,0 0 7-16,0 0 1 0,0 0-6 0,0 0-4 16,0 0-5-16,0 0 4 0,0 0 7 0,0 0-1 15,0 0 1-15,-3 0 6 0,1 0-1 0,-1 0-5 16,1 0 10-16,1 0-15 16,-1 0 1-16,-3 0 9 0,1 0-18 0,-6 0 6 0,2 0-9 15,0 0 13-15,-4 0-2 0,-2 0 3 0,-2 0 12 16,0 0-33-16,-1 0 10 0,-1 0 3 15,1 0 0-15,1 0 16 0,-3 0-11 0,3 3-1 0,-1 1-9 16,2-2 10-16,1 0 0 0,1 0-12 0,1-1 14 16,3 2-13-16,0 0 5 0,2-3 9 15,2 1-13-15,0 0 9 0,2 0-4 0,0 0 0 16,-2 0-12-16,3 0-37 0,2-1-25 0,-1 0-33 0,1 0-58 16,0 0-46-16,0 0-30 0,0 0-46 0,0 0-4 15,0-3-43-15,0 0-96 0,0-2-82 0,0 2-88 16,0-2-47-16,-5-2-49 0,-1-2-56 15</inkml:trace>
  <inkml:trace contextRef="#ctx0" brushRef="#br0" timeOffset="134936.66">13693 9032 1673 0,'3'-4'38'15,"1"-3"58"-15,2 1 43 0,-3-1 40 0,2 0 1 0,-2 0-30 0,-1 1 2 0,2 0 26 16,-2 1-11-16,-1 0-4 0,-1 2-4 0,0-1-48 16,0 1-29-16,0 1-9 0,0-1-28 0,0 2 11 15,-3-1-4-15,-1 1 8 0,2-1-4 0,-1 1-12 31,-2-1 15-31,2-1-10 0,-2 1 17 0,0 2-8 16,2-3 2-16,-3 3 4 0,2-2-19 0,-3 1-5 0,2-2-7 16,0 2-15-16,-4-1 2 0,5 0 7 0,-5 1 7 15,3-1-6-15,0 1-5 0,-4-1-11 0,2 1-23 16,2 0 3-16,0-1 5 0,-4 2 4 0,2-2 18 16,0 2-1-16,0 0-15 0,2 0-4 0,0 0-14 0,0 0-5 15,-1 0 14-15,2 4 15 0,1-1-5 0,-1-1 8 16,2 1-6-16,-2 1-14 0,3 1 2 15,-4-1-1-15,4 0-3 0,-1 3 0 16,-1-2 10-16,1 3 5 0,1-2 11 0,1 2-12 16,-3-2 9-16,4 2-17 0,-1-1-4 0,1 1 26 15,0-2-19-15,0 2 11 0,0-2 6 0,3 0-8 16,0 2 10-16,2-1-3 0,-1 0-17 0,1 0 14 0,1 0-9 0,1-2 15 0,1 2 8 31,1-1-21-31,-1 0 20 0,2-1-12 0,0 0 5 0,0-2-5 16,1 2 3-16,2-2-7 0,-4 0 15 15,1-1 20-15,2-1 2 0,-2-1 20 0,-2 2-12 16,0-2 10-16,-2 0-9 0,0 0 2 0,1-5 7 0,-1 3-9 0,0-2-3 16,-1-1-9-16,1 2-10 0,-1-2-6 0,2-2 5 15,-1 2 6-15,-2-1-9 0,0 0-2 0,1 0 3 16,-4-1-14-16,2 1 5 0,-1-1 2 0,-2 1-7 16,0 0-3-16,0 0 3 0,0 0-5 0,0 0 5 0,0 1-2 15,-5 1-11 1,5 1 1-16,-1-1-3 0,1 3 1 0,-2-1 0 0,2 1-9 15,0 1-3-15,-2 0-10 16,2 0 6-16,0 0 12 0,0 0-3 0,0 0 2 0,0 0 1 0,0 0-10 0,4 0-17 0,-3 3 24 16,-1 0-2-16,0 1 4 0,3 0 23 0,-1 0-19 31,1 3 5-31,-1-1-5 0,-1 1-13 0,1 1 9 16,2 0-8-16,-1-1 2 0,1 3 15 0,1-2 2 15,-1 1 4-15,4-1-9 0,0 1 4 0,0-2-1 0,3 0 1 16,3 0 21-16,-1-1-15 15,3 0-5-15,-2-1 3 0,2-1-13 0,-2 0 20 0,3-1 0 0,-4-1 2 16,0 0 6-16,-1-1-7 0,-2 0 16 0,2-1-4 16,-5 0 5-16,-1 0 3 0,-1 0-9 0,-2 0 6 15,0 0-12-15,-1 0-11 0,-2 0 1 0,4-2-15 16,-4 2 13-16,0-2-6 0,0 2-9 0,0-2 7 16,0 1-16-16,0-1-19 0,0 2-67 0,0 0-85 15,0 0-80-15,0-2-89 0,0 2-44 0,0 0-77 16,-6 0-124-16,5 0-45 0,-1 0-83 0,-1 0-44 0,0 0 115 15</inkml:trace>
  <inkml:trace contextRef="#ctx0" brushRef="#br0" timeOffset="137309.31">15150 10005 781 0,'0'1'42'0,"1"0"32"0,-1-1 23 0,2 0 35 16,-1 0-17-16,-1 1 3 0,0-1 14 0,2 0-18 16,-2 2 13-16,0-2-3 0,0 0-10 0,0 0 10 15,0 0-6-15,0 0-8 0,0 0-4 0,0 1 7 16,0-1 3-16,0 0 32 0,0 0 23 0,0 0-24 15,0 0 7-15,0 1-33 0,0-1-11 16,0 0 29-16,0 0-20 0,0 0 8 0,0 0-32 0,0 0-16 16,-2 0-24-16,-1-2-15 0,2 0-8 0,-1 1-8 15,-1-1 12-15,0 0 6 0,-1-1-1 0,-2 1-8 16,2-1-12-16,-1 1-24 0,0-1 19 0,-2 2-11 16,0-2 6-16,1 1 9 0,-1 0-19 0,1 1 12 15,-1 1 4-15,-2-2-8 0,-1 1 7 0,2 1-14 0,-2 0-9 16,0 0 0-16,0 0 5 0,-2 0 4 15,2 0-1-15,-2 3 3 0,-1 0-11 0,0 1 4 16,1-2 8-16,-1 2-8 0,2 0 8 0,-3 2-8 0,3-2-4 31,-2 1 4-31,2 0-2 0,3 1 7 0,-1 0 7 16,1 1-7-16,1 0 10 0,1 2-1 0,1-3 0 0,2 3 5 0,-1-1-2 0,2-1-9 0,1 2 4 16,1-2 12-1,0 2-5-15,0 0 15 0,0 0 1 0,1 1-1 16,5 0-6-16,-3-1 3 0,2 1-6 0,1 0 5 0,3 0 16 15,-3 0 8-15,3 1 24 0,1-2 11 16,1 2-15-16,1-1 14 0,1 0-6 16,3-1-11-16,-2 0 20 0,3 1-9 0,-1-3-23 0,3 0 17 0,2-2-5 15,-2 0-1-15,1 0 22 0,1-2-9 0,-2 1-3 0,3-3-9 16,-2 1-3-16,0-1-14 16,0-1-8-16,-1 0-4 0,0 0-19 0,0-4 15 15,-3 0 10-15,1 1 3 0,-2-2 9 0,-2 1 0 16,-1 0 11-16,-3 0-19 0,2 0-1 0,-3 0-17 0,-3 0-20 0,1 1 6 31,-2 0-12-31,-2 2 4 0,0-2-2 0,0 1 9 0,-2 2-12 16,0-1-13-16,0 0 11 0,0 1-12 0,0-1 9 15,0 1 9-15,0-2-27 0,-4 2-14 16,0 0-37-16,2-1-32 0,2 1-44 0,-1-1-62 16,-1 0-67-16,-1 0-47 0,1 0-34 0,-1-1-32 0,0-1-30 15,-2 0-82-15,-4 0-75 0,3 0-50 16,-2 0-62-16,-2-1-32 0,-2-2 109 0</inkml:trace>
  <inkml:trace contextRef="#ctx0" brushRef="#br0" timeOffset="139704.06">15090 9804 1214 0,'0'1'20'0,"1"0"37"0,-1-1 26 0,0 0 10 0,2 0 0 0,-2 0-26 16,0 0-17-16,1 0 13 0,-1 0 0 0,0 0 3 16,0 0 7-16,0 0-17 0,0 0 0 0,0 0 12 15,0 0-7-15,0 0 11 0,0 0-11 16,0 0-12 0,0 0 14-16,0 0-3 0,0 0 1 0,0 0-2 15,0 0-21-15,0 0-12 0,0 0-6 0,0 0-2 16,-3 0 0-16,2 0 1 0,-1 0-4 0,0 0-15 15,2 0 9-15,-3 0 2 0,1 0-1 0,-1 0 32 0,2 0 4 16,-4 0 2-16,2 0 14 0,-2 0-12 0,2 0-11 0,-2 0 10 16,0 0-4-16,-1 0-8 0,0 0 6 0,1 0-15 15,0-3-1-15,-1 3 0 0,1-3 4 0,-1 2 3 16,2 1 17-16,0 0-10 0,-1-2-4 0,-1 2-14 16,1 0-15-16,2 0 6 0,-3 0-5 0,1 0-4 15,2 0-12-15,-2 0 4 0,2 0-5 0,0 0 19 16,-2 0-5-16,-1 0-5 0,4 0 10 0,-2 0-6 15,0 3 12-15,0-1 19 0,0 0-7 0,1 0 13 16,-2-1-2-16,-1 0-27 0,3 0-3 16,0 1-5-16,-2-1-9 15,2 1 16-15,-2 1 16 0,2-2-11 0,-3 1 1 0,3 0 3 16,-2 0-9-16,0 0 0 0,0 0 16 0,2 1-11 0,-2-1-4 16,-1 0 13-1,2 1-18-15,-3-1 15 0,2 1 7 0,0-1-17 0,1 0 7 16,-2 1-9-16,3-1-14 0,-4 1 13 0,4-1 0 15,-4-1-2-15,4 2 14 0,-3 0-4 0,1 0-4 16,1-1-11-16,0 1 2 0,0 1-4 16,0-1 5-16,0 2 4 0,-4-2-1 0,3 2-13 0,0-2 4 15,1 2 7-15,-1 1-9 0,0-2 14 0,-3 3-5 0,2-2-13 16,1 1 10-16,0-1 8 0,-1 1 9 16,0 1 12-16,1-1 4 0,-1 1-10 0,1-2 5 0,0 2-23 15,0 0 2 1,-1-1 3-16,2 2-3 0,-1-2 19 0,0 2-4 0,0-2-15 0,0 1 1 15,-1-1 1-15,3 2-2 0,-2-2 1 16,2-1-11-16,0 2 15 0,1-2-16 0,-1 0 11 0,1-1 20 0,2 0-20 16,-1 0 10-16,1 1-6 0,-2-1-7 0,2-1-2 15,0 2 6 1,-1-1 0-16,1 1-23 0,-2 0 23 0,-1 0-7 16,2 0-4-16,-1 0 21 0,-1 0-21 0,1-1-1 15,-1 2 13-15,1-1-11 0,-1-1-3 0,0 2 17 16,1 0-21-16,1-1 4 0,-1 1 6 0,1-1-7 15,1 1 10-15,-2-1 3 0,0 0-3 0,2 1-14 16,-2-1 15-16,2 0 0 0,0 1 3 0,0 0 6 0,0 0-7 0,0 0-1 16,0 0 0-16,0 2 17 15,4 1 1-15,-2-2-5 0,2 3 15 0,-2-2-13 0,1 1-2 16,0 0 5-16,1 1-1 0,-1 0-4 16,0 2 2-16,0-2 3 0,2 1-6 0,-4 0 12 0,2 0 0 0,2 0 17 15,0 0-17 1,0-1-18-16,1 0 16 0,0-1-15 0,2 0 5 0,0-1 0 0,-1-1-9 15,2 2-15-15,-1-1 14 0,0-1-1 0,0 0-1 16,-1 0 14-16,2 1 4 0,-1-1 15 0,1 0 0 16,-3 0-1-1,2-2-4-15,-1 1 0 0,-1 1-14 0,3-2-2 0,-1 1-3 16,0-1 8-16,0-2-5 0,1 3 0 0,-1-2 7 0,1 0-25 0,0-1 29 0,0 2-5 16,1-2-19-1,-2 0 16-15,3 1-22 0,-2-1 6 0,1 0 4 0,1 0 0 16,-2-1 4-16,4 4-3 0,-4-3 5 0,1 0-11 0,2 0-6 15,0 0 7 1,-3 1-7-16,4-1 8 0,-2-1 5 0,-1 0-15 16,0 1 4-16,1 0 1 0,-1-2-9 0,-1 1 9 15,-1 0 0-15,0-1-2 0,2 2-2 0,-3-2 5 0,2 0 4 16,-3 0-12-16,0 1 25 0,3-1-4 0,0 1 4 16,-3 0 0-16,2-1-12 0,1 0-4 15,-1 0-5-15,2 1 20 0,1-2-13 0,-2 1 1 0,-1-1 4 0,3 0-14 16,-1 1 5-1,1-1 0-15,0 0-3 0,-2 0 1 0,1 0 0 16,2 0 4-16,-4 0 2 0,4 0-3 0,-2 0 6 16,-2 0-8-16,2 0-8 0,0-1 12 0,0 0 6 0,0 1 5 0,-2-3-7 0,4 2 5 15,-2 0 1-15,-2 0-6 16,3 0 20-16,0-2-9 0,-3 1-15 16,3 1 13-16,-3-1-9 0,0 0 2 0,0 0 9 15,-1-1-19-15,0 1 10 0,-2-2-3 0,0 1-1 16,1 0 9-16,1 0-13 0,-2-1 24 0,3 0-20 15,0 0 7-15,1 0 7 0,0-2-25 0,-1 3 20 0,-2-1 1 16,3 0-8-16,-1-1 6 0,-3 1-15 16,1-2 4-16,2 2 4 0,-2-1 6 0,-1 0 9 0,0-1-17 0,2 2 11 15,-3-1-11-15,2 0 0 0,-1 0 4 16,-2 1-8-16,2-3 5 0,-2 1-1 0,2-1 12 16,-2 2 0-16,-1-2-11 0,2 0 10 0,-1-1-9 15,1 0 7-15,-1-1-7 0,0 3-20 16,0-2 15-16,-1 1-10 0,0-1 4 0,-1-1 15 0,2 1-30 15,-1-1 13-15,2 0 13 0,-2-1-1 0,-1 0 7 16,1 1-30-16,-2-1 8 0,2 0 6 0,-1 1 1 0,-1 0 17 16,0 0-21-1,0 0 10-15,0 1-2 0,0 0-6 0,0-2 18 16,0 2-27-16,0-2 19 0,0 0 0 0,0 0-13 16,-3 1 14-16,3-2-25 0,-2 1 11 15,-1-1 9-15,2 1-8 0,-2 0 24 0,-2-1-22 16,4 3 0-16,-3-1 5 0,1 0-12 0,0 0 8 15,-2 0-14-15,2 2 4 0,-3-2 5 0,3 2 10 16,0-1 3-16,-4-1-8 0,2 2-3 0,0-1-7 0,1 0 6 16,-2 1 9-16,-1 0-14 0,1-2 12 0,-1 3 9 15,3-3-16-15,-4 1 7 0,2 0-13 0,-1 2-1 0,1-3 10 16,-1 2 11-16,1-1 0 0,0-1-22 16,1 2 1-16,-3-1 5 0,2 1 5 0,-2-1 21 15,3 1-33-15,1 0 12 0,-3 0 1 0,4 1-20 16,0 0 43-16,-2 1-30 0,4 0-2 0,-1 0 15 0,-1 1-11 0,0 0 15 15,0 0-19-15,-1 0 3 16,-1 1 10-16,2 0-8 0,-3 0 19 0,2 0-19 16,-1 0-3-16,0 0 2 15,0 0 0-15,0 1 9 0,-1-2-17 0,0 1 9 0,1 0-1 0,-3 0 12 0,3 0-4 16,-1 0-19-16,1-1 12 0,-1 0-1 0,1 1 15 16,-1 0 12-1,1 0-30-15,-1 1 7 0,0-3 5 0,1 3-3 0,-2-1 9 0,3 0-26 0,-4-1 1 31,3 1 11-31,-1 2 1 0,1-1 14 0,0 0-26 0,0 1 7 0,-2-1 5 0,2 1 7 0,0 0-1 16,0-1-23-16,0 0 20 16,-2 1-9-16,2 1 9 0,0-1 10 0,0 0-25 15,1 0 11-15,-1 1 3 0,0 0 6 16,-1 0 6-16,1 0-24 0,-1-1 11 0,1 1 1 0,0 0 1 16,-1 0 14-16,1 0-19 15,-1 0 9-15,1 0-6 0,0 0-5 0,2 0 17 16,-3 0-25-16,1 0 19 0,2 0-2 0,-2 0 2 15,1 0 6-15,-1 0-33 0,0 0 27 0,-1 0-6 16,1 0-2-16,2 3 27 0,-2-3-37 0,2 0-4 16,-2 1 16-16,0-1-1 0,-1 0 12 15,0 0-16-15,1 1 4 0,-1-1-4 0,-1 0-3 0,0 2 25 0,-1-2-21 0,1 2 4 0,1-1 8 16,-2-1-11 0,0 1 18-16,2 0-29 0,-1-1 11 0,3 0 6 0,-4 1-5 15,3 0 15-15,-1-1-13 0,-1 1-1 0,3 0 0 0,-1-1 7 16,0 2-1-16,1-1-18 0,0-1 11 0,1 2-3 15,0-1 5-15,1 1 8 16,1-1-22-16,-1 0 17 0,-1 0-13 0,1 0 20 16,0 0-2-16,0-1-30 0,2 1 29 0,-2-1-8 15,2 1 9-15,-1-1 6 0,1 0-25 0,-2 0 2 16,2 0-7-16,0 0 6 0,0 0 6 0,0 1-44 16,-1-1-32-16,-1 1-60 0,2-1-60 0,0 1-42 0,-2 1-69 0,2-2-22 15,-1 3-33-15,-1-3-37 16,2 0-44-16,0 0-74 0,-1 1-69 0,-1 0-40 0,0 0-28 0,1 1-12 15,-1-1 72-15</inkml:trace>
  <inkml:trace contextRef="#ctx0" brushRef="#br0" timeOffset="143517.7">14446 9824 917 0,'-2'1'7'16,"2"-1"8"-16,-1 1 23 0,1-1 20 0,0 0 11 16,0 0 15-16,0 0-16 0,0 0-7 0,0 0 9 15,0 0-5-15,0 0 22 0,0 0 3 0,0 0 7 16,0 0 2-16,0 0-7 0,0 0 3 0,0 0 5 0,0 0-1 15,0 0-1-15,0 0-4 0,0 0-9 16,0 0-1-16,0 0 6 0,0 0 24 0,0 0-3 0,3 0 2 16,-3 0 6-16,0 0-26 0,0 0-11 0,0 0 20 15,0 0-13-15,0 0 8 0,0 0 4 0,0 0-37 16,0 0 8-16,0 0-10 0,0-2 1 0,0 2-5 16,0-3-9-16,0 0 0 0,3-1-3 0,1 2 7 15,-3 0-9 1,1-2-10-16,-1 0-2 0,4-1-1 0,-2 2 0 15,-2-2 0-15,3-1 5 0,-3 2-7 0,2-1-16 16,1-1 19-16,-1 0-12 0,0 0 5 0,-1 0 14 16,1 1-10-16,1-1 10 0,-1 1-8 15,2 0 8-15,-1 0-4 0,0 0-18 0,1-1 1 16,-2 1-4-16,3 1-15 0,-3 0 4 0,-1-1 17 0,1 2-7 16,1 0 18-16,-3 0-4 0,2 0-14 0,-1 1-15 0,1-1-9 15,0 1 15-15,1 0-6 0,-2 0 21 0,2-1-5 16,-3 1-22-16,2 0 20 0,-1 1-18 15,0-1 6-15,-2 1 22 0,0 1-16 0,1 0-6 0,-1-1 6 16,0 1-17-16,0-1 13 0,0 1 3 0,0 0-13 0,0 0 9 16,0 0-4-16,0 0 12 0,0 0 5 0,0 0-4 15,0 0-15-15,0 2-1 0,0-2-8 0,0 0 10 16,0 0 13-16,0 0-1 0,0 0 12 0,0 0-19 16,0 0 1-16,0 0-22 0,0 0 17 0,-5 0-10 15,5 0 6-15,-3 0 27 0,2 0-23 16,-1 5 9-1,0-2-13-15,-2 1 1 0,1-1 0 0,0-1 8 0,-1 1-1 0,1 2 0 0,2-1-3 16,-3 0-7-16,-1 3 15 16,2-1-10-16,-3-1 6 0,3 2 8 0,-2-2-17 15,1 3 16-15,-1-1-3 0,0-1-9 0,-1 0-1 0,3-1-10 16,-2 3 5-16,0-1 0 0,0-1 12 0,0 0 4 16,1 2-6-16,-1-2 2 0,1 3-1 0,-1-1-11 15,1 0 14-15,-2-1-5 0,1 2-1 16,2-1 10-16,-3 1-8 0,3-2 5 0,-2 0-1 15,2 1-2-15,0-1-12 0,-1 1 5 0,1 0 5 0,2 0-17 16,-4-1 21-16,4 1-12 0,-1 0-4 0,0-1 18 16,-1 1-12-1,2-1 10-15,-1 1 8 0,0 0-10 0,2-1-14 16,-1 1 11-16,-1 1-9 0,2-2 10 0,0 1 11 16,0 1-17-16,0-2 8 0,0 3-12 0,0-2 14 15,0 1 0-15,3-2-7 0,1 2 15 0,-3-1-20 16,2-1 16-16,-3 2 3 0,2-1-12 0,0-1 4 15,-1-1-11-15,2 2 1 0,-1-2 4 0,-1 1 6 16,2-1 13-16,-3 1-16 0,2-1 5 0,-2-1-8 16,2 2 2-16,-1-2-1 0,-1 1-3 0,0 0 3 15,0-1-3-15,2 1 9 0,-1-1 0 0,-1 1-2 0,2 0-2 16,-2 0 2-16,2 2 3 0,-1-1-7 0,1 0-4 16,0 0 12-16,-2 0 0 0,1 1-1 15,2-2 3-15,0 1-17 0,-1 0 4 0,-2 0 27 16,1-1-12-16,2 1 14 0,-1 0-1 0,1 1-16 15,-1-1 27-15,-1 0-21 0,1 0 12 0,1 0 0 0,1 1-3 16,-3-1 8 0,2 1-6-16,0-1-11 0,0 1-5 0,0 0 17 0,2 1-36 0,-2-2 28 0,1 0-7 15,1-1-5-15,-2-1 23 0,0-1-17 0,3 1-6 0,-3 1 20 32,2-1-18-32,-2-1 10 0,0 2 6 0,2-1-29 0,-2 1 25 15,2 0-1-15,-1 0-5 0,-2 0 6 0,3-1-7 16,-2-2-7-16,0 2 5 0,1-1-3 0,-1-1-2 0,0 0 2 0,1-1-4 15,0 2 13-15,-3-1-13 16,-1-1 12-16,3 1-1 0,-1 0-11 0,0 0 13 16,-2 0-13-16,1-1 2 0,-1-1-3 0,3 1 1 15,-3 1 0-15,2-1 6 0,1 0 2 0,-1 0-2 16,-1 0-3-16,1-1-9 0,0 2 7 0,0 0-2 16,2 2 11-16,-1-2-11 0,0 0-2 0,-1 3 4 0,1-4-6 15,0 1 4-15,0 0-2 0,-1 1-6 0,-1-2 3 16,1 0 12-1,1 1-10-15,-3-1 10 0,5 0-6 0,-5 1-1 16,1 2 5-16,-1-2 0 0,2 1-3 0,-1-1-1 16,1 2 12-16,1-1-21 0,-1 0 10 0,1 0 7 0,0-1-20 0,2 1 19 0,-2-1-14 15,3-1-2-15,-3 3 17 0,-1-3-3 0,3 1 16 16,-2 1-5-16,0-1-9 0,2 1 5 0,-2 1-11 16,3-1 2-16,-3 0 0 15,2-1-6-15,0 1 7 0,2 0 1 0,-3 0-5 0,2-1 7 0,-1 0 2 16,-2 1-6-1,2-1 9-15,-2-1 5 0,2 0 6 0,-2 2-3 0,5-1 13 0,-3-1-4 16,1 1-14-16,-1 0 11 0,3 0-7 0,0 1-2 16,0-1 0-16,-2-1-7 0,2 0-11 0,1 2 1 0,-1-2-5 15,2 0 4-15,-1 1 13 16,1 0-13-16,-1-2 11 0,-1 2-6 0,1-2-16 16,0 2 9-16,0-2 0 0,-1 2 5 0,-2-3 0 15,2 2-4-15,-3-1-10 0,3 0 0 0,1 0 24 16,-2 1-4-16,-1 0 11 0,2-1-8 0,3-1-13 15,-2 3 17-15,-1-2-9 0,3 1 5 0,0-1-5 16,-2 1-15-16,1 0 1 0,-2-2 3 0,4 3 4 16,-5-2-4-16,1-1 8 0,0 2-4 0,2-1-11 15,-3-1 8 1,1 1-6-16,-1 1 3 0,-1-2 12 0,3 3-13 16,-1-3 4-16,-1 2 4 0,-1 0-12 0,3-1 19 15,-2 2-11-15,-1-2-6 0,2 1 6 0,-1-1 2 16,0-1 1-16,1 1-5 0,0 0 6 0,0 1-13 15,1-2 4-15,1 1 17 0,-2 1-5 0,1 0 1 0,-1-1 1 0,0 0-13 16,2-1 6 0,-1 2 4-16,-1-1 10 0,0-1-15 0,1 0 11 0,-1 0 0 0,0 0-19 15,-1 1 24-15,0-1-14 0,1 2-7 16,0-2 23-16,-1 0-24 0,0 2 11 0,1-2 5 16,0 0-21-16,-1 0 23 0,-1 0-13 0,3 0-3 0,1 0 20 15,-2 0-10-15,3 0 17 0,-3 0 8 0,0 0-17 0,0 0-5 16,3 0-1-1,-2 0-1-15,-1 0-7 0,3 0 18 0,-3 0-19 0,0 0-11 16,3-2 32-16,-1 2-19 0,-1-2 8 0,0 2 17 0,-1-1-12 0,2 1 5 16,-2-1 4-16,3-1-6 0,-2 1-10 0,0-1 12 15,0-1-8-15,-1 2-11 0,1-2 8 16,1 1-15-16,-1-1 9 16,-1 0 14-16,2 0-13 0,0-1-1 0,-1 1 6 15,-1 1-18-15,-2-3 10 0,5 2 13 0,-3 1-15 16,-2-1 8-16,1-1 3 0,0-1-6 0,0 2 6 15,-1 0 2-15,-1 0 6 0,0-1-1 0,1 0-1 16,-2 1 4-16,1-1-11 0,2-1 12 0,-2 2 3 16,-1 0-2-16,2-1-2 0,-1-2-6 0,0 2 0 15,0 0-4-15,1-2-1 0,0 2-2 16,-1-3 0-16,0 1-7 0,-1-1-3 0,1 2 8 0,2-1-15 0,0 0 12 0,0-1 6 16,-1 0-12-16,1 1 10 15,-3 0-15-15,4 0 4 0,-2 0 11 0,-1 0-7 0,0 0 9 16,1 1-3-16,0-1-10 0,-1 1 6 0,2 0-5 0,-4 0 7 15,0 0 6 1,2 2-5-16,-2-3 8 0,0 2-4 0,2-1-5 16,-2 2 2-16,0-1 11 0,0-1-2 0,0 0-5 15,1-1 8-15,-1 0-8 0,0 0-16 16,0 0 15-16,2-2-8 0,-2 2-6 0,0-2 17 16,2 2-7-16,-2-2 7 0,0 1 2 0,2-1-20 15,-2-1 14-15,3 3 0 0,-3-1-6 0,-1 0 13 16,1 1-11-16,-1-2 4 0,-1 1-2 0,1 2 7 0,0-2-8 15,-1-1-2-15,-1 2-1 0,2-3 4 0,0 1 1 16,-2 0-2-16,0 0 3 0,0-2 1 16,0 1 7-16,0 0-3 0,0-1-3 0,0 0-10 0,0 1-2 0,0-3 0 15,0 2-2-15,0 0 2 16,0-2-10-16,0 1 6 0,0-1 8 0,0 1 4 0,0-2 3 0,0 2-17 0,0 0 15 16,0 0-6-16,0 0-8 0,0 0 22 15,-4 1-19-15,3 0 12 0,-3-1-10 0,3 2 4 16,-1-1 6-16,-1-1-19 15,1 2 29-15,-1-1-13 0,0-1-8 0,-1 1 1 16,2 1-4-16,-3-2 1 0,2 1 4 16,1 0 8-16,-2 1-10 0,0-1-8 0,0-1 14 0,-1 0 0 0,0 0-6 0,1 1 20 15,-1 0-26-15,0 0 6 0,0 1 9 0,-1-2-7 16,1 2 6-16,-1 0-9 0,3 0 3 16,-2 1 1-16,-1 0 0 0,0 0 15 0,1 0-13 15,0 0-1-15,0 1 2 16,0 0 1-16,-1 0-2 0,0 0-9 0,1-1 11 15,0 2-8-15,1-2 6 0,-3 2 4 0,2 0-9 16,-1 0 2-16,2-1 2 0,-3 0 0 0,4 1 10 0,-2 0-13 16,0 0-1-16,-1 0 9 0,2-1-11 0,-1 1 13 15,0-1-17-15,0 0 2 0,0 0 8 0,-2 1-4 16,2-2 12-16,0 2-14 0,-1-1 2 16,-1 0-2-16,1 0 5 0,0 0 10 0,-1 0-10 0,3 1-1 15,-3 1 13-15,0-1-8 0,2 1-8 16,-2 1 7-16,3-2-1 0,-1 2-7 15,-2 0 19-15,1 0-8 0,0-1-15 0,0-1 8 0,-1 0-1 0,2 1 3 0,-4 0 3 16,1-2-10-16,2 2 2 0,-1 0 3 16,-2 0-7-1,1 0 23-15,0 1-17 0,2-2 4 0,-3 1 7 0,-1 1-8 16,2-1-3-16,-3 0-2 0,3 1 5 16,-2-2-10-16,2 2 14 0,-4 0-2 0,2 0-13 15,1 0 12-15,0-1-2 0,2 2-1 0,-1 0 7 16,-1 0-12-16,3 0 0 0,-1 0 7 0,1 1-1 15,-1-1 3-15,0 1 4 0,0 0-7 0,1 1-2 0,1-1 1 0,0 0 4 16,-1 2-10-16,2-1 4 0,-3-1 16 0,-1 2-13 16,3 0 4-16,-2-1-6 0,0 0-6 0,1 0 7 15,-2 0 12-15,-1 0 0 0,2-1-23 16,-1 0 20-16,0 0-11 0,-3 1 5 0,3-1 17 16,-1 2-18-16,1-3-7 0,-3 2 5 0,3 0 3 15,0 0-9-15,-1 0 8 0,1 0 0 0,1-1-2 16,-1 0-3-16,2 2 6 0,0-1-5 0,-1-1 0 0,1 2 9 15,0 0-1-15,-2 0-5 0,3 0 0 16,-3-1 5-16,2 1-8 0,-2 0 10 16,0 0-3-16,2-1-8 0,-1 1 10 0,-1-1-14 0,-1 1 13 0,3 0-5 15,-1-1-5-15,-1 0 13 0,-1 0-7 0,3 1 1 16,-1 0 6 0,2 0-16-16,-2 0 5 0,1 0 4 0,-1 0-6 15,2 0 8-15,0 0-3 0,-1 0 0 0,0 0-1 0,1 0 9 0,0 0-6 0,-1 0-7 16,1 0 13-16,2 0-8 0,-3 0 3 0,1 0 3 15,2 0-10-15,-2 0 2 0,0 0 3 0,1 0 10 16,-4 3-6-16,5-1-7 0,-2-1 1 16,0-1-2-1,0 2-5-15,1-1 13 0,-2-1-4 0,2 2-5 0,-2-1 4 0,1 0 9 16,2 1-18-16,-2 0 3 0,0-1 15 16,-2 0-18-16,2 1 17 0,0-2 1 15,0 3-11-15,0-3 2 0,-2 2 5 0,2 0 0 0,-1 0-6 0,-1 0-4 16,2 0 5-16,-2-1-8 0,1 2 4 0,-3-1 17 15,3 0-18-15,-2 0 7 0,1 0 5 0,0 0-14 16,1 0 19-16,-1-1-9 0,0 1-7 0,0-2 6 0,2 2-3 31,1 0 2-31,-1-1-1 0,-2 0 11 0,3 0-14 0,-1 1-1 0,0-1 13 0,1 0-17 16,-1 2 7-16,0-1 12 0,-3 0-6 0,2-1-1 0,0 1-12 31,-1 0 6-31,1 1 2 0,-2-2 5 0,2 2 7 16,-1-1-17-16,2 0-3 0,-2 0 6 0,2 1 0 0,0 1 10 15,0-4-7-15,1 3 2 0,0-1-3 0,0 0-1 16,-1 0 9-16,1 1-14 0,0-1 9 16,1 0-4-16,0 0-1 0,1 1 0 0,-1 0-3 15,0 0 12-15,0 1-5 0,-2 0 4 0,0 0 4 0,2-1-21 0,-2 1 10 0,-1 1 6 16,0 0-12 0,-2-2 21-16,2 2-9 0,-1 1-5 0,2-2-3 0,-1 2 7 0,-2-1-8 31,4-2 3-31,-1 1 11 0,0-2-22 0,0 1 10 0,0-1 10 0,1 1-20 15,-1-1 15-15,0 0-3 0,2 1-16 16,0 0 23-16,-2 2-11 0,2-1 10 0,-3 0 2 0,4 3 7 16,-2-3-5-16,0 1-20 0,-1 1 10 0,2-1-10 0,-2 0 9 0,2 0 7 15,-3 0-2 1,3 0 0-16,0 0-4 0,-2-1 7 0,3 1 2 16,-1 1-17-16,-2-2 11 0,2 1-1 0,2 1-14 15,-4-3 17-15,4 3-10 0,-1-2 4 0,1 0 9 0,-3-1 2 0,1 2-5 16,1-1-21-16,-1 1 16 0,0-1-5 15,1 0 11-15,-1 0 10 0,0-1-13 0,-1 2 2 16,2-1-5-16,-1-1-2 0,0 0 11 0,1 0-13 16,0 1-1-16,-1-1 12 15,3 0-9-15,-1-1-4 0,-1 0-5 0,2 1 16 0,-2-1-7 0,2-1 8 0,0 0 15 16,-1 0-32-16,1 0 8 0,0-1 7 0,-2 0-1 0,2 0 4 16,0 0-10-16,0 0 6 0,0 0-8 15,0 0 1-15,0 0 13 0,0 0-9 0,0 0-3 16,0 0 13-16,0 0-8 0,0 0-4 0,0 0 1 15,0 0 3-15,0 0-2 0,0 0 4 0,0 0 5 32,0 0-14-32,0 0-45 0,0 0-81 0,0 0-85 0,0 0-103 0,0 0-68 0,0 0-41 0,0-2-61 15,5-1-81-15,-2-1-144 0,2 1-105 16,-2 1-143-16,4-3 11 0</inkml:trace>
  <inkml:trace contextRef="#ctx0" brushRef="#br0" timeOffset="150386.25">15154 9378 654 0,'0'0'4'15,"0"0"-7"-15,0 1 8 0,0-1-2 0,0 2 4 16,0-2 20-16,0 0-12 0,0 0 19 0,0 2 14 15,0-2-19-15,0 0 12 0,0 1-6 0,0-1 6 16,0 0 4-16,0 0 15 0,0 1 5 16,0-1-9-16,0 0 15 0,0 0-1 0,0 1 2 0,0-1 2 15,0 0-1-15,0 0 4 0,0 1-6 16,-3-1 0-16,3 1 0 0,0-1-8 0,0 1-5 16,0-1-9-16,0 1 7 0,0-1-4 15,0 2 14-15,0-1-10 0,-3-1-14 0,3 2-2 16,-3-1-19-16,1 1 1 0,-1-1 7 0,1 0-8 15,2 0-4-15,-2 0 2 0,0 0-9 0,2 0 8 0,-2 0 17 16,2 0-9-16,-1 0 7 0,-1-1-4 0,2 0-8 16,0 0 18-16,-1 0 5 0,-1 1 9 0,2-1 24 0,-2 2 10 15,2-2 3-15,-1 2 6 0,-1-2-15 0,1 1-6 16,-1 0-4-16,0 0 11 0,-1 0-1 16,1 0-9-16,1 0 10 0,-1 0-12 0,-2-1 5 15,2 0 4 1,-1 0-5-16,2 0 7 0,-1 0-11 0,0 0 14 15,2 0-9-15,-3 0-13 0,2 0 4 0,-1-2-10 16,0-1 0-16,-1 1-20 0,1-2 7 16,-1 2-20-16,-1-1 19 0,-1 0 6 0,0-1-12 0,0 0 8 0,-1 0-9 0,0-1 1 15,-2-2 6-15,3 2 9 0,-3-2-11 0,3 0 2 16,-1-1 6-16,-1 0-19 16,0-1 3-16,2 0-4 0,-1 0-9 0,1-1-4 15,-1 0 15-15,1 0 16 0,0-2-12 16,1 1 8-16,0 0-23 0,1 0-13 0,-2-2 5 0,3 1 8 15,0 0 8-15,0 0-14 0,2 0-1 0,-1-1-16 16,-1 2 5-16,2-1 19 0,-1 1 1 0,1 1-13 0,0 0 6 16,0 0-11-16,0-1-9 0,0 2 21 15,4-1-2-15,-2 0-11 0,2 1 10 0,1-1-8 16,0 0-2-16,-2-1 4 0,2 2-2 0,0-2-3 16,0 2-1-16,1 0 8 0,-2-2-5 0,1 2 3 0,0 0-5 0,2-2 6 15,-3 2-9-15,4 1 10 16,-3 1 2-16,-1-1-14 15,5-1 20-15,-5 3-4 0,2-2-9 0,-1 2 2 16,1-1-1-16,-1 0-4 0,0 0 6 0,0 2 20 0,2-1-19 16,-2-1 18-16,2 2-7 0,-1 1-6 15,2-1 7-15,-2 0-3 0,1 2 0 0,-1-1-8 0,2-1 14 16,1 0-14-16,-2 1-1 0,1-3 9 16,0 1-14-16,1 1 12 0,0 1-5 0,-1-1-8 0,3-1 13 15,-3 1-10-15,4 1 1 0,-2 0-3 0,0 0 7 16,1 0-20-16,0 0 17 0,-1 1 5 0,-1 0-10 15,3 1 10-15,-2 0-16 0,1 0 2 0,2 0-10 16,-2 1 12-16,1 1 11 0,1 0-12 16,-2 0 10-16,2 0 2 0,0 0-14 15,1 0 12-15,-5 0 0 0,4 0-9 0,-2 0 2 0,-1 0-4 0,1 0 5 16,1 3-7-16,-1-1 16 0,-1-2-3 0,6 2-17 16,-5 0 7-16,1 0 0 15,1 2-2-15,1-2 4 0,-3 0 5 0,1 0 0 16,-2 1-8-16,1 2 5 0,-1-1 3 15,-1-1-13-15,1 1 6 0,0 2 5 0,0-3-3 0,-2 2-4 16,0 0 14-16,0 1-1 0,3-1-8 0,-1 1 5 16,-1-1-10-16,1 1-5 0,-1 1 5 0,2 1 10 15,-1-1-7-15,-1 0 4 0,1 0 1 0,1 3-7 16,-5-2-1-16,2 2-4 0,0-1 5 0,1 0-1 16,-2 2 6-16,-1-2-5 0,1 1-1 0,-1 1 7 0,1 0-3 15,-2 0-1-15,0-1-4 0,-2 1 2 0,2 0 6 16,-2-2 4-16,3 2-3 0,-3-1-2 0,1-1-7 15,-1 2 13-15,0-2-6 0,0 1-13 0,-1-1 18 16,0 0-15-16,-1 0 5 0,1 0 13 0,-1 0-7 16,1-1 0-16,-2 0-2 0,0 0 4 0,0 0-13 15,0 1 8-15,0-2 6 0,0 1-18 0,-2 0 18 16,-1 1-1-16,0-3-1 0,1 1 3 0,-1 0-4 0,2 1 0 16,-3-1-8-16,1 1 19 0,0-1-5 0,0-2-11 15,-2 2 12-15,2 0-5 0,0-1-7 0,0-1 3 31,0 3-9-31,-1-2 11 0,-1 2-2 0,2-2 8 16,-4 1 2-16,4 0-12 0,-4-1 6 0,2 2 2 16,0-2-5-16,1 1 1 0,-4 0 8 0,2 0-12 15,-1-2 1-15,-1 2 6 0,1 0-9 0,0-1 9 0,-1 0 6 16,0 0-13-16,1 0 4 0,0-1-1 16,-1-1 1-16,0 2 4 0,1-1-2 0,0 0-3 0,2-1-1 15,-1-1-4-15,-1 2 14 0,0 0-5 0,2-1 0 16,0-1-3-16,1 0-12 0,-3 0 16 0,2 1-8 15,-2 1 13-15,2-2-9 0,0 0-13 0,0 0 20 16,0 1-12-16,2-1 7 16,-3-2 7-16,2 2-14 0,-1-2 3 0,1 1-1 15,1 0 10-15,-2-1-4 0,2 0-4 0,0 1 7 16,0-1-31-16,0 0 22 0,2 0 10 0,-1-1-17 0,0 2 28 0,2-2-16 0,-1 1-8 16,1-1 9-16,0 0-13 0,0 0 11 0,0 0-2 15,0 0 3-15,0 0 7 0,0 0-11 0,0 0 10 16,0 0-9-1,0 0 0-15,0 0-3 0,0 0-8 16,0 0 11-16,0 0-31 0,0-3-33 0,0 2-60 0,0-1-64 16,0 2-47-16,0-3-78 0,0 1-46 15,0-1-87-15,0-1-70 0,0 1-40 0,0 0-9 0,0-1-7 16,0-1 3-16,0 0 9 0,5-1 59 0</inkml:trace>
  <inkml:trace contextRef="#ctx0" brushRef="#br0" timeOffset="150914.31">15606 9315 2363 0,'0'0'42'16,"0"0"43"-16,0 0 64 0,0 0 36 0,0 0-10 0,0 0-32 15,0 0-59-15,0 0-21 0,2 0-27 0,-2 0-1 16,0 0 8-16,0 0-8 0,0 2 0 0,0-1-10 15,0-1-1-15,0 1-9 0,0 0-11 0,0 0 9 16,0 1-23-16,0 1 26 0,0 0 3 0,0 0-3 16,0 3 19-16,0-1-12 0,0 1 14 0,0 1-3 15,0 1 1-15,0 1-12 0,0 1 8 0,0 0 17 16,0 1-14-16,-2 0 17 0,2 1-16 0,0 0-13 16,0 0 13-16,0 1-23 0,0-1 9 0,0 0-10 15,-3 0 22-15,3 1 32 0,-3 0 10 16,0-3 6-16,3 0-21 0,-1 0-19 0,-1-2-16 15,2 0-10-15,0-2-3 0,0 0 16 0,0-4 8 0,0 1 13 0,0-1 21 0,0-1-8 32,0 0 4-32,3 0 33 0,3 1-26 0,-1-2 11 15,1 1-24-15,4 1-26 0,1-2 4 0,2 0-20 0,4 0 26 0,-1 0-15 0,4-3-13 16,0-2 11-16,3 3-20 16,-1-2 10-16,3-1 12 0,1 2-14 15,-4 0 10-15,3 0-4 0,1-1 8 0,-3 1 1 0,-2 0-4 0,1 0 6 0,-5 1-16 16,-1-1 1-1,-2 1-13-15,-3 1 0 0,-2-1-7 0,-3 0 6 16,0 1 10-16,-3 0-10 0,-3 1 13 0,2 0-6 0,-2 0-10 16,0 0 0-16,0 0-7 0,0 0-8 0,0 0-11 15,0 0-28-15,0 0-54 0,0 0-73 0,-4 0-34 16,3 0-56-16,-1-4-38 0,-2 2-79 16,-1-2-125-16,2 1-65 0,-2 0-97 15,0-1-33-15,0-2 54 0</inkml:trace>
  <inkml:trace contextRef="#ctx0" brushRef="#br0" timeOffset="151958.81">16233 8696 1810 0,'3'0'64'16,"0"-3"35"-16,0 1 41 0,2 0 47 0,-1-1-26 0,-2 2 39 0,0-1-8 0,-1 0-13 15,3-1 3-15,-4 0-24 0,1 0-35 0,-1 1-13 16,0-1-10-16,0-1-37 0,0-1 5 0,0 2-18 16,-3-1-42-16,-2-1-8 0,0-1-1 0,-1 2-7 15,2-1 13-15,-3 0-3 0,1 0-1 0,-1 1 4 16,-2 0 3-16,3 0 4 0,-1 1-5 15,1-1 12-15,-2 1-6 0,4 1-11 0,-3 1 5 16,1 0-8-16,-1 0-6 0,1 0 3 0,1 0 8 16,-1 1-8-1,-2 0 11-15,0 0-11 0,-3 0-2 0,3 4 10 0,-3-1 1 0,0 2 3 16,0-1-6-16,-3 2-7 0,4 0-7 0,-1 0 13 16,-1 2 6-16,2 0-11 0,0 1 12 15,1 0-1-15,0 3-6 0,1-1 14 16,1 1-4-16,0 0 11 0,2-1-10 0,0 4-1 0,3-1 0 15,-1-2-6-15,3 1 7 0,0-1 9 0,0-1-6 16,0 0-4-16,3 0 8 0,2-3-6 0,-2 2 12 16,2-2 10-16,1 2 31 0,1-2 15 0,-1-1-15 0,4 1-3 0,-1-1-15 15,0 0-1-15,3-1 12 16,0-2-3-16,3 0-25 0,-2 0-4 0,2-2 11 0,1-1 0 16,-2 1-1-16,3-2 11 0,-2 0-17 0,-1 0 11 0,-2-3 12 31,1 0-3-31,-2 0 8 0,-3-2 5 0,-1 0 6 0,-1-1-13 0,1 1-25 15,-3-2-12-15,-1 0 5 0,0-1-20 0,-1 0 6 16,-1 1-4-16,-1-3-34 0,0 0 27 0,0-1 13 0,0 2-5 31,0-2 12-31,-3 1-20 0,2-1 8 0,-3 0-10 0,1 1 5 0,0 2 22 0,0 0-27 16,0 1 22-16,-2 2-6 16,4 1-11-16,-1 1 6 0,0 0-21 0,1 3 10 15,-1 0-14-15,2 0 10 0,0 0 14 0,0 0-21 16,0 0 3-16,0 3-1 0,0-1-3 0,0 0 5 15,0 1 13-15,0 0-4 0,3 0-8 16,1 2 8-16,-3 0 0 0,1 1-8 0,1 3 13 0,1 0-3 0,-1 2-5 16,2-2 13-16,-1 0-5 15,2 0-8-15,0 0 14 0,3 1-7 0,1-2-5 0,-2 1 13 16,3-2-4-16,0 3-4 0,-1-1 17 0,2-2-3 16,1 2-11-16,3-2 22 0,-4 1 1 0,6-3 21 0,-1 1 12 15,2-2-2-15,0-1-2 16,0-1-4-16,-2 1 12 0,1-1-5 0,-2-1 6 15,-2-1 0-15,2 0-27 0,-7 0 5 0,3-3 0 16,-2-1-15-16,-2 2 8 0,0-1-11 0,-3 0-16 16,1 0 11-16,-3-1-9 0,0 1-5 15,-1 2 0-15,1-1-11 0,-3 2 6 0,0-1-5 0,0 0 2 16,0 1-7-16,0 0 3 0,0 0 9 0,0 0-10 16,0 0 4-16,0 0-9 0,0 0 0 0,0-2-2 15,0 2-41-15,0 0-64 0,0 0-85 0,0 0-82 16,0 0-71-16,0 0-20 0,0 0-73 15,0 0-66-15,0 0-72 0,0 0-72 0,-3 0-17 16,1 0-59-16,-1 0 116 0</inkml:trace>
  <inkml:trace contextRef="#ctx0" brushRef="#br0" timeOffset="155073.51">16123 10025 750 0,'-4'1'4'0,"1"-1"22"0,1 1 9 0,-1-1 25 0,0 0 14 16,1 0-25-16,1 0 11 0,-4 0-18 0,3 0-12 15,-1 0 22-15,0 0-4 0,0 0 7 0,1 0 8 16,1 0 2-16,-1 0-2 0,-1-2-2 0,3 2-3 16,-2 0-7-16,2 0 6 0,-1 0 7 0,-1 0 15 15,2 0-5-15,0 0 3 0,0 0 15 0,0 0-4 0,0 0 13 16,0 0-8-16,0 0-9 16,0 0-26-16,0 0 0 0,0 0 4 0,3-1-2 15,-1 1 32-15,0-2-4 0,-1 2-21 0,2 0 10 16,2-1-15-16,0-2-2 0,-1 2-6 0,3-1-17 15,1-2-10-15,1 1 3 0,1 1 31 0,2-1 3 16,1 0 11-16,1-1-6 0,3 1-13 0,0-1 4 0,3-1 6 0,-1 2 2 16,2-2-1-16,-1 0 3 15,0 1-10-15,3-3 10 0,-1 2-6 0,1-1-4 16,1 0-14-16,-1 0 5 0,3 0 4 0,1 0-18 0,-2-1 13 16,2 2-34-16,2-2-8 0,-1 0 16 15,-2 0-8-15,2 1 7 0,1 0 13 0,-3 0-7 16,1 0-6-16,0 1 14 0,1 0-11 0,-1 0 5 0,-1 0-3 15,2 0-11-15,1 2-4 0,-1-1 0 16,2 1-2-16,0-1 17 16,0 0-4-16,2 1 13 0,-2 0 7 0,-2 1-20 15,4-3 5-15,-2 2-3 0,0 0-10 0,3 0 6 16,-3 0 0-16,2 0-15 0,0 0 6 0,1 0 7 0,0 1-4 16,0 0-3-16,-1 0-3 0,0-1-4 15,-1 3-8-15,-1 0 8 0,0 0 5 0,2 0-4 16,-2 0 2-16,2 0 3 0,-1 3 6 0,-1 1 12 0,0-1 12 15,5-1-6-15,-4 1 1 0,3 0-3 0,-3 0-8 16,2 0-6-16,-1 0-10 0,0-1-11 0,-1 4 7 16,3-3 3-16,-4 1 0 0,1 0 8 0,-1 0-5 15,0 0 2-15,2 0-7 0,-2 2 0 0,-2-1 6 16,2 0-11-16,-3 0 2 0,-1 0 9 16,1 0-12-16,0 0-3 0,-4 0 12 0,1 0-16 0,-3 1 13 15,1-2 1-15,0 0-1 16,-5 2-1-16,4-2-12 0,-3 0 14 0,0 0-16 0,3 1 21 0,-3 0-5 0,2-1-14 31,-2 1 24-31,0 0-25 0,2-1 15 0,-1 1 1 16,1-1-17-16,-5 1 11 0,1-1-1 0,0-1 4 0,-3 1-3 0,-1-1 0 15,-2-1-4-15,-1 0-1 0,0 1 10 16,-1-2-13-16,-3 1 13 0,2 0-9 0,-3 1 4 16,1-3 16-16,0 1-19 0,-4 1 7 0,1-1-8 15,-1-1-8-15,1 0 9 0,-2 0 9 0,0 1 2 16,0-1-15-16,0 0 18 0,0 0-14 0,0 1-5 0,0-1 19 15,0 0-18-15,0 0 4 0,0 0 18 0,0 0-15 16,0 0 3-16,0 0 6 0,0 0-8 0,0 0 16 16,0 0-10-16,0 0-3 0,0 0 0 0,0 0-3 15,0 0 12-15,0 0-7 0,0-2-7 0,0 2 1 16,0 0-10-16,0-1-29 0,0-1-44 16,0 1-58-16,0 1-69 0,0-1-56 0,0 1-30 0,0-2-56 0,0 2-45 15,0-2-68-15,0 1-61 0,0 0-13 0,0 0-28 31,-5 1 54-31,-1-3 25 0,1 1 56 0</inkml:trace>
  <inkml:trace contextRef="#ctx0" brushRef="#br0" timeOffset="155528.99">18638 9826 2294 0,'-4'-3'56'0,"4"-1"49"15,0 2 74-15,-1-3 54 0,-1 4-16 0,2-1-37 16,0 1-63-16,-1 0-42 0,1 1-25 0,-2 0-12 16,2 0-6-16,0 0-11 0,0 0-18 0,0 0 24 15,0 3-12-15,0-3 24 0,0 1 10 0,0 2-29 16,0-3 32-16,2 3-7 0,-1-3 16 0,2 2 42 0,1 1 15 16,0 1 17-16,1-1-4 0,4 4-13 0,-1-1-22 15,5 1-23-15,1 1-9 0,1 0-18 0,2-1-18 16,2 2-1-16,-2 0 3 0,5 0-4 0,-4-2 1 0,1 1 0 15,1 0-17-15,-4 1 4 0,3-3-6 16,-3 1 3-16,1 0 16 0,-2 1-10 0,0-2-7 0,0 0-10 16,-3-1-14-1,-1 0 6-15,-3 0 19 0,1-2-14 0,-4 0 15 16,-1-2-6-16,-3 1 3 0,1-1-4 0,-2-1-2 16,0 1-2-16,0-1-13 0,0 1 27 0,-3 1-9 15,-2 1 9-15,0 0-21 0,-3 1 3 0,0 1 5 16,-1 1 4-16,-2-1 24 0,-2 3-28 0,0 0 1 0,-1 0-5 15,0 0-1-15,-2-1 16 0,2 1-10 0,-2 0-2 0,3-1 6 16,-4 1-4-16,3-2 7 0,-3 2-8 0,2-1-6 0,1-1-24 16,1-1-61-1,1 2-71-15,2-2-94 0,-1 1-90 0,5-3-55 0,-3 0-87 0,2-1-26 0,2 0-41 16,2-1-77-16,-2-1-13 0</inkml:trace>
  <inkml:trace contextRef="#ctx0" brushRef="#br0" timeOffset="156532.97">17921 9196 1901 0,'-3'-10'49'16,"1"2"49"-16,-1-3 37 0,0 1 47 0,0 0 7 0,0 1 28 16,2-2 18-16,-1 2-3 0,0-1-3 15,1 3-43-15,-1-1-21 0,2 3-19 0,0 0-40 16,0 1-14-16,0 1-10 0,0 1-10 0,0 1-13 0,0 0-20 0,0 1-15 0,0 0-21 15,3 0 0-15,-3 0 3 0,0 0-16 0,2 0 12 32,-2 0-11-32,2 4 5 0,-2-4 2 0,1 3 1 15,2 1 19-15,2 0-19 0,-2 1 3 0,2 2-11 0,-1 2-6 16,3 2 20-16,-1 1 5 0,3 2 9 16,1 1-3-16,0 1 1 0,0 0-3 0,0 2 2 15,-2-2 1-15,4 1 4 0,-2 0 1 0,0 0-8 16,1 0 0-16,-3-2-2 0,1 2-6 0,4-2-7 15,-5-2 18-15,1-1-21 0,-2-2 12 0,2 1 4 0,-3-2-14 0,-1-2 20 16,-2 0-14-16,1-2-4 0,-3-1-1 16,2-1 4-16,0 0 1 0,-1-1 11 0,-2-1 11 15,0 0-13-15,0-1 21 0,0 0 21 0,0 0 12 16,0 0 27-16,0 0-4 0,0 0 18 0,0 0-9 16,0-2-14-16,0 0-5 15,0-1-37-15,0 2-22 0,0-1-8 0,-5-1 8 0,5 0-15 0,-3-2 10 0,2 0-7 16,1-2-10-16,-4 1 4 15,4-3-9-15,0 1 7 0,0-1-5 0,0 0 16 0,0 0-2 0,0 0-1 0,0 0-3 16,5-1-5-16,-2 1 4 0,3 1 4 16,-1 1 3-1,1-1-6-15,1 1 8 0,-1 0-13 0,3 0 3 16,0 2-3-16,0-1-3 0,2 0 8 0,0 2-6 16,2 0 1-16,3 2 0 0,-2-2-7 0,3 2 6 15,-1 1 6-15,3 1-11 0,1 0-1 0,-2 0-2 0,-1 0 2 16,4 3 10-16,-7 1 3 15,3 0 1-15,-2-1-9 0,0 2 2 0,-3-1-6 16,-3-1-1-16,-1 2 2 0,3 1-2 0,-3-2 19 0,-1 0-10 0,-3 2 3 16,2-2-2-16,1 2-13 0,-4 1 3 0,0-2 7 15,-1 3-4-15,-1-2 3 0,3 3 7 0,-3-1-6 0,-1 0 2 16,2-1-3-16,-1 3 9 0,-1-1-5 0,0-2 1 16,0 3 10-16,0-3-18 0,-4 2 2 0,0-1 8 15,1-1-6 1,0 0 10-16,0-1 3 0,-5 0 2 15,0 1-4-15,2 1-1 0,-2-3 6 0,-5 0-1 0,2-1 1 0,-2 2 2 0,-2-2-5 0,0-1-11 32,-4-1 4-32,2 0-7 0,-4-1 9 0,-1-1-3 0,0 0 7 15,1 0 3-15,-1 0-8 0,-1-3 7 0,4 0-4 0,-2 0 6 0,2 0-16 16,3 0 0-16,1 0-1 16,2 1-5-16,0 0 7 0,1 0-3 0,2 0-2 15,-1 1-5-15,5-1 8 0,-1 2 7 0,3-1 6 16,0-1-9-16,1 2-1 0,2 0 5 0,1-2-12 15,0 2 10-15,0 0 0 0,0 0-6 0,0 0-1 0,0 0 1 16,0 0 1-16,0 0 0 0,0 0 2 16,0 0 9-16,0 0-8 0,0 0-16 0,0 0 10 0,0 0-11 0,0 0 9 15,0 0-2-15,0 0-52 0,0 0-66 0,0 0-109 16,0 0-72-16,0 0-77 0,0 0-74 0,0 0-94 16,0 0-81-16,-5 0-95 0,2 0-63 15,1 0 75-15</inkml:trace>
  <inkml:trace contextRef="#ctx0" brushRef="#br0" timeOffset="159750.6">19082 10139 1341 0,'0'0'45'0,"0"0"31"16,0 0 22-16,0-2 20 0,0 2-42 0,0-2 3 16,0 1-6-16,0 0-6 0,1-1 20 0,-1 0 8 15,0 1-9-15,3-1 20 0,-3 0 2 0,2-1 0 16,0 1 48-16,-2 0-24 0,1-3 20 0,-1 3-20 16,3-2-25-16,-3 0 4 0,2-1-19 0,-2 0-12 15,2 0-2-15,-1-1-6 0,-1 0 16 0,0-1-5 16,2 0-15-16,-2-1 10 0,2 1-28 0,-2-2 6 15,1 1-4-15,1 1-14 0,-1-3 0 0,4 3-12 16,-4-2 18-16,1 2 5 0,-1-1-6 0,1 1 8 16,0 0 0-1,-1 0-2-15,3-2-6 0,-3 2 16 16,-1-1-7-16,3 2-16 0,1-2 5 0,-3 0-13 0,1 0 4 16,-1 1 5-16,4-2 1 0,-4 1-6 0,1-2-18 15,-1 2 17-15,3-1-2 0,-3 0 5 0,3 0-9 16,-3 0-7-16,2 0-1 0,1 0 4 0,-1-1 6 15,0 2-10-15,1-1-3 0,1 2 5 0,-2-1 4 16,2 0 7-16,0-1 11 0,0 2-10 0,0-1-11 0,2 1 2 16,0-1 6-16,-3 0-26 0,3 2 2 0,-2-3 21 15,2 1-39-15,0 1 39 0,-1 0 12 0,2 0-38 16,0 0 21-16,0 0-7 16,1 1-10-16,-1 0 20 0,3 0-13 0,-1 1-7 0,1 1-2 15,1-2 0-15,0 2-1 0,1 0 12 0,-1 1-4 0,-1-2-1 16,5 2 14-16,-4-1-6 0,4 1-7 0,-3-1-7 15,1 2 2-15,0-1-4 0,0 1 16 0,2-1 4 16,0 0-9-16,-2 1-11 0,3 1 7 0,0-1-5 16,1 2-1-16,0-2 11 0,4 2-13 0,-2 0 1 0,0 0 6 31,0 4-9-31,0-1-2 0,1 2 0 0,0-3 3 16,-1 3-3-16,-4 0 13 0,5 0 0 0,-4 0-5 15,2 0 7-15,0-1-7 0,-1 1-2 0,0 0-7 0,3 1 5 16,-4-1-2-16,2 2 8 0,0 0-7 0,0 3 2 15,2-1 10-15,-2 0-12 0,1 1 13 0,1 0-9 16,-4 2-2-16,4-3 1 0,-2 3-5 0,1-1 13 16,2 0-7-16,-4 1 4 0,4 1-5 0,-2-1 2 0,-2 0-9 15,2 0 0-15,-1 0 10 0,-1 1-12 16,1-1 21-16,-3 0-8 0,3 1 0 0,-5 0 5 16,2-1-24-16,0 2 14 0,-1 1 2 15,0-2-1-15,-1 1 12 0,0 1-4 0,2 1 0 0,-3-1-18 0,0 0 3 16,0 2-5-1,1-1 20-15,-2 0-7 0,-3-1 2 0,2 2 4 16,-3-2-7-16,2 2 9 0,-4-2 4 0,2-1 1 0,-2 1-16 16,0 2 1-16,1-5 4 0,-1 5 2 15,0-3-9-15,-3 1 16 0,2 0-10 0,-2 1-5 0,-1-1 14 16,1 0-5-16,1 1-2 0,-3-1-4 0,2 0 0 0,-3 0 1 16,5-2-2-16,-5 1 12 15,1-2-6-15,-1-1-3 0,0 0-2 0,0-1-6 16,0 2 10-16,0-2 2 0,0 0 2 0,0 1 4 15,-6 1-5-15,3-1-7 0,0 1 8 16,0-3-12-16,-1 3 10 0,1-1-1 0,0-2-1 0,-2 3 15 0,2-1-11 16,-3 0 4-16,1-3-11 15,-1 2 9-15,1 1-13 0,0-2 3 0,-1 1 11 0,1 0-12 16,1-1 18-16,-3-1-17 0,2 1 9 0,-1 1 6 16,-2 0-10-16,2-1 13 0,-2-1-10 0,-2 0-7 0,0 0 19 15,0 1-9-15,-1-1 11 0,-2 2 2 0,2-2-15 0,-1-1 13 16,0 1-11-1,1 1 1-15,-3-1 6 0,3 0 5 16,-1-1 2-16,0-1-2 0,0 0-1 0,-1 0 4 0,2 1-12 16,-3-1 12-16,1 0-3 0,2 0-10 15,-3 0 12-15,1 0-11 0,-1 0 0 0,1-1 5 16,-1 0-10-16,0-1-2 0,1 2-1 0,-1-1 7 0,0-1 6 16,-2 1-2-16,0 0 4 0,0-1-5 15,0-1-4-15,-2 2 12 0,0-1-4 0,1-1-3 0,-4-1 1 16,4 1-1-16,-5 0-1 0,1-2-10 0,2 0 7 15,-1 0-3-15,-2 0 9 0,2 0-2 16,-2-1 4-16,2 0-5 0,-1 0-20 0,-1 0 12 0,2 1-7 16,0-1-5-16,2 0 5 0,-3 0-2 15,2 0 7-15,-1 0-7 0,2 0 5 0,1 0 0 16,-2-2-4-16,1 0 18 0,-1 1 0 0,3 0-12 0,-1 1 4 16,0-3-8-16,3 1 4 0,1 1 2 0,-4 0 3 15,4 0-3-15,-3 0-1 0,3-1 0 0,-1 0 1 0,3 1 7 16,0 0-3-16,0-1-1 0,1 2-3 0,0-3-4 15,2 0 5-15,-2 3-7 16,0-2-10-16,0 0 11 0,2 1-2 0,-2-1 5 0,-2 0 9 0,2 0-14 16,0-1 0-16,0 0 4 0,-2 0-1 15,3 0 5-15,-4-1-8 16,4 0 8-16,-1 1-4 0,-1-1 3 0,3 1 8 0,-1-1-10 16,-2 0 6-16,1 1 2 0,2-3-7 15,-1 3 3-15,1-1-1 0,0-1 4 0,0 0 7 16,-1 1 4-16,2-1-1 0,1 0-7 0,-1 0-4 0,3-1-1 15,-4 1 5-15,2-1-7 0,-1-1 4 0,2 2-4 16,1-2-3-16,-4 0-1 0,2 0 2 0,-1-1 5 16,-1-1-12-16,2 1 8 0,-2 1-4 0,3-3 9 15,-1 2 8-15,0 0-18 16,-2 1 4-16,3-2-2 0,2 0-3 0,-2 0 15 0,2 0-8 0,0 0-6 16,0 0 0-16,-1 0-2 0,0-1 1 0,1 0-4 15,0 0 10-15,-1 0-10 0,3 0 5 0,-1 0 0 16,1-1-3-1,-3 2 7-15,4-2-1 0,-1-1 6 0,-1 3-5 0,2-2-14 0,-2 0 13 0,2-1-4 16,0 0 2-16,0 0 3 0,0 2-10 0,0-2 3 0,2 0-7 31,1-1 11-31,-3 2 1 0,2 1-15 0,0-2 15 16,-1 1-6-16,-1 0 9 0,3 0-10 0,-1 0-4 0,0 0 16 16,1-1-22-16,-2 3 15 0,3-2 2 0,-2 2-16 15,2 0 9-15,-1 1 9 0,-2 0-7 0,3 1 8 16,-3 0-9-16,1 0 3 0,-1 2 7 15,3-3-13-15,-1 1 5 0,-2 0-17 0,3 0 6 0,0-1 21 16,-1-1-11-16,0 2 3 0,1-1-9 16,-1 0-1-16,0-1 7 0,0 2 4 0,1-1-1 0,-3 0-4 15,2-1 1-15,2 2-1 0,-2-1 5 0,0 0-2 16,0 1-2-16,0-1-5 0,1 0 4 0,-3 1-5 0,3 1 7 16,-3-2-2-16,1 2 4 0,-1 0-8 0,4-1-1 15,-4 2 6-15,-1-2-11 0,2 1 21 0,-1 0-2 16,1 0-5-16,0 0 2 0,-1 0-14 15,1 1 1-15,0-1 7 0,-1 1 1 16,1 1 4-16,-1 0-7 0,1-1 1 0,0 3 11 0,-1-1-8 0,-1 0 4 0,0 0-9 31,2 2-1-31,-1-2 2 0,-1 2 12 0,0 1 2 0,0-3-15 16,0 3 2-16,2-2-3 0,-2 1-3 0,3 0 5 0,-3 0 0 16,0-1 8-16,0 2-3 0,0 0 4 15,0 0-7-15,0 0-11 0,0 0 9 0,0 0-5 16,0 0-14-16,0 0-50 0,0 0-51 0,0 0-78 15,0 0-50-15,0 0-47 0,0 0-71 0,0 0-44 16,0 0-52-16,0 0-57 0,0 0-87 0,0 3-46 16,0-2-67-16,0 2-89 0,0 0 71 0</inkml:trace>
  <inkml:trace contextRef="#ctx0" brushRef="#br0" timeOffset="162089.97">19425 10163 1228 0,'0'0'30'0,"0"0"45"0,0 0 30 0,0 0 35 0,0 0-6 0,0 0-11 0,0 0-17 15,0 0-11-15,0 0 4 0,0 0-13 0,0 0-4 16,0 0 1-16,0 0-4 0,5 0 1 0,-5 0 16 15,1-3-4-15,-1 0 10 0,2 1-16 0,-1 0-12 16,-1-1 7-16,2 1-31 0,-2 0 12 0,2-2 4 16,-1 1 3-16,-1 0 10 0,2 0-3 0,-1-1-4 15,1 1-19-15,-2 0-13 0,2-1-2 0,-1-1-2 16,4 2-6-16,-4-1 23 0,1-1-2 0,-1 0-1 16,3 0-8-16,-3 0-18 0,4 0 1 15,-3-1 3-15,1-1 7 0,0 3 3 0,0-3 9 16,2 2-13-1,-1-1 9-15,0-1-1 0,-1 3 3 0,0-2 14 16,4 1-9-16,-6 1-15 0,4-2 0 0,-1 2-6 0,-1 0 5 16,2 1 5-16,-1-1 0 0,0-1-14 0,0 2 6 0,0-1-4 0,2-1-13 0,-1 3 12 15,2-3 3-15,-3 3 5 0,1-3-7 16,0 1-9-16,4 1-4 0,-2 0-8 0,-3-1 1 16,3 1 25-1,0 0-10-15,1 0 6 0,0-1 7 0,-1 1-28 16,-1 0 3-16,3 0 7 0,-2 1-3 0,-1-1 2 0,1 0-3 15,0 0-11-15,0 1 8 0,-3-1-1 0,1 1 7 16,0 0 0-16,3 0-1 0,-4 0-3 0,1 0-16 16,0 1-2-16,-2-2 11 0,2 1-2 0,4 1 4 15,-4 0 1-15,3 1-17 0,-1-2 9 16,2 1 3-16,0 0 9 0,-1 0-4 0,0 0-1 0,2 1 14 16,-1-1-10-16,-2 1 5 0,-1 0-10 0,3 0-12 0,-2 0 18 15,-1 0-6 1,1 0 9-16,-3 0-3 0,4 0-15 0,-2 0 9 0,1 3 5 15,1-3-1-15,1 2 14 0,-1 0-14 0,0 0-3 0,3-2 2 0,-5 3-6 16,2-1 3-16,0 0 0 0,3-1 14 0,-3 1-3 16,0 0-3-16,0 0-3 15,0 0-22-15,0-1 1 0,0 1 7 16,-4 0-2-16,1 0 15 0,1 0-12 0,1 0 13 0,-3 1-11 16,1-2 8-16,0 2 1 0,1-2-2 0,-1 1 6 15,0 2-11-15,-1-3-2 0,1 2-8 16,0 0 3-16,-2 0 8 0,3 2 2 0,-3-2 3 15,2 1-4-15,-2-1-7 0,2-1 0 0,-1 1 0 0,0 1 2 0,2-1 0 16,-3 1 9-16,2 1-13 16,-1-1 9-16,0-1-11 0,0 2-1 0,-1 1 7 15,3-2-5-15,-2 3 13 0,0-2-5 0,1 2 3 16,-2 0-5-16,2-1-2 0,-1 2 12 0,2-2-6 0,-1 2 2 16,2-1-1-16,-3 1-11 0,1 0 0 0,0-1 0 15,3-1 9-15,-4 2 5 0,0 1 3 0,0-3-1 0,1 0-12 31,-2 1 4-31,2 0 4 0,0 0-6 0,-1-1 5 0,0 0-7 16,-1 0 5-16,0 0-5 0,2-1-5 16,-2 1 16-16,0 1-4 0,2-3 4 0,-2 1 4 0,0 2-8 0,0-1-18 0,-1 1 20 0,1-2-8 31,-1 1-7-31,1 0 9 0,-1 0-5 0,2 0 5 16,-2 1-2-16,1 0 14 0,0 0-4 0,-2 1-2 15,1 1-4-15,1-3-3 0,-3 3 3 0,2-2 7 0,0 0-5 16,-2 1 3-16,1-1-9 0,-1 0 1 0,0-2 15 0,2 2-10 0,-2 0-3 15,0 0 5-15,0-1 0 16,0 1 0-16,0 0 10 0,0 0-12 0,0 0-6 16,-3-2-2-16,-1 2 15 0,3-1-1 0,-1-1 7 15,0 1 4-15,-1-1-20 0,2-1 7 16,-2 1 3-16,0-1-8 0,0 2 11 0,-1-1-7 16,1 0-8-16,1 1 4 0,-1 0-9 0,2 0 2 15,-3 0 9-15,0 0 5 0,-1 0 3 0,1 0-4 0,0-1-5 16,-1 1-3-16,1 0-6 0,0-2 13 0,1 1-3 15,-3 0-2-15,3 1 3 0,0 0-7 0,0-1 5 16,-2 0 3-16,0-1 7 0,0 3-7 0,0-2-4 16,-1 1-11-16,2-2 13 15,-3 1 6-15,2-1-11 0,1 1 16 0,-2-1-5 16,-1 0-4-16,2-1 26 0,1 0-8 0,0 0-11 16,-1 0 4-16,1-1-5 0,-2 1-3 0,3 0 10 0,-2-1-9 0,0 1 2 15,0 1-3-15,0-3-8 0,-1 1 8 0,2 1-9 16,-3-1 11-16,4 1 4 15,-2-1-10-15,0 1 1 0,-2-2-3 0,0 2 3 16,1-1-1-16,-1 0-10 0,1 0 9 0,-1 1-10 16,0-1 3-16,-1 0 18 0,2 2-10 0,-4-3-8 15,4 2 20-15,0 0-14 0,-1-1 3 0,-2 0 11 0,3 1-16 16,-1-1 4-16,-1 0 0 0,2 1 3 16,-3-2-13-16,2 2 9 0,1-2 1 0,-1 2-2 0,1-2 11 15,0 0-6-15,1 1-8 0,0-1-4 0,0 1 11 16,1-2-3-16,-1 2 3 0,1-1 12 0,-3-1-17 15,2 1-3-15,0 0 18 0,-1 1-15 16,-1-2 8-16,0 1 7 0,1 1-14 0,-2-2 8 16,-2 1-10-16,2-1 2 0,2 0 1 0,-2 1-1 0,-1-1 5 0,1 0-3 15,0 0-3-15,0 0-1 0,0 0 2 16,0 0 4-16,3 0 0 0,-1 2-5 0,-2-2 3 0,2 0 2 31,0 0 3-31,-1 0 2 0,1 0 4 0,-3 0 1 0,0 0-2 16,3 0 3-16,0 0 2 0,-2-3-10 0,2 2 6 15,-1-1 2-15,1 1 3 0,1 1-3 16,-3-2-13-16,4 1 7 0,-1 0-2 0,-2-2 11 16,3 1-4-16,-4 0 3 0,3 0-10 15,0 1-9-15,1-3 15 0,-1 1-13 0,0 0 1 0,-3 0 2 0,4 1 1 16,-3-3-3-16,2 1-3 0,-1 0 0 0,-2 0-7 16,0-1 2-16,0 0 7 0,2 1 7 0,-2-1-6 15,0-1 2-15,0 0-9 0,3 0-8 16,-4 1 9-16,5-2 4 0,-3 2 0 15,1-1 2-15,-1 0-3 0,0 0-15 0,0 0 11 0,2 1 5 16,-1-1-10-16,0 0 16 0,-2 0-5 0,2-1-4 0,1 0 10 0,0 1-8 16,0-1 4-16,2 0-2 0,-3 2-9 15,3-2 1-15,0 1-3 0,-1 1 10 0,1-1 6 0,2 1-3 0,-1-2 1 32,0 1-9-32,-1 1 14 0,1-1 0 0,2-1-2 15,-1 1 1-15,-1-1-8 0,2 2-2 0,-1-2 3 16,1 3 2-16,-3-2-4 0,1 1 2 0,2-1-6 15,0-1 6-15,-3 2-8 0,3-3 0 0,0 2 6 16,0-2-12-16,0 2 14 0,0-1 6 0,0 0-4 0,0 2-11 16,0-2 3-16,0 1 0 0,3 0-10 15,-3 1 20-15,5-2-1 0,-5 2-13 0,0 0 13 0,0 1-9 16,1 0-5-16,-1 0 0 0,2 0-3 0,-1 1 12 16,-1-3-8-16,2 1 4 0,-2 1 10 0,3-2-7 15,-3 0 2-15,4 2 2 0,-3-1-3 0,-1 0-7 16,3-1 1-16,-1 0 10 15,0 0-9-15,-1 1-6 0,2-1 6 0,-1 1-3 0,0 0-4 0,2-1 15 0,-1 0-2 32,0-1-6-32,1 3-1 0,-3-2-1 0,2 1 2 0,1-1 2 0,-1 1 0 0,0-1 0 15,0 2-1-15,2-1-2 0,-2 0 3 0,2 1-1 0,-2 0-6 32,0 0 9-32,0 0-3 0,0 0 0 0,2 0-1 0,0-1-7 15,-4 2 14-15,2 0-3 0,1 0-1 0,0 0 1 0,-2 0 1 0,1 0-4 0,1 2 5 16,-1-1-9-16,1 1-8 0,-2-1 5 15,1-1 4-15,-2 3 10 16,3-3-2-16,-4 3 5 0,1-2-9 0,2 2 0 16,-1-1 0-16,0-1-3 0,1 2 2 0,-1-1-8 15,-2 0 4-15,1 0 11 0,-1 0-4 0,2 1-3 0,-1-2-1 16,-1 2-13-16,0 0 3 0,0-1 1 0,0 1-29 16,0 0-54-16,0 0-48 0,0 0-62 15,0 0-39-15,0 0-40 0,0 0-33 0,0 0-39 0,0 0-39 0,0 0-25 16,0 0-72-16,0 0-65 0,0 0-23 15,5 6-37-15,-4-2-14 0,-1 1 8 0</inkml:trace>
  <inkml:trace contextRef="#ctx0" brushRef="#br0" timeOffset="162756.34">19705 10175 1887 0,'-2'-3'41'0,"2"0"40"0,0 1 29 0,-2 0 33 0,2 0-25 0,0-1-9 16,-1 3-14-16,1-3 34 0,0 3 5 0,-2-1 6 0,2 0 4 16,0 0-41-16,0 1 9 0,-1-1-14 0,1 1-16 15,0 0 4-15,-3 0-7 16,3 0-2-16,-2 0 9 0,2 0-3 0,-1 0-17 15,1 0-1-15,0 0 1 0,0 0-7 0,0 0 0 0,0 0-15 16,0 0-8-16,0 0-24 0,0 0-3 0,0 0-1 16,0 3 6-16,0-3 5 0,3 1-21 15,-3 0 5-15,0-1-23 0,3 2 7 0,-3 0 17 16,0 0 3-16,0 0 3 0,0 1 2 0,0 2 4 16,0 0 0-16,0 2 24 0,0 0-11 0,0 1 3 15,0 2-5-15,0 0 3 0,0-1 12 0,0 2 2 16,0 0-2-16,0-1-11 15,3 3-6-15,0 0-1 0,0-1-5 0,1 1-6 0,-1 0 0 16,0 0-5-16,-1 1 12 0,-1-2 10 0,2 1-6 0,-3-3 2 16,0-1-8-16,2 1 11 0,-2-3-1 0,3 1-15 0,-3-2 10 15,1-1-22-15,-1-1-6 0,2-1 12 0,-1 1-9 16,-1 0 8 0,2 0 10-16,-2-1-11 0,0-1-5 0,0-1-6 15,0 1 15-15,0-2 5 0,0 0 10 0,0 0-3 0,0 0-10 16,0 0-7-16,0 0-7 0,0-3 0 0,0 1 4 15,0 2 3-15,0-1-1 16,0 0 0-16,3-1-19 0,-3 1-33 0,0-1-48 0,0 0-67 0,0 2-76 0,0-2-81 16,0 1-97-16,0 0-101 0,0-1-52 15,-3 1-39-15,1-1-16 0,2-2 19 0</inkml:trace>
  <inkml:trace contextRef="#ctx0" brushRef="#br0" timeOffset="163628.29">19686 10172 1442 0,'0'-1'49'0,"0"-1"24"0,0 2 38 0,0 0 33 0,0 0-32 16,0 0 2-16,0 0-11 0,0 0-8 16,0 0 12-16,0 0-2 0,0 0-6 0,0 0 5 15,0 0 16-15,0 0 3 0,0 0-2 0,0 0-1 16,0 0-6-16,3 0 14 0,0 0 1 0,-3 0-6 15,5 0-15-15,-4 0-12 0,-1 0 9 0,3 0-19 16,1 0 1-16,-3 0-28 0,4 0-9 0,-2-2 5 16,2 0-10-16,3 1 11 0,-2 0-19 0,2 0-6 15,0-1-8-15,3 2-2 0,-1 0 6 0,1 0 11 0,1 0 5 16,-1 0 6-16,2 0-1 0,0 0-19 0,0 0 0 16,-3 0-26-16,1 0 10 0,-1 0-3 15,1 0-22-15,-2 0 28 0,0 0-20 0,0 0-2 0,-5 0 10 16,3 0-9-16,-1 3 6 15,-1-1 5-15,0 0-5 0,1 0-3 0,-3 0 2 16,2-1-3-16,-2 2-3 0,4 1 5 0,-3-1 9 16,2 0-4-16,-1-1-1 0,2 3 5 0,-1-2-16 15,-1 1 6-15,1 0 13 0,0 1-10 0,-1 0 5 0,1 0-9 16,-1 2 2-16,0-1-7 0,1 0 6 0,-1 1 8 16,0 0-10-16,-2 1 9 0,0 0-10 0,2-1 9 15,-2 1 2-15,0 0-3 0,0 0 5 0,-1 0-8 0,-1-2 11 16,1 1-13-16,-1-1 15 0,-1 1-7 0,0-2-10 15,0 2 22-15,0-1-8 0,0 0-6 16,0-1 5-16,0 2-4 16,0-2-19-16,0 1 22 0,-3 0-3 0,2 1-2 0,-1-2 21 0,-1 2-18 0,0-1 8 15,0-2-10-15,1 1 3 0,-3 0 1 0,4-3 0 16,-2 1 11-16,-1 1-17 0,0-1 6 0,-1 0 9 31,1 1-24-31,0-1 15 0,-1 3 11 0,1-1-16 16,-1 0 20-16,2 0-7 0,-5 0 9 0,3 0-5 0,0-1-15 0,-1 0 7 15,-2 0-6-15,0-1 20 0,0 0 26 0,0 0 7 16,0 0-20-16,-1-1 10 0,0-1-17 16,0 1-14-16,-1 2 19 0,0-2-14 0,0 0 5 15,1-1 5-15,-2 2-7 0,1-3 8 0,0 3-3 16,0-3 14-16,-1 0 4 0,0 0-11 0,1 0 6 16,2 0-10-16,-4 0-7 0,4 0-1 0,-2 0 4 15,2-3-11-15,-1 3-2 0,3-3 3 0,-1 2-5 16,4-1-12-16,-2 0 4 0,4 0-4 0,-4 0-10 0,2 0 17 15,2 1 1-15,-1-1-4 0,0 1-3 0,-1 0-24 16,3-1-59-16,-1 0-87 0,-1-1-102 0,2 0-121 31,0 0-127-31,0 2-170 0,0-1-98 0,0 0-163 0,0-2 34 0</inkml:trace>
  <inkml:trace contextRef="#ctx0" brushRef="#br0" timeOffset="167651.72">20200 9867 953 0,'3'0'11'15,"-2"0"7"-15,-1-3 19 0,4 0 22 0,-3 0-15 16,1 2 1-16,-1-1-6 0,1-2-9 0,1 2 25 16,0 0 1-16,0-2 4 0,-1 3 1 0,1-2-13 15,-1 1-3-15,-1-1-5 0,2 1-2 0,-1-1 14 16,1 2 22-16,-1-2 16 0,0 1-12 0,-1 0-9 16,1 0-13-16,-1 0-21 0,2-1 17 0,-1 0-9 15,-2 2-3-15,1-2-1 0,-1 0-1 0,2 1 2 31,-1-1 1-31,-1 0 12 0,2 1 0 0,0 0 8 0,-2 0-3 0,0 0-12 16,0-1-5-16,0 1-11 0,0 1 9 0,0-1 20 16,0 0 0-16,0 0 4 0,1 0-13 0,-1-1-13 15,0 2 4-15,2-1 18 0,-2-1-6 16,1 2-12-16,-1 0-1 0,0-1-19 0,2 0 3 16,-2-1 14-16,2 1-6 0,-1 1 5 0,-1-1 11 0,4 0-24 15,-3 0 15-15,2 0-8 0,-1-1-12 0,2 0 22 16,-1 0-2-16,1 1-4 0,1-2 24 0,-2-1-14 15,2 2-4-15,-1-1 10 0,4-2-14 16,-2 1 11-16,-1 1-4 0,3-1 6 0,0 0-18 16,0 0-9-16,0 0 2 0,1 0-9 15,1 0 13-15,-1-2 7 0,2 2-14 0,0 1 3 16,0-3-4-16,1 3 4 0,0-2 1 16,-1 2-9-16,3 1-2 0,-2 1-15 0,-1-1 8 15,4 0-8-15,-2 0 0 0,1 1 8 0,-1 0-20 16,-1-2 10-16,3 1 14 0,-2 0-3 0,2 1 4 15,0-1 6-15,2 0-17 0,2 2-12 0,-2-2 22 16,2 3-16-16,0-2 17 0,2 1 9 0,-1 0-13 0,1 0 16 16,-1 0-1-16,2 0-5 0,-1 1-8 15,1 0 0-15,4 0-12 0,-5 0 12 0,2 0 10 16,1 0-10-16,-1 4 14 0,1-1-7 0,-2 0-2 0,0-1 12 16,4 0-5-16,-1 1-13 0,-2 0 11 0,3-1-2 15,-1 1-18-15,2 0 21 0,1-2-15 0,1 1-6 16,-1 0 13-16,1 1-8 0,-1-2-8 0,2 2 12 15,0-1-10-15,0 0 13 0,0 1 4 0,0 1-10 0,0 0 5 16,2 1-14-16,0-2 11 0,-2 2-5 0,0-1 6 16,0 1 8-16,-3 0-13 0,1 0 15 0,-2-2-2 15,-1 1-6-15,0 1 9 0,-1-1-4 0,-3-1 10 16,1 2-1-16,-1-1-5 0,0-1 0 0,-2 0-10 16,3 0-4-1,-2 2-1-15,1-1 5 0,-2-2-2 0,2 3 6 16,0-2 8-16,-1 0-18 0,1 1 8 0,-1-1 1 15,2 0-11-15,-1 0 22 0,3 0-7 0,-4-1-2 16,-1 1-6-16,0 0-5 0,1 0-1 0,-3 0-4 16,-2 0 10-16,1-1 5 0,-2 1-16 0,1-1 15 15,0 0-14-15,-2 0-5 0,-2 0 16 0,2-1-6 16,-4 2 6-16,-1-1 6 0,1 0-19 0,0 0-1 0,-5 0 1 16,0-1-14-16,-1-1 22 0,0 0 4 0,1 0 15 15,-4 0-8-15,2 0-19 0,-1 0 1 0,-1 0-23 16,0 0 29-16,0 0 1 0,0 0-5 0,0 0 20 15,0 0-20-15,0 0 13 0,0 0-2 0,0 0-4 16,0 0 0-16,0 0-3 0,-3 0-1 16,2 0 8-16,-2 0-1 0,3 0 1 0,-2 0 7 15,2 0-11-15,-1 0 0 0,-1 0-1 0,1-1-6 16,-1-1 4-16,-1 0-10 0,0 0-1 0,-2 0 4 16,-2-1-4-16,0-1 9 0,-1 0-8 15,0 0 12-15,-2-1-9 0,-1 0-1 0,-2-2 15 0,-1 2-20 0,3-1 14 16,-3-1 2-16,1-1-11 15,1 2 9-15,-2-3-18 0,-1 2 9 0,1-2 0 0,0 2 0 16,-2-1 11-16,3 0-17 0,-4 0 7 0,4 2 1 16,4-1 0-16,-5 2 9 0,2 0 0 15,3 0-14-15,0 1 19 0,2 2-13 0,2 0 9 16,1 1-4-16,0-1-12 0,2 2 4 0,-2 0-13 16,4 0 18-16,0 0-9 0,0 0 11 0,0 0 3 15,0 0-6-15,0 0-5 0,0 0 1 0,0 0-2 0,0 0 5 16,0 0 7-16,0 0-11 0,0 0 6 0,0 0-9 15,0 0-2-15,0 0 10 0,0 0-2 0,0 0-5 16,2 0 12-16,-2 0-11 0,2 0-11 0,0 0 18 16,2 0-6-16,-3 0 4 0,4 0 9 15,0 5-9-15,1-1-8 16,7-1 11-16,-4 3-7 0,3 1 4 0,5 1 9 0,-3 0-11 0,3 3 13 0,1-1-2 16,2 0-11-1,1 2 3-15,-4-1-5 0,2-1-3 0,2 0 13 16,-5 0-11-16,-1-1 7 0,0-1-4 0,-1-1-3 15,-3 0 14-15,-1-1-15 0,-1-1 6 0,-1-1-10 16,-3 1 6-16,-1-1 8 0,0-1 3 0,-3-1 8 16,-1-1-8-16,0 1-12 0,0-2 2 0,0 3-6 15,0-3 9-15,0 0 11 0,0 1-12 0,0 0 6 16,0-1-7-16,-1 1-3 0,-1-1-2 0,0 1 17 16,1 0-8-16,-1 0 2 0,1 0 12 0,-4 1-22 15,1 0 4-15,0 1 0 0,-4 1 0 0,2 0-1 16,-4 0 5-16,-2 2 7 0,0 0 2 0,1-3-2 15,-4 3-6-15,3-1-9 0,-2 0 11 0,2 0-4 16,0 0 8-16,0-2-2 0,-1 2-13 0,1-1-14 0,1-1-23 16,-2-1-37-16,-3 1-54 0,5-1-56 0,0-1-58 0,1 0-67 15,2-1-43-15,2 0-67 0,-1 0-67 16,0 0-51 0,2 0-82-16,0 0-22 0,2-4 34 0</inkml:trace>
  <inkml:trace contextRef="#ctx0" brushRef="#br0" timeOffset="168752.43">21305 9128 2400 0,'0'-7'47'16,"0"0"34"-16,0-1 63 0,0 0 63 0,0 0-20 16,0 2 9-16,0 0-35 0,3 0-22 0,-3 1 1 15,0-1-7-15,3 1-8 0,-3 1-27 0,0-1-1 16,0 2-18-16,0 2 3 0,2-1-22 0,-1 1-20 15,-1 0-21-15,0 1-32 0,0 0 22 0,0 0-4 16,2 0-3-16,0 0 7 0,-2 3-24 0,0-3 0 16,0 2 15-16,1 1-5 0,1 2 15 15,-1 0 0-15,3 2-2 0,2 1 2 0,-3 2-12 16,3 1 1-16,2 3-8 0,0 0 4 16,1 1 13-16,1 0-5 0,0 2 10 0,0 0-9 0,-2-3-3 0,1 1 17 15,1 0-22-15,-2 0 6 0,-1-1 15 0,-1 0-27 16,3-2 22-16,-2 0-4 0,-1-2-14 0,-1-1 11 15,0-1-4-15,-2 0 6 0,1-1-5 0,-1-2 1 16,-1-1-3-16,1-2 9 0,-3 1 3 0,4 0-3 16,-3-2 5-1,-1 0-8-15,0-1 18 0,0 0 14 0,0 1-3 16,0-1 5-16,0 0-23 0,-5 0 5 0,5 0-3 0,0 0 16 0,0 0 11 0,0 0 8 0,0 0 15 16,0 0-7-16,0 0 3 0,0 0-2 0,0 0 4 15,0 0 10-15,0-3-1 0,0 0 0 0,0 3-19 16,0 0-20-16,0-3-7 0,0 1-19 0,0-1 7 31,0 1 0-31,0-2 0 0,-3-2-3 0,3 1-6 0,-2-3 3 16,2 2 1-16,0-3 2 0,0 1 1 0,0-2-12 15,0 1-1-15,0 1-10 0,2-1-5 0,1-1 18 16,2 2-6-16,-2-2 13 0,1 3-2 0,0-2-1 16,0 3 1-16,2-2-15 0,-2 2 9 0,1-1-7 15,3 3-2-15,-3-1 11 0,3 0-13 0,0 1 7 16,-2 0-3-16,2 1-4 0,1 0 10 0,-1 1-4 15,0 0-2-15,5 1-1 0,-2 1 0 0,0 0-2 0,3 0-9 16,-3 0 17-16,3 0-3 0,1 3 3 0,0 1 3 16,0 0-7-16,0 0-5 0,0 1-1 0,-1 0 5 15,0 1-10-15,-1 0 15 0,3 0-4 0,-5 2 5 16,1-1 7 0,-2 0-10-16,-2 0-9 0,-2-1 6 0,2 2-8 0,-3-3 14 0,0 2 1 0,-2-1-3 15,-2 2 10-15,3-2-23 16,-4 0 13-16,1 2-5 0,-1-2-6 15,0 1 9-15,0 0-5 0,0 0 12 0,0-1 3 16,-3 3 2-16,-2-1-4 0,0-2-6 0,0 2-1 16,1 0 8-16,-5-1 8 0,1 0-3 0,-2 0-3 15,-2 0-8-15,0 0-1 0,-3 0 10 0,0-2 4 16,0 2-1-16,-1-3 4 0,-2 0-17 0,-1-1-4 0,0 0-1 16,-1-2 15-16,1 0-6 0,-2 0 16 0,4-1 0 15,-4 0-20-15,1 0 16 0,2-3-13 0,3 0 9 16,-1 0 12-16,0 0-7 15,3 1 8-15,-1-1-3 0,5-1-5 0,0 2 12 0,0 1-4 0,5-1-4 16,0 0-7-16,1 1 4 0,1 1-7 0,2 0-4 16,0 0 0-16,0 0-7 0,0 0 6 0,0 0 0 15,0 0 3-15,0 0-12 0,0 0-1 0,0 0 9 16,0 0-5-16,0 0-1 0,0 0-8 16,0 0-2-16,0 0 14 0,0 0-3 0,0 0 11 0,0 0-10 15,0 0-9-15,0 0 5 0,0 0-6 0,0 0 7 16,0 0 3-16,0 0-1 0,0 0-4 0,0 0-12 15,0 0-8-15,0 0-18 0,0 0-39 0,0 0-43 16,0 0-63-16,0 0-51 0,0 0-32 16,0 0-26-16,0 0-33 0,0 0-47 0,0 0-82 15,0 0-71-15,0 0-56 0,0 0-52 0,0 0 1 16,-4 0 27-16</inkml:trace>
  <inkml:trace contextRef="#ctx0" brushRef="#br0" timeOffset="170879.59">23121 9947 1362 0,'2'0'46'0,"0"0"37"0,-2 0 37 0,1 0 37 0,-1-1-22 15,0-2-6-15,0 3-15 0,0-1-9 0,0 1-1 16,0 0-7-16,0 0-6 0,2 0-5 15,-2 0 6-15,1 0 3 0,-1 0 6 0,2 0 1 16,-2 0-28-16,0 0-7 0,0 0-22 0,0 0-13 0,0 0 13 16,0 0-16-16,0 0 6 0,0 0-3 15,0 0-12-15,-3 0-8 0,3 0 5 0,-3 0-6 16,-1 0 6-16,-2 0 13 0,-2 0-4 0,2 0 16 0,-4 0-1 16,0 0 3-16,0 0 10 0,-1 0-19 15,-2 0 16-15,2 0-6 0,0 1-16 0,-1-1 5 16,-1 3-2-16,-1-3-11 0,1 0 11 0,-3 1-9 31,3 1 3-31,1-2 5 0,-4 0-13 0,3 0 14 0,-1 0-22 16,3 0-3-16,1 0 6 0,1 0-2 0,1 1 9 15,3-1-3-15,4 1-4 0,-3 0 1 0,4 0-5 16,-1-1-1-16,1 1 0 0,0 0-3 0,0-1-16 16,0 2 9-16,0-2 4 0,0 2 0 0,0-1 18 15,3 1-13-15,-3 3-6 0,3-1 7 0,-1 3-10 16,0-1 12-16,1 3 9 0,0-2-5 0,0 3 13 15,2 2 3-15,-1-1-6 0,0 0-7 0,0 1-7 0,0 0-6 16,0 1 0-16,0 0 3 0,0 0-2 0,0 1-1 16,0 0 11-16,-1 0 0 0,2 0-3 0,-2 0 10 15,0-2-13-15,2 2 13 0,-1-2-9 0,0 3 4 16,1-2 16-16,-1 0-19 0,0 0 6 0,0-1 8 0,0 0-2 16,-3 1 3-1,3-1 10-15,-1-1-20 0,1 0-13 0,-1-1 8 0,0-2 5 0,1 2 22 0,-1-3 11 31,0 0 29-31,0-2-7 0,1 1-11 0,-3-2 10 0,2 0-11 0,2-1 14 0,-2 1-11 0,2-2 2 32,-2-1-19-32,3 2-9 0,1-3 26 0,2 1-16 0,1-1 12 15,-1 0-28-15,4 0-2 0,-2 0-6 0,0 0-7 16,3-4 10-16,-1 2-24 0,1-2-7 0,-1 1 2 16,-1 1 6-16,-1-2-1 0,1 0 1 0,0 2-13 15,-2-2 4-15,-2 1 7 0,1 0 5 0,-5 1 2 16,1-1-5-16,0-1-32 0,-2 1-37 0,-1 0-47 15,0 1-58-15,-1-2-57 0,1 1-46 0,-2 0-30 16,0 0-62-16,0-1-52 0,0 0-84 0,-7 1-33 0,-1-1-32 16,-1-2 21-16,-2 1 30 0,0-4-12 0</inkml:trace>
  <inkml:trace contextRef="#ctx0" brushRef="#br0" timeOffset="171230.39">22888 10162 2481 0,'-4'1'67'0,"4"-1"100"0,0 0 27 0,0 0 25 0,0 0-65 15,4 0-89-15,0-3 10 0,0 3-1 0,3-3 31 16,0 2 17-16,1 0-18 0,0-1-14 15,4 1-8-15,-1 0-24 0,5 0 6 0,0 0-6 16,1 0-13-16,1 1-1 0,1 0 0 0,-1 0 1 16,2-2-14-16,-2 2 21 0,-2 0-32 0,3 0-1 15,-4 0-11-15,2 0-12 0,-4 0 7 0,1 0 6 16,-5 0 10-16,1 0-16 0,-1-3 5 0,-4 3-12 16,-2 0-2-16,0 0 10 0,-1 0 5 0,0-1-7 15,-2 1 1-15,0 0-2 0,0 0-18 0,0-2-3 0,0 2-61 0,0 0-79 16,0 0-89-16,0-1-91 0,0 1-70 0,0 0-26 15,0 0-5-15,-5 0-28 0,-2 0 18 0,1 0-27 16,-2 0 44-16</inkml:trace>
  <inkml:trace contextRef="#ctx0" brushRef="#br0" timeOffset="174207.48">22630 9881 598 0,'0'1'-5'0,"0"1"-7"0,-4-2 13 0,1 0 1 0,-1 1 10 16,1 0 16-16,0 0-13 0,-1-1 4 0,1 2-6 16,0-1-1-16,0 1 7 0,-1-2-8 0,1 1 35 15,2 0 5-15,-2 0 8 0,1-1 16 0,1 1-18 16,-1-1 5-16,2 0-9 0,-1 0-3 0,-1 0-4 16,0 1 1-16,1-1-2 0,-1 0-3 0,-1 0-9 15,1 0-8-15,-1 2-7 0,1-2 9 0,-1 0 9 0,2 0 11 16,1 0 11-16,-2 0 1 0,-1 0 3 0,3 0 2 15,-1 0 8-15,-1 0 9 0,2 0-6 0,-1 0-11 16,1 1-8-16,-4-1-14 0,4 0 6 0,-1 0-1 16,1 0 0-16,-2 0-1 0,0 0-8 0,2 0 7 15,-1 0-7-15,1 0-10 0,-2 0 7 0,2 0-14 16,0 0-6-16,-1 0 5 0,1 0-5 0,0 0 7 16,0 0 14-16,0 0 2 0,0 0 11 0,-2 0 25 15,2 0-3-15,0 0-2 0,0 0 5 0,0 0-20 16,0 0-1-16,0 0 4 0,0 0-13 0,0 0-1 15,0 0 17-15,0 0-1 0,0 0 7 0,0 0-11 16,0 0-6-16,0 0 1 0,0 0 3 0,0-3 14 16,0 3-25-16,0 0 3 0,0-2-6 0,0 0-14 0,0 1 32 15,0 1-3-15,0-2-17 0,-3 1 2 16,3-1-14-16,-2 1 1 0,1 0 9 0,1 0 3 16,-2-1-2-16,-1 0-10 0,2 1 4 0,-1 0-4 31,2-1 4-31,-2 1 3 0,2-2-1 0,0 3-9 0,0-1 4 15,-1-1-4-15,-1 0-4 0,2 0 8 16,0-1-6-16,0 1 11 0,0-1 10 0,0 1 15 16,0-3-21-16,0 2-8 0,0-1-9 0,0 0 1 15,-1 0 0-15,1-2-7 0,0 2 7 0,0-1-5 16,0-1 5-16,0 1 6 0,0-1 4 0,0-1-18 16,0 1 14-16,0-2 5 0,0 1-8 0,0-1 0 0,0 0-1 15,0 0-11-15,1-1 9 0,1 2 3 0,-1-1-16 16,1 2 4-16,0-2-6 0,-1 1 10 0,4-1 8 15,-4 2-4-15,1-2 5 0,-1 2-7 0,-1-1-6 0,4 0 9 16,-3 2-11-16,1-2-2 0,-1 2 21 16,3 1-8-16,-3-1 0 0,3 2-2 0,-1-1-19 15,3 1 1-15,-2-2 6 0,0 2 1 0,0 0-4 0,0-1 8 16,1-2-24-16,-1 2 13 0,2 0 3 0,-1-2-2 16,2 2 26-1,-3 0-24-15,1-1 10 0,3 1-14 0,-4 0 1 0,1 0 1 0,2-1-3 0,1 2 4 0,-1-2-14 16,-2 0 17-1,2 2-3-15,1-1-6 0,0 1 0 0,-1 1 2 16,0-1-1-16,1 1-7 0,0 0 26 16,2-1-19-16,-2 1 3 0,2 0 11 0,2-1-21 15,0 1 7-15,-3 0-6 0,4 0 1 0,-2 0 10 16,1 2 6-16,0-2-4 0,-1 1 3 0,1 1-12 16,-2-1 0-16,1 1 5 0,0 0 2 0,-2 0-4 0,1 0-6 15,1 0-3-15,-2 0 19 0,0 0-5 0,1 0 4 16,1 0-3-16,-1 0-23 0,2 0 11 0,1 0-4 15,0 4 34-15,-4-3-19 0,4 0 11 0,-2 0 5 16,-1 1-38-16,1 0 16 0,0 0 5 0,-2 0-4 16,2 0 2-16,0-2 10 0,-3 2-6 0,0-1-18 0,-1 1 21 15,0-2-4-15,0 1-22 0,-3 1 33 0,1 0-17 16,2 0 6 0,0-2 0-16,0 2-5 0,1 0 5 0,-2 0-12 0,3 0 6 0,-2 0-1 0,-1 1 16 15,4 1-18-15,-3-2 11 0,1 1-4 16,-3 1-26-16,3-1 22 0,1 1 4 0,-1-1-1 15,-1 0 16-15,-1 0-5 16,3 1-8-16,-1-2-3 0,-1 1-8 0,-1 0 12 16,1 1-17-16,2-1 18 0,-3 1-2 15,2-1-7-15,-1 2 10 0,0-2-4 0,1 0-5 0,-1-1 11 16,-1 1-12-16,2 1 1 0,-2 0 9 0,1-2-9 16,1 2 20-16,-4 2-20 0,4-1-1 0,-2 2 0 0,-1-2-4 15,0 0 15-15,1 2-4 0,0 0-2 0,1-2-4 0,-1 2-10 16,1 1 4-16,-1-1 16 0,3 0-5 0,-2 0 4 15,-1 1-6-15,0 1 0 16,4-1 6-16,-2 1 10 0,-2 0-10 0,1 0-11 16,0 0 1-16,-1 0-4 0,1-1 7 15,-1 2-1-15,-1 0 4 0,3-3-2 0,-4 1 11 16,0-1-10-16,0 0-5 0,1 0-7 0,-1 0 2 16,0 1 6-16,2 0 6 0,-3 0 4 0,2 0-2 15,-1 0-5-15,0 1-5 0,0 0 15 16,0 1-21-16,1 0 20 0,-2 1 0 0,0 0-21 0,0 0 16 0,1 1-8 0,-1 0-5 15,0 1 13 1,0 1 2-16,0-1-14 0,3 0 21 0,-2-2-4 16,-3 3-6-16,1-2 7 0,-1 0-12 0,3 0 2 0,-4 0 6 15,1 0-1-15,-1 1-2 0,2-2 1 0,-2 1-1 16,0 2 5-16,0-2-3 0,0 0 7 16,0 2-9-16,0-3 1 0,0 1-1 0,0 0-8 0,0 0 9 15,-3 1 1-15,1-2-3 0,0 1 5 0,-1-1 1 16,2 1-7-16,-1 0 9 0,0-1 7 0,-4-2-9 15,3 1 10-15,2 0-3 0,-3 1-18 0,0-2 12 16,0-1-12-16,1-1 0 0,0 0 15 0,0 0-3 16,-2-2 4-16,1 2 5 0,0-1-15 0,1 0 7 0,-2-1 3 15,2 1-15-15,-2 0 21 0,1 0-6 0,-1 1-5 16,2-3 10 0,-2 2-9-16,0 1-9 0,0-2 14 0,2 2 2 0,-3-3-2 0,2 2 12 0,0-1-7 15,-1-1-6-15,1 1 4 0,-3-1-3 0,1 1-6 16,2 1 9-1,-1-2 1-15,-2 2 2 0,2-2 1 16,-4 2-11-16,4-1 10 0,-1-1-12 0,0 2 4 16,-1-2 5-16,-2 0-16 0,3 2 11 0,-1-2-9 0,1 1 3 0,-2 0-6 0,-1 0 5 15,1-1 6-15,-1 2-9 16,2 0 13-16,-1-1-5 0,-2 0 4 0,2 0 2 16,-1-3-9-16,1 4-1 0,-2 0-11 0,0-2 5 15,0 1 3-15,0 1 1 0,0-2 6 0,2 1-3 0,-2 0 1 0,0-1 0 16,1 0 3-16,1 0-8 0,2 1 1 15,-2-2 1-15,-3 2 2 0,1-1 2 0,2 0-3 16,-1 0 2-16,0-1-1 0,-1 1 13 0,-1-1 6 0,3 1-13 16,-2-1 3-1,1 1-4-15,1 0 7 0,0-1 3 0,-1 0-2 16,-1-2-2-16,2 3-17 0,0-2 13 0,-4-1-4 16,1 2 0-16,1-2 2 0,-1 1-1 0,-1-1 9 0,2 0-3 0,-1 0-6 15,0 1 2 1,1-2 1-16,0 0 5 0,1 0 6 0,0 0 6 15,0 0-7-15,1 0-4 0,0 0 15 0,0 0-17 16,-1 0 4-16,0 0 10 0,3-3-19 0,-2 2 8 16,-3-2-16-16,3 2 3 0,0-2-5 0,-1 2-5 15,-1-1 13-15,1-1-8 0,1 1 10 0,-1 0-5 16,-3-2-4-16,3 1 1 0,-2 0 5 0,0 1-1 0,3-1 1 16,-5-1-10-16,5-1 1 0,-1 1 2 0,-2 0-5 15,1 0 13-15,2 1-8 0,-3-1 3 0,3 0-1 16,0 2-6-16,-2-2 1 0,2 1 4 0,0 0-4 15,-1 0 0-15,0-1 5 0,3 1-4 0,-2 0 4 16,1 0 1-16,3 0 1 0,-2 1-7 0,1-2 10 16,0 1 1-16,2-1-1 0,-2 1 14 0,2 0-16 0,0 0 6 15,-2 0 8-15,2-1-9 0,2 2 6 0,-3-1 1 16,3 0-12-16,-3 0-3 0,1 0 4 0,2 0-15 16,-3 0 13-16,0 0 1 0,-1 0-10 0,2-1 13 15,2 0-17-15,-3 0 3 0,3-1 14 0,-3 2-2 31,1-1-5-31,2 0 10 0,-3 0-8 0,3 1-12 0,-1 1 18 16,1-1-9-16,-4 0 2 0,2 0 7 0,1-1-4 16,1 0-9-16,-1 0 6 0,2-1 3 0,-1 3-2 15,-3-2-4-15,3 0 11 0,-1 2-13 0,1-4-5 16,-3 4 21-16,3-2-23 0,-1-1 8 0,1 2 4 16,-1-1-9-16,0-1 5 0,2 1 11 0,-2 0-9 15,2-1-7-15,-2 1 1 0,0 0-9 0,-1-1 9 16,2-1 5-16,-3 3-3 0,3-2 12 0,-1-1-4 15,1 3-2-15,-1-2 7 0,0 0-23 0,2 0 0 0,-1 0 20 16,-1-1-11-16,2 2 16 0,-1 0-10 0,1-1-15 16,-2 0 15-16,0 1-9 0,0-1 8 0,2 0-7 15,-4 0 3-15,3-2 1 0,-1 2 8 0,1-2 1 16,-3-1-16 0,1 1 2-16,2 1 2 0,-1 1 6 0,0-2 0 0,1 1-9 15,-3 1-2-15,4-2 5 0,-1 3-5 0,-1-3 13 0,1 3-6 0,1-3-3 0,-5 2 8 16,5 0 1-1,-1 1-2-15,-1-2-1 0,2 2-3 0,-1 0-6 16,1 0 7-16,-4 0-4 0,4-1 5 16,-1 3 2-16,-1-3-6 0,2 3 2 0,-1-3-5 15,1 2 12-15,-2-2-8 0,2 1 6 0,0-2 3 16,-2 3-13-16,1-2 9 0,1 1-2 0,-2-1-2 16,0 0 4-16,2 0-4 0,-3 0-2 0,2 1-4 0,1-1 0 15,-3 0 9-15,1 0-3 0,2 1-2 0,0-1 9 16,-1 1-4-16,1-1-3 0,-2 2-2 0,2-1-6 0,0 0 0 15,0 0 8-15,0 0 11 0,0 0 0 0,0-2-11 16,0 3 0-16,0-2 0 16,0 0 3-16,0 0-2 0,0 1-4 0,0-1 4 15,0 0-6-15,0 1 5 0,0-1 5 0,0-1-4 0,0 1-1 0,0 1-3 16,0-1 7-16,3-1-2 0,-3 0-5 0,2 1 8 16,1 0-4-16,-2 0-3 0,-1 0-2 0,0 0 8 15,2-1-10-15,-1 1-3 0,-1 1 12 0,2 0 2 31,0-1 1-31,-2 0 5 0,1 1 1 0,-1-1-20 16,2 1 4-16,-2-1-2 0,2 1 6 0,-2 0 1 16,0 0 0-16,1-1 7 0,-1 2-23 0,2-2 15 0,-1 1 5 15,-1 0-6-15,2 0 6 0,0 0-7 16,-1-2 4-16,-1 2-4 0,3 0 2 0,-1 0 2 16,1-2-8-16,-2 2 6 0,2 0 1 0,-1 0 7 0,0 0-7 15,-1 1-3-15,3 0 8 0,-3 0-11 16,2 0 9-16,1 1 3 0,-3-3-5 0,2 3-6 0,-1-1-8 0,0 0 10 15,0-1 4-15,2 0 3 0,-1 1 6 0,2-1-6 16,-4 0-5-16,2-1 0 0,2 2-5 0,0-1-5 16,-1 0 9-16,1 1 7 0,-2-2-5 0,-1 2 6 0,0-1-6 15,-1 1 4-15,2 0 2 0,-1 0-5 0,0 0-10 16,-1 0 1-16,2 0 0 0,-1 0 3 0,0 0-5 16,2 1-23-16,-2-1-17 0,-1 0-50 15,2 2-54-15,-1-1-43 0,1 0-53 0,-1 0-42 16,1 0-45-16,0 0-43 0,1-1-55 0,-3 0-67 15,5 1-106-15,-3 0-48 0,4-1-39 0,-3 1-12 0,5-1 22 16</inkml:trace>
  <inkml:trace contextRef="#ctx0" brushRef="#br0" timeOffset="177677.91">23103 9425 907 0,'0'0'36'16,"0"0"12"-16,0 0 23 0,0 0 26 0,0 0-29 0,0 0 13 16,0 0-7-16,0 0-15 0,0 0 12 0,0 0-17 15,0 0-5-15,0 0-2 0,0 0 1 16,0 0 19-16,0 0 10 0,0 2 14 0,0-1-10 15,0 0-7-15,0-1-7 0,0 1-7 0,0 0-1 0,0 0-9 16,0-1-2-16,0 1-15 0,0-1 4 16,0 0 4-16,0 0-11 0,0 0 9 0,0 0-2 0,0 0-3 15,-5 0 3-15,2 0 10 0,-1 0-8 0,1 0 34 0,2 0-10 32,-5 0-11-32,2 3 5 0,0-1-13 0,0-2 20 15,1 1-9-15,-2-1 6 0,2 2 1 0,2-1 9 0,-3-1 15 16,0 1-14-16,2-1-16 0,-1 0-1 0,0 0 10 15,1 0 17-15,-1 0 2 0,2 0-10 0,1 0-1 16,-4 0 5-16,4 0 2 0,-1-4 14 0,-1 3-6 0,0-1-25 16,2 0-13-16,0 0-9 0,0-1 3 0,0-1 18 0,0 1-9 15,0 0-7-15,0-1-25 0,0-1-17 16,0-1 22-16,0 0-14 0,0-2 11 0,0 1 3 16,0-2-20-16,4-1 12 0,-3 1-15 0,3-2 3 15,0 0 4-15,0 1-12 0,0-2 8 0,2 0 1 16,-1-1 13-16,2 1-13 0,-1 1 11 15,0-1 5-15,2 1-12 0,-2 0 19 0,-1 1-9 16,2 1-12-16,-3-1-3 16,1 2 12-16,3-3 2 0,-3 2-15 0,-1 0 6 15,1-1-13-15,0 0 2 0,3 1 9 0,0-1-3 16,1 0-3-16,4 1-11 0,-4-3 4 0,3 2-2 16,0-1 1-16,-1 0 8 0,5-1 20 0,-3 0-3 15,-2-1 4-15,4 1-9 0,-2 0-30 0,0 0 13 16,-1-1 3-16,1 3 11 0,0 0 1 0,-2 0-5 0,1 3-10 15,-2 0 2-15,1 1 7 0,0 0-6 0,-1 2-4 16,-2 0 2-16,2 2 0 16,0 0-5-16,0-1 5 0,0 3-8 0,0-2 14 0,0 1 4 0,-1 1-12 0,5 0 13 15,-2 0-8-15,1 0-14 0,2 6 20 0,0-2-12 16,0 0 10-16,0 2 9 0,2-1-7 0,1 0 1 16,-2 1-9-16,2 0-1 0,-2-1 9 0,-1 1-9 15,1 0 10-15,1 0 3 0,-4 0-2 0,4 3 2 16,-2-2-7-16,1 0-1 0,-4-1-10 0,2 3 5 31,-1-1 3-31,3 0 3 0,-5-2-12 0,1 2 15 16,1-1-6-16,-2 1-13 0,3 0 24 0,-2-1-15 0,0-1-6 0,-2 3 11 15,1-2 3-15,0 1 0 0,-3 0-5 16,-3-1-2-16,-1 0 3 0,1 1-12 0,0 0 17 16,-1-2 5-16,-1 1-16 0,1 1 5 0,-1 0-8 15,0-2 17-15,2 2-11 0,-2 0 3 0,0-1-6 16,3 1-3-16,-3 1 7 0,1-1 14 0,-3 0 2 15,1 2-14-15,0-2 2 0,-1 2 3 0,-1-2-12 16,2 1 2-16,-1 1 13 0,-1 0-18 0,0-1 24 0,0 0-6 16,0-1-9-16,0 2 3 0,0-2-12 0,0 1 6 15,-3 1 3-15,2-1 11 0,-4 0 2 0,1 0-13 16,1-1 2-16,2 0 5 0,-5-1-10 0,3 2 22 16,-1-1-3-16,1 0-19 0,2-1 11 0,-3 2-6 15,3-1-3-15,-3-1-5 0,4 0 7 0,-3 0 1 0,3-1 1 31,-1 2 18-31,1-2-16 0,-5 0 7 0,2 0-1 16,0-1-7-16,0 1 5 0,-2 0-7 0,0-1-3 16,0 2 15-16,-1-2-10 0,0 2 6 0,-1-1-1 15,3 1-6-15,-3 1 17 0,-2-2-16 0,3 2 7 16,-2-2-2-16,0 2-2 0,-2-3-4 0,2 2 10 16,-1-1-13-16,0-1 8 0,1 1 6 0,0-2-5 0,0 0 0 15,-2 0 3-15,2 0 8 0,0 1-9 16,2-3 5-16,-2 2-3 0,0 0-7 0,4-1 7 15,-3 0 0-15,1 1-10 0,0-1 13 0,3 0-10 0,-4 0 1 0,2 0 2 16,2-1 2-16,-2-1 11 0,2 2-25 16,-3-1 6-16,1-1 0 0,0 2-5 0,1-2 7 15,-3 0 5-15,0 2-9 0,0-3-2 0,1 3 7 16,-1-1-6-16,-2 0-2 0,1 0 4 0,2-1 9 16,-1 1-16-16,-1 0 4 15,-1 2 1-15,3-2-2 0,-1-1 8 0,2-1-12 16,1 2 11-16,-2-1 0 0,1-1-10 0,0 2 19 0,4-2-16 0,-3 0-4 0,3 0 9 15,-3 1-16-15,3 1 8 0,-1-2 8 0,2 0 1 16,-1 0 1-16,1 2-2 0,-3-2-7 0,1 0-3 31,2 0 17-31,0 0-9 0,0 0 3 0,0 0 12 16,0 0-27-16,0 0 11 0,0 0 1 0,0 0-6 0,0 0 11 16,0 0-7-16,0 0 11 0,0 0 4 15,0 0-11-15,0 0 10 0,0 0-13 0,0 0-1 0,0 0 16 16,0 0-10-16,0 0 8 0,0 0-9 15,0-4-3-15,0 4 0 0,2-3-10 0,-2 2 2 0,3-1-13 16,-2-1 9-16,-1-1 5 0,3 0-14 0,-3 1 9 0,4-4-16 16,-3 1-8-16,3 0 6 0,-3-2 8 0,2 1 8 15,2-2 6-15,-2 1 4 0,3 1-4 0,-3 2 0 16,2-2 4-16,0-2 9 0,0 1-7 0,0 1 12 16,0-1-11-16,1 1-7 0,-2-3 10 0,0 2-18 15,-1 1 4-15,-2 0 7 0,3 1-4 0,-3 1 9 16,-1 0-6-16,2 2 12 15,-1 0-9-15,-1 1 2 0,2 0 5 0,0 0-20 16,-2 0 17-16,1 1 0 0,-1 0-6 16,0 0 8-16,3 1-8 0,-3 0-5 0,0 0 8 15,0 0-4-15,2 0-2 0,-2 0 1 0,0 0 1 16,0 0 4-16,0 0-2 0,0 0-6 0,0 0-3 16,0 0-1-16,0 0-2 0,0 0 5 0,0 0 2 15,0 3 10-15,0-1-4 0,0 0-3 0,0 2 8 16,0-2-2-16,0 2-4 0,-5 3 10 0,5-2-18 15,-3 2 6-15,1 1 15 0,-1 2-2 0,2-3 10 0,-1 1-18 16,-1 1-1-16,0 0-10 0,-1-1 14 0,1 1-4 16,-2 0-3-16,-1 1 12 0,3-2-17 0,-2 2 6 0,1-1 8 15,0 0-8-15,-1-1 17 0,2 1-5 0,-3-3-15 16,3 0 7-16,0 0-7 0,0 0 3 0,0-2 4 16,1 0-3-16,0-1 2 0,1 2-14 0,-3-2 15 15,3 0 4-15,-1-2-9 0,2 1 16 0,0 1-14 16,0-3-8-16,0 0 9 0,0 0 9 0,0 0-5 15,0 0 4-15,0 0-9 0,0 0-15 0,0 3 27 16,0-3-12-16,3 3 4 0,1-1 13 0,1 1-11 31,-1 1 8-31,3-1 0 0,0 1-12 0,3 0 4 16,1 2-4-16,3-3 3 0,1 3 5 0,3-2-8 16,2 1 3-16,3 0-1 0,1 0 1 0,3 0-7 0,3 0 9 15,0 0 6-15,0 0-4 0,0-1 4 16,0 1-6-16,-2 0 7 0,1-1 13 0,-8-1-11 0,1 0 5 15,-6 0-12-15,-1-1-15 0,-5-1 20 0,-1-1 3 16,-4 2 3-16,-2-1-7 0,0-1-2 0,-1 0-5 16,-2 0-1-16,0 0 7 0,0 0-4 0,0 0-1 15,0 0-4-15,0 0-10 0,0-3-21 0,0 1-52 16,-3 1-55-16,-1-1-50 0,1 0-39 0,3 0-33 0,-1-1-38 16,-4 1-32-1,2-2-98-15,-2 0-89 0,2 0-46 0,-2-1-87 16,0 1-32-16,1-1 16 0</inkml:trace>
  <inkml:trace contextRef="#ctx0" brushRef="#br0" timeOffset="178491.84">24478 9364 2433 0,'3'-3'56'0,"0"0"48"0,1-1 35 0,-3 0 28 0,1 3-38 16,0-1-30-16,-2-1-10 0,0 3-3 0,0-1-3 16,0 0 5-16,0 0-22 0,0 0-28 0,-4-1 2 15,3 2-5-15,-1-1 3 0,-3-1 12 0,4 2 2 16,-3-2-9-16,1 1-6 0,0-1-1 0,-1 0-3 16,-3 0-14-16,2-1 11 0,-1 1 0 0,0 0-15 15,0 1 10-15,-2 0-4 0,1-1-21 0,1 2-8 16,-5 0 7-16,3 0-3 0,0 0 8 0,0 0 11 15,-3 0-9-15,2 5-9 0,0 1 7 0,-1-1-3 16,0 1-7-16,0 0 15 0,1 0-10 0,1 3 6 0,0 0 10 16,3 0-6-16,1 0 4 0,-2 1-8 0,3 0 3 15,1-1 7-15,0-1 5 16,2 2 2-16,0-1 7 0,0-1-7 0,0 0 6 0,4 0 23 0,-1-1 18 16,3 1 0-16,-3-2 30 0,2 0-16 0,3-1-28 15,-3 1 18-15,4 0-32 0,-1-2-6 0,0-1 12 0,0 1-11 16,2 0 5-16,-1-2-14 0,-1 0 11 15,2-1-8-15,-2 1-9 0,0-2 6 16,0 0-9-16,2 0 11 0,-2-5 12 0,-2 3-3 0,0-3 3 16,0 0-7-1,-1 0-19-15,-2-3-1 0,4 1-1 0,-2-1-16 16,-2-1 21-16,2-1-7 0,-4 0-1 0,4-1-1 16,-5 0-14-16,1 0 14 0,-1 1-22 0,0 1 24 15,0 0-4-15,0 3 0 0,-6 0 6 0,5 0-21 16,-3 3 2-16,3 0 6 0,1 0-6 0,0 1-3 0,0 1 11 15,0 1-15-15,0 0 22 0,0 0-7 0,0 0-3 16,0 0 8-16,0 0-21 0,0 5 14 0,0-1 3 0,0 0-10 16,1 3 17-16,3 0 4 0,-3 0-11 0,4 0 8 15,-4 2-18-15,4 0 12 0,0 0-15 0,1 0-12 16,1-1 22-16,0 2-6 0,1-1 20 16,0 1 11-16,5-3-13 0,-4 0-3 0,3 0-10 0,1-1 13 15,-1 0 2-15,2-1-1 0,-3 1-5 0,0-4 2 31,2 3-10-31,-4-2 1 0,-1-1 5 0,0 0-17 0,1-1-10 0,-1-1-49 0,1 0-78 0,-5 0-76 32,4-4-87-32,-3 0-80 0,-1 1-78 0,0 1-90 15,-1-2-63-15,0 0-82 0,-1 0-58 0</inkml:trace>
  <inkml:trace contextRef="#ctx0" brushRef="#br0" timeOffset="178776.43">24936 9451 2758 0,'4'2'73'0,"-3"-2"59"0,3 0 9 16,-3 0-18-16,1 0-67 0,-2 0-62 0,1 0-2 15,-1 0 15-15,0 0-8 0,0 4 9 0,0 0-10 16,0 0 12-16,0 3 2 0,-3 1-12 0,0-1 4 15,1 2-6-15,-1 1-4 0,0 0 15 0,1 0 3 16,-2 2-5-16,1-2 10 0,1 2-15 16,-1-3-6-16,0 0 9 0,-1-1-4 0,3 0 0 15,-1-1 10-15,1-1-16 0,-3 0-6 0,4-2-74 16,0-2-126-16,-1 0-95 0,1 0-120 0,0 0-63 16,0-2-11-16,0 0-31 0</inkml:trace>
  <inkml:trace contextRef="#ctx0" brushRef="#br0" timeOffset="179622.49">24959 9181 2806 0,'0'-9'52'0,"0"0"40"0,0 0 51 0,0 0 13 0,0 2-12 16,0 0-15-16,0 1-37 0,16 6-9 0,-16-7-20 15,12 7-16-15,-12 0-3 0,14-6-1 0,-14 6-11 16,0 0-17-16,0 0-15 0,13 0 5 0,-13 0-23 16,0 0-5-16,0 0 12 0,0 0-6 0,0 0 7 31,0 0 14-31,0 7-3 0,0 3-12 0,0 0 9 16,0 2 9-16,0 1-1 0,0 3 11 0,14 0 1 15,-14 1-9-15,0-1 0 0,13 1 11 0,-13 2 4 16,14-1 19-16,-14 0 6 0,13 0-4 0,-13 1 0 15,14-2-12-15,-1-1-24 0,-13 0 6 0,13-2-3 16,-13-1-4-16,12-2 3 0,-12 0-18 0,0-2 13 16,13-9-16-16,-13 9 17 0,0-9 3 0,0 0-15 15,0 10 23-15,0-10 22 0,0 0 20 0,0 0 31 0,0 0 14 0,0 0-8 16,0 0 19-16,0 0-30 0,0 0 28 0,0 0-18 16,0 0-3-16,0 0 28 0,0 0-40 0,0 0-15 15,0 0-32-15,0 0-15 0,0 0-31 0,0 0 15 0,0-11-2 16,0 0-4-1,0 0 7-15,0-1 3 0,0 1-17 16,0-1-1-16,0 1 26 0,0-1-17 0,0 0 40 16,0 3-20-16,14-1-10 0,-14 0 11 0,0 1-20 15,13 9 5-15,-13-11-6 0,0 2 6 0,16 9-4 16,-16-11 9-16,14 11 0 0,-14-9 9 0,14 9-4 16,-14-9-12-16,16 9 4 0,-16 0-6 0,17-9-7 15,-4 9 20-15,-13 0-13 0,17 0-1 0,0 0-9 16,-4 0-10-16,1 0 19 0,-1 0-10 0,4 0 13 0,-4 0 14 0,-13 0-12 0,21 0 11 15,-9 0-16-15,-12 0-19 0,18 0 19 0,-18 0-8 16,14 0 7-16,-14 10 12 0,0-10-7 16,14 10-12-16,-14-10 22 0,0 9-1 0,0-9-26 15,0 12 23-15,0-3-12 0,0-9-15 16,0 13 23-16,0-3-4 0,0-1 6 0,0 1 1 16,0-10-1-16,0 13-3 0,0-2-5 0,0-2 16 15,0-9-4-15,0 13-8 0,-14-1-1 0,14-2-7 0,-14 0 10 16,14-10 6-16,-18 13-4 0,18-3 4 0,-17-10-11 15,1 12 11 1,16-12-1-16,-18 11-5 0,1-11-17 16,4 10-10-16,0-10 8 0,13 0-4 0,-18 0 14 15,2 0 9-15,16 0-2 0,-17 0-2 0,3 0 11 16,-1 0-7-16,15 0-2 0,-19 0 7 0,19 0-4 0,-18 0 2 16,18 0-3-16,-15 0-2 0,15 0-11 0,0 0 9 15,-14 0 5-15,14 0-6 0,0 0 9 0,0 0-6 16,0 0 0-16,0 0 1 0,0 0 0 0,0 0-4 0,0 0 0 15,0 0 0-15,0 0 0 0,0 0 4 16,0 0-17-16,0 0 5 0,0 0-83 0,0 0-76 16,0 0-66-16,0 0-89 0,0 0-39 0,0 0-110 15,0 0-137-15,0 0-122 0,0 0-147 0,0 0 82 16</inkml:trace>
  <inkml:trace contextRef="#ctx0" brushRef="#br0" timeOffset="193121.06">19156 10896 941 0,'0'0'19'0,"0"0"22"0,0 0 25 0,0 0 16 0,0 0 0 16,0 0 11-16,0 0 2 0,0 0-10 0,0 0 2 15,0 0-23-15,0 0-17 0,0 0 1 0,0 0 5 31,0 0 1-31,0 0 5 0,0 0-5 0,0 0-8 16,0 0-5-16,0 0 2 0,0 0 4 0,0 0 2 16,0 0 17-16,0 0-10 0,0 0 7 0,0 0-7 15,0 0-2-15,0 0 14 0,0 0 0 0,0 0-2 16,0 0-1-16,0 0 16 0,0 0-8 0,0 0-6 16,0 0-2-16,0 0-20 0,0-3 19 0,0 0 12 15,0 2 6-15,0 0-6 0,0 0-18 0,0 0 8 16,0 0-22-16,0 0-5 0,0 0 0 0,0-1-2 15,0 2 16-15,0-2-3 0,0 2 0 0,0 0-23 0,0 0-6 16,0 0 10-16,0 0-8 0,0-1 10 0,0 1-12 16,0 0-10-16,0 0 9 0,0 0-13 0,0 0-9 15,0 0 8-15,0 0-4 0,0 0 4 0,0 0 1 16,0 0 1-16,0 0-11 0,0 0-7 0,0 0 13 16,0 0-16-16,0 0 10 0,0 0 6 0,-1 3-8 15,1-3-6-15,-4 0 1 0,4 2 14 0,0-2-5 16,-1 1 0-16,-1 0 9 0,2 0-16 0,-2 0 7 0,2 1 9 15,-3-1-2-15,2 2-9 0,-2 0-3 16,1-1 10-16,-1 1-2 0,2 1-1 0,-1-1 4 16,-1 1-9-16,1-1-6 0,1 1 16 0,-3-1-1 0,3 2-1 15,-1 0-3-15,0-1 2 0,-1 2 0 16,2-2 6-16,-4 1 11 0,1 0-5 0,0 1 3 0,1-1-6 16,-2 0-2-16,2 0-1 0,-2 1-6 15,-1-2 14-15,3 1 0 0,-2 0-7 0,2 0 15 0,-2 0-25 31,2 0 1-31,-2 0 13 0,2 2-7 0,-3-2 26 0,3-1-7 16,0 1-15-16,-1 1 5 0,0 0-3 0,0-1 16 16,0 2 8-16,-4-1-18 0,3 1-11 0,0 0-14 15,1 0 16-15,-3 0 12 0,2 1 9 0,-1-1-3 16,0 1-14-16,0 1-2 0,-1-2-4 0,2 1-5 0,-2 0 3 16,0 2 1-16,1-2 7 0,-1 1-9 0,0-1 8 0,1 0 3 15,-3 1-9 1,1 0 30-16,4 1-2 0,-4 0-8 0,0 0-9 0,2-1 1 0,-2 2-7 15,0 1-1 1,0-1 10-16,2 1-19 0,-6 1-6 0,2-1 16 16,0 1-7-16,-2 0 11 0,0 0 7 0,1 1-4 0,-1-2-2 0,1-1 6 0,-2 2-1 15,0 0-9-15,0-1 9 0,1 0-8 0,2 0-1 0,-1-1 3 16,1-1 2-16,-2 2-10 16,4-1 12-16,-4-2-2 0,2 1-5 0,2 0 5 0,-3 1-10 0,2-2-4 31,-1 0-2-31,1 0 11 0,-1 0-1 0,2-2-1 15,-1 3 3-15,0-2-11 0,-3-1-7 0,4 2 19 16,-2-1-9-16,1 0 12 0,-2 1 18 0,1-2-20 0,-2 0 13 16,3 2 1-16,-4-3-14 0,4 2 11 15,-1 1-19-15,-2-3-4 0,0 0 5 0,3 2 12 0,-4-2-1 0,2 2-11 0,0-1-7 32,0-1-7-32,-2 1 6 0,3 0 5 0,-2 0-3 15,-2 0 2-15,1 0 4 0,2-1 10 0,-3 1 3 0,1 0-10 0,-4-1 2 16,4-1-5-16,-4 3 2 0,1 0 10 15,1-2-5-15,-3 0 1 0,-1 1-4 0,0 0-2 0,3 0 5 16,-3 0-3-16,2 0 4 0,-4 0-1 0,3 1-12 0,-2-1 6 16,-2 0-13-16,0 1 6 15,1 1 18-15,-1 1-16 0,1-1 16 16,-2-1-5-16,-1 2-23 0,1-1 24 16,1 0 0-16,-1-1-14 0,1 2 20 0,0 0-13 15,-1-1 9-15,3-1 6 0,-2-1 2 0,0 2 0 16,1-2-6-16,-2 0 1 0,1-1-2 0,-2 2-3 15,0 0-2-15,1-1 12 0,-4 1-8 0,0 1 1 0,0-1-1 0,-1-1-9 16,-2 2 5-16,0-2 9 0,1 0-5 16,-1 0 1-16,1-1 0 0,-1 0-7 0,0-2-11 15,2 2 7-15,-1-1 2 0,-1-1-5 0,2 1 20 16,-2-3-12-16,2 3-6 0,-2-3 9 0,-1 1-7 0,5 0 11 16,0-1-4-16,0 0-3 0,1 0-6 15,2 1-1-15,-1-2 6 0,-1 0-4 0,4 0-3 0,-1 1-6 16,0-2-3-16,1 0 7 0,1 0-4 0,0 0 14 15,0 0-17-15,2 0 4 0,-3 0 9 0,5 0-9 16,-3 0 1-16,3 0-7 0,-3 1 0 0,2-1 7 16,1 0 0-16,1 1 10 0,0 0 5 0,-2-1-22 15,3 0 18-15,-4 0-12 0,2 1-14 16,-1-1 11-16,3 1 6 0,0-1-6 0,-1 0 9 0,4 0-3 16,-3 0-13-1,3 0 3-15,0 0 10 0,1 0-8 0,-3 0 10 16,1 0-6-16,3 0-13 0,-4 0 21 0,0-2-5 0,0 0 5 15,0 1 4-15,0-1-11 0,0 0-4 16,-1 2-7-16,1-1 9 0,-3-1 4 16,2 1 1-16,-2 0 8 0,0 0-2 0,-1-1-16 0,0 1-4 0,1 0 3 15,-3 0 6-15,1 1 5 16,0-2 3-16,2-1-5 0,-5 2-6 0,2 0 2 0,-1-1 7 16,-1 0-6-16,-1 0 2 0,3 1 1 0,-5-1 0 15,1-1 4-15,-1 3-6 0,2-2 1 16,-4 0 2-16,4 1 8 0,-3-1-8 0,0 0 4 0,1 0-9 0,-1 1-4 15,1-3 8-15,-1 1 1 0,2 0 9 0,0 0-10 16,-1-1 8-16,2 2 3 0,1-1-9 0,-1 0 2 16,2 0-1-16,-4-1 0 0,3 2 5 0,1-1-3 15,-2 0 4-15,4-1-8 0,0 2-3 0,0-3 14 16,-1 1-11-16,3 1 6 0,-1 0-4 0,1-1-1 0,2 1 4 31,-2 0-3-31,2-1 9 0,-1 1-8 0,1 1-2 0,1-2 15 16,-2 0-14-16,2 0-5 0,-1 1 9 0,1-1-16 15,-1-1 19-15,1 2-1 0,1 0-3 0,-4 0-3 16,3 1-14-16,-1-2 22 0,0 2-22 0,-2-1-4 16,3 1 17-16,-1-1-9 0,2-1 12 0,-4 1-2 15,2-1-3-15,-2 0-3 0,1 0-9 0,1-1 19 16,0 2-8-16,-5-1-6 0,3-1 10 0,-3 1 2 16,3-1-6-16,-4 2-4 0,2-2 6 0,-2 0-6 0,0 0 5 15,0 1 5-15,0 0-9 0,-1-2 0 0,1 1-6 16,-2 1 6-16,-2-1 21 15,0 0-27-15,2 1 3 0,-2-2 8 16,-1 1-9-16,2 1 13 0,2-2 2 0,-3 0-7 0,2 1-8 0,0-1 14 0,1 2-2 16,-1 0-8-16,2-2-3 0,0 1 9 15,0 1-5-15,1-2 1 0,0 2 5 16,0 0-10-16,3-2 4 0,-3 2 1 16,3-1 7-16,-2 2-5 0,0-2 0 0,4 1-2 15,-3 1-7-15,2-3 11 0,-2 2 1 0,4-1-4 0,0 3-1 0,-1-3 1 0,2 1-1 16,-4 1 0-1,5-1 6-15,-2 1-9 0,1-1-9 0,-4 0 21 16,5 2-14-16,-2-2 5 0,1 1 4 16,0-2-6-16,-2 2 8 0,1 0-10 0,2-1 6 0,0-1 2 15,0 3-4-15,2-1 4 0,-5-1 4 0,2 1-8 16,3-2-6-16,-2 2-3 0,1 0 13 0,-4 0-7 0,3-1 9 16,-2 0 7-16,1 1-20 0,-1 0 4 0,-1 0-2 15,1-1 1-15,2 1 4 0,-3 0 5 0,1-2 9 16,2 3-14-16,-1-2-3 0,-1 0 2 0,0 0-4 0,0 0 10 15,-2 0 2 1,2 0-4-16,-1-1-11 0,0 2 2 0,-2-1 6 16,2-1 0-16,-4 2 7 0,4-1-3 0,-2 0-10 15,-1-2 5-15,0 3 2 0,0-1-3 16,0-1 2-16,0 0 3 0,-1 2-8 0,0-1 9 16,2-1-2-16,-2 2-10 0,2-1 13 0,-2-1-5 15,2 2 7-15,-2-2-1 0,2 1-16 0,-1 1 5 0,0-2 0 16,2 1 9-16,-3-2 3 0,3 2 0 0,-4 1-7 15,5-1-4-15,-2 1 1 0,0-2 9 0,-1 2 0 16,1-1-7-16,2 1 13 0,0-1-13 16,1 0-2-16,0 0 5 0,1 0-16 0,-1 1 17 15,4-2 9-15,-1 3-15 0,-1-1 6 0,0-1-3 16,3 1-13-16,-3 1 11 0,2-2 10 16,1 1-17-16,-2 1 16 0,1 0-3 0,-1 0-7 0,4-1 9 0,-3 0-10 15,1 0 2-15,-1 1 14 0,2-1-4 0,1-1-6 0,-1 1 6 16,2 0-18-1,-3 0-1-15,2 0 8 0,0 1-2 0,-1-2 1 16,1 2 8-16,1 0-2 0,-1-1 3 0,2 1-1 0,-1-1-7 0,0 2 3 0,0 0-1 0,2-2-2 16,-2 1-2-16,1 0 8 15,-3 0 1-15,2 0 8 0,1 1-2 0,0-3-15 16,0 1 2-16,-4 0 1 0,3 1-1 0,-1-2 7 16,1 1-3-16,-2 0-6 0,0 1 2 15,2-3 10-15,-1 2-7 0,-1-1-7 16,2 0 6-16,-2 0-11 0,2 0 20 0,0 0 7 15,1 1-11-15,-1 0 0 0,0-1-13 0,-1 1 10 16,1 0-2-16,2 1 1 0,-2-2-1 0,0 1-3 16,0 0 8-16,2-1 0 0,-4 1-5 0,4-3-4 0,-2 3 3 15,0-3-3-15,0 2 10 0,-1-1-1 0,-2 0-11 0,2-1 11 16,-1 3-3 0,1-3-4-16,-1 1 11 0,-2 1-3 0,1-1-9 0,0 0 4 0,-1 0-12 15,3 0 7-15,-1 0 7 16,-3 1-2-16,3-1 16 0,-1 2-11 0,2 0-4 0,-3 1-2 0,0 0-14 15,1 1 20-15,2-1 1 16,-1 0 0-16,-2 0 8 0,5 0-11 0,-5 1-13 16,3-2 9-16,1 1 2 0,-2-2-5 0,0 1 10 15,1 1-7-15,-1-1-3 0,1-1 3 0,0-1-3 0,1 2-4 0,-1 0 7 0,-1 0 1 32,3-1 4-32,-2 1-4 0,1 1-9 0,0-1 4 0,0 0 4 15,-1 0 1-15,1-1 0 0,-1 1 6 16,1 1-8-16,-1-3 4 0,1 1 7 0,-2 1-11 15,0 1 0-15,2-1 2 0,0 0-8 0,0-1 11 16,-1 1-1-16,3 2-3 0,-2-2 14 0,-1 0-13 16,3 0-2-16,1 1 4 0,-1-1-6 0,-2 0 9 15,2 1-5-15,1-2-3 0,-1 1 4 0,0 1-16 0,-1-1 21 16,1 2-1-16,-1-2-7 0,1 2 2 0,1-2-6 16,-1 2 7-16,2-2-8 0,-3 3 20 0,3-2-9 15,-1 0-1-15,-1 0 7 0,0 1-15 16,2-1-2-16,-1 0-8 0,0 0 12 0,-1 1 2 15,2 0 12-15,-3-2-2 0,3 1-15 16,-1 1 1-16,1 0-9 0,-1-2 11 0,0 1 5 0,1 0-9 0,-1 0 6 16,1-1 10-16,-3 2-3 15,2 0-7-15,-2-2 1 0,3 1 2 0,-2 0-12 0,-1 2 17 0,3-3-2 0,-2 2-19 16,-1-1 16-16,1 1-2 0,0 0 1 0,1 1-1 0,1-2 7 16,-2 1-7-16,3 0 0 0,-2 1 6 0,2 0-18 31,0 0 11-31,0-1-10 0,0 1 12 15,0 0-4-15,0 0-10 0,0 0 11 0,0 0-7 0,0 0 8 0,0 0-1 0,0 0-3 16,0 0-7-16,0 0 5 16,0 0 12-16,0 0-5 0,0 0 1 0,0 0 4 15,0 0-20-15,0 3 17 0,0 0-3 0,0 1-5 16,0 0 10-16,0 0-11 0,0 3 16 0,-3-2-9 16,3 3 0-16,-3-1 0 0,0 2-17 0,1 0 15 0,-1 0-4 15,1 1 10-15,1 1 8 0,-3 0-7 0,3 2 11 0,-1-2-14 16,-2 0-2-16,2 0 2 0,-1-1-6 0,0 0 16 15,1-1-10 1,-1-2-1-16,2 1 1 0,-1 1-9 0,0-1 1 16,1-1 2-16,-1 2-5 0,2-1 3 0,-2 0 5 0,2-1 4 0,-1 2 3 0,-1-1-8 31,2-1 0-31,0-2-6 0,0 2 9 0,-1-1 3 0,1-2-4 0,-3 2-2 0,3-2-13 0,0-1 5 16,0-2-6-16,0 2 11 0,0-2-2 15,0 0 4-15,0 0 16 0,0-1-16 0,0 0 9 0,0 0-5 31,0 0-10-31,0 0 11 0,0 0-5 0,4 0 5 0,-4 0-3 0,2-2 5 0,-1 1-9 16,3-3-1 0,-1 0 10-16,0-1-12 0,0-2 11 0,1-1-4 0,0-2-5 15,4-2 3-15,-2-1 1 0,2 1-8 0,-3 1 10 16,3-1-8-16,-2 0-6 0,2 1 13 0,-3 1-8 0,0 0 20 0,-2-1-18 16,1 1 4-16,1 1 3 0,-3-2-22 0,-1 1 22 15,1 0 0-15,1 1-1 0,-1-1 7 0,1 0-1 16,0 0-5-1,-1 1-14-15,1 0 8 0,-1-1 9 16,-1 1-14-16,2 1 17 0,-3-3-9 0,3 2-5 0,-3-1 2 0,2 0 0 0,-1 0 9 16,-1 0-5-16,0 1 2 0,2 1 1 0,-2-2-3 15,0 2 0-15,2 1-1 0,-2 0 2 0,0 1 5 16,1 0-9 0,-1 3 13-16,0 0-4 0,0 0-19 0,0 1 10 15,0 1 2-15,0-1 1 0,0 2-3 0,0 0 7 16,0 0-11-16,0 0-5 0,0 0 25 0,0 0-8 15,0 0-3-15,0 0 1 0,0 0-11 0,0 0 3 16,0 0 3-16,0 0 1 0,0 0 3 0,0 0 0 16,0 0 12-16,0 0-16 0,0 4-3 0,2-2 12 15,-1 0-16-15,1 0 19 0,1-1 2 0,2 2-4 0,1 2-1 0,2-1-5 16,0-1 8-16,3 3-4 0,3-1 11 16,-2 0-1-16,5 0 6 0,-1 0-4 0,3 1 2 15,-1 0 4-15,2-1-13 0,0 1 5 16,-1-1-3-16,2 0-3 0,-1 2 0 0,-1-3-10 0,0 0-6 15,-2 0 7-15,-1-1 13 0,-2-1-7 0,-1 0 15 0,-2 0-13 32,-1-1-7-32,-2 0 12 0,-4-1-2 0,1 0 3 0,-2 0 3 15,-1 0 10-15,0 0-4 0,-1 0 7 0,-1 0-1 0,0 0-12 0,0 0 4 0,0 0-1 32,0 0-10-32,0 0 3 0,0 0-9 0,0 0-5 0,0 0-1 0,0 0 9 15,0 0-4-15,0 0-6 0,0 0 9 0,0 0-6 16,0 0 2-16,0 0-3 0,0 0-5 15,0 0 10-15,0 0-7 0,0 0 10 16,0 0 1-16,0-2-11 0,0 2-15 0,0 0-40 0,0 0-80 16,0 0-69-16,0 0-109 0,0 0-80 0,0-3-82 15,0 2-191-15,0 0-183 0,0 0-252 0,0-2-18 16</inkml:trace>
  <inkml:trace contextRef="#ctx0" brushRef="#br0" timeOffset="195196.26">13746 12398 1937 0,'1'0'30'0,"-1"0"30"16,2 0 38-16,2-5 27 0,-2 3 0 0,-1 0-3 15,1 1-18-15,-2 0 15 0,2 0-24 0,-1-1 5 0,-1 2 1 0,0 0-29 16,0 0 29-16,0 0-2 0,0 0 7 0,0 0 15 16,0 0-8-16,-3 0 0 0,3 0-13 0,-2 0-6 15,1 0-17-15,-1 0-4 0,-2 0-5 0,2 0-6 16,-1-3 7-16,0 0-13 0,-2-1-11 0,0 0-3 16,0 0 0-1,-2 0-7-15,2-1 2 0,-1 0-3 0,-1-1-3 16,-1 1 1-16,1-1-4 0,-1 1-6 0,1 0-4 15,-2 1-18-15,1-1 6 0,0 1-1 0,0 0-3 16,0 1 14-16,-3 1-8 0,2-1 3 0,1 0-10 16,-5 0 4-16,4 0-5 0,-3 2 0 0,2 0-7 15,-2 1 4-15,4 0 17 0,-2 0-10 0,1 0 13 16,-2 0-20-16,2 2 3 0,-1 1 4 0,2 0-3 0,-2 0 11 16,2-2-13-16,0 2 5 0,1 1-6 0,-2-1 0 15,3 0 1-15,-1 1-4 0,2-1 6 0,1 2-6 0,0-1-4 0,0 1 5 31,-1 0 3-31,2 1 7 0,1 0-9 0,-1 1 6 0,2 0-1 0,-1 1-5 0,0 1 14 16,2-1-5 0,0 3 1-16,0-1-1 0,0 0-1 0,0 1-4 0,2 0-8 15,3-1 9-15,-2 0-5 0,3 0 2 16,0-1 15-16,-1 2-6 0,2-1-2 0,-1-2 5 0,2 1-4 16,3-1-8-16,-2 0 6 0,1-1-1 0,2-1-1 15,-2-1 17-15,3 2-7 0,-1-2 7 0,1 0-8 16,1-1-9-16,-1-1 2 0,2 0-5 15,-2 0 5-15,1-1-9 0,-1-2 8 0,0 0 7 16,3 0-10-16,-3 0 25 0,0 0 8 0,-1 0 2 16,-3-5 13-16,2 1 9 0,-3-1-4 0,0 0 1 15,0 0 4-15,-2 0-13 0,-1-2 4 0,-2 2-13 0,2-3-6 16,-2 1-1-16,0-1-4 0,-1 0 1 16,1-1-5-16,-2 0 0 0,-1 0-3 0,0 0-13 0,0 1 13 15,0-1 1-15,-6 1-5 0,3 0 5 0,0 1-14 16,1 0 3-16,2 0-2 15,-3 3 3-15,2 0-6 0,-3 0-14 0,4 1 4 16,-1 1 3-16,-1 1 6 0,2-1 3 0,-2 2-6 0,2 0-2 0,0 0 5 16,0 0-19-16,0 0-2 0,0 0-11 0,0 0-2 15,0 0 12-15,0 3 9 0,0-1 12 16,0 2-12-16,4 1 6 0,-1 1 9 0,0 2-9 0,0 1 14 16,2 0-3-16,-2 3-5 0,3 0-4 0,-1 0-3 15,2 1 13 1,-1-1-10-16,4-1 12 0,0 1 3 0,0-1-7 15,1 1 11-15,3-3-8 0,-1 0 3 0,3 0-7 0,-2-1 11 0,0-1 6 16,1-2-4-16,-2 1 13 16,0-3-3-16,1 1 1 0,-2-3 9 0,-3 1-3 0,2-2 5 15,-5 0-5-15,2 0-3 0,-3 0-10 0,0 0-12 16,-1 0 7-16,0 0-14 0,-3 0 10 0,-1 0-10 16,3 0-2-16,-3 0 3 0,0 0-7 0,0 0 0 15,0 0-5-15,0 0-3 0,0 0-48 0,0 0-79 16,0 0-83-16,0-3-92 0,0 1-74 15,0 2-71-15,0-2-141 0,0 2-129 0,0-2-142 16,0 1-52-16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1612.54919" units="1/cm"/>
          <inkml:channelProperty channel="F" name="resolution" value="1023.875" units="1/in"/>
          <inkml:channelProperty channel="T" name="resolution" value="1" units="1/dev"/>
        </inkml:channelProperties>
      </inkml:inkSource>
      <inkml:timestamp xml:id="ts0" timeString="2022-10-31T08:43:59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1313 1263 668 0,'0'0'44'15,"0"0"23"-15,0 0 38 0,0 0 7 0,0 0-7 16,0 0 28-16,0 0-5 0,0 0 25 0,0 0 1 15,0 0-19-15,0 0-5 0,0 0 42 0,0 0-14 0,0 0-9 16,0 0-3-16,0 3-52 0,0-3 8 0,0 0-29 16,0 2 11-16,0-2-6 0,0 3-9 0,0-1 6 31,0-1-28-31,0 1-17 0,0-1-24 0,0 0-2 0,0 1 1 16,0 0 1-16,0 1 5 0,0 1-1 15,0 1-5-15,5 3 1 0,-5-1 6 0,5 2 2 16,-2-1 0-16,-3 1-11 0,8 2-2 0,-8-2 7 15,5 2-6-15,-1-2 20 0,-4 0-11 0,5 1-5 16,-5 0 6-16,3-1-9 0,-3 0 9 0,5-1-4 16,-5 0 3-16,5-1-5 0,-5 1-6 0,0-2 9 0,3-1-11 15,-3 0 1-15,0 0-4 0,0 0 3 0,5 0-3 0,-5-1 11 0,0 0 2 16,6 0-4 0,-6 1 18-16,0-3-25 0,3 3 4 0,-3-2 7 0,0 0-23 0,5 0-14 15,-5-1-47-15,0 1-54 0,0-3-51 0,0 3-87 16,0-3-49-16,0 0-75 0,0 0-46 0,0 5 9 15,0-5-13-15,5 0 96 0</inkml:trace>
  <inkml:trace contextRef="#ctx0" brushRef="#br0" timeOffset="2863.86">1103 1390 1453 0,'0'-6'48'15,"0"-1"50"-15,0-1 32 0,0 3 30 0,0-1 39 0,0 0-6 0,0 2-3 16,0-1-12-16,0 0-66 0,0 1-19 0,0-1-17 16,0 2 34-16,0-2-14 0,0 2-10 0,0-3 12 15,0 3-44-15,0-3 9 0,0 1 15 0,8-1-23 16,0-1 28-16,1 0-9 0,-1 0-12 0,2-1 14 15,2-2-16-15,1 2 5 0,0-2-12 16,1 2-3-16,-1-2-21 0,4 2-5 0,-1 1-4 0,1-1 1 16,-4 1 8-16,4 2-8 0,-2 0-1 0,2 2-17 15,-1 2-2-15,1 1 1 16,2 0-5-16,-3 0 13 0,3 3-11 0,-3 2-2 0,1 1 5 0,-1 1-16 0,1 1 18 31,-2 3 3-31,-1-1-6 0,-1 2 10 0,-1 1-13 16,-3-1 2-16,1 2 0 0,-1 1 2 0,-1 2 4 0,-8 0-13 15,7-1 9-15,-7 1 7 0,0 2-11 16,0-1 15-16,0-1-7 0,0 0-5 0,0 1 18 0,0 0-3 16,0-1 4-16,-12 1 7 0,2-2-1 15,-3 1-12-15,2-2 8 0,-3 1-11 0,-1-4-12 0,0 2 9 0,-1-4-16 16,-2 1 7-16,2-3 10 0,-2 1-11 0,-3-3 22 0,5 1-24 0,-4-2 6 16,4-5 24-16,-3 5-14 0,2-5 12 15,1 0-1-15,0 0-18 0,3 0 8 16,0 0 7-1,-1 0-8-15,5 0 8 0,-2-8-2 0,3 2 10 0,8-1-9 0,-10 2-9 0,10-1-4 16,0 0-14-16,-8 1 11 0,8-2 9 0,0 2-2 0,0-3 5 31,0 2-3-31,0-2-15 0,0 1-3 0,10 0 1 0,-2 0 0 16,4 1 7-16,0 0 6 0,-1 1-9 16,4 0-6-16,-2 5-2 0,3-4-11 0,-2 4 7 0,2 0 0 15,0 0 15-15,-2 0 0 0,0 0-9 0,2 9 7 16,-3-1-3-16,-2 1 8 0,3-1 12 15,-1 1-13-15,1 0-3 0,-1-2-2 0,-1 1-6 16,1 0-4-16,0 1 16 0,1-1 8 0,0-2 1 0,0 2 22 0,-1-1-21 16,2-1 1-16,0 1 7 15,0-2-7-15,0 0 7 0,2-5-5 0,-1 6-1 0,1-6 0 16,1 0-2-16,-1 0 13 0,-2 0 6 0,2 0-15 16,2 0 10-16,-3-7-21 0,2-1-12 0,-3-1 30 15,4 3-15-15,-5-4 13 0,2 1-4 0,0 0-19 16,-2-3-8-16,0 0-3 0,-1-1 3 0,-2 0 3 15,-3-1 18-15,-8 0-2 0,14 0-4 0,-14 0 5 0,8 2-8 16,-8 1-4-16,0 0 2 16,0 0-5-16,0 1-1 15,0 1-7-15,0 0 13 0,0 1-9 0,0 0 2 16,-10 2 16-16,-2-1-27 0,12 2 16 0,-13 2-3 0,1 0-17 16,12 3 18-16,-15 0-11 0,1 0 5 0,3 0 8 0,11 0-12 0,-13 0-6 15,1 8-6-15,2 0-1 0,1 0 6 0,9 3 11 16,-13 0-6-16,13 0 11 0,-9 1-3 15,9 0 18-15,0 2-3 0,0-1-10 0,0-1 0 16,0 0-11-16,0 1 12 16,0 0 3-16,0-1 13 0,11-1-14 0,0-1-2 15,0 0 0-15,2-3-4 0,-1 1 11 0,4-1-1 16,0 0 9-16,0-7-22 0,2 6 9 0,3-6 7 0,0 0-7 16,2 0 15-16,3 0-17 0,-3 0 6 0,1 0-2 15,3 0 12-15,-3 0-7 0,1-8-3 16,-3 0-7-16,-1 0-5 0,-1 0 12 0,-3-1-1 0,-1 0 8 0,0-3-4 15,-5-1-6-15,1-1 2 0,-2 0-7 0,-3 0-2 16,-7-1 2 0,6 0-3-16,-6-1 14 0,0 1-9 0,0 0-8 0,0-2 2 0,0 3-6 0,0 1 9 15,-8 0 10-15,-3 1-5 0,3 0-13 16,-3 3 13-16,3 1-4 16,-3 2-2-16,3 0-6 0,-1 1-9 0,-1 2 9 15,10 2-13-15,-9 1 10 0,9 0-15 0,-8 0-16 16,8 0 8-16,0 0-7 0,0 0 12 0,0 0 20 0,0 0 3 0,0 0 13 15,0 6-7-15,0-2-13 0,0 4 11 0,0-2 7 16,0 3-3-16,0-1 10 16,11 3-17-16,1 0 2 0,3-1 5 0,-2 1-8 0,2 1 11 15,4-1-6-15,-3-1 2 0,3 1 12 0,-3 1-16 16,4-2-6-16,-5 0 2 0,4 1-11 0,-5-1 21 16,3-2-3-16,-6 2-3 0,2-1 9 0,-4 0-5 0,-1-1-2 15,-8-1 8-15,0-1-13 0,0 0 2 0,0 1 5 16,0 0 3-16,0 1 14 0,0-3-17 0,0 1 10 15,-14 1-1-15,0 0-10 0,-2-2 10 0,0-5-7 16,2 7-14-16,-3-1 17 0,4-6-1 0,-3 0-6 16,5 0 12-16,1 0-6 0,1 0 2 0,9 0 0 15,-9 0 2-15,9 0-19 0,0 0 2 16,-8 0 13-16,8 0-10 0,0 0 10 0,0 0-8 16,0 0 0-16,0 0-1 0,0 0 10 0,0 0 6 15,0 0-10-15,0 0 2 0,0 0-17 16,11 0 8-16,4 0 5 0,0 0 3 0,2 0 14 15,-1 0-17-15,3 0-1 0,1 0 0 16,0 0-1-16,0 0 2 0,2 0 9 16,-1 0 9-16,1 0-12 0,0 0 3 0,-1 0 4 0,-1-6-11 15,1-1 28-15,-4 3 12 0,0-3-4 0,-2 2-3 16,-1-3-15-16,-3 0-1 0,-11-1-13 0,11-1 11 0,-11-1 5 16,11-3-18-16,-11 0 4 0,0 0-7 0,0 0 3 15,0 0 2-15,0 1-5 0,0 0 17 0,0 2-10 16,0 0 6-16,0 2 2 0,-11 1-16 0,11 3 12 15,-11-1-13-15,11 2 6 0,0 4-6 0,0 0-2 16,0 0 4 0,-10 0-24-16,10 0 2 0,0 0 1 0,0 0 6 0,0 0 15 0,0 10 14 0,0-2-17 15,0 2-7-15,0 0 9 0,0 2-12 0,0 2 12 16,0 1 10 0,0 1-2-16,0 1 10 0,0 0-9 0,12-1-9 0,0 0 2 15,-12-2 0-15,11-2-13 0,-1 0 12 16,-10-1 0-16,14-2-9 0,-14-3 25 0,14 2-13 15,-4-2 3-15,-10-1-5 0,14-5-9 0,-4 7 17 16,-10-7-3-16,12 0 3 0,-1 0-3 0,-1 0 4 16,-1 0-4-16,2-9 5 0,-1 1 0 0,2-1-18 15,-1-3-1-15,2-2 5 0,0-2 7 16,-4 0-17-16,4-1 17 0,-4-3-4 0,1 0-14 0,-2-1 23 0,1 1-23 0,-1 2 2 0,-8 0 2 16,11 3-5-16,0 0 15 0,-11 4-3 0,11 0-3 31,-1 2 6-31,-10 3-18 0,11 0 8 0,-3 0 3 15,1 3 0-15,2 0 9 0,-1 3-17 0,1 0 11 16,0 0 2-16,2 0-5 0,1 0 13 0,-2 0 0 16,1 6-5-16,3 0 0 0,-5 0 4 0,1-1-11 15,0 1-1-15,-3-2 6 0,2 1-12 16,-4-2 6-16,-7-3 2 0,9 6 1 0,-9-6 11 16,0 3 3-16,0-3-2 0,0 0 4 0,0 0 1 0,0 0 4 0,0 0 17 0,0 0 2 0,0 0-6 31,0 0-20-31,0 0-9 0,0 0-5 0,0-6 9 15,0 0 8-15,0 1-15 0,-11-2 4 0,3 2-13 0,-3-1 13 16,3 1-10-16,-3 1 4 0,0 0 7 16,2 0-31-16,-3 4 24 0,0 0-13 0,-1 0 5 0,-1 0 11 15,0 8-3-15,-2 0 2 0,0 1-16 0,-1 3 24 0,2 1-6 16,0 0 1-16,2 1 11 0,-1 1-14 0,4 0 3 0,2 1-4 16,8 0 1-16,-12 0 0 15,12-1 8-15,0 2-7 0,0-2 3 0,0-1-3 16,0-2-16-16,0 0 18 0,0-1-12 0,14-3-5 0,-3-1 23 15,1 0 7-15,3-7-13 0,1 6 14 0,0-6-16 16,-1 0-4 0,1 0 15-16,3 0 6 0,-3 0-7 0,1 0 5 15,-2 0 7-15,2-11-15 0,-4 1 17 0,1-3-24 0,-3 1-11 16,-3-3 19-16,-8-2 7 0,11-1-2 16,-11 0 31-16,0-2-5 0,0 2-4 0,0 2 2 15,0 0-16-15,0 4-11 0,0 1-6 0,0 1 35 16,0 2-20-16,0 2 12 0,0 1-8 0,0 5-26 15,0-4 6-15,0 4-6 0,0 0-28 0,0 0 10 0,0 0-12 16,0 0 7-16,0 0 23 0,0 9 1 16,0 0 11-16,0 2-19 0,0 3 20 0,0 2-17 0,0 5 17 15,0 1 10-15,0 1-16 0,9 2 0 0,1 1-1 16,1 1 8-16,-2 1-7 0,4 1 2 0,1 0-2 16,-1 0-22-16,6 3 19 0,-3 0 3 0,3 1 4 15,-1 0 5-15,2-1-21 0,0 0 16 0,1-1-22 0,-4-1 14 16,2-2 5-16,-3-2-7 0,0-3 3 0,-5-3 4 15,1-2-1-15,-12-4-6 16,0-2 20-16,12-4-1 0,-12 0-8 16,0-4 11-16,0-4-10 0,0 0-1 15,-19 6 4-15,3-6-9 0,-6 0-15 0,-2 0-7 0,-2 0 14 0,-2 0 0 0,-1 0 12 16,3-9 10-16,-3-2-23 0,2 1 6 0,2-1-5 0,2 0-2 16,2-1 9-16,0 0-7 0,5 0 13 15,1 1-14 1,2 0 12-16,13-1 0 0,-11 1-15 0,11 2 2 15,0-3 3-15,0 1-1 0,0 0 4 0,0-1 14 0,0 0-7 16,17-1 5-16,-2 0 0 0,2-1-26 0,-1 0 3 16,1 0 1-16,2 0 23 0,-1-1 9 0,0 0-16 15,-1 0 1-15,1 1-17 0,-5-1-7 0,3 0 26 16,-5-1-11-16,1-1-3 0,-4 0 23 0,2 0-18 16,-10 1 3-16,12-2 2 15,-12-2-19-15,0 1 19 0,10 1-3 0,-10-2-22 0,0 2 20 0,0 0-5 0,0 1 11 16,0 1 23-1,0 2-8-15,0 1-6 0,0 2 0 0,0 2-19 16,0 2 1-16,0 1-3 0,0 6 0 0,0-4 5 0,0 4-8 0,0 0-15 0,0 0 2 16,0 0 16-16,0 0 2 0,0 0 9 0,0 0 8 0,0 0-24 15,0 9 8-15,0-1 16 16,0 1-2-16,0 1-7 0,0 1 1 0,11 3-15 16,-11 0-4-16,9 1 37 15,-9-1-15-15,0-1 9 0,10-1-7 0,-10 0-12 16,10-3 6-16,-10 0-2 0,0-1 0 0,9-2-1 15,-9-6-12-15,0 7 19 0,0-7-5 0,0 0-14 0,0 0 23 0,0 0-9 0,0 0 12 16,0 0 14 0,0 0-13-16,0 0-8 0,0 0-12 0,0-10 7 15,0-1-4-15,0-1 0 0,0-6-4 0,0-1-5 0,16-1 8 16,-16-3-11-16,14 0 10 0,-1-2-4 16,-13 3-7-16,13 0 21 0,-3 2-6 0,-10 3 14 15,13 2-2-15,-13 3-6 0,13 1 3 0,-13 4-10 0,12 0-2 16,-12 4-7-16,13 3 0 0,-13 0-6 0,12 0 6 15,0 0 5-15,-1 0 2 0,1 10 8 16,1-1-5-16,1 0 7 0,1 3-3 0,2 1-6 0,-1 0 3 16,3 3-2-16,-5-1 4 0,2 1 8 0,-2 0 2 0,0 1-6 15,-4 0-9-15,1-1 7 16,-2 0-5-16,-9-1-7 16,10 0-16-16,-10-2-60 0,11-2-66 0,-11-1-62 0,0-1-68 15,0-2-50-15,9 0-80 0,-9-2-79 0,0-5-149 16,0 7-170-16,-15-2-32 0</inkml:trace>
  <inkml:trace contextRef="#ctx0" brushRef="#br0" timeOffset="3078.82">2358 1312 3655 0,'0'5'0'16,"0"-4"5"-16,0-1-8 0,0 0-8 0,0 0-60 16,0 0-78-16,0 0-92 0,0 0-154 0,0 0-142 15,0 0-152-15,0 3 20 0</inkml:trace>
  <inkml:trace contextRef="#ctx0" brushRef="#br0" timeOffset="6191.82">5002 1289 614 0,'0'0'22'0,"0"0"10"0,0 5 3 0,0-5 29 0,0 0-6 0,0 0 27 16,0 0 12-16,0 0-20 0,0 0 16 0,0 0 15 16,0 0 13-16,0 0 15 0,0 0 16 0,0 0-13 15,0 0 17-15,0 0 58 0,0 0-10 0,0 0 9 16,0 0-9-16,0 0-50 0,0 0-18 15,0 0-33-15,0 0-3 0,0-5-15 0,0 1 18 16,0-1 6-16,0 2-13 0,0-3 10 0,-8 1-24 0,0 1 1 16,0-2-2-16,1 1-27 0,0-1 6 0,-1 1-20 15,0 0-6-15,-1 1-4 0,1 0-12 0,0 4 1 16,0 0-24-16,-3 0 8 0,3 0-8 0,-2 0-4 16,0 0 11-16,0 0-1 0,2 7-8 0,-3-1 6 0,2 2 1 31,-1 3 0-31,-1-2 11 0,3 3-6 15,-1 2-7-15,2-2-4 0,-2 3-2 0,9-1 8 0,-6 0 7 16,6-2 1-16,0 2-1 0,0-2-15 0,0-1 3 16,0 1 14-16,0-1-11 0,0-2 8 0,0 0 8 0,9 0-15 15,2-2 6-15,0 0 0 0,-1-7-13 0,4 8 3 16,-1-8-1-16,2 0 5 0,0 0 6 16,2 0-3-16,-1 0 9 0,1 0-7 0,-2 0 6 15,0-7-1-15,0-1 2 0,-3 0-1 0,1-1-12 0,-5-1 9 16,1 1 11-16,-9-2 18 0,8-1 17 0,-8 0 3 0,0 1 0 15,0-1-20-15,0 2 18 0,0-2-11 0,0 2 0 16,0 1 5-16,0-1-21 0,0 2-1 0,0 0-4 16,0 2-7-16,0-1-12 0,-8 3 3 0,8 4-20 15,0 0 15-15,0 0-1 0,0 0-15 0,-9 0 12 16,9 0-19-16,0 0 8 0,0 0 18 0,0 0 4 16,0 9 5-16,0 0 2 0,0 2-20 0,0 1 2 15,9 1 9 1,1 0-12-16,-10 1 11 0,11 0-3 0,1-1-2 15,0 0-5-15,0-1 20 0,1-2-16 0,-2-2 4 16,5 1-1-16,-4-2-9 0,4-7 0 0,-1 7-9 16,-2-7-19-16,2 0-24 0,-1 0-21 0,-1 0-51 15,-2 0-27-15,0 0-68 0,-3 0-68 0,-8 0-93 0,9 0-104 16,-9-9-91-16,0 3-85 16,0-3-32-16</inkml:trace>
  <inkml:trace contextRef="#ctx0" brushRef="#br0" timeOffset="6523.49">6090 1233 3335 0,'0'-6'46'15,"0"0"31"-15,0 1 15 0,0 2-10 0,0 0-36 16,0 3-33-16,0 0-16 0,0 0 9 0,0 0-1 0,0 0-1 16,0 6-2-16,0-1-4 0,0 2-5 0,0 1 22 15,0 4-11-15,0 0 12 0,0 2 7 0,0 3-10 16,9 1 3-16,-1-1-2 0,2 3-8 0,-10-2 1 16,11 2 10-16,0-3 2 0,0 2-3 0,-2-3 2 15,1-1 4-15,-1-2-21 0,-1-1-62 0,0-1-83 16,-1-2-102-16,-7-2-73 15,0 0-81-15,0-7-77 0,0 0-54 0,0 0-91 0,0 0 115 0</inkml:trace>
  <inkml:trace contextRef="#ctx0" brushRef="#br0" timeOffset="6887.35">5930 1213 2796 0,'-9'-8'55'15,"9"1"22"-15,-7 1 36 0,7 1 19 0,0 2-49 16,0-1 10-16,0 1-7 0,0 0 3 0,0 2 20 16,16-2-25-16,0 1 4 0,3 0 1 0,2-1 1 15,1 3 10-15,3 0-11 0,3 0-12 0,2 0-4 16,2 0-16-16,3 0-7 0,-2 0-2 0,2 10-12 16,0-2 3-16,0 1 1 0,-1 2-10 0,-1-1-8 15,-3 2-9-15,-4 1-2 0,-1 0-1 0,0 1-5 16,-6 0 4-16,-1 1 5 0,-3-1 5 0,-2-2-12 15,-2 2 2-15,-11-3-14 0,8 1-4 0,-8 2 25 0,0-2 7 16,0 1-2-16,0 0 9 0,-14 1-7 0,0 0-8 0,-2 0-15 16,-3-1 9-16,-3-1-11 0,-3 1-1 15,-2-2 23-15,3-1-12 0,-5-4 0 16,2-6-1-16,2 9-8 0,0-9-9 0,3 0 16 0,3 0-5 16,-2 0 4-1,7 0-3-15,-2 0 0 0,5 0 3 0,11 0-41 0,-11 0-74 0,11 0-113 0,0-4-125 16,0-1-82-16,0 5-95 0,0 0-22 0,0-7-21 0,0 7-34 31,13-9 15-31</inkml:trace>
  <inkml:trace contextRef="#ctx0" brushRef="#br0" timeOffset="7158.15">6759 1292 3474 0,'0'-4'69'0,"0"-2"74"0,0 1 33 0,0 1 15 16,0 4-52-16,0 0-78 0,0 0-36 0,0 0-14 15,0 0-17-15,0 0 8 0,0 0-3 0,0 4 1 16,0 2 8-16,0 2 1 0,0 1 12 0,0 2-9 16,0 4-4-16,0-1-10 0,11 4-9 0,-2-1 22 0,-1 1-4 15,1-1 4-15,1 1 19 0,-2 1-19 0,3-3 0 16,-1-1-12-16,-10 0-64 0,11-2-84 0,1 0-104 15,-4-4-75-15,-8 0-63 0,0-1-50 16,0-8-18-16,0 0-60 0,10 0-57 0,-10 0 62 16</inkml:trace>
  <inkml:trace contextRef="#ctx0" brushRef="#br0" timeOffset="7410.1">6694 1242 3081 0,'0'-4'59'0,"-6"0"48"0,6 0 31 0,0 1 24 32,0 0-36-32,-8 3-24 0,8 0-16 0,0 0-2 15,0 0 4-15,0 0 3 0,0 0 1 0,0 0-6 16,14 0-31-16,3 0-3 0,2 0-22 0,2 0 1 16,6 0-10-16,1 0-16 0,2 0 7 0,0 0-20 15,0 0 27-15,-1 0-10 0,-1 0-5 0,-3 0-3 16,-4 0-76-16,-2 0-56 0,-3 0-83 0,0 0-90 15,-5 0-42-15,-2 0-84 0,-9 0-43 0,0 0-72 16,0 4-59-16,0-4 29 0</inkml:trace>
  <inkml:trace contextRef="#ctx0" brushRef="#br0" timeOffset="7626.58">6741 1401 1807 0,'0'0'41'0,"0"0"39"0,0 5 116 0,0-5 34 0,0 0 16 0,0 3-14 0,0-3-76 16,0 0-13-16,13 0-41 0,1 0 9 0,2 0-34 16,3 0-9-16,1 0 2 0,1 0-22 0,1 0-12 15,3 0-14-15,-4 0-9 0,1 0-15 0,0 0 9 16,-1 0 2-16,-4 0-10 0,-1 0 3 0,-2 0-39 16,-4 0-72-16,1 0-89 0,-11 0-138 0,0 0-101 15,9 0-96-15,-9 0-56 0,0 0 2 0</inkml:trace>
  <inkml:trace contextRef="#ctx0" brushRef="#br0" timeOffset="8092.89">7399 1553 1541 0,'9'0'34'0,"-9"0"47"0,0 0 49 16,8 0 53-16,-8 0 70 0,0 9-19 0,0-9-7 0,0 0-26 15,0 0-53-15,0 0 8 0,0 0 22 0,0 5 19 16,0-5 7-16,0 0 18 0,0 0-57 0,0 0-52 16,0 0-46-16,0 0-40 0,0 0 11 0,0-7 9 15,0 0-11-15,-8-1-8 0,8 0-6 0,-12-1-2 0,4-2 6 16,8-1 10-16,-14-2-4 0,6-3 10 0,8 1-5 15,-10-3-12-15,10 0-3 0,0-2-6 16,-12 1 4 0,12-3 7-16,0 2 5 0,0 1-2 0,0 1 9 0,0 3-5 15,0-1-1-15,0 5-1 0,0 0-9 0,0 4-8 16,0 0 0-16,0 2-16 0,0 2 3 0,12 4-2 16,-12-4-20-16,8 4 26 0,-8 0-5 0,10 0-2 15,-1 0 14-15,1 0-23 0,-2 0 0 0,4 0 8 0,-1 10 8 16,1-2-2-16,0 0 1 0,1 3-10 0,2 2-4 15,-2-1 15-15,1 2-4 0,-3 1 6 0,2 2 4 0,1 0-11 16,-2 0 3-16,0-1 5 16,-1 1-11-16,-3 0 20 0,-8-2-21 0,14-1 8 15,-14-2-5-15,11 0-5 0,-11-1-25 0,10-2-37 0,-10-1-66 0,0-2-88 16,9 1-60-16,-9-2-106 0,0-2-45 0,0-3-82 16,0 0-45-16,0 0-64 0,0 0-89 0</inkml:trace>
  <inkml:trace contextRef="#ctx0" brushRef="#br0" timeOffset="8344.94">7318 1424 2103 0,'0'0'37'15,"0"0"92"-15,0 0 22 0,0 0 54 0,0 0-7 0,13 0-49 16,0 0 2-16,4 0-42 0,2 0 17 0,2 0-9 0,2 0-10 15,1 4 4-15,1-4-36 0,-1 0-22 16,-2 0-12-16,2 0-20 0,-4 0-7 0,-4 0-9 0,0 0 8 16,-3 0-4-16,-5 0 3 0,-8 0-4 0,11 0-5 15,-11 0-46-15,0 0-76 0,0-1-105 0,0 1-191 16,0 0-76-16,0 0-107 0,0-5-36 0,-19-1 56 16</inkml:trace>
  <inkml:trace contextRef="#ctx0" brushRef="#br0" timeOffset="10044.34">9053 1294 1329 0,'0'0'11'16,"0"0"24"-16,0 0 6 0,0 0 13 0,0 0 3 0,0 0-2 16,0 0 13-16,0 6 13 0,0-6 8 15,0 8-17-15,0-2-3 0,0-2-12 0,0 1-11 0,0 1 22 16,0-1-1-16,0-1 50 0,10 1 10 0,-10-1-5 15,0-1 10-15,6-1-20 0,-6-1-15 0,7-1 39 16,-7 0-10-16,7 2-7 0,-7-2 42 0,8 0-53 16,-8 0 30-16,8 0-16 0,1-4-31 0,-9-1 18 15,10-2-39-15,-1 0-2 0,-9-4-12 0,11-2-26 16,-11-3 15-16,8 0-2 0,-8-3-3 0,0-2 9 16,0-2-8-16,0-2-11 0,0-1 5 15,0-1 1-15,0 0-10 0,0 0 0 0,0 1 13 0,-11 2 2 0,11 2 11 16,-12 4 1-1,2 2-12-15,10 4-19 0,0 3 3 16,-10 1-24-16,10 8 0 0,0 0-5 0,0 0-19 0,0 0 14 0,0 0-8 16,0 0 17-16,0 0-7 0,0 11 4 15,0 4 1-15,0 3-15 0,0 4 15 16,0 4 8-16,0 3-9 0,0 3 10 0,0 3-8 16,0 0 1-16,0 1 9 0,0-3-1 0,10 2 3 0,1-2-15 15,0-1 10-15,0-1 9 0,2-2-6 16,1-1-5-16,0-2-7 0,2-2-4 0,0-1 11 0,1-2 20 15,-1-2-16-15,3-3 4 0,1-2-9 0,-2-3-22 16,-1-3 29-16,-2-8-8 0,2 8 10 0,-4-8 22 16,2 0-22-16,-5 0 8 0,-10 0-1 0,14 0-2 15,-14-12 8-15,14-1-6 0,-14-2 5 0,10-2-16 0,-10 0-1 16,0-2-4 0,0-2-5-16,0-2-5 0,0 1 8 0,0-2 1 0,0 1-10 0,0 0 24 15,-13 0-25-15,-4 2-1 0,3 0 8 0,-4 0-7 0,4 3 4 16,-3 3-3-1,2 1 5-15,1 2 5 0,2 3 1 0,2 2 8 16,10 3-21-16,-11 0-11 0,11 4 18 0,0 0-18 0,0 0 1 0,0 0 4 0,0 0-5 16,0 0 16-16,0 0 0 0,0 0 5 0,0 0 3 15,0 0-3-15,0 5 8 0,0 1-9 0,12 1-6 16,0-2 1 0,3 1 17-16,0 1-3 0,4-3-4 15,-2 1 2-15,4-5-17 0,-1 5 20 0,-1-5-2 0,0 0 22 16,-3 0-9-16,-2 0-7 0,-3 0 24 0,-11 0-5 15,14 0 26-15,-14 0-2 0,0 0-22 16,0 0-8-16,0-6-9 0,0 6 8 0,0-5-7 0,0 5-1 0,0 0-9 16,0-3-12-1,0 3 2-15,0 0-1 0,0 0-10 0,0 0-10 0,0 0-2 0,0 0-9 0,0 0 16 16,0 0 12-16,0 0 12 0,0 9 2 0,0 2-14 16,0 1 5-16,0 2-11 0,0 0 3 0,0 2 29 0,13 0-9 31,-13 1 6-31,17 1 7 0,-4-1-19 0,2-1-5 0,2-1-6 15,0 0 0-15,2-2 7 0,2 0 3 0,2-4 11 16,0 1-14-16,0-3-2 0,3-1 6 0,0-6-2 0,-2 0 24 16,0 0-11-16,1 0 17 15,-4 0-9-15,-2 0-9 0,-2 0 18 0,0-9-9 0,-5 0 13 16,-1-1-33-16,-11-2-12 0,12 0-9 0,-12-2-2 16,0-1 19-16,0-1 1 0,0-2-3 0,0 1 1 15,0-1 20-15,0 0-8 0,0-1-16 0,-19 2-7 16,3 2 11-16,-4 0 1 0,-2 1 18 0,0 0 5 15,-1 4-30-15,-2 2 5 0,-2-1-8 0,-3 3 9 16,0 6-15-16,2 0 7 0,-2 0-5 16,3 0-6-16,3 0 9 0,2 0-2 0,3 8 5 0,6 0-10 0,13 2 20 15,-15-2-5-15,15 2 0 0,0 1 17 0,0 1-31 32,0-1 17-32,0 1 0 0,0 0-11 0,0-1 26 0,0-1-13 15,0 1 11-15,0 0-13 0,0-2-4 0,19 1 0 0,-2-3 3 0,7-1 7 16,-1-1 5-16,4-5 3 0,2 0-17 0,-1 0-4 15,2 0-8-15,0 0 13 16,-1 0 12-16,-1 0 2 0,-1-9 0 0,-1-1-14 16,-3-2-2-16,1 0 9 0,-5-2 4 0,1-1 0 15,-4-1 1-15,-2-1-1 0,-2-1-11 0,-2 0 9 16,-10-1-9-16,0 0-3 0,10 0 23 0,-10 1-25 16,0 1 9-16,0 1-4 0,0 1-19 0,0 1 30 15,-13 1-14-15,1 2 9 0,1 2-7 0,-2 2-22 16,2 1 10-16,-2 6-8 0,1 0 11 0,-1 0 10 15,3 0-1-15,-2 0-14 0,12 0 5 0,-13 10-8 0,13 0-5 16,-11 1 10-16,11 1 13 0,0-1-8 0,0 3 2 16,0 0 7-16,0 0-23 0,0 1 22 0,0-1 3 15,0 0-2-15,16 0 15 0,3-1-17 16,-2-1-4-16,2-1 7 0,2-3-6 0,1-1 17 0,0 0-5 16,0-7-4-1,-1 4-1-15,-1-4 3 0,1 0 11 0,-5 0 37 0,1 0 6 0,-3 0-12 0,-1-8 4 16,-13 2-16-16,14 2-1 0,-14-3 3 0,12 3 1 15,-12 0-12 1,0-1-11-16,0 2-4 0,10 3 1 0,-10-5-20 16,0 5 9-16,0 0-2 0,0 0-18 0,0 0 5 15,0 0-9-15,0 0 9 0,0 0-5 0,0 0 7 16,0 0 17-16,0 9-13 0,0-1 18 0,0 3 2 16,0 0-14-16,0 2 6 0,0 1-4 0,0 1 2 0,0 1-1 15,0-1-2-15,13 0-12 0,-13 0-9 0,0-2-44 16,11 1-26-16,-11-2-33 0,11-1-40 0,-11-1-23 15,16-1-65-15,-4-1-65 0,1-2-75 0,1 0-68 16,-2-1-102-16,0-5-96 0,6 0-87 16,0 0 65-16</inkml:trace>
  <inkml:trace contextRef="#ctx0" brushRef="#br0" timeOffset="10310.34">11140 1121 2845 0,'0'-4'13'0,"0"-1"14"0,-11 1 1 0,11 2-2 15,0 2-15-15,0 0-4 0,0 0 19 0,0 6 46 16,0 1 23-16,0 2 37 0,0 2 8 0,0 2-31 16,0 3-3-16,0 1-18 0,0 3-26 0,0-1-10 15,14 2-13 1,-1-1-15-16,-1 1 2 0,-12-1-9 0,15 0 1 0,-4 0-7 0,1-2-10 15,-12-2-14-15,15-1-58 0,-3-1-74 0,-12-2-79 16,11-3-52-16,-11-1-88 0,0-1-25 0,0-2-41 0,0-5-53 16,0 0-9-16,0 0 26 0</inkml:trace>
  <inkml:trace contextRef="#ctx0" brushRef="#br0" timeOffset="11151.57">10813 1193 2070 0,'-10'-4'2'0,"10"0"18"0,0 0 5 0,0 2 28 0,0 1 67 16,0 0 24-1,0 1 13-15,0 0 6 0,0 0-51 0,11 4-22 16,6-1 9-16,1 0-6 0,6 1 3 0,3 0 7 16,3 0-14-16,4 0-11 0,1 0-3 0,3 0-23 15,3 1 4-15,-3-2-4 0,0-2-1 0,-3-1 20 0,-2 0-3 16,-3 0 3-16,-3 0-6 0,-3-6-22 0,-4-1-10 15,0 1-13-15,-5-3-1 0,-4-1 13 0,2-1-9 16,-13-1 23-16,0 0-17 0,0-1-12 0,0 0 8 0,0 0-19 16,0 1 5-1,0 0-6-15,0 3-6 0,0 0-14 0,0 2 15 0,-18 0-4 16,7 3 1-16,11 1 5 0,0 3-26 0,-12 0 16 0,12 0-6 0,-13 0 3 16,13 8 9-16,0 4-6 0,-14 1 5 0,14 3 1 31,-11 2 3-31,11 3-3 0,0 2 0 0,0 1 7 0,0 2-4 0,0 1 3 15,0-1 2-15,0 0-11 0,0-1 17 16,13 0-13-16,-1 0 1 0,3-2 13 0,-5-4-13 16,1 1 1-16,1-4 7 0,-2-2-7 0,-10-3-3 15,12-3 16-15,-12-1-12 0,9-7 10 0,-9 5 9 16,0-5-1-16,0 0 22 0,14 0-10 0,-14 0-1 0,0-6-10 16,12-1-18-16,-12-3-6 15,13 1 0-15,-13-3 9 0,13-1 17 0,-13-1-3 0,14-2 6 16,-14 1 3-16,10 1-12 0,-10 2 19 0,0 0-18 15,0 1 14-15,11 3-13 0,-11 2-13 0,0 2 10 0,0 4-27 16,0 0-2-16,0 0 10 0,0 0-25 16,0 0 15-16,0 0 5 0,0 0-7 0,11 7 30 15,-11-2-5-15,11 4 3 0,-11-1-13 0,13 2-4 16,-1 1-9-16,0 1 13 0,0-1 11 0,-1 0-6 0,1 1 12 16,1-2 1-16,0 0-10 0,1-1 14 0,2-1 4 0,2-1 8 15,-1-2 31-15,2-5 8 0,3 7-5 0,-3-7 4 31,3 0-11-31,0 0-13 0,-4 0 16 0,2 0-23 16,-2 0-1-16,-1-8-1 0,0-1-22 0,-2-1 14 0,-2 1-7 0,-1-3-6 0,-1-1 7 0,-11-2-25 16,14 0-7-1,-14-2 13-15,0 2-11 0,0-2 14 0,0 1 1 16,0 1-20-16,0 1 2 0,0 1-4 16,-19 1-2-16,2 1 1 0,0 0 4 0,-1 4 21 15,-1 0-2-15,-1 3 4 0,-2 4-8 0,1 0-20 0,-1 0-3 16,0 8 1-16,4 2 9 0,-2 2-7 0,5 2 21 15,1 3-14-15,2 0-2 16,12 0 7-16,0 3-17 0,0-1 15 0,0 0 9 16,0 2-3-16,0-2 17 0,0-1-6 0,14 2-7 0,3-2 5 15,4-1-7-15,1-2 2 0,3-2 4 0,2-2 10 16,5-2 4-16,-1-2-13 0,4-7 6 0,0 0 2 0,0 0 4 0,-2 0 26 16,0 0-1-1,-3 0-7-15,-1 0-7 0,-6 0-17 0,-1 0-7 0,-4-8-7 16,-2 2 1-16,-5 6 2 0,-11-7-37 0,0 7-63 15,0-5-108-15,0 0-123 0,0 0-197 0,0 0-243 16,0 1-194-16,0 4-171 0</inkml:trace>
  <inkml:trace contextRef="#ctx0" brushRef="#br0" timeOffset="15753.74">13504 1294 1493 0,'0'-2'28'0,"0"-1"26"0,0 3 8 0,-10-3 12 0,10 3-19 0,0 0-17 16,0 0 0-16,0 0 9 0,0 0-4 0,0 5-2 15,0-2 5-15,0 1-7 0,0 1 5 0,0 0 15 16,0-1 49-16,0 2-2 0,0-1 8 0,0-1-7 16,0 1-33-16,0-2 26 15,0 1 4-15,0 0 37 0,0 0-16 0,0-2 7 16,0 0 3-16,8-2-24 0,-8 0 11 0,11 0-19 15,0 0 5-15,-11 0-9 0,10 0 7 0,2-5-15 16,-12-3-13-16,13 1 0 0,-13-3-26 0,12-2 9 16,-12-3-12-16,10-1-16 0,-10-2 0 0,0-3-10 15,0-2-8-15,0-1 16 0,0-2 1 0,0-2 20 0,0 0 9 0,0 2-9 16,-11 0 3-16,11 3-18 16,-16 2 2-16,5 2 5 0,11 5-16 0,-12 4-5 15,12 1-14-15,0 3-22 0,-12 1-2 0,12 5-4 16,0 0-8-16,0 0 15 0,0 0 6 0,0 0-11 15,-11 12 20-15,11 1-9 0,0 3-6 0,0 1 19 16,0 5-19-16,0 2 5 0,0 1-2 0,0 1 10 0,0 1 10 16,0 1-4-16,0 0 12 0,0 0-20 0,13 0 3 15,0 1 1-15,3-3 2 0,2 0 4 0,-2 0 4 16,3-3-4-16,0-2-6 0,3-3 1 0,0-2-6 16,-1-1-1-16,3-4 12 15,-2-1-6-15,1-3 3 0,-2-2 1 16,0-5-6-16,-1 0 3 0,-1 0 8 0,0 0 10 15,0-8-19-15,-3-2 8 0,1 0-14 0,-1-4-10 16,-2-2 23-16,-1-2-18 0,0 0 8 0,-2-3 1 16,-11-2-13-16,13 1 13 0,-13 1-5 0,14 1 7 15,-14 2 0-15,0 1-7 0,9 2 2 0,-9 2-3 0,0 4 5 16,0 0-11-16,0 2-2 0,11 3 4 0,-11 4-2 16,0 0 3-16,14 0 8 0,-14 0-8 15,13 0-9-15,0 0 15 0,-1 7 1 0,3 0 1 0,1 0 9 16,-2 1-5-16,3 0-9 15,0 0 7-15,-4-2-7 0,0 1 0 0,1 1 9 0,-4-3-7 0,-10 1 6 16,9-4 7-16,-9 1-9 0,0-3 8 16,0 0 17-16,0 0-2 0,0 0 9 0,0 0-13 15,0 0-13-15,0 0-6 0,0 0-1 16,0-4 6-16,0-3-4 0,0 2 7 0,0-3-8 0,0 0 1 0,-13 0-5 0,2-2 6 16,-1 1-13-16,1 0 4 0,-5 1 0 0,2 1 0 15,-2 1 13 1,-2 1-15-16,0 1 16 0,-5 4-15 15,1 0-5-15,0 0 10 0,-2 0-12 0,2 0-1 16,-2 11 12-16,4 0-10 0,2 1 0 0,1 1 18 0,1 2 1 16,16 2-8-16,-14-1 7 0,14 1-5 0,0 2-3 15,0-1 15-15,0 2-6 0,0-2 1 0,0 1-2 16,17-1 0-16,1-1 8 0,2 0-3 0,4-2-2 16,0 1 4-16,1-3-9 0,2-2 3 0,0 0-3 15,0-3 9-15,-1-2-3 0,-3-6 14 0,-1 0 10 0,0 0-16 0,-2 0 14 16,-5 0-11-16,-1 0-7 0,0-11 7 0,-4 0-8 31,-10-1-6-31,12-2-4 0,-12-1-1 0,0-2-2 0,0 2-3 0,11-2 4 0,-11 0 1 16,0 0 6-16,0 3 3 0,0-1 1 0,0 4-8 15,0-1-9-15,0 3-5 0,0 3 1 0,0 1 5 16,0 2-2-16,-11 3-2 0,11 0-6 16,0 0-5-16,0 0 8 0,0 0-1 0,0 0 11 0,0 8 12 15,0 0-11-15,0-1 6 0,0 2-3 0,0-1-4 16,0 3 6-16,0 0 6 0,0 1-7 0,0 0-3 0,0-1 2 31,15 0 6-31,-1-1-1 0,-2-1-12 0,3 1 2 16,1-3-5-16,1-1 4 0,0-1 5 0,2-5 4 15,-1 0-9-15,2 4 9 0,-1-4 5 0,-1 0 1 0,0 0 6 16,0 0-1-16,-2-8-14 0,-2-2-9 0,-14-1 10 0,14-1-11 16,-14-2 17-16,13 1-7 15,-13-3 4-15,0 1-7 0,0-2-2 0,0 2 1 16,0 1-14-16,0-1 24 0,0 1-15 0,0 3 12 0,0 0 0 15,0 4-9-15,0 0 7 0,0 3-15 0,-13 0-4 16,13 4-4-16,0 0 6 0,0 0 13 0,0 0 12 16,-11 0-20-16,11 7 5 0,0 1-3 15,0 2-1-15,0 2 15 0,0 1-9 0,0 2 11 0,0 2-9 16,0 0 2-16,0 0 10 0,0 1-21 0,13-2 18 16,-13-1-16-16,11-2 7 0,-11-2 9 0,0 0-17 0,16-3 21 15,-16-2-13-15,0-2 3 0,0-4-2 16,0 0-8-16,11 0 6 0,-11 0-3 0,0 0 7 15,0 0-1-15,0 0 2 0,0 0 1 16,13-9-3-16,-13-1 5 0,0-3 0 0,14-1-10 16,-14-1 3-16,0 0-6 0,0-2 2 15,12-3 14-15,-12 2-14 0,0 0 11 0,0 0-19 16,13 3-1-16,-13 0 16 0,0 1-8 0,0 3 8 16,13 2-6-16,-13 3 4 0,0 1-9 0,0 3-1 0,0 2 2 15,12 0 4-15,-12 0 2 16,14 0 9-16,-2 6-7 0,0 1-9 0,3 2 5 15,0 2 4-15,1 0 5 0,1 1-8 0,-1 2 5 0,3 0-9 0,-3-1 13 16,1 3 1-16,-4-1-4 0,1-1 5 0,-1 1-20 16,-1-3 6-16,-12 2 9 15,13-2-3-15,-13-2 3 0,14-3-4 0,-14 1-6 0,12-3 8 16,-12-5-4-16,0 4 12 0,0-4 2 0,0 0-4 0,0 0-1 16,0 0-1-16,0 0-10 0,0 0-10 0,9 0 25 15,-9-8-19-15,0-1 26 16,0 0-9-16,14-2-13 0,-14-1 4 15,0-2-17-15,10 2 14 0,-10-3-5 0,0 1 9 16,11 0-4-16,-11 0 11 0,0 1-7 0,12 2 4 16,-12 0-7-16,0-1-13 0,12 3 20 0,-12 1-18 15,9 1 15-15,-9 2-5 0,13 0-4 0,-13 2 15 0,11 0-22 16,-11 3 18-16,15 0-12 0,-2 0-1 16,0 0 17-16,-1 0-4 0,3 0 7 0,1 5-5 15,-2 1 1-15,2 0-14 0,-4 0 11 0,4-1-7 0,-5 1 0 16,-11-3 9-16,14 0-19 0,-14-3 8 0,11 3 3 15,-11-3 3-15,0 0 16 0,0 0-2 0,0 0 4 0,0 0-2 16,0 0 4-16,0 0 10 0,0 0-9 0,0 0-3 16,0-5-9-16,0 1-11 0,0-3 5 0,0 2-11 0,-12-1 5 31,-1-1-5-31,2 1-14 0,-3 0 29 0,1 1-26 16,0 3 13-16,-4 2-1 0,3 0-9 0,-4 0 10 0,1 0-10 0,0 0 20 15,1 8-21-15,0 0 3 0,0 2 7 0,4 0-10 0,0 1 21 31,12 1-2-31,-14 1-4 0,14 0-6 0,0 3 1 16,0-1 5-16,0 0 3 0,0 1 7 0,0 0 6 0,0 0-17 16,0-1 10-16,21-1-2 0,-4-1-3 0,4-1 21 15,-2-1-10-15,0-2-12 0,1-3-2 0,1 0-10 16,-4-6 16-16,2 0-1 0,-3 0 11 0,1 0 8 16,-1 0-21-16,0 0 21 0,-2-8-28 0,-1-2-1 0,-13-1 12 15,14-2-21-15,-14-1 34 0,14-1-12 0,-14 0-9 16,0-1 14-16,0 2-15 15,0-1 24-15,0 3 6 0,0 0-2 0,0 3-4 16,0-1-16-16,0 3-15 0,0 0 14 0,0 3-14 0,0 4-9 0,0 0 14 16,0 0-27-16,0 0 8 0,0 0 3 0,0 0 2 0,0 8 26 15,0 2-1-15,0 1 2 0,0 1 0 16,0 5-7-16,0 2-4 0,0 2 15 0,0 5 8 16,15 1-9-16,-4 2 0 0,1 2-13 0,1 3-13 15,3-1 19 1,-3 3-18-16,2-1 8 0,0 2-4 0,2-1-6 15,0 1 23-15,-1-1-1 0,-1-2 3 0,0 0-12 16,0-3 2-16,-2-2-12 0,-13-3 9 0,13-2 8 16,-13-2-12-16,14-5 10 0,-14-2 1 0,0-3-4 15,0-1 12-15,0-4-3 0,0-2-7 0,0-5 0 0,0 0-5 16,0 0 16-16,0 0-4 0,0 0 2 16,-22 0 6-16,2 0-10 0,-1-9 6 0,-3-1-14 15,1-1-10-15,-2 0-5 0,1-3 21 0,1-1-7 0,3-2 10 16,1 0-3-16,2 0-23 0,3 0 30 0,2-1-14 15,12-2 5-15,0 3 0 16,0-1-8-16,0-2 0 0,0 2 0 0,0-1 7 0,0-1-5 0,0 2 5 16,16-2 12-16,0-1-3 0,3 2-9 0,-1 1 8 15,0 1-10-15,0-1 1 16,4-2 16-16,0 1-2 0,-3 0-7 0,0-1 7 0,-2 0-1 16,-2-3-2-16,-15 1 3 0,18 0-13 15,-18-2 0-15,0 3 9 0,0-2 8 16,0 3 11-16,0-1 3 0,0 2 3 0,0 3 5 15,0 0 0-15,0 1-17 0,0 4 2 0,0 1-22 16,0 3-11-16,0 1 6 0,0 3-24 0,0 3-4 0,0 0-2 0,0 0 2 16,0 0 14-16,0 0 10 0,0 6-1 0,0 1 9 15,0 3-13-15,0 1 17 0,0 3 0 0,0 1-13 16,0 2 19-16,0 1-17 0,0 2 1 16,0-1 7-16,15 0 1 0,0 1 9 0,-2-2-1 15,3 0 0-15,0-2-14 0,3-2 2 0,-2-1 6 16,2-3-7-16,0-1 17 0,-3-3-15 0,1-6 1 0,-4 0 9 15,0 0-14-15,-1 0 10 0,-12 0-9 16,15-9 8-16,-3-1 0 16,-12-3-4-16,13-1 7 0,-13 0-12 0,12-2 2 15,-12-2 4-15,0 0-11 0,0-1 1 0,0 0 1 0,0 1 8 16,0 1 6-16,0 0-11 0,0 2 11 0,0 4-18 16,0 0 6-16,0 4 3 0,0-1-23 0,0 5 8 0,0 0-10 0,0 3 9 15,0 0-7-15,0 0 4 0,0 0-5 16,0 0-2-16,0 0 18 0,0 6 0 0,0 2 12 15,0 0 6-15,0 4-1 0,0 0-9 0,0 2 11 16,0 1-11-16,0 0-9 0,0-1 22 0,0 2-19 16,0-1 9-16,18-2 17 15,-2 0-25-15,1-1 11 0,2-1 4 0,3-1-12 16,-1-2 9-16,3-1-1 0,-1-2-19 0,0-5 11 16,0 0 10-16,-1 0-6 0,0 0 15 0,-1 0 2 0,-4 0-16 15,-1-10 18-15,2 0-16 0,-6-2-12 0,2 0 10 16,-14-4-10-16,13 0 18 0,-13-2-6 0,14-1-2 15,-14-1-10-15,0 2-5 0,13-2 15 0,-13 2-9 16,0 0 14-16,0 3-1 16,0 1-13-16,0 3 18 0,0 0-15 0,0 1 1 0,0 2 1 15,0 2-18-15,0 2 13 0,0 1-10 0,0 3-4 16,0 0 2-16,0 0-1 0,0 0 11 0,0 0 2 0,-13 0 8 16,13 6-14-16,-12 1 3 0,12-2 3 0,-11 2-2 15,11 2 10-15,-13-1 1 0,13 1 0 0,-14 0-4 0,14 0 0 31,-12 0-2-31,12 2 0 0,-13-3 7 0,13 1 5 0,-12-2-7 16,12 1-7-16,0 0 7 0,-11 1-19 0,11-3 16 0,0 0-1 16,0 0-6-16,-14 1 4 0,14-3-15 15,0 2 8-15,0-3-14 0,0-3 8 0,0 5-5 16,0-2-9-16,0-3 21 0,0 6-10 0,0-1 13 0,0-1 12 0,0 1-7 0,14 0 3 31,-14-1 12-31,14-4-11 0,1 6 1 0,-3-1 2 16,1-5-11-16,1 5 5 0,-1-5 1 0,-1 0 12 0,-12 6-9 0,16-6 3 0,-2 0 8 15,-14 0-11-15,12 0 4 0,-12 0 5 0,0 0-14 16,12 0 11-16,-12 0-6 16,0 0-4-16,0 0 7 0,0-7-7 0,0 2 7 15,11-2 4-15,-11 2-7 0,0-2 7 0,0-1-6 16,0-1-6-16,0 1-2 0,0-1 0 0,0 0-3 0,0 0-4 16,0-1 14-16,-14 1-7 0,14 0 4 0,-13 0 7 15,13 0-15-15,-15 0-1 0,15 3 6 16,-13-1-6-16,13 1 9 0,0 3-2 0,-14-1 3 15,14 0-1-15,0 4-1 16,0-3 4-16,0 3-5 0,0 0-3 0,0 0-5 16,0 0-1-16,0 0 0 0,0 0 4 0,0 0 1 15,0 0-2-15,0 0-11 0,0 0 15 0,0 0-1 16,0 0 7-16,0 0 3 0,0 0-8 0,0 0 2 0,0 0 1 16,0 0-2-16,0 0-4 0,0 4 11 0,0 0 0 15,0-1 6-15,0 1-2 0,0 1-11 16,0 2 2-16,0-2-2 0,0 3 0 0,0-1 12 15,0 3-8-15,0-1 2 0,14 2 6 0,-3 0-30 0,-11 0 20 16,16-1-12-16,-2 1 10 0,0 0 18 0,-3-1-30 0,2-2 28 16,1 2-23-1,-2-2 9-15,1-1 8 0,-13 0-11 0,18-1 1 0,-4-6 6 16,-14 6 0-16,16-6 7 0,-16 5 13 0,14-5-15 0,-14 0 9 0,0 0-13 16,13 0 1-16,-13 0-3 15,0 0-8-15,0-8 13 0,16 2-10 0,-16-2 7 16,0-1 8-16,14 1-9 15,-14-2-3-15,14-3 3 0,-14 0-12 0,13-1 6 16,-13 0-1-16,14-1-3 0,-14 0 9 0,13-2-11 0,-13 0 9 16,13 2-8-16,-13 1 0 0,0-1 7 0,13 2 2 0,-13 3 4 15,0-1-4-15,13 2-13 0,-13 3-8 16,0 0 7-16,10 1 6 0,-10 2 9 0,0 3-4 16,0-3-13-16,16 3-3 0,-16 0-6 0,11 0 4 15,1 0 17-15,-12 0-5 0,15 6 15 16,-1-1 5-16,0 1-20 0,-3-2 19 0,-11 3-14 15,14-3 1-15,-1 1 13 0,-13-1-10 0,12 1 4 16,-12-2-14-16,0-1 18 0,12-2-15 0,-12 3 2 0,0-3 16 0,0 0-20 16,0 0-9-16,0 0 9 0,0 0-3 0,0 0 13 0,0 0 12 15,0 0 0 1,0 0 0-16,0 0-14 0,0 0 2 0,0-5-11 0,0 0 1 0,0 0 7 16,0 1-3-16,0-2-2 0,-13 2 2 0,13 0-4 0,-17 0-3 15,4 1 11-15,0 0 4 16,-1 3-1-16,-2 0-3 0,0 0 2 0,-2 0-9 15,-6 7-2-15,5 1 11 16,-2 1-18-16,4 2-3 0,-2 0 9 0,3 0 3 16,16 2 2-16,-13 1-15 0,13 1-12 0,0 1-9 15,0 0 15-15,0 1 12 0,0 1 11 0,0-1 6 16,0 0-4-16,18-2 12 0,-2 1-1 0,4-3 2 0,4-1-3 16,-2-1-8-16,3-3-4 0,1 0 7 15,-4-3 14-15,-2-5-7 0,1 0 12 0,-2 0-9 16,-5 0-10-16,3 0 10 0,-6-9-7 0,1 1-4 0,0-3 0 15,-12-3-3-15,11 0-6 16,-11-3 13-16,13 1-6 0,-13-3-8 0,0 1 12 0,0-2-12 0,0 3 10 16,0 0 1-16,0 1-4 15,0 0 5-15,0 4-12 0,0 1 8 0,0 1 0 16,0 3-11-16,0 3 13 0,0 0-16 0,0 2-3 16,0 2-9-16,0 0-3 0,0 0 18 0,0 0 2 0,0 9 8 0,0-1-6 15,0 2-3-15,0 4 3 16,-13 2 9-16,13 5 8 0,0 2-12 0,0 1 5 15,0 4-5-15,0-1 8 0,0 5 21 0,0 0-19 16,14 0 8-16,-1 2-18 0,-13 0 2 16,13-1-5-16,1 1-19 0,-3 0 28 0,2 0-25 0,-2 1 19 15,2 0 20-15,-1-2-23 0,1 1-3 16,2-2 7-16,-3-1-2 0,2-2 10 0,-3-2 9 16,-11-3-22-16,11-4 6 0,-11-2-4 0,0-3 5 0,0-4 15 15,0-2-11-15,0-2 1 0,0-1 5 16,0-6-14-16,0 0 11 0,0 0-7 0,-13 0 1 0,-4 0 9 15,-1 0-13-15,-2 0 4 0,1-8-20 0,-2 0 0 0,-1 0 8 16,0-1-6-16,1 0 16 0,1-3-2 0,1-1 11 16,2 0-3-16,0 0 1 0,2-1-1 0,1 0-7 15,1-1 4-15,13 0-3 0,-14 0 0 0,14-1-8 0,0 0 9 32,0-1 4-32,0 0-5 0,0-1 5 0,0 0-9 0,0-1-6 0,14-1 5 0,1 1 1 15,2 0-1 1,3-1 8-16,0 2-3 0,3 1 2 0,-1 2 4 0,3-2-14 0,1 3 4 0,-2-1 2 15,1 0-4 1,-2-1 5-16,-2 1 3 0,1-1-3 0,-3 0 0 16,-1 0 16-16,-3-1 9 0,0 0 7 0,-3-1 0 0,-12 0-14 0,13-1-11 0,-13-2 0 15,16 1 4 1,-16 0 6-16,0-1-7 0,11 0-11 0,-11-1 3 16,0 2-7-16,0 2 2 0,0 3 3 0,0-1-1 0,0 3-14 15,0 1 9-15,0 2-11 0,0 2-4 0,0 2-3 16,-13 2-13-16,13 1 10 0,-17 3-11 0,6 0 21 15,-3 0 3-15,2 0-9 0,-2 7 18 0,3 1-12 16,11-1 16-16,-17 2 12 0,7 1-5 0,10 1 7 16,-13 0-16-16,13 1 1 0,0 0 10 0,0-1-8 15,0 1-1-15,0 1-5 16,0 0-5-16,0-1 8 0,0 0 9 0,0-1 7 0,0 1-9 0,0 0-12 16,18 1-5-16,3-1 1 0,0-1 8 0,2-2 26 0,5 2 9 31,3-2 5-31,0-1 9 0,4-1 7 0,2-1 7 15,-2-3 9-15,2-3-2 0,-4 5-7 0,-1-5 5 0,-4 0 2 16,-6 0 17-16,-1 0 5 0,-4 0-11 0,-2-5-13 16,-15 5-14-16,14-4-14 0,-14 1-3 0,0 1-3 0,0 2-24 15,0-3-6-15,0 3 2 0,0-2-5 0,0 2 8 0,0 0-3 16,0 0-9-16,0 0-9 0,0 0 8 16,0 0-1-16,0 0-26 0,0 0-52 0,0 0-101 15,0 0-73-15,0 0-87 16,0 0-51-16,0 0-30 0,0 0-82 0,0 0-95 15,0 0-188-15,0 0-212 0,0 6 145 0</inkml:trace>
  <inkml:trace contextRef="#ctx0" brushRef="#br0" timeOffset="20464.84">18473 1535 880 0,'0'0'22'0,"0"8"13"16,0-8 19-16,0 9 2 0,0-9-2 0,0 10-13 0,0-10 10 16,0 8 17-16,0-8 4 0,11 10 28 0,-11-10-16 15,13 8 2-15,-13-8 2 0,0 0 6 0,9 7 15 16,-9-7 0-16,0 0 11 0,0 0 53 0,0 0-15 15,8 0 5-15,-8 0-33 0,0 0-80 0,0 0 20 16,0 0-32-16,0 0 26 0,0 0 39 16,0-9-32-16,0 0 21 0,0 0-15 0,0-1-19 15,0 0 2-15,0 0 6 0,0-1 12 0,0-2-20 0,0 2 15 16,0-1 1-16,0-1-31 16,0 1 26-16,0-1-9 15,0 1-2-15,0-2-1 0,0 1-3 0,0 1 5 0,0 0-14 0,0 0 13 0,0-2-4 0,0 2-10 16,0-1 12-16,14 1-7 0,-1 2-25 0,-2-1 0 0,0 0-19 31,0 2 8-31,5 0 8 0,-2 3 14 0,4-1-4 0,-2 3-11 16,2 0 1-16,0 4-19 0,2-5 2 0,-2 5-3 0,-1 0-6 0,0 0 1 0,-4 0 7 31,3 0 23-31,-3 0-23 0,0 9-9 0,-13-4-5 16,14 1-13-16,-14 0 14 0,12-6 19 0,-12 5-14 15,0 1-1-15,0-6 21 0,0 4-18 16,14-4 8-16,-14 0 7 0,0 5-21 0,0-5 17 0,0 0 1 15,0 0-10-15,0 6 10 0,0-6-16 0,0 0 14 16,0 0-8-16,-17 0 6 0,4 0 1 0,1 0-14 16,-1 0 13-16,0 0-4 0,-1 0-2 0,1 0 2 0,-2 0-4 15,-1 0 0-15,0 0 7 0,-1 0-2 0,-1 0-3 0,1 7 3 0,1 0-6 32,-1-1 4-32,3 0-6 0,-2 3 5 0,2 0 5 0,1 2-1 15,0 0 6-15,2 3-16 0,11 1 1 0,-12 0 1 16,12 0 1-16,-10 2 0 0,10 1 6 0,0-1 10 0,0 0-3 0,0 0 17 15,0 2-13 1,0-3-6-16,0 1 5 0,17-1-13 0,-1-1 3 16,0-3-10-16,2-1 10 0,-1-2 4 0,2-1-5 0,1-8 7 15,2 0-5-15,-1 0 1 16,1 0 6-16,0 0-1 0,0 0 18 0,-2 0-22 16,-2 0-1-16,0-11 5 0,-2-1-18 0,-4 0 28 15,2-2-1-15,-14-4-1 0,12 1 9 0,-12-2-2 16,0-1 21-16,0 1-5 0,0-2-8 0,0 1-5 15,0 0 1-15,0 0 3 0,0 2 3 0,0 3-8 0,0 0-4 16,0 1 6-16,0 5-12 0,0 0 7 16,0 2-15-16,-12 3-19 0,12 4 11 0,0 0-17 0,0 0-4 0,0 0 9 0,0 0-7 15,-14 0 20-15,14 0 12 16,0 11-10-16,0 1 5 0,0 2-15 16,0 3-2-16,0 1 18 0,0 3-8 0,0 2 28 0,0 2 7 0,0 0-4 15,0 5-18-15,0-3-6 0,0 3-15 0,18-1-2 16,-6 1 12-1,2-1-10-15,-1 2 6 0,3 0-9 0,0-1 6 0,1 1-12 16,2-1 0-16,0-1 5 0,1 1 10 0,-2-2-8 16,-1-1-1-16,-1-1 4 0,0-2-23 15,-5-2 29-15,-11-1-7 0,14-3-7 16,-14-3 15-16,0-1-14 0,0-1 5 0,0-3 13 0,0-1 1 16,0-1-2-16,0 0 4 0,0-8 1 0,0 6-10 15,-17-6 11-15,3 0-2 0,0 0-1 0,-1 0-1 16,-4 0 0-16,2 0-11 0,-4 0-5 0,-1 0 5 0,0-8 9 15,0 1 4-15,0-2-2 0,-2-2-6 0,3 2-16 16,3-4 24-16,-1 1-16 16,3 0 19-16,2-1 2 0,3-1-18 0,11 0 18 0,0-1-8 15,0 0-13-15,0 0 6 0,0 0-1 0,0-1-11 0,0 0 16 16,0 0-1-16,12-1-7 0,6 2 15 16,-4 1-9-16,2-2-5 0,-2 0 4 15,3 1-7-15,-1 1 7 0,1 0-6 0,-1 0 25 0,-3-1-1 0,1 0-8 16,-1-1 7-16,0 1-11 0,-13 0 11 0,15-2-3 0,-15-1-6 31,11 0-2-31,-11-1 2 0,0 1 0 0,0-3 15 0,0 0-9 0,0 0 8 16,0-1-6-16,0 1 1 0,0 2 3 15,0 1-7-15,0 1 19 0,0 2-17 0,0 3-8 0,0 1-7 0,-13 2 1 16,13 3 13-16,0 1-11 16,-12 5 4-16,12 0-23 0,0 0 20 0,0 0 5 0,0 0-31 15,0 0 17-15,0 0-37 0,0 0 7 0,0 0 14 16,0 0 10-16,0 11 8 0,0 0-3 0,0 0 11 15,0 1-13-15,0 2 12 0,0 1 13 16,12 1-15-16,-12 0 3 0,10 0-2 0,1 0-16 16,-11 0 17-16,18-1 0 0,-6-2 0 0,4-1 8 0,-3-2-3 15,2-1-7 1,0-1 4-16,0 0-9 0,2-8-3 0,-2 0 10 0,0 0 2 0,-2 7-1 0,-1-7 15 16,2 0-5-16,-3 0 2 0,-1 0-1 15,-10 0-16-15,15-7 16 0,-4-3 0 0,-11-1-14 16,12-1 12-16,-12-2-26 0,14-2-2 0,-14-1 17 0,0-1-2 15,0-1 13 1,0 1-1-16,0 0-16 0,0 1 1 0,0 2 7 0,0 1-2 0,0 2 26 16,0 1-12-16,0 1 2 15,0 4-8-15,0 0-14 0,0 6 1 0,0-5-13 16,0 5-5-16,0 0 2 0,0 0 8 0,0 0 6 0,0 0-6 16,0 0-13-16,0 0 4 0,0 0-4 0,0 8 20 15,0 0 6-15,0 1-11 0,9 0 3 0,-9 2 10 16,13 1-4-16,-13 2 4 0,12 0 11 0,-2 1-16 15,2 0 13-15,-2 1-3 0,-10 0-9 16,16 0 9-16,-3 0-14 0,-4 0 2 0,3-3 14 0,-2 0-15 16,-10-2 11-16,13-2-10 0,-13 0-5 0,12-9-2 15,-12 0 1-15,0 7 29 0,0-7-17 0,0 0 7 0,0 0 13 16,0 0-19 0,0 0 17-16,0 0 1 0,0 0-18 0,0 0-1 0,0 0 5 0,0 0-16 15,0 0 13-15,0 0-8 0,0-10-19 0,0 1 34 16,0 0-8-16,0-2-8 0,0 0 2 0,0-1 1 15,0-2-3-15,0 0 18 0,0 0-2 0,0 1-21 16,0 0-6-16,0 1 8 16,0 0 6-16,0 3-2 0,0 1 12 15,0 1-13-15,12-1-10 0,-12 3-3 0,0 5 0 0,9-6 8 16,-9 0 7-16,0 6 3 0,14-4 0 16,-14 4 3-16,13 0-20 0,-1 0 15 0,1-5 1 15,0 5 4-15,-1 0 2 0,6 0-10 0,-4 0 4 0,3 0-10 16,-2 0 17-16,0 0-4 0,0 0 2 0,-4 0 2 0,3 0 0 0,-3-5-5 15,-11 5 2-15,14-6 5 16,-14 6-3-16,16-6 19 0,-3 2-38 0,-13-1 5 0,12-1-6 16,-12 1-6-16,15-3 32 0,-15 2-2 0,0-1 14 15,12-1-8-15,-12 0-4 16,0 2-2-16,0-3-9 0,0 3 11 0,0 0 5 0,0 0-14 0,0 0 5 0,0-1-15 31,0 3 7-31,0 0-8 0,0 4-3 0,0-6-2 0,-14 6-6 0,3 0-1 16,11 0 3-16,-16 0 6 0,2 0 3 0,0 0 15 15,0 0-10-15,-1 0-5 0,1 0-7 0,3 9 1 0,-3-3-2 16,3 1 5 0,11 1-3-16,-13 1-11 0,13 0 7 0,-16 2-3 15,16 0 12-15,0 1 4 0,0 0 6 0,0 3-5 16,0-1 5-16,0 1 7 0,0 0-2 0,0 1 10 16,0 0-13-16,17 0 4 0,-4-1-3 0,5 0-9 15,-2 0 11-15,4-2-2 0,-1-1-2 0,2-1 11 16,1-2-14-16,1-1-3 0,-2-8 18 0,4 8 8 0,-1-8-6 15,0 0 0-15,-2 0-6 0,2 0-15 16,-2 0 16-16,-5 0 3 0,0 0-12 0,1-10 9 0,-5-1-7 16,-1-1-1-16,2-1 5 0,-1-1-12 0,-2-1 10 15,0-1-20-15,-11-1 15 0,11 0-5 16,-11-1 9-16,0 1-4 0,11 1-10 0,-11 1 12 16,0 1-12-16,0 0 24 0,0 3 2 0,0 2-1 15,0 0-8-15,0 4-12 0,0 1 0 0,0 4-17 0,0 0 2 16,0 0 27-16,0 0-24 0,0 0 13 0,0 0-4 15,0 0-19-15,0 0 14 0,0 6 0 16,0 3 12-16,0-1 0 16,0 4 8-16,0 0 1 0,0 1-11 0,0 0-6 15,0 2 8-15,0-1-4 0,0-2 5 0,0 1 6 0,0-2-12 0,0-1 8 0,0-1 7 0,0-2-6 16,0-7 8-16,0 7-3 0,0-7-3 16,0 0-2-1,0 0 12-15,0 0-6 0,0 0 9 0,0 0-24 16,0 0 11-16,0 0 1 0,0 0-9 0,0-7 26 0,0 0-29 0,0-2-13 0,0-2 14 15,0-1-16-15,0 0-2 0,0-2 21 0,0 0 3 16,11-1-3-16,-11 0 8 0,0 1-7 0,13-1-17 16,-13 1 14-16,13 2 2 0,-13 1-1 0,13-1 19 15,-13 4-11-15,12 2 7 0,-3 2-5 0,-9-1-36 32,13 5 32-32,-2 0-17 0,-11 0 12 0,15 0 14 15,-2 0-16-15,-1 0-2 0,1 10-14 0,1 1 3 0,-2-1 5 0,4 0 17 0,-2 4 11 16,2-1 0-16,-1 3 2 0,-2 1-20 0,2 1 17 15,0 0-12 1,-2 0-7-16,1 0 23 0,-2-2-23 0,-1 1 19 16,0-3-9-16,-11-2-48 0,12-1-46 0,-12-3-80 15,0-1-44-15,10-7-40 0,-10 5-37 0,0-5-77 0,0 0-110 0,0 0-155 0,0 0-142 16,-14 0-81-16,-5-6 151 16</inkml:trace>
  <inkml:trace contextRef="#ctx0" brushRef="#br0" timeOffset="20757.41">19047 1142 1891 0,'-11'2'35'15,"11"-2"59"-15,0 0 101 0,0 0 34 0,0 0 1 0,0 0-30 16,0 0-68-16,0 0 1 0,0 0-23 0,0 0-10 16,0 0-11-16,0 0-38 0,0 0-13 15,0 0-23-15,0 0-12 0,0 0 1 0,0 0 0 0,0 0-3 16,0 0-48-16,8 0-94 0,-8 0-107 0,0 0-187 15,0 0-150-15,0 0-140 0,0 0 84 16</inkml:trace>
  <inkml:trace contextRef="#ctx0" brushRef="#br0" timeOffset="22416.68">21139 1130 1695 0,'0'-6'73'15,"0"0"69"-15,0 0 77 0,0 0 43 0,0-1-27 16,0 3-20-16,0-1-33 0,0 0-5 0,0 1-3 0,0 2-12 16,0-1-28-16,0 1-13 0,0 0-39 15,0 2-17-15,0 0-28 0,0 0-24 0,0 0-3 16,0 0-30-16,0 0 12 0,0 0-7 0,0 0 1 15,0 6 11-15,0 0-8 0,0 3 14 0,0 1 0 16,0 2 6-16,9 3 16 0,1 3-2 0,-1 2 7 0,2 2 20 16,0 1-9-16,2 1 0 0,0 1-11 15,0-2-13-15,0 1-7 0,-3-1 13 0,1 0-8 0,2 0-3 16,-13-3 4-16,13-2-14 0,-3-3 19 0,-10-1-22 16,8-1 4-16,-8-4 2 0,0-3 4 0,12-1 47 0,-12-5 17 15,0 0 41-15,0 0 18 0,0 0 7 16,0 0 24-16,0 0-33 0,0 0-8 0,0 0-45 0,0 0-37 15,0 0-12-15,0-9-9 0,0-1-3 0,0 2-7 16,0-4 5-16,0 0-15 0,0-2 12 0,0-1-4 16,0-2 2-1,0 2 3-15,0-2 4 0,0 0-9 0,0 2-1 0,0 0-2 0,0-1-13 0,0 4 14 32,18 0-6-32,-2 1-4 0,2 3 9 0,-5 1-17 0,2 2 7 15,0 1 6-15,2 4-10 0,-1 0 21 0,-1 0-12 16,1 0 0-16,0 7 3 0,2 1-12 0,-4 1 14 15,0 0-5-15,-2 0-13 0,0 2 12 0,0 1-11 16,-12 1-6-16,11-1 28 0,-11 0 2 16,0 0 2-16,0 0 5 0,0 1-21 0,0-1 17 0,0-1-14 0,0-1 7 15,0 1 7-15,-17-1-14 0,3-2 19 0,-4 2-9 0,-1-3 8 16,2-1-27-16,-1-6-12 0,0 7 9 0,-1-7-2 16,3 0 10-16,-5 0 8 0,8 0-1 0,-2 0 2 15,4 0 3 1,-2 0 1-16,13 0-1 0,-13 0-7 0,13-6-2 15,0 6-8-15,0 0-2 0,0 0-1 0,0 0 5 16,0 0 28-16,0 0-15 0,0 0 10 0,0 0-3 16,0 0-20-16,0 0 9 0,0 0-7 0,0 0 11 15,19 0-13-15,-1 0-2 0,4 0 15 0,1 0-5 16,-2 7 15-16,6-7 2 0,2 7-41 0,1-7 33 0,0 0-16 0,0 7-2 16,0-7 35-1,0 0-39-15,0 0 23 0,-2 0 8 0,1 0-8 0,-4 0 9 0,-4 0-11 16,-1-8 6-16,-1-1-1 15,-3-2 5-15,-2 1-11 0,-1-3-7 0,-4 0 3 16,-9-2 2-16,11-1 8 0,-11-1 9 0,0 0 19 0,0 0 0 16,0 0 0-16,0 1 7 0,0 2-6 0,0-1-2 0,0 3 7 15,0 2-18-15,0 1-8 16,0 2-15-16,-12 1-11 0,12 2 1 0,0 4-21 16,0 0 17-16,0 0-13 0,-10 0-7 0,10 0 6 15,0 0-10-15,0 0 10 0,0 8 16 0,0 1 1 16,0 0-2-16,0 2 13 0,0 2-9 0,0 1 8 15,0 0-4-15,0 1-2 0,0 1 0 16,0-1 8-16,16 2 2 0,-3-3-1 0,3 1 2 0,1-1-8 16,3-2 7-16,0 0 2 0,3-2 4 0,1-1-2 0,-1-2-4 15,1-7 1-15,2 5 0 16,-4-5 8-16,0 0-6 0,-1 0 3 0,0 0-4 16,-3 0 3-16,-1-9-1 0,-1-1-8 0,-2-1-3 15,-1-2-6-15,-13-1 1 0,9-1 1 0,-9-2 7 16,0-1-5-16,0-2 7 0,0 2-5 0,0 1 0 15,0 0-1-15,0 2 6 0,0 1 25 0,0 1-2 0,0 2 4 16,0 3-15-16,0 2-28 16,0 1-5-16,0 2-23 0,0 3-1 0,0 0 3 0,0 0 0 0,0 0 19 15,0 0 11-15,0 9-1 0,0 1 0 0,0 2 1 16,0 1-5-16,0 5 12 16,0 3 4-16,0 2-2 0,0 1-3 0,0 2-1 0,0 3 14 15,16 3-15-15,-2 0 18 0,-1 1-8 0,4 0-14 0,1 2 21 16,4 1-16-1,0-1 6-15,-1 0-7 0,3 0 1 0,-2-1-4 0,1 1 2 0,-2-3 9 0,-1-1-11 0,1-2 12 32,-3-3-15-32,-1-2 0 0,-4-2 2 0,0-2-11 0,-3-3 13 0,-10-3 8 0,11-3-1 0,-11-3 10 31,0-1-6-31,0-1 0 0,0-6 14 0,0 4 4 16,0-4 5-16,0 0-14 0,-12 5 2 0,-4-5-3 15,-2 0 3-15,-4 0-5 0,-5 0-2 0,1 0-3 16,-8-8-6-16,1 0 4 0,0-2-12 0,-2 0-4 15,0-2 2-15,2-1 10 0,1-1 5 0,2-1 3 16,5 0 5-16,0-1-8 0,6 1-9 0,0 0-5 0,6 0-10 16,13 0 2-16,-12 0 12 0,12 1 8 0,0 0-11 0,0 3 4 15,0-1-6-15,14 0-3 0,0 4 8 0,5-1 0 16,0 0-1-16,3 3 2 0,2 0 1 0,2-1-4 16,3 2 12-16,-3 5-8 0,-1-7 10 15,-2 3 4-15,1 4-8 0,-5 0 3 0,-1-6-2 16,-6 6 4-16,-1 0-2 0,-11-6 1 0,0 6-12 0,0 0-16 15,10 0-61-15,-10 0-76 0,0 0-98 0,0-5-113 16,0 5-43 0,0-9-61-16,0 4-67 0,0-2-39 0,-15 7-144 0,0-8-102 0,2 0-9 15</inkml:trace>
  <inkml:trace contextRef="#ctx0" brushRef="#br0" timeOffset="23111.1">23125 1119 2771 0,'0'-4'60'0,"0"-1"55"0,0 0 28 0,-13 1 23 0,13 1-25 16,0 1-48-16,0 1-4 0,0 1-18 0,0 0-26 16,0 0-3-16,0 0-21 0,0 0 7 0,0 0-4 15,0 4 6-15,0 0 7 0,0 0-8 0,0 1 3 16,0 1-1-16,0 2-6 0,0 1 7 16,0 1 2-16,0 3 7 0,0-1-1 0,13 3-2 15,-13 2 0-15,9 0 4 0,-9 0 7 0,14 3 17 16,-3 1-10-16,-1-1-5 0,-10 1-1 15,16-1-22-15,-5 0-7 16,0 0-3-16,-11-2-10 0,11-1 1 0,-11-3 6 0,11 0-6 0,-11-2-3 16,0-2-6-16,12-2 9 0,-12 0-3 15,0-2 3-15,0-6 5 0,0 6 22 0,0-6 11 16,0 0 37-16,0 0 27 0,0 0-5 0,0 6-2 16,0-6-3-16,0 0 0 0,0 0-34 0,0 0 16 15,0 0-25-15,0 0-18 0,0 0 0 0,0 0-15 16,17 0-16-16,-5 0-4 0,-1-8 10 0,0 3-6 15,3 5-2-15,1-7-3 0,0 1-1 0,3 6-4 16,-1-5 10-16,-1 5-9 0,0-6 1 0,-2 6 6 16,-1-5 4-16,-4 5-3 0,1 0-2 0,-10 0-12 0,11-5 0 0,-11 5 12 15,0 0-17-15,0 0-51 16,0 0-65-16,0 0-90 0,0-5-65 0,0 5-45 0,0-4-72 16,0 1-68-16,0 1-134 0,0 2-46 15,0-6-73-15,0 1-31 0,0-1 199 0</inkml:trace>
  <inkml:trace contextRef="#ctx0" brushRef="#br0" timeOffset="23323.29">23623 1227 2567 0,'0'0'48'0,"0"0"52"0,0 0 27 0,0 0 29 0,0 0-37 0,0 0-35 15,0 0-32-15,0 0-25 0,0 0-22 16,0 0-10-16,11 0 11 0,1 0-4 0,1 0 13 0,1 0-46 16,1 0-105-16,0 0-167 0,1 0-188 0,-2 0-158 15,2 0-41-15</inkml:trace>
  <inkml:trace contextRef="#ctx0" brushRef="#br0" timeOffset="23500.21">23650 1300 1745 0,'0'3'57'0,"0"-3"48"0,0 3 44 16,0 0 75-16,0 0-37 0,0 2-31 0,8-2-22 16,1 0-58-16,4 1-16 0,-4 1-22 0,5-2-29 15,1 1-2-15,-1 0 7 0,2-1-10 0,-1 0-69 16,0-3-153-16,0 0-172 0,-3 0-165 0,-3 0-111 15</inkml:trace>
  <inkml:trace contextRef="#ctx0" brushRef="#br0" timeOffset="24332.48">24451 1038 2209 0,'0'0'94'16,"0"0"46"-16,0-3 41 0,0 3 22 0,0 0-67 15,0 0-14-15,0-2-17 0,0 2-7 0,0 0-11 16,0-2-29-16,0 2-16 0,0-1-15 0,0 1-10 15,0-1-1-15,0-1-7 0,0 1 3 0,-9 1-5 16,-2 0-1-16,0 0-7 0,-5 0-3 0,2 0-1 0,-7 5-8 16,5-1 16-16,-4-1-5 0,-1 2-6 0,2-1 9 15,0 1-9-15,3-2 1 0,2 2 10 0,5-1-10 16,-3-1-4-16,12 2 12 0,0-1-17 0,-9 0 12 16,9 0 7-16,0 1 6 0,0 0 35 0,0 0 18 15,0 1 12-15,0 1 5 0,13 1-2 0,-1 0-7 16,1 0-13-16,3 1-11 0,-2 0-14 15,3 1-9-15,2 0 7 0,-1 0-5 0,2 1-5 0,-4 0-5 0,3 0 0 16,-4 0-13-16,0 1-8 0,-2-1 9 0,-2 1-16 16,-11-1 17-1,11 0 8-15,-11-1-11 0,0 1 6 0,0-2 5 0,0 2-6 16,0 0 8-16,0 0 0 0,0-1-2 0,-18 2 8 0,3-1-16 0,-2 0 17 16,1-2-16-1,-2 0-6-15,4 0 13 0,-2-2-12 0,3-3 5 16,2 2 1-16,2-6 2 0,9 3-10 0,-11-3 6 15,11 0 11-15,0 0 33 0,0 0 15 0,0 0 33 16,0 0 8-16,0 0-28 0,0 0-10 0,0 0-25 16,0 0-27-16,0 0 8 0,0 0-14 0,0-4 0 15,0-1-2-15,0 5-11 0,13-4 8 0,-3 4 0 16,0-5 5-16,0 5 6 0,0 0 4 16,0 0-23-16,-10 0 0 0,11 0-8 15,-11 0-2-15,13 0 12 0,-13 0 10 0,9 0-9 16,-9 0 12-16,0 9-10 0,0-1-11 0,0 1 18 0,0 2-24 15,0 1 24-15,0 3 2 0,0 1 0 16,0 2 19-16,0-1-27 0,-11 1 6 0,-1 1-10 0,12-1 0 16,-11 0-10-16,1-1 5 0,10-1-2 0,0-1 1 0,-11-1 29 15,11 0-14-15,0-1-5 16,0-1-8-16,0 0 3 0,0-3 7 0,0 2 15 16,0-2 33-16,0-1-3 0,12-2 5 0,1 0 0 15,1-6-23-15,1 6 13 0,2-6 7 0,1 0 14 0,0 0-1 16,2 0-20-16,-3 0-7 0,2 0-4 15,-3 0-22-15,-1 0 4 0,-2 0-1 0,-2-6-22 16,2 6 19-16,-13-6-8 0,9 6 0 0,-9 0 1 0,0-6 12 0,0 6 3 16,0 0-19-16,0 0-25 0,0 0-87 0,13 0-59 15,-13 0-71-15,0-4-99 0,0 0-73 0,0 0-94 0,0 1-101 32,0 3-76-32,0 0-44 0,0-5 11 0</inkml:trace>
  <inkml:trace contextRef="#ctx0" brushRef="#br0" timeOffset="25359.93">24617 1332 1070 0,'11'6'9'0,"-11"-6"42"16,0 0 31-16,11 5 39 0,-11-5 11 16,0 0-10-16,0 0-2 0,0 4-14 0,0-4 1 15,0 0-15-15,0 4 1 0,0-2 59 0,0 1 20 16,0 1-7-16,0-1 8 0,0 0-67 0,0 0-26 15,0 1 26-15,0 2-18 0,0-1-8 0,0 1 19 16,0 0-11-16,0 0 13 0,10 2 5 0,-10-2-7 16,0 2-7-16,9-2-5 0,-9 2 19 0,8-1-17 0,-8-1 11 0,12-1-15 0,-12 1 4 15,13-6-13-15,-5 6-1 0,-8-6 10 0,15 0-10 16,-3 6 7-16,0-6-12 0,1 0-17 0,-3 0-1 31,1 0-2-31,3 0-4 0,-2 0-4 0,-2 0-7 16,2 0 4-16,-1-8-11 0,1 0-1 0,3-1-20 15,-3-2 9-15,2-1-9 0,-1-1-4 0,3-2 5 16,-3-2-11-16,2-3 3 0,-2 0-1 0,3 0-5 0,-7-1-1 16,-9-1 16-16,14 1 6 0,-14 0 3 0,0 1 5 15,0-1-8-15,0 2-12 0,0 1 5 16,0 0-7-16,0 2 9 0,-14 1-2 0,3 1-3 0,-3 0-7 0,1 5-11 16,1 0 3-16,1 1-9 15,11 4 7-15,-18 4-8 0,2 0 5 0,16 0 0 16,-14 0-3-16,14 0-2 0,-14 0-2 0,14 8 11 0,0 0 0 0,-13 1-5 0,13-1 11 15,0 4 1 1,0-1 5-16,0 1 9 0,0 1-9 0,0 1-6 0,0 0 3 16,0 2-3-16,16-2 5 0,3 2 1 0,0 0-3 0,3 0 13 0,4-1-11 15,0 1 12-15,0 0-6 16,-1-1-5-16,1-1 8 0,-5-2-16 0,1 0 9 0,-5 1-4 16,0-3 4-1,-6-2 4-15,0 1-11 0,-11-3 3 0,9 0-4 16,-9-6 13-16,0 6 11 0,0-6-11 0,0 6 4 15,0-6-6-15,0 7-9 0,0-7 28 0,0 5-20 16,-12-5 1-16,1 8 0 0,-4-8-15 0,0 6 22 16,-1-6-6-16,-5 7-1 0,4-7 6 0,-1 0-50 0,1 0-53 15,3 0-58-15,0 0-81 0,4 0-63 0,10 0-61 16,-11 0-82-16,11 0-115 0,0 0-61 0,0 0-50 16,0-5-44-16,0-1 171 0</inkml:trace>
  <inkml:trace contextRef="#ctx0" brushRef="#br0" timeOffset="25603.42">25246 1153 3006 0,'0'-6'73'0,"0"0"64"16,0 1 36-16,0 0 13 0,0 2-55 0,0 1-55 15,0 2-37-15,0 0-3 0,0 0-25 0,0 0-3 16,0 0 3-16,0 4-6 0,0 0 30 0,0 1-4 15,0 1 0-15,0 1 1 0,0 2-12 0,0 1-7 16,0 3 5-16,0 1 3 0,0 1-7 0,0 3 10 16,0-1-14-16,12 1-3 0,-3 1 8 0,0 2-2 15,3-3-2-15,-3 1-7 0,4-1 0 16,0 0-21-16,0-2-53 0,-1-2-56 0,2-2-77 0,-3-3-72 0,-1 0-35 16,0 0-70-16,-10-4-31 15,0-5-37-15,10 0-38 0,-10 0-33 0,0 0 81 16</inkml:trace>
  <inkml:trace contextRef="#ctx0" brushRef="#br0" timeOffset="26327.68">25108 1260 2312 0,'0'-1'82'15,"0"-2"17"-15,0 3 8 0,0-2 21 0,0 2-51 16,0-1-14-16,0 1 4 0,0 0 4 0,0 0-15 15,13 0 11-15,0 0 15 0,4 0-21 0,0 0 2 16,3 0 2-16,0 0-10 0,1 0 5 0,1 0 3 16,0 3-19-16,-1-3-5 0,1 0 16 0,-2 0-5 15,-2 0 27-15,-2 0-4 0,-2 0 0 0,0 0 2 16,-3-5 9-16,-1 0-1 0,-10 1 0 0,11 1-5 16,-11 3-21-16,0-4-16 0,9 4-18 0,-9-4-4 15,0 4-15-15,0 0 9 0,0 0-8 0,0 0-16 16,0-3 11-16,0 3-10 0,0 0 9 0,0 0-5 15,0 0 3-15,10 0 1 0,-10 0-3 0,0 0 19 16,12 8-21-16,-2 1 11 0,0-2-6 0,2 3-5 16,-1 1 3-16,2 1 7 0,0-1-7 15,-1 3-2-15,6 0 3 0,-6 0 2 16,1 0 6-16,1 1 2 0,-1-1 2 0,-2 0-13 0,-11-2-5 16,13-1 6-16,-13-2 9 15,10 1-5-15,-10-2 14 0,0-1-18 0,0-3 4 0,0-4 3 16,0 6-8-16,0-6 18 0,0 0-22 0,0 0 9 15,0 0 9-15,0 0-12 0,0 0 14 0,0 0-1 16,0 0 0-16,0 0-1 0,0 0-11 0,0 0 8 16,0 0-10-16,0 0 3 0,0-6 9 0,0 1-9 15,0-2 2-15,0-1-4 0,0-1-9 0,0-2 9 16,0 1-7-16,13-2-1 0,-13-1 15 0,0-1-7 0,14-1-3 16,-14 1 5-16,11 0 1 15,-11 1-15-15,13 0 16 0,0 0-2 0,-4 2 0 0,4 1 17 0,0 0 3 16,-4 2-2-1,2 0-7-15,-11 3-7 0,14-1-3 0,-2 0 9 0,-12 4-5 0,12-1-3 0,-12 3 0 16,11 0-11-16,-11 0 15 0,13 0-9 16,-13 0 2-16,0 0-7 15,8 0-6-15,-8 0 17 0,0 0-4 0,11 5 9 0,-11 1-5 16,12 1-5-16,-12 1 0 0,8 1 2 0,-8 2 3 0,0 0 2 0,12 1-11 0,-12 0 6 31,0 1 4-31,9 1-2 0,-9 1 4 0,0 1-3 0,11-2 6 16,-11 0-8-16,10-1 2 0,-10-1 1 0,0-1 0 15,9-3 5-15,-9 1-4 0,0-3-4 0,0 1 4 16,9-7-3-16,-9 6 4 0,0-6-2 0,0 0-14 16,0 0-2-16,0 0-30 0,0 0-56 15,0 0-64-15,0 0-88 0,0 0-105 0,0 0-62 16,0 0-123-16,0 0-85 0,0-10-27 0,0 1-2 16</inkml:trace>
  <inkml:trace contextRef="#ctx0" brushRef="#br0" timeOffset="26522.51">25653 1033 2644 0,'0'-6'26'0,"0"2"4"0,-10-2 5 16,10 1-2-16,0 2-22 0,0 0-12 0,0 3-7 15,0 0 1-15,0 0-103 0,0 0-93 0,0 6-138 16,0-6-149-16,0 9-80 0,16-4 84 0</inkml:trace>
  <inkml:trace contextRef="#ctx0" brushRef="#br0" timeOffset="28163.73">26102 1369 1128 0,'0'6'4'16,"0"0"34"-16,0 0 37 0,0 0 27 0,0 0 19 0,0 1-4 0,0 0-18 15,0 0-1-15,0-1-3 0,0-1-9 0,0 1-8 16,0-1 5-16,6 0 49 0,-6-2 8 0,0 0 25 15,0-3 6-15,0 0-33 0,0 0 30 0,0 0-4 16,0 0 16-16,0 0-1 0,0 0-26 0,0 0-18 31,0 0-53-31,0 0-25 0,0-6-12 0,0 0 0 0,0 0 9 0,0-2 8 16,0-1-21-16,0-1-1 0,0-2-9 0,0 0 8 16,0 0 19-16,0-2-14 0,0 0-3 15,0 1-12-15,0-1-13 0,0 0 7 0,0 0-8 0,0 1-1 16,0 0 0-16,0 1-8 0,0 0 18 0,11 4-21 0,-11-1 7 15,8 3-7-15,-8 1-15 0,0 1 6 0,11 2-12 16,-11 2 14-16,10 0-7 0,-10 0 9 16,9 0-3-16,2 0-4 0,-3 5 8 0,3 1-10 0,0 2 7 15,0 2 7-15,1 1 0 0,2 0 0 0,-1 2 7 16,0 1-7-16,0 1-6 16,3 1 9-16,-2-1-7 0,2 0 0 0,-2 1 9 15,0-1-8-15,-1-1 2 0,0-2 2 0,-1-1-2 0,-12-2-1 16,13-2 9-1,-13 1-13-15,13-3 7 0,-13-5 14 0,9 0-15 0,-9 4 12 16,0-4 3-16,0 0-5 0,0 0-6 16,0 0 3-16,0 0-11 0,12-6 4 0,-12 0-9 0,0-2 3 0,15-1-9 0,-15-1 2 0,11-1 10 15,-11-1-3-15,14-2 9 0,-14 1-7 16,13 0 13 0,-13-1-5-16,11-1-14 0,-11 1 7 0,13 2-5 15,-13-2 2-15,11 3 10 0,-11-1-1 0,12 3-16 0,-12 0 3 16,12 1 6-16,-12 2-13 0,12 1 16 0,1 1 0 0,-13 1 4 15,13 3-3-15,-1 0 3 0,-2 0-6 0,-1 0-13 16,4 0 8-16,-2 0-6 0,0 6 1 0,0 0 16 16,2-1-3-16,-4 2 5 0,2-2-3 0,-1 1-7 15,-10 0 3 1,13-3-6-16,-13 2 8 0,10-2-4 0,-10-3 6 16,0 3 6-16,0-3-9 0,0 0 9 0,0 0 10 15,0 0 1-15,0 0 7 0,0 0-10 0,0 0-7 0,0 0 3 16,0 0-15-16,0-6 1 0,0 2-9 15,0 0-10-15,0-2 24 0,0 1 1 0,0-1-10 16,-10 0 10-16,10 1-14 0,-16 1 5 0,4-2-7 0,0 2-21 16,1 1 23-16,-3 3-7 0,-2 0 17 0,-1 0 11 15,2 0-27-15,-2 0-2 0,2 7 3 0,0 2 0 16,0-1 3-16,1 2 13 0,14 1-6 0,-14 1 10 16,4 2 3-16,10 0-1 15,0 0 7-15,-14-1-25 0,14 3 12 0,0-1-4 0,0 0 3 0,0-1 14 0,0-2-11 16,0 2 4-1,0-2-4-15,16-1 7 0,-5-2-6 0,0-1 6 0,0-1 3 0,0-2-13 0,1-5 11 16,2 0-12 0,-2 0 5-16,4 0-1 0,-3 0 6 0,2 0 1 15,-2 0-23-15,0-9 20 0,0 0-8 0,-4-1-7 0,3-2 7 0,0 1-7 0,-3 1 3 32,-9-3 22-32,13 1 9 0,-13-2 14 0,9 2 15 0,-9 2-7 0,0-1 8 0,0 0-12 15,0 4-13-15,0-1-20 16,0 3-13-16,0 1 2 0,0 4-14 0,0 0 7 15,0 0-14-15,0 0-6 0,0 0 2 0,0 0 9 16,0 0 22-16,0 0-7 0,0 9-1 0,0 3-5 16,0 0-5-16,0 4 13 0,0 2 0 0,0 2 11 15,0 4-13-15,18 2 10 0,-7 1 6 0,3 1-9 16,0 0-6-16,1 1 1 0,-1 0-13 0,-1-1 14 0,0-1 0 16,2 1-16-16,-1-4 15 0,-1 1-20 0,-2-2 26 15,1 0-20-15,-4-2 4 0,-8-1 0 0,12-2-10 0,-12-2 39 16,0-1-26-1,0-1 15-15,0-1-1 0,0-2-14 0,0-2 18 16,0 2-4-16,0-3-10 0,0 0-3 0,-15-1 5 0,2 0-3 0,-1 0-1 16,1-7 14-16,0 6-11 15,0-6-3-15,-1 0 17 0,-2 5-13 0,0-5-5 0,2 0 15 0,0 0-9 16,-1 0-5 0,0 0 9-16,2 0-1 0,-2-10-2 0,1 1 9 15,1-1 8-15,1 0-15 0,-1 0 4 0,-1-2-11 16,14-1 1-16,-13 1 8 0,13-1 7 0,-14-2 18 15,14 0-23-15,0-2 1 0,0-1-15 0,0 0 2 16,0-1-1-16,0-1 0 0,0 0 7 0,0 2-9 16,0-2 4-16,18 1-14 0,-1 0-1 0,1-1-2 15,-1 0 6-15,0 0 18 0,4 1-4 16,-2-1-9-16,-2 0-2 0,4 2-2 0,-4 1 0 0,4 0 22 0,-6 1 3 16,1-1-4-16,0 2 6 0,-2 1-7 0,0-1 2 0,-2-1 8 15,-3 0-4-15,2 0-8 0,-11 1 2 16,11-2-8-16,-11 2 4 0,8-2 10 0,-8 2-13 15,0-2 6-15,0 2-9 0,0 3-2 0,0-1 8 0,0 2-9 16,0 1 1-16,0 2-6 0,-9 2-6 0,9 1-13 16,-14 2-4-16,14 3-16 0,-12 0 2 15,12 0 12-15,-11 0 3 0,11 0 15 0,-11 0 10 0,11 6 2 16,0-1-9-16,-9 0 7 0,9 1-6 0,0 1 9 16,0 0 0-16,0 0 3 0,0 1 7 15,0 1-6 1,0 0-6-16,0 1 2 0,0 0-4 0,9 1 2 0,5 1 20 15,1 0-8-15,2 0 0 0,1 1-3 0,2-1-2 16,2 2-3-16,-1 0-7 0,1 0 17 16,-2-1-22-16,2-2 15 0,-2 1 3 0,-2 0-17 0,-2-2 14 15,2-2-7-15,-7 1 6 0,0-4 1 0,-11 2-3 0,9-7-4 0,-9 7-8 16,0-7 12 0,0 6 10-16,0-6 2 0,0 5-5 0,0-5-3 15,0 6 0-15,0-6-7 0,0 7 11 0,-14-2 7 0,5 3-10 0,-4-2 17 16,-3 0-13-16,3-6-19 0,-4 9-6 0,1-2-65 15,-1-7-65-15,-1 6-90 0,1-6-90 0,-2 3-75 0,3-3-78 32,-2 0-131-32,5 0-153 0,0 0-89 0</inkml:trace>
  <inkml:trace contextRef="#ctx0" brushRef="#br0" timeOffset="30337.42">27909 1201 2179 0,'0'0'88'0,"0"-5"46"0,0 2 24 0,0 1 53 16,0 1-71-16,0 0-9 0,0 1 2 0,0 0-34 16,0 0-17-16,0 0-18 0,0 0-26 0,0 0-6 15,0 0-5-15,0 0-28 0,0 0 0 0,0 0-10 16,0 3 12-16,0 0 7 0,0 0-5 0,0 1-12 16,0 1 6-16,0 2 2 0,0 1 3 0,0 1 18 15,-6 0-12-15,6 2 2 0,0 1 11 0,0-1 3 16,0 1 12-16,0 0 10 0,0 1 18 0,0-1-2 15,0 0-1-15,0 1 1 16,0-3 2-16,11 1 1 0,1-1-7 0,-2-2-6 16,1 1-5-16,3 0-9 0,-2-4-1 0,1 1 4 0,2 0 7 0,-1-6 0 15,0 0 3-15,0 0 16 16,-1 0-29-16,-2 0 6 0,2 0 17 16,-5 0-27-16,-8-9 6 0,11 2-11 0,-11-3-20 15,12-2-1-15,-12 0-3 0,0-2 2 0,0-1-8 16,0-1 15-16,0 0-15 0,0 0 6 0,0 1 7 15,0 0-9-15,0 1 19 0,0 1-5 0,0 2-7 16,-12 1-5-16,12 2-6 0,0 1-6 0,-10 3 2 16,10 0 8-16,0 4-9 0,0-3-1 0,0 3 3 15,0 0-12-15,0 0-3 0,0 0 15 0,0 0-3 16,0 5-1-16,0 1 20 0,0-1-24 0,0 2 6 16,0 1 5-16,0 3-7 0,0-1 15 15,0 1 1-15,0 1 0 0,0-1-5 0,0 1 2 0,8-1-2 0,-8 0-5 16,14 1 2-16,-2-3 7 0,0 0-1 0,1 1-3 15,0-3 18-15,-1 2-35 0,1-3 15 0,1 1-5 16,0-3-5 0,2-4 23-16,-2 6-12 0,2-6 10 0,-2 5-12 0,4-5 4 0,-6 0 9 0,4 0-2 15,-2 0 9-15,-2 0 7 16,-2-5-6-16,-10-1-1 0,12-1 6 0,-12-1-21 0,11 0 0 0,-11-2 2 16,11-2-14-1,-11 0 12-15,0-1-12 0,0-1 11 0,0 0 2 16,0 1-3-16,0-1-4 0,0 0 4 0,0 0-2 15,0 2-4-15,0 1 12 0,0 1-19 0,-14 1 10 0,2 1-3 16,12 1 0-16,-9 2 10 0,9 1-23 0,0 1 12 16,0 3-13-16,0-3-5 0,-12 3 16 0,12 0-13 0,0 0 2 15,0 0 5-15,0 0-1 0,0 0 0 0,0 0 20 16,0 0-7-16,0 0 9 0,0 0-4 16,12 4-4-16,1-1-5 0,-2 0-3 0,3 1 9 15,0-1 3-15,2-3-4 0,-2 0 4 16,2 0-5-16,-3 0-3 0,1 0 6 0,-5 0 2 0,-1 0 10 15,-8 0-4-15,10 0 17 0,-10 0-13 0,0-6-12 16,0 3 11-16,0 0 4 0,0 0 2 0,0 3 7 0,0-3 3 16,0-1-32-16,0 4 10 15,0-3-6-15,0 3-14 0,0 0-5 0,0 0 2 16,0 0-7-16,0 0 0 0,0 0 10 0,0 0-9 0,0 0 18 0,0 5-9 16,0 1 7-16,0 2 12 0,0 1-17 0,0 1 8 15,0 3 5-15,0-1-5 0,0 1 11 0,0 0 3 31,0 1-9-31,0 0-10 0,0-1 16 0,12 0-8 16,-12 1 12-16,10-2 8 0,-1-1-22 0,-9-1 6 0,11 1-11 16,1-2 0-16,-2-1 10 0,2 1 7 0,-1-3 7 15,1 0 0-15,1-1-9 0,3-5 0 0,-3 0 1 16,1 0-9-16,0 0 12 0,0 0-1 0,0 0 10 0,2 0-12 16,-2-11-14-16,-2 0 12 0,2-1-14 15,-1-1 1-15,0-3 17 0,-1-4-12 0,2 0-10 16,-5-4 21-16,-1 1-10 0,-8-3 4 0,14-1 14 0,-14-1 9 15,10-1 3-15,-10 0 14 0,0 0 8 16,0 1-2-16,0 0 4 0,0 2-17 16,0 3-6-16,0 2-18 0,0 1-8 0,-11 3 9 0,11 4-9 15,-13 0 10-15,13 4 1 0,-9 3-19 0,9 0-15 16,0 6 6-16,-11 0-2 0,11 0-10 0,0 0 14 16,0 0-24-16,0 0 18 0,0 0 10 0,0 11-1 15,0 1 11-15,0 3-6 0,0 0-4 0,-10 4 4 0,10 1 1 16,0 1-12-1,0 3 14-15,0-1-5 0,0 2 16 0,0 1-5 16,0-1-9-16,14-1 6 0,-4 0-6 0,0-2 4 0,2-1-12 0,1 1 11 0,-2-4-18 16,3-1 10-16,-1-1 16 15,2-2-16-15,2-1 2 0,-2-1 3 16,1-3 1-16,0-1 6 0,-2 0 9 16,3-4-19-16,-2-4 13 0,-1 5-1 0,-3-5-8 0,1 0 9 15,0 0 1-15,-1 0 1 0,-11 0-11 0,15-8 22 0,-3-1-30 16,-3-2-14-16,2 1 17 0,-1-3-1 0,-10-2-5 15,14-3 36-15,-14 0-1 0,9-1-28 0,-9-2 21 16,0-1-34-16,0-2 11 0,0 0 11 0,0 3-8 0,0-1 17 16,0 4-4-1,0 1-8-15,-14 1-9 0,14 3 14 0,0 1-15 0,-13 4 2 0,13 1 13 0,0 2-26 16,0 5 2-16,0-4-6 0,0 4 4 0,0 0-19 16,0 0 7-16,0 0-1 0,0 0 10 0,0 6 18 31,0 0 0-31,0 3 10 0,0 3-2 0,0 2 1 0,0 2-4 15,0 1-2-15,0 2-4 0,0 1 8 0,0 0 1 16,0 1 2-16,0 0-10 0,13 0 6 0,-13-1 6 16,13 0-19-16,-13-2 27 0,9-1-22 0,-9-2-15 15,0 0 12-15,10-4-19 0,-10 0 17 0,0-4 1 0,0 1 10 0,0-3-1 16,0-1-3 0,0-4 9-16,11 0 1 0,-11 0-5 0,0 0 22 15,0 0 0-15,0 0 0 0,0 0 5 0,0 0-32 16,0-6 11-16,0-2-15 0,0 1-7 0,0-4 12 15,0 0-6-15,0-2 6 0,0-1 11 0,0-1-4 0,0-1-3 0,0-1 3 16,0 2-3-16,0-3-10 0,11 2-6 0,-11 3 9 0,0-1-7 31,12 2 8-31,-12 3-2 0,12 1 10 0,-12 2-8 0,8 1 5 0,-8 2 2 16,10 3-28-16,-10 0 13 0,12 0-2 0,-4 0 12 0,1 0 2 16,4 5 5-1,0-1 5-15,2 3-12 0,3 1 3 0,-1 1 0 16,2 1-10-16,-2 0 12 0,2 2-4 0,-1 0-10 15,-1 1 5-15,-3 1-4 0,0-2 8 0,-1 1 12 16,0-1 0-16,-4-1-5 0,3 0-6 0,-12-1 6 16,9 1-2-16,-9-4-9 0,0 1 10 0,9 1-26 15,-9-3-54-15,0 0-20 0,0-1-63 0,0 0-50 0,7-1-24 16,-7-1-57-16,0-2-61 0,0 1-40 16,0 0-100-16,0-2-90 0,0 0-68 0,0 0-39 0</inkml:trace>
  <inkml:trace contextRef="#ctx0" brushRef="#br0" timeOffset="30617.23">28666 1076 2109 0,'0'2'43'0,"0"-2"70"0,0 0 31 0,0 0 16 0,0 0 12 0,10 0-57 0,1 0 5 16,6 0 2-16,1 0-39 0,4 0-8 0,2 0-22 16,3 0-7-16,3 0-21 0,0 0 0 0,3 0-14 15,0 0-5 1,-1 0 4-16,-2 0-10 0,1-3 2 0,-1 1-32 0,-1-1-42 16,-6 2-64-16,-2-1-67 0,-2-1-100 15,-2 0-55-15,-6-2-75 0,-11 1-56 0,0 0-13 16,0-3 72-16</inkml:trace>
  <inkml:trace contextRef="#ctx0" brushRef="#br0" timeOffset="30801.34">28278 919 2696 0,'-12'0'9'16,"12"0"-6"-16,0 0 0 15,0 0 4-15,0 0-29 0,0 0-77 0,0 0-82 16,0 0-126-16,0 0-144 0,13-5-76 0,4 1 31 16</inkml:trace>
  <inkml:trace contextRef="#ctx0" brushRef="#br0" timeOffset="34616.33">30558 1182 1141 0,'0'-5'36'0,"9"1"33"0,-9-3 31 0,0 2 12 0,0-1-10 15,0 1-17-15,0 0-14 0,0 0 9 0,0 0-10 16,0 1 6-16,0 0-8 0,0 0-6 0,0 0 10 15,0 0 40-15,0-1 3 0,0 2 7 0,0 0-22 32,0-2-43-32,0 2-4 0,0 1-15 0,0-2 13 15,0 1-3-15,0 0 9 0,-6-1-10 0,6 0-7 0,-8 0-1 0,1-1-5 0,1 2 16 16,-2-1-17-16,4-1 10 0,-1 2-15 0,-2 1 3 16,1 0-4-16,-3 0-13 0,2 0 6 0,2 1-18 15,1-1 16-15,-3 2-14 0,1 0-6 0,0 0 0 0,-1 0-3 31,3 0-3-31,-4 4 7 0,-2 0 0 0,2 0-1 16,0 3 1-16,0 0 5 0,-2 1-4 0,2 1-2 16,-2 2 13-16,1 1-12 0,1 0 2 15,1 0-13-15,-1 1 2 0,2 1 3 0,2-2 14 0,4 2 25 16,-5-2-7-16,5 0 21 0,0 0 4 0,0 1 15 0,0-1 6 16,0-1-16-16,0-1 17 0,8 1-11 0,1 1 4 0,1-1 9 0,1-1-23 15,-1 1-5-15,3-1-6 0,3-3-21 0,-2 1 12 16,4-2-3-16,-2 0-3 15,2-1 17-15,-1-2-11 0,1-3-2 0,-3 0 14 16,2 0 5-16,-4 0 1 0,1 0 1 0,-5 0-19 16,-1 0-3-16,2-5-13 0,-2-1-5 0,-8 1 5 15,9-2-5-15,-9-1 7 0,11-1-5 0,-11-2-4 16,8-1-19 0,-8 1 10-16,0-1-5 0,0-2 7 0,0 0 7 0,0 0-8 0,0-1 7 15,0 0-10-15,0 1 14 0,-12 0-16 0,-1 0 1 0,2 0 5 0,0 1-17 31,-2 1 13-31,2 1-10 0,-3 2 8 0,1 1 6 0,1 1-6 16,0 2 2-16,-2 1-5 0,5 2-8 0,1 2 4 0,0 0 0 0,8 0 0 0,-11 0-1 31,11 0 1-31,-7 4 0 0,7 2 8 0,0-1-1 0,0 1-7 16,-8 1 13-16,8 0-12 0,0 1 15 0,0 0 2 16,0 0 0-16,0-1-9 0,0 1-4 0,0-1 18 0,0 0-10 15,12 0 7-15,2 1 7 0,-5-3-12 0,6 2 2 16,0-1 0-16,0-2-6 15,4 0-4-15,-2-1 5 0,0 0 13 0,2-3-9 0,0 1 12 0,2-1-6 16,-2 0-12-16,-3 0 10 0,1-6-16 16,-1 0 4-16,1 0 5 0,-4-1-2 0,-1 0 2 0,-12 0 12 15,15-1 2-15,-6 0-7 0,1 1 11 0,-10-1-13 16,11 0-11 0,-2 0 9-16,2 1-2 0,-3 0-5 0,0 0 4 15,0 0-2-15,3 0 5 0,-1 3-2 0,-2 0 3 16,2 0-14-16,-2 1-2 0,1 1 4 0,0 2 0 0,0 0 11 0,-1 0-10 0,0 0 5 15,3 0-9 1,-1 0 8-16,-1 5 11 0,1 0-10 0,-2-1 10 16,1 1-14-16,0-1 5 0,-1 0-1 0,-1 0 9 15,-7 1-1-15,9-3-21 0,1 1 11 0,-10-1-8 0,0 0 10 16,0-1 9-16,6 0 5 0,-6-1-1 16,0 0 1-16,0 0 3 0,0 0-2 0,0 0-4 15,0 0 9-15,0 0 19 0,0 0 12 0,0 0-2 16,0 0-12-16,0 0-16 0,0 0-16 0,0-4 2 0,0 0-4 0,0 1 0 15,-11-2-14 1,3 0-1-16,-1 1 9 0,1-1-9 0,-3 1 6 16,0 0 4-16,-1 0-1 0,0 3 3 0,-3 1 1 0,2 0-2 15,0 0-2-15,-1 0-10 0,-1 6-1 0,0 0 14 16,2 0-8-16,-3 1 14 0,3 1-10 16,4 1-8-16,-4 1 7 0,4 0-9 0,9 0 11 15,-10 1 1-15,10 1 8 0,0 0 5 0,0 0-7 0,0 0 9 0,0 1-12 16,0-2-1-1,0 2 2-15,0-1-8 0,0-1 20 0,0 1 1 0,10 0 8 16,3-1-6-16,1 1-15 0,2-2 7 0,2-1-8 16,3 1 20-16,0-2-19 0,1-2 6 0,0-1 7 15,-1-2-13-15,-1 1 7 0,-1-4 3 0,-3 0 5 0,1 0-8 16,-2 0 11-16,-2 0 3 0,0-9-14 0,0 2 3 0,-2-4 8 16,-1-1-27-1,2-4 8-15,-6 0-5 0,4-3 1 0,-10 0 2 0,8-2-2 16,-8-1 3-16,0 0-2 0,0-1 7 0,0 0 6 15,0-1-3-15,0 0 2 16,0 0 8-16,0 1-6 0,-11-1 6 0,-2 1-16 0,1 1 0 0,-1-1 9 16,-1 2 3-16,2 1 15 0,1 3 1 0,-1 2-13 0,4 4-11 15,8 0 2 1,-11 4-14-16,11 3-3 0,0 4 11 0,0 0-20 16,0 0-11-16,0 0 5 0,0 0-1 0,0 0 10 15,0 7 14-15,0 1 8 0,0 2-14 0,0 3 8 0,0 2 4 0,0 2-6 0,0 2 3 16,0 3-11-1,0-1 0-15,8 3 4 0,0-2 15 0,0 3-3 16,2 0 10-16,0-1-5 0,1 0-12 16,3-1 6-16,-2-1-8 0,3-1 8 0,0-1 3 0,0 0-1 0,1-3 6 0,0-2-4 15,-3 0-10-15,4-2 6 16,-3-3 1-16,2 1-12 0,-2-3 18 0,2-3-8 0,-2 0-17 16,0-1 25-16,-1-4-9 0,-2 2 6 0,0-2 12 15,-1 0-12-15,-10 0-5 0,9 0 2 0,1-7-12 16,-10 2 5-16,9-2 4 0,-9-1-7 0,11-1 8 0,-11-2-3 15,11 0-9-15,-11-1 15 0,10-2-1 16,-10 1 6-16,10 0-4 0,-10 0-19 0,10 0 11 16,-10 1-9-16,0 0 1 0,10 1 8 0,-10 1-8 0,8 1 0 15,-8 0 19-15,0 2-3 0,11 0-15 0,-11 1 6 32,9 1-14-32,-9 1 9 0,12 1 6 0,-12 0 1 0,12 2-12 0,-1 1 6 15,-1 0-5-15,0 0 5 0,2 0 8 0,1 3-15 16,-1 1 15-16,1 0-7 15,-1 1 0-15,-2 0 9 0,-10 0-10 0,13-1-2 16,-13-1 7-16,0 0-5 0,10-1 7 0,-10 0-1 0,0-2 1 0,0 0 8 0,0 0-4 0,0 0 5 16,0 0 2-16,0 0-4 0,0 0 2 15,0 0 0-15,0 0-5 16,0 0 2-16,0 0-11 0,0-3-1 0,0 0 0 16,0-1-13-16,0 0 18 0,0-1-7 0,-17 0 5 15,4 0 7-15,-1 0-4 0,-2 0 4 16,-1 2-10-16,-1 0-7 0,1 1-1 0,1 2 4 0,-1 0 3 0,-2 0 3 15,5 0-3-15,-5 7 0 0,3-1 9 16,0 1-4-16,2 1-2 0,0 1-7 0,3 0-6 16,-1 2 9-16,3 0 1 0,9 1-3 0,0 2 10 0,-8-2-2 15,8 2 5 1,0 0 10-16,0 1-14 0,0-1 3 0,0 1 2 0,0-1-3 16,14 0 6-16,1-2-6 0,0 0-1 15,0 0 1-15,4-2 8 0,-3-1 8 0,2-1-7 16,0-1 6-16,1-1-9 0,0-2 1 0,-3-4 4 15,1 0 8-15,-3 0-2 0,2 0-6 0,-3 0 2 16,0-7-11-16,-1-1 5 0,-2-2 10 0,-10-1-7 16,15-3-2-16,-15-1-1 0,11-2-17 0,-11-1 11 15,13-2-14-15,-13-1 10 0,13-1-10 0,-13-1 1 0,0 0 16 0,0-1-3 16,0 0 23-16,0 0-1 0,0 0 3 0,0 1 1 16,0 1-6-1,0-1 5-15,0 2-7 0,-13-1-3 0,13 3 9 16,-13-1-22-16,13 3 12 0,-11 1-10 0,11 2-4 0,-14 3 17 0,14 0-18 15,0 3 8-15,0 4-13 0,-9-1-9 0,9 5-1 16,0 0-3-16,0 0-2 0,0 0-14 0,0 0 17 16,0 0-4-16,0 0 19 0,0 7 8 0,0 3-18 15,0-1 3-15,0 3-7 0,0 2 14 0,0 3 3 16,0 1-3-16,0 2 14 16,0 3-19-16,0-1 4 0,0 0 9 0,0 2-22 0,0 0 23 0,14 0 8 0,2-1-16 15,-3 1 23-15,0-1-5 0,4 0 12 0,0-1 23 31,0-1-3-31,5 0 2 0,0-1-5 0,0-2-3 0,-2-3-6 0,-2-1-12 0,0 0-1 0,-1-3-16 32,-4-1 6-32,-1-4 19 0,0-1-19 0,-3 1 13 15,-9-3-8-15,9-1-16 0,-9-2 21 0,0 0-18 0,0 0 5 16,0 0-1-16,0 0-4 0,0 0-3 0,0 0 0 0,0 0-5 16,0 0-3-16,0 0 0 0,0 0-33 0,0 0-69 15,0 0-76-15,0 0-112 0,0-3-94 0,0-1-115 16,0 3-181-16,0-1-203 15,0 2-228-15</inkml:trace>
  <inkml:trace contextRef="#ctx0" brushRef="#br0" timeOffset="38996.82">1590 2632 1550 0,'0'-4'43'0,"0"4"45"0,0-3 26 0,0 3 19 0,0 0-19 15,0 0-32-15,0 0 27 0,0 0-8 0,0 0-22 16,0 0-13-16,0 0-51 0,0 0-14 0,0 0 9 16,0 0-3-16,0 0-3 0,0 3 14 0,0 0 12 15,0 0 17-15,8 0 11 0,-8 2 33 0,0 0-6 16,6 2-15-16,-6 1 0 0,0 1-16 0,7 2 6 15,-7 0 17-15,7 1-10 0,-7-1-17 0,0 1 1 0,5 1-11 16,-5-1 5-16,8 1 4 0,-8-2-6 16,7 1-1-16,-7 0-1 0,6 1-2 15,-6-3-17-15,9 1-2 0,-9-2 2 0,8 0 5 16,-8 1 6-16,8-3-1 0,-8-1 4 0,0-1-6 0,0-2 11 0,0 0 23 16,0-3 5-16,0 0 27 0,0 0 21 15,0 0-10-15,0 0 16 0,0 0-3 0,0 0-7 16,0 0 18-16,0 0 1 0,0 0-27 0,0 0-35 0,0 0-26 0,0 0-40 15,0-6 4-15,0 0-10 0,0 0 9 0,0-2-3 16,0-1-10 0,0-2 9-16,0-1-19 0,-11-2 12 0,11 2 3 15,0-2 12-15,-11-1 2 0,11 1-6 0,0 0-3 0,0 2-9 16,0-2 2-16,0 2 5 0,0 0 6 16,0 1 17-16,0 0-12 0,0 1 9 0,0 0 10 0,0 1-26 15,0 0-9-15,0 1 7 0,13 0-19 16,-4 1 0-16,-9 1 17 0,13 1-21 0,-4 5 5 0,-9-4-1 15,12 4-4-15,-12 0 5 0,12 0 2 16,-1 0 16-16,-1 0 2 0,-1 0 0 16,-9 0-1-16,13 8-15 0,-2-1-1 0,1 2 7 0,-12-1-3 0,13 0 9 15,-2 1 8-15,-11 0-10 16,13 1 3-16,-2-1-13 0,-11 0 8 0,12 0 3 0,0 1-3 0,-12-1 10 16,14 0-1-16,-3 0 1 15,0-2-4-15,0 1-6 0,-3 0-8 0,2-1 6 16,2-1 0-16,-12-1 16 0,13 1-11 0,-2-2 13 0,0 0-1 0,-3-4-5 15,-8 0 23-15,14 6-10 0,-5-6 21 16,-9 0-9-16,12 0 1 0,-2 0 1 16,-10 0-14-16,10 0 16 0,-10 0-14 15,11 0-18-15,-11 0 8 0,13 0-6 0,-13 0 10 0,9-6 19 16,-9 1-12-16,12 2 16 0,-12-3-14 0,10 1-3 16,-10-1 14-16,8-2-22 0,-8 1 9 0,0-1-6 15,0-2-6-15,0 0 0 0,0 0-8 0,10-1 8 16,-10 0-7-16,0 0 2 0,0-1 8 0,0 0-14 15,0 1 3-15,0 0 4 0,0 1-4 16,0 0 16-16,0 1-11 0,-10 1 4 0,10 1 5 0,0 1-19 16,-9 6 24-16,9-5-24 0,0 5-13 0,0 0 12 0,0 0-25 15,0 0 16 1,0 0-8-16,0 0-8 0,0 0-2 0,0 0-9 16,0 0 16-16,0 0 1 0,0 0 6 0,0 0 4 15,0 7 3-15,0 1-1 0,0 0 16 16,0 3 1-16,0 0 1 0,0 1-4 0,0 0-3 0,0 1 0 0,9 1-12 0,-9-1 14 15,12 0-11-15,-2 0 13 16,-10 0 2-16,10 0-6 0,1-1 6 0,0 1-11 16,-3-3 4-16,2 1-2 0,0-2-4 0,0-1 6 15,1 1 4-15,0-3 11 0,2-1 1 16,-2-1 1-16,3-4 1 0,-1 0-13 0,1 0 0 0,-3 0 7 16,3 0-12-16,-3 0 19 0,-1 0 1 0,2 0-6 15,-2 0 6-15,-2-7-15 0,-8-1 4 0,12-2-4 0,-2 0 6 16,-10-1 3-16,8-1-12 15,-8-3 8-15,0 1-18 0,0-3 10 0,0 0-1 16,0 0-7-16,0 1 6 0,0 0-5 0,0 1 10 0,0 1-9 0,0 1 9 16,0 2-2-1,0 1-8-15,0 2 6 0,0 1 2 0,0 1-11 0,-10 6 5 0,10 0-8 0,0 0-7 16,0-4 5-16,0 4-1 0,0 0-6 0,0 0-6 16,0 0 3-16,0 0-17 0,0 0 17 0,0 0-1 15,0 4 11-15,0 2 22 16,0 2-16-16,0-1 15 0,0 1-22 0,0 3 2 0,0 1 15 15,0 0-8-15,0-1 12 16,0 1-10-16,0-1 0 0,0 0 1 0,10 0-5 16,0-1 12-16,-1 0-6 0,0-1 3 0,1 1 3 15,1-1-6-15,0-1 15 0,0-2-6 0,3 1 7 16,-2-1 1-16,3-2-16 0,-2 1 2 0,4-5 0 16,-1 0 1-16,0 0 17 0,-2 0-11 0,3 0 3 0,-2 0 6 15,0 0-9-15,0 0 23 0,-1 0-15 0,-1-7-7 0,-1 2 11 16,-12-2-16-16,13 1 7 15,-13 0-4-15,11-2-7 0,-11-1 2 0,0-1 7 0,0-1 6 0,0 0-16 16,0-1 1-16,0-1-8 0,0 1-4 16,0 0 8-16,0 1 0 0,0 0 6 0,0 1-2 15,0 1-6-15,-11 1 1 16,11 0-2-16,-10 3-10 0,10 0 16 0,0 5-13 0,0 0 0 0,0 0-1 16,0 0-11-16,0 0 0 0,0 0-11 0,0 0 15 15,0 0-10-15,0 0 17 0,0 0 18 0,0 7-7 0,0 2 20 16,0-1-23-16,0 3-7 15,0 0 14-15,0 1-11 16,0 1 21-16,0 0-11 0,0 1-6 0,0-3 3 0,0 1 1 16,10 0 12-16,-10 0-7 0,0-2-4 15,0-2-9-15,0 0 6 0,10-1 5 0,-10 0 5 0,0-7 6 0,0 4-21 0,0-4 6 16,0 0 2 0,0 0 7-16,0 0 29 0,0 0-1 0,0 0-3 0,0 0-13 15,0 0-8-15,0 0-14 0,0 0 10 16,0-8-3-16,0 1 3 0,0-2-1 0,0 0-15 15,0-3-2-15,0-2 2 0,0 0 11 0,0 0 2 16,0 0 4-16,0-1-6 0,0 1-8 0,0 1 5 0,0 2 3 16,0 0-6-16,0 3 3 0,0-1-10 15,0 3 4-15,0 0-15 0,12 6 6 0,-12 0-3 0,0 0-2 0,13 0 17 16,-13 0-11 0,14 0 10-16,-3 0-2 0,0 0 5 0,1 8 4 0,0-2-11 0,-1 4 8 15,1-1-11-15,1 1 3 0,-2 2 19 0,0-1-16 0,2 0 9 16,-2 1-2-1,-11 0-6-15,13-1 11 0,-4 0-8 0,-9 1 2 16,14-3-1-16,-14 0 5 0,10-1 1 0,-10-2 3 16,0-1-5-16,8-5-10 0,-8 6 3 0,0-6 11 15,0 0 9-15,0 0 3 0,0 0 11 0,0 0-18 0,0 0 14 16,0 0-4-16,0 0-8 0,0 0 9 0,0 0-20 0,0-6 4 16,0 1-4-16,0-2-4 15,0-2-3-15,0-1-2 0,0-2 6 0,0 0-4 16,0-2 2-16,0 0 3 0,14 0-2 0,-14 0 1 0,10 0-10 15,-10 1-3-15,12 2-2 0,-12 0 6 0,11 4 13 16,-11-1-6-16,8 8-2 0,-8-5-9 0,0 5-12 16,11 0 5-16,-11 0-2 0,0 0 0 0,10 0 14 0,-10 0-5 15,11 0 20 1,-2 8-8-16,-9 2 0 0,11 0 1 0,-1-1-16 0,2 2 17 16,-4 2-4-16,2-1 4 0,-1 0 6 0,1 0-7 0,-1 0 1 0,-1 0 7 31,3-1-5-31,-3 0 5 0,2 0-3 0,-1-3-8 15,2 2 1-15,-1-3-3 0,-1 0 11 0,1-1-1 0,-1 0 8 16,2-6 4-16,-3 4-11 0,2-4 17 0,-1 0-3 0,2 0-7 16,-11 0 15-16,11 0-13 15,2 0-1-15,-13-7 8 0,11 0-1 0,-3 0-14 0,-8-1 1 0,12-2-2 0,-12-1-10 16,0-1 13-16,10-1-4 16,-10-2-3-16,0-2-2 0,0-1 7 0,0 0 0 15,0-4-2-15,0 1-6 0,0-2-4 0,0-1 4 0,0-1 10 16,0 2 7-16,-10 2-7 0,0-1-11 0,10 3-6 15,-12 3 7 1,3 0-2-16,9 3 10 0,-14 1 10 0,4 3-6 0,10 0 7 0,0 4-15 16,-8 5-12-16,8-6-14 0,0 6-1 0,0 0-3 15,0 0-8-15,0 0 13 0,0 0-1 0,0 0 15 16,0 9 16-16,0 2-9 0,0 1-7 16,0 2 5-16,0 1-2 0,0 5 4 0,0 1 12 0,0 1-12 0,0 0-3 15,11 3 2-15,-1-1 5 0,2-1-5 0,-2 2 6 16,1-1-1-16,3-2-4 0,-1 0 6 0,1-2-11 15,0-1 10-15,2-1-12 0,-3-1 16 0,4-3 5 16,-1-2 0 0,1-1 5-16,-4-1-10 0,4-2-4 0,-4-2 5 15,0-6 2-15,3 7 4 0,-5-7 10 0,3 0 0 16,-3 0 7-16,-11 0-9 0,15 0 1 0,-15 0-2 0,12-8-11 16,-12 0 17-16,0-1-19 15,11-2-9-15,-11-1 1 0,0-1-8 0,0-2 17 0,0-1-2 16,0-1-1-16,0 0-7 0,0-3-7 0,0 3 4 15,0-1-3-15,0 2 6 0,0 1 1 0,0 1 5 0,0 2 13 16,0 1-5-16,0 4-11 0,0-1-4 0,0 8-9 16,0-4 2-16,0 4 2 0,0 0-16 0,0 0 2 15,0 0-18-15,0 0 1 0,0 0 6 0,0 0 0 16,0 0 17-16,0 0 1 0,0 9 16 0,0 0 6 16,0 1-8-16,0 0 7 0,0 1-8 0,0 1-3 15,12 1 1-15,-12 0 7 0,15 0-3 0,-1-1-5 0,0 0 12 16,2-1-8-1,0-1 9-15,1 0 2 0,1-2-5 0,2 0 6 0,2-2-11 0,-1-6 14 16,1 5-2-16,3-5-9 16,0 0 11-16,-1 0-15 0,0 0 19 15,1 0 0-15,-4 0 4 0,-2-8 6 0,0-1-20 16,-2 0 5-16,-4 0-13 0,-2-1 1 0,0-1 0 0,-11-1-1 16,8-1-4-16,-8 0 6 0,0-1 1 0,0-1-1 15,0 0 5-15,0 1-23 0,0-1 1 0,0 3-5 16,0-1 0-16,-10 4 4 0,-1 0-5 0,2 2-2 15,1 7-2-15,-3-7 11 0,0 7-7 0,0 0 6 0,-2 0-12 16,0 0-1-16,1 0 11 0,-1 8-9 16,-1 1 17-16,1 2 2 0,2-2-7 15,-3 3 7-15,6 2-5 0,8 0-8 0,-11 1 8 0,11-1-1 16,-11 1 8-16,11 2 2 0,0-1 2 0,0 0 5 0,0 0-8 16,0 0 6-1,0-1-11-15,0 0 5 0,11-1 4 0,0-1-2 16,0 0 7-16,3-1 7 0,-1-2 2 0,4-1 13 15,-1-1-6-15,3-1 0 0,3-2-7 0,-1-5-11 16,3 0 13-16,1 0-18 0,0 0 19 0,2 0-4 16,3 0-5-16,-2-6 13 0,2-1-2 0,-1-3 2 15,0 0 5-15,-1-1 1 0,-1-1-20 0,-2 1 13 0,-1-3-14 16,-5-1 3-16,-2-1 6 16,-1 0-14-16,-2-1 12 0,-4-1-23 0,-10 0 5 0,0-1-10 0,14-1 9 0,-14 3 4 15,0-1 2 1,0-1 5-16,0 2-19 0,0 1 19 0,0 2-17 0,0 0 11 15,0 4 7-15,-14 0-10 0,14 1 19 0,-13 2-32 0,13 7 4 0,-16-7-17 16,7 7-7 0,-1 0 16-16,-2 0 0 0,12 0 10 0,-15 0-4 0,3 0 4 15,2 11-7-15,10 1-2 0,-14-2-1 0,3 0-3 0,11 1 3 16,-11-2 9-16,11 2 4 0,0-2 2 16,-10 2-8-16,10-2 1 0,0 0 0 15,0 0 7-15,0-1 12 0,0-1-5 0,0 1 4 0,0-2-8 0,12 1 1 0,-12-2 6 31,14-5-5-31,2 7 7 0,-2-7 4 0,3 0-14 16,0 0 24-16,-2 0 2 0,2 0 18 0,-1 0 29 16,0 0-28-16,-2 0 6 0,-3-8-14 0,0 8-13 0,-11-5 19 0,13-1-8 15,-13 6-17-15,12 0-2 16,-12-4-16-16,0 4-6 0,0 0 3 0,0 0-6 16,0 0 0-16,0 0-5 0,0 0 1 0,0 0 4 0,0 0-6 15,0 7 18-15,0-1-1 0,12 3-3 0,-12-1 12 16,11 3-19-16,-11 2 10 0,14 0 2 0,-5 0 1 15,-9 0 13-15,12 0-13 0,-2 0 1 0,-10 1-6 0,10-3-6 16,0 1 12 0,-10-2-3-16,12 0 7 0,-12-2-9 0,11-1-3 15,-11 0-12-15,11 0 2 0,0-3 19 0,-11-4-15 0,13 7-3 16,-2-7-38-16,-2 6-37 0,-9-6-23 0,13 0-20 0,-13 5-14 0,11-5-16 16,-11 0-20-16,0 0-20 0,11 0-76 0,-11 0-101 15,0 0-136-15,0 0-114 0,0 0-117 16,0 0-71-16,-20-4 6 0</inkml:trace>
  <inkml:trace contextRef="#ctx0" brushRef="#br0" timeOffset="40286.24">5614 2593 1932 0,'9'0'51'0,"-9"0"100"0,0 0 48 0,0-8 50 0,8 3-17 16,-8-2-45-16,0 1-31 0,0 2 15 0,0-1-17 16,0-1-14-16,0 2 2 0,0 4-46 0,0-7-1 15,0 1-23-15,0 0-12 0,-12 6-9 0,2-6-11 0,1 6 6 16,-2-6-15-16,-2 6-1 0,0 0-1 0,-2 0-11 16,-3 0 11-16,1 0-5 0,-2 0-6 15,3 0-15-15,-1 0-3 0,2 9 1 0,0 0-5 16,0 0-2-16,3 0 10 0,1 2-13 0,-1 1 5 0,12 0 0 15,-12 1-11-15,12 0 18 0,-11 3 4 32,11-1 3-32,0 0 5 0,0 0-6 0,0 1 15 0,0-2 7 0,0 0 18 15,0-2 17-15,0 0-10 0,17-1 16 0,-4-1-18 0,1 0-7 16,0-2-8-16,4-1-14 0,-1-7 0 0,3 7-6 0,0-7 7 16,2 0 6-16,1 0-6 15,-2 0 8-15,3 0-5 0,-4 0-6 0,-2-10 11 16,1 1 0-16,-4-1 5 0,-2-1-3 0,-2 0-9 0,0-3-9 0,-11 0-10 0,0-1-11 15,0-2 1-15,0-1 3 0,0-1 5 16,0-1-2 0,0 0 1-16,0 1-11 0,-14 0-6 0,3 1 14 0,-3 1-3 15,1 2 4-15,0 2-4 0,-1 3-2 0,0 2-4 0,2 8 7 16,-1 0-4-16,0 0-3 0,4 0-11 0,9 0 0 0,-13 0-3 31,13 0-6-31,-13 0 7 0,13 0-9 0,0 12 24 0,0 1 4 0,0-3 2 0,0 1 6 16,0 1-6-1,0 0-2-15,0-1 4 0,0 0-2 0,19 1 2 16,-3-1 2-16,0-2 7 0,0-1-8 0,3-1-12 16,1-7 10-16,-1 7-3 0,3-7 7 0,0 0 12 15,-2 0-15-15,0 0 11 0,0 0-2 0,-2 0 8 0,-1 0 20 0,-1-12 4 0,-2 1 12 16,-1 0-8 0,-1 0 3-16,-12-1-7 0,13-2-18 0,-13 1 2 0,10-3-17 15,-10 2 15-15,0-2 18 0,0 0 12 0,0-1 13 16,0 2-19-16,0 1-11 0,0 2 1 0,0 2-19 15,0 3-16-15,0 7 4 0,0-9-24 0,0 9-3 0,0 0 10 16,0 0-22-16,0 0 5 0,0 0 1 0,0 0-12 16,0 0 20-16,0 0-1 0,0 11 19 0,0 1 3 0,0 3-6 15,0 2 7-15,0 3-26 0,0 3 18 16,12 3-3-16,-12 1-1 16,10 2 12-16,-10 0-9 0,14 2 9 0,-3 0 1 0,-1 0 2 0,2 0 4 15,-2 0-10 1,1 0 7-16,3-2 1 0,-3-3-13 0,3 0 13 15,-1-2-8-15,3-1 4 0,-2-3 5 0,-1-2 3 0,1-2-9 16,-1-2-1-16,1-2 1 0,-1-3-13 0,-1-9 8 0,-1 10 3 16,-11-10 13-16,16 0 4 15,-3 0 2-15,-13 0-3 0,14 0-5 0,-14 0-9 16,12 0 9-16,-12 0-9 0,10-10-3 0,-10 1 7 16,0-4-6-16,0-2-5 0,0-2 6 0,0-1-13 0,0-3-10 15,0-2 11-15,-14 1-20 0,-4-2 21 0,1 1-5 0,0 1-5 16,-2 1 10-1,-2 1-4-15,2 1 0 0,-3 3-12 0,4 2 16 0,-2 0-22 0,6 4 23 16,-2 2-2-16,5 8-10 0,11-7 4 16,-11 7-17-16,11 0 13 0,0 0-2 0,0 0-1 15,0 0 7-15,0 0-2 0,0 0-7 0,0 0 9 0,0 0-8 16,12 0 15-16,1 0 9 0,3 0 9 0,0 7 3 16,6-7-15-16,0 0 3 0,0 7-7 0,2-7 7 0,1 0 1 15,-1 0 8-15,0 0-5 0,-4 0 6 16,-1 0-1-16,-3 0-6 0,0 0 8 0,-7 0-16 0,-9 0-24 31,0 0-51-31,0 0-98 0,0 0-95 0,0 0-113 16,0-4-143-16,0 4-64 0,0 0-132 0,0 0-65 15,0 0-35-15</inkml:trace>
  <inkml:trace contextRef="#ctx0" brushRef="#br0" timeOffset="41048.37">7351 2359 2870 0,'0'0'51'16,"0"-7"68"-16,0 7 36 0,0-5 41 0,0 5-33 0,0 0-52 15,0 0-39-15,0 0-24 0,0 0-33 16,0 0-8-16,0 0-4 0,0 0-13 0,0 0 9 0,0 0-3 16,0 9-6-16,0-3 14 0,0 2 14 0,0 3-5 15,0 0 36-15,0 3-13 0,0 2 1 0,0 2 21 16,0 2-11-16,0 0-3 0,0 3 10 16,0 0-23-16,0-1 1 0,0 0 4 0,9 0-18 15,-9-1 6-15,0-2-17 0,9-1 4 0,-9-2-9 0,0-2 6 0,11-2-6 16,-11-2-6-16,0-1 20 0,0-1-10 0,0-8 29 0,0 5 28 15,0-5 19-15,0 0 57 0,0 0 9 0,0 0 11 16,0 0 7 0,0 0-30-16,0 0-36 0,0 0-37 15,0 0-40-15,0 0-20 0,0-11-3 0,0 1 0 0,0 0 6 16,0-2-3-16,0-1 21 0,0-2-16 0,0 0 6 16,0-1-4-16,0 1-16 0,0 0 16 15,0 0-4-15,16 2 0 0,-4 1 9 0,1 1-8 0,0 3-3 16,3 8 3-16,0-10-2 0,1 10 16 15,6 0-1-15,-2 0-31 0,3 0 3 0,0 0-12 0,-1 0-2 0,2 0 27 16,-4 10 16-16,1 0-19 0,0-1-7 16,-6 3 20-16,0 1-40 0,-5 0 13 15,-11 1 31-15,13 0-18 0,-13 0-2 0,0 1 10 0,0 0-21 16,0-1 10-16,0 1 23 0,0-1 0 0,0-2 4 16,0 1-2-16,-16-3 4 0,0 0-9 0,0 0 2 0,2-4-7 15,-2 2 4 1,2-8 7-16,-2 0-15 0,3 6-13 0,-1-6-19 0,0 0-25 0,14 0-65 0,-14 0-54 15,14 0-87-15,-11 0-93 16,11 0-56-16,-8-9-77 0,8-2-36 0,0 1-57 0,0-1-51 0,0-2-9 16,0-2-21-16</inkml:trace>
  <inkml:trace contextRef="#ctx0" brushRef="#br0" timeOffset="41249.96">7780 2177 3328 0,'0'-6'69'16,"0"-1"38"-16,0 3 27 0,0 0 21 0,0 4-61 0,0 0-44 0,0 0-33 15,0 0-19-15,0 0-8 0,0 0 1 0,0 0 12 16,0 0-10-16,0 6 0 0,0 1 12 16,0 0-32-1,0 2-69-15,0 1-91 0,0 4-103 0,0 0-133 16,0 1-46-16,0 2-57 0,0 0-37 0,0 1 28 15</inkml:trace>
  <inkml:trace contextRef="#ctx0" brushRef="#br0" timeOffset="41734.78">8229 2569 3024 0,'11'0'84'15,"-11"0"96"-15,0-6 71 0,0 6 48 0,0 0-52 16,0-7-52-16,0 7-65 0,0 0-39 0,0-5-23 16,0 5-31-16,0 0 1 0,0-8 6 0,0 8-16 15,0-8-21-15,0 8 6 0,-14 0-27 0,4 0 25 16,10 0-7-16,-14 0-9 0,5 0 4 0,9 0-6 16,-11 0 1-16,11 0 7 0,-13 0-7 0,13 0-7 15,-13 0 10-15,13 0-9 0,-9 9 7 0,9-1 8 16,-11 0-7-16,11-1 1 0,0 1 0 0,-10-1 2 0,10 3 0 15,0-1-3-15,0 0 8 0,0-1-13 0,0 0 9 16,0 1 4-16,0 0-7 16,0-1 27-16,0 2 7 0,0-3 4 0,13 2 27 0,-1 0-21 15,1 0-4-15,1 0-7 0,-1 0-1 0,0 0 2 0,3-1 1 0,0 0 15 16,-1 1-16-16,-2-3-4 0,1-6-6 16,-3 9-18-16,-1-3-2 15,-10-6-15-15,12 8 10 0,-12-8 3 0,0 0 5 16,10 5-2-16,-10-5 0 0,0 0 2 0,0 0-3 0,0 0 12 0,0 0 8 15,0 7 16-15,0-7 23 0,0 0 31 0,0 8-12 16,-15-8-3-16,2 8-31 0,0-8-43 16,-4 0 8-16,0 0-9 0,0 7-7 0,1-7 25 15,-3 0-7-15,3 0-5 16,1 0 6-16,0 0-5 0,1 0-11 0,1 0-4 0,1 0-12 0,12 0-60 0,-13 0-50 16,13 0-60-16,-14-7-59 0,14 0-53 15,-11 4-110-15,11-1-102 0,0 4-153 0,0 0-145 16,-10-10-54-16</inkml:trace>
  <inkml:trace contextRef="#ctx0" brushRef="#br0" timeOffset="42853.77">7317 2723 1726 0,'0'0'45'0,"0"0"43"0,0 0 37 0,0 0 87 0,0 0-24 0,0 0-13 16,0 0-45-16,0 0-65 0,0 0-11 0,0 0-1 15,0 0 10-15,0 0-9 0,0 0-10 0,0 0-28 16,0 0-2 0,0 0 5-16,0 0 1 0,0 0-6 15,0 8 16-15,0-8-16 0,0 0 11 0,0 0-1 0,0 0 12 16,0 6 7-16,0-6 0 0,0 3 37 0,0-3-16 0,6 5 16 0,-6-5-10 15,8 6-9-15,-8-1 5 0,7-5-1 0,-7 7 23 16,10-3 5-16,-10-4-3 0,10 7 4 0,0-7 2 16,0 6-11-16,0-6 8 0,0 0-22 0,2 0-10 15,-1 6 4-15,4-6-6 0,0 0 5 0,1 0-10 16,0 0-11-16,1 0-13 16,-1 0 0-16,3 0 7 0,-5 0 3 0,2 0 20 15,-2 0-1-15,0 0-14 0,-4 0-8 0,-10 0-13 0,11 0-1 16,-11-6 11-16,0 6-5 0,0 0 12 0,0 0 0 15,0 0-13-15,0 0-5 16,0 0-20-16,0 0-5 0,0 0 10 0,0 0 5 0,0 0-11 16,0 0 1-16,0 0-16 15,0 0-3-15,0 0 20 0,0 0-9 0,0 0-23 16,0 0-35-16,0 0-57 0,0 0-84 0,0 0-51 0,0-9-108 16,0 9-100-16,0 0-106 15,0 0-99-15,0-7-106 0,14 2-7 0</inkml:trace>
  <inkml:trace contextRef="#ctx0" brushRef="#br0" timeOffset="44849.91">9611 2504 2077 0,'0'0'48'16,"0"0"118"-16,0 0 56 0,0 0 69 0,0 0-17 0,0 0-77 0,0 0-24 15,0 0-30-15,0 0 9 0,0 0-2 0,0 0 2 16,0 0-19-16,0 0-25 0,0 0-7 0,0-7-14 15,-11 7 3-15,11-8-1 0,-14 8-22 0,14-9 0 0,-13 9-24 16,13-8 2-16,-17 8-7 0,6 0-21 0,11-9 2 16,-12 9-9-1,12 0-10-15,-15 0 9 0,15-9 10 0,-13 9-15 16,1 0-2-16,0 0 4 0,0 0-18 0,1 0 0 16,-1 0 16-16,0 0-9 0,1 0 1 0,0 12-1 15,11-1-3-15,-14-2 8 0,14 2-9 16,-12 1 13-16,12-1-9 0,-14 1-9 0,14 0 24 15,0 0-8-15,0 1-7 0,0-1 5 0,0 0-7 0,0-1 3 0,0-2 18 16,0 2 1-16,0-2-1 0,0 0 2 16,0-1 8-16,16-1 0 0,-5-7 9 0,2 10-4 15,-1-3-11-15,1-7-1 16,1 8-4-16,2-8-1 0,0 0 2 0,0 0-7 0,1 0 1 0,2 0-4 0,-3 0 16 16,1 0-2-16,-1 0-9 0,1 0 9 0,-4-9-14 15,1 1 6-15,-1 0 22 0,-2-1 10 0,-11-1-5 16,14 0 0-1,-14-1-13-15,0 0 7 0,12 0 2 0,-12-3-2 0,0 3 10 0,0-1-24 0,0 1 0 16,0-1 6-16,0 3-6 0,0 0 10 0,0-1 15 16,-15 10-27-1,15-9 0-15,-11 9-4 0,11-7-24 0,0 7 19 16,0 0-19-16,-11 0-15 0,11 0 10 16,0 0-7-16,0 0 4 0,0 0 22 0,0 0-10 0,0 9 7 15,0 0 5-15,0 1-12 0,0 2 9 0,0 0-7 16,0 0 11-16,0 2-7 0,0-1 8 0,0 1 1 15,16 0-7-15,-3-2 3 0,-1-1-7 0,2-2 5 16,-1 1-6-16,4-2 15 0,-4 0-3 0,4-8 1 0,-4 8 6 16,3-8-7-16,-2 0-2 15,-1 0 12-15,-1 0 5 0,-2 0-4 0,-1 0 10 16,-9 0-20-16,13 0 0 0,-3 0 6 0,-10-11-10 0,12 0 13 16,-12-1-7-16,8 1 4 0,-8-2 1 0,0-1-5 0,0 0-4 15,0 0-4 1,0 0-10-16,0 1 6 0,0 1 7 0,0 1 1 0,0 2 12 0,0 1-10 0,0 8-11 0,0-9-3 15,0 9-3 1,0 0-10-16,0 0 0 0,0 0-4 0,0 0-12 16,0 0 18-16,0 0 3 0,0 0 1 15,0 0 7-15,0 0-3 0,0 9 4 0,0 1 7 16,0 0-7-16,0 0 9 0,0 2-9 0,0 0 14 16,0 0 0-16,0-2-2 0,0 1-1 0,0-1-17 15,0-3 15-15,0 1-8 0,0-8 10 0,0 7-1 0,0-7 1 16,0 0 3-16,0 0 5 0,0 0 18 0,10 0-4 15,-10 0 2-15,0 0 0 0,0 0-16 16,0 0-1-16,0 0-8 0,0 0-8 0,0-9 10 0,0-2-10 16,0-1 7-16,0 0 0 0,0 1 0 15,0-2 9-15,0 0-12 0,12 0 7 16,-12 0-8-16,0 2 10 0,10 2 7 0,-10 0 4 0,0 2-8 16,9 7-21-16,-9-8 11 0,0 8-17 0,11 0-1 15,-11 0 14-15,11 0-11 0,-11 0 5 0,12 0 10 16,0 0-16-16,-4 0 10 0,3 0-3 0,0 0-6 0,0 0 14 0,3 0-12 15,-1 11 7-15,0-2 8 0,3 3-6 0,1-2 18 16,-3 1-8-16,3 0-17 0,-1 0 13 16,0 3-23-16,0-1 17 0,-2-1 12 15,2-1-14-15,-2-1 10 0,-3-1-12 16,1-2 2-16,-12 1-2 0,13-8 16 16,-13 8 4-16,12-8-1 0,-12 7 14 0,0-7-17 0,11 0 11 15,-11 0-7-15,0 0 9 0,0 0 16 0,0 0-9 16,0 0 3-16,0 0-10 0,0 0-22 0,0-9 11 0,0 2-7 15,14-1-3-15,-14-2 6 0,0-1-19 0,11 0 20 16,-11-2-15-16,0 0 1 0,14-1 7 0,-14 0-8 16,0 0 14-16,11 1-5 0,-11-1 2 0,12 0-10 15,-12 3-9-15,0-1 15 0,14 1-6 16,-14 2 0-16,0 0 8 0,11 9-11 0,-11-9 13 0,0 9-6 16,12 0-15-16,-12-8 15 0,16 8-24 0,-2 0 20 15,-1 0 8-15,4 0-14 0,-4 0 9 16,3 0-13-16,-2 0 19 0,-1 0-5 0,1 0 0 0,-3 0 6 15,0 0-16 1,-11 8 5-16,11-8 4 0,-11 0 1 0,0 9 1 16,11-9 6-16,-11 0 6 0,0 0-3 0,0 0 13 15,0 0-10-15,0 0 7 0,0 0 0 0,0 0-2 0,0 0 18 16,0 0-8-16,0 0-3 0,0 0 3 16,0 0-17-16,0 0-8 0,0 0 6 0,0-9-21 15,0 9 6-15,0-8 3 0,-14 8-1 0,0 0 13 0,14-7-18 16,-16 7 6-16,0 0-8 0,4 0-9 0,-4 0 14 15,2 0-7-15,1 0 3 0,-3 0 2 0,3 0 2 16,1 0-11-16,-1 0 10 0,13 9-5 16,-16 3-4-16,5-1 8 0,11 1-4 0,-15 0 5 15,15 0 2-15,0 2 1 0,-12 0-1 16,12 0-3-16,0 0 10 0,0-1 7 0,0 1-4 0,0 0 12 0,0-1-14 16,19 0-2-16,-3-1 13 0,1-1-18 15,0-1 12-15,1-2-7 0,0 1-7 16,4-3 15-16,-2-6-14 0,2 0 10 0,-1 8-2 15,1-8 3-15,-3 0 14 0,0 0 0 16,-2 0 7-16,0 0-2 0,-4 0-8 0,0-11 3 0,-3 1-7 16,-10-1-8-16,14 0 2 0,-14-3-11 0,11-1 21 15,-11-2-8-15,0-4-4 0,0 0-4 0,12-3-15 16,-12 0 12-16,0-2-5 0,0 0 15 0,0-3-16 16,0 0 3-16,0 1 9 0,-17 1-13 15,6 0 9-15,-3 0 9 0,3 4 7 0,0 0 21 0,-2 4 24 16,2 1-10-16,-1 3-5 0,0 3-11 0,1 1-25 15,11 2-1-15,-12 3-12 0,12 3-10 0,-11 3-4 16,11 0 4-16,0 0-11 0,0 0-4 16,0 0 7-16,0 0-13 0,0 6 24 0,0 3 8 0,0 0-1 15,0 5 15-15,0 0-2 0,0 6 5 16,0 1-5-16,12 4-2 0,-1 1 6 0,0 0 0 0,2 2 5 16,0-1-20-16,1 1 4 0,2-2-14 15,-2 1-3-15,3-2 16 0,-2-1-11 0,2-1 12 0,-3-2 4 16,2 0-2-16,-2-3 0 0,0-3-4 0,-1 0-8 15,1-3-3-15,-3-2-1 16,-1-1-2-16,-10-2 6 0,14-7 14 0,-14 5-5 16,10-5-1-16,-10 0 16 0,0 0-25 0,0 0-17 15,0 0-21-15,0 0-59 0,0 0-49 0,0 0-31 16,0 0-57-16,0 0-68 0,0 0-39 0,0 0-93 16,0-6-67-16,0-1-106 0,0 1-92 0,0 6-72 15,0-8 5-15</inkml:trace>
  <inkml:trace contextRef="#ctx0" brushRef="#br0" timeOffset="46931.63">11804 2555 1943 0,'12'0'38'16,"-12"0"56"-16,0-6 94 0,0 1 43 0,0 5-1 0,0-6 3 0,0 6-67 16,0-3 0-16,0 3-8 0,0-6-35 0,0 0 6 15,0 6-5-15,0-8 0 0,0 2-20 0,0 1-22 0,0-2-20 16,0 7-19-1,-12-8-5-15,12 2-7 0,-11 6-6 0,1-6-4 0,-2 6 12 16,1 0 3-16,-2 0-6 0,0 0-4 16,2 0-8-16,-3 0-6 0,1 0-10 15,-1 0 13-15,3 0-17 0,-2 0 12 0,3 0-6 16,10 8-11-16,-13-1 17 0,0 2-14 0,13-1-2 0,-11 3-1 16,11-1 7-16,-11 1 2 0,11 0 3 15,0 1-12-15,0 1 1 0,0-1 9 0,0 0 15 16,0-1 27-16,0 0 12 0,0 0 2 0,0 0 6 15,0 0-15-15,0-1-10 0,11 0-13 0,-1-1-15 16,2 0 15-16,1-1-7 0,-1 0 14 0,4-1 2 0,0-7 11 16,3 7-17-16,0-7-8 0,3 0 10 15,-3 0-23-15,3 0 12 0,-1 0-5 0,-2 0-4 0,1 0-1 16,-2 0 15-16,-1 0 8 0,-1-10 6 0,0 1 1 16,-3-1-9-16,-13 0 3 15,15-1-8-15,-15-1-9 0,0-1 2 0,10-1 1 0,-10 0-6 0,0-1 6 16,0-1-11-16,0 1-5 0,0 0 5 15,0 1 4-15,0 1-15 0,0 1 6 0,0 1 6 16,-15 4 3-16,15 7 11 0,0-9-15 0,-13 9-19 0,13 0-10 0,0 0 12 31,0 0-11-31,0 0 0 0,0 0 21 0,0 0-5 0,0 0 13 0,0 0 6 0,0 0-17 0,0 0-17 32,0 13 5-32,0 0 4 0,0 1-9 0,0 0 20 15,0 2-3-15,0 0 0 0,0-1 19 0,0 0-16 16,17 1 6-16,-3-3-25 0,0 2 7 0,-1-2 12 0,1-1-19 0,0 0 18 0,0-3 11 15,-1 0-7-15,0-1-1 0,1-8 6 0,0 8-27 16,-1-8 4-16,-13 0 14 0,14 7 16 0,0-7 11 16,-14 0 2-16,13 0-3 0,-13 0-11 0,16 0-9 15,-16 0-8-15,0-11 18 0,12 1-21 0,-12-1 10 16,0 0-3-16,0-1 1 0,0-1 9 16,0-1-12-16,0 0 4 15,0-1-18-15,0 0 8 0,0 1-2 0,0 0 16 0,0 0-7 0,0 3 0 16,0 2 4-1,0 0-7-15,0 9 12 0,0-8-13 0,0 8-7 0,0 0-7 0,0 0-9 0,0 0-7 16,0 0-1-16,0 0 0 0,0 0 12 0,0 0 14 16,0 0 9-16,0 0 4 0,0 12-12 0,0 0-2 15,0-1-1-15,0 0-4 0,0 3 3 0,0-2 8 16,0 1 9-16,0-1-2 0,0-1 1 0,0 0-1 16,0-1-11-16,0-1 7 0,0-1-5 15,0-1-5-15,0-7 10 0,0 8-10 16,0-8 25-16,0 0 4 0,0 0-5 15,0 0 13-15,0 0-5 0,0 0 18 0,0 0 5 0,0 0 4 16,0 0-5-16,0 0-15 0,0 0-10 0,0-7-13 16,0-1 3-16,0-2-1 0,0-1 13 0,0-2 0 15,0 0-18-15,0-3-4 0,0 0-8 0,0-1 5 16,0-1 6-16,0 0-2 0,0 0 11 0,0 1-8 16,0 2-3-16,0 1 14 0,0 1-12 0,0 3 2 0,0 2 9 15,12 8-18 1,-12-7 6-16,0 7-1 0,0 0-15 0,0 0 10 0,0 0-18 15,14 0 10-15,-14 0-1 0,11 0 1 0,-11 0 7 0,14 0-1 0,-1 0 10 16,-2 10-11-16,1 1-1 16,1 1 5-16,0-1-9 0,-1 1 12 15,1 0 3-15,1 2-11 0,-1-1 11 0,1 0-2 16,-1 0 9-16,1-1 0 0,-1 0-10 0,-2-1-10 16,1 0-8-16,0-1 23 0,-2-1-3 0,-10 0 19 15,13-1-10-15,-2-1-4 0,-11-7 16 0,13 7-16 16,-13-7 18-16,11 6-12 0,-11-6 9 0,11 0 17 15,-11 0 5-15,11 0-8 0,-11 0-2 0,11 0-7 0,-11 0-11 16,13 0 16-16,-4-10-15 0,-9 0-1 0,12 2-4 0,-2-2-5 16,-10-1-8-16,12-3-2 0,-12 2 4 15,9-2-2-15,-9-1 12 0,0-2 3 0,0 2-7 0,11-2 7 16,-11 2 6-16,0 1 6 0,0 0 18 16,0 2-2-16,0 1-6 0,0 2-9 0,0 0-5 15,0 9-1-15,0-8 8 0,0 8-1 0,0 0-23 16,0 0-9-16,0 0-16 0,0 0-1 0,0 0 7 0,0 0 1 15,0 0-4-15,0 0-6 0,0 0 4 16,0 0-3-16,0 0 11 0,0 0-6 0,0 0 7 0,0 11 2 16,0-2 6-16,-11 2 10 0,11 1-5 0,0 2 1 15,0-2-3-15,0 2-1 0,0-2-4 16,0 0-1-16,0 1 0 0,0-2 7 0,0 0 4 16,12-1-7-16,-12-1 6 15,13 0-2-15,0 0-1 0,-2-1 15 0,2-2-8 16,-1 0-3-16,3-6 13 15,2 5 3-15,1-5 2 0,0 0 15 0,3 0-17 0,0 0 10 0,1 0 0 16,-4 0-14-16,2-8 10 0,-2 0-20 0,-2-2 3 16,0-1-5-16,-5 0 7 0,-11-2 1 0,16 0-14 15,-16-2 16-15,0-2-14 0,11 0 7 0,-11 0 2 16,0 2-25-16,0 0 26 0,0 1-12 0,0 0 4 0,0 2 24 16,0 2-31-1,0 1 12-15,0 2 2 0,0 1-12 0,0 6-4 16,0-5-9-16,0 5 0 0,0 0-2 0,-13 0 4 15,13 0 1-15,0 0-15 0,0 0 12 0,0 0 2 16,0 10-5-16,0-2 16 0,0 3-29 0,0 2 15 0,0 2 9 0,0 2 8 0,0 3 10 31,0 3-8-31,0 1 4 0,0 2-21 0,0 0 11 16,0 3-4-16,13 1-7 0,1 0 14 0,0 1 6 0,1 1 12 16,2-1-3-16,2 1-19 0,2 1 16 0,1 1-14 15,1-2 11-15,1 0 9 0,-3 2-22 16,2-2 6-16,-2-1-2 0,-2 0 2 0,2 0-3 0,-5-3-11 15,-1-2 8-15,-2-2 3 0,-1-3 2 0,-2-3 11 16,-10-2-23-16,0-3 15 0,10-3-3 0,-10-2-1 0,0-8 19 16,0 9-24-16,0-9 18 0,0 0-5 0,0 8-10 15,0-8 14 1,-13 0-28-16,-2 0 20 0,-2 0-12 0,-3 0 1 0,-1 0 12 0,-4 0-17 16,-2 0 21-16,-3-11 2 0,0 2 0 0,1 0 2 15,-1-2-33-15,0-3 13 0,0 2-7 0,2-4 10 0,0 1 18 16,2-2-36-1,4-1 24-15,-2 0-6 0,7 1-5 0,3-1 14 0,-2 1-24 0,16 0 7 16,-10 0 11-16,10 0-4 0,0 2 2 0,0 0-22 16,0 1-3-16,0 0-5 0,16 2 3 15,0 1 5-15,4 1-12 0,0 0 11 0,0 3 17 0,4-1-5 16,-1 2 21-16,-2 0-6 0,3 1-3 16,-4 1 15-16,-1-1-11 0,0 5 5 15,-2-5-14-15,-1 5 9 0,-3-4 4 0,-2 4 3 0,-11-5 3 0,10 5-12 16,-10 0 7-16,0 0-8 0,0 0 0 15,0-3 5-15,0 3-13 0,0 0 2 0,0 0-40 16,0 0-43-16,0 0-59 0,0 0-69 0,0 0-76 16,0 0-55-16,0-6-80 0,0 0-125 0,0 1-93 15,0 1-142-15,0-2-122 0,0-1-29 0</inkml:trace>
  <inkml:trace contextRef="#ctx0" brushRef="#br0" timeOffset="50163.83">14089 2530 2691 0,'0'0'47'0,"0"0"54"0,0-7 59 0,0 7 53 15,0-5 3-15,0 5-10 0,0 0-39 0,0 0-47 16,0 0-55-16,0 0-39 0,0 0-15 0,0 0-16 15,0 0 0-15,0 0 1 0,0 0-18 0,0 0 12 16,0 0 3-16,0 8 8 0,0 1 10 0,0 0 2 16,0 2 5-16,0 1-10 0,12 2 18 15,-12 1-4-15,0-1 5 0,10 2 2 0,-10-1-9 0,0-1 0 0,0-1-5 0,11-1-7 16,-11 0 0-16,0-2 3 0,0-1-8 16,0 0 12-16,9-3-6 0,-9 0 11 0,0-6 3 0,0 6 11 15,0-6 30-15,0 0 21 0,0 0 36 0,0 0 10 16,0 0 4-16,0 0-16 0,0 0-17 15,0 0-31-15,0 0-33 0,0 0-11 0,0-8-12 16,0-1-4-16,0 0 11 16,0-1-3-16,0-1 3 0,0-1 9 0,0-2 1 15,0 0 11-15,0-1-7 0,0-1 0 0,-12 0 0 16,12 0-3-16,0 0-19 0,0 0 7 0,0 3-6 16,0 1-9-16,0 1 11 0,0 0-10 0,0 3-8 0,0-1-6 0,0 9 3 15,0-7-13-15,0 7 11 0,0 0-2 0,0 0-2 16,14 0 6-16,-1 0 12 0,-1 0 0 0,1 0 3 15,1 0 2-15,-1 0-35 0,1 12 18 0,0 0 2 16,-1-1-7-16,1 1 22 16,-1 0-7-16,-1 0-14 0,-1 2 9 0,-11 0 2 15,15 1-14-15,1-1 19 0,-5 1-12 0,-11-1-3 0,14 1 11 16,-14-1-6-16,14-1 11 0,-14-1-13 16,14-1 5-16,-14-1 3 0,11-1-19 0,-11-1 2 0,12-1 17 15,-12-7-15-15,12 8 12 0,-12-8 13 0,11 7-11 16,-11-7 8-16,0 0 19 0,16 0-5 0,-16 0-16 15,14 0 12-15,-14 0-13 0,16 0 11 0,-3 0-5 16,-2-8-6-16,-11-1 2 16,17 1-12-16,-4-1 13 0,-13-1 2 15,16 0-6-15,-16-1-5 0,14 0 5 0,-14-1-6 16,14 0 3-16,-14-2 15 0,0 3-2 0,0-1 12 0,11 0-8 0,-11 1-8 0,0-1-1 0,0 3-11 31,0 0 17-31,0-1-13 0,0 3 13 0,0-1 12 16,0 8-17-16,0-9 21 0,0 9-26 0,0 0-8 0,0-9 4 0,0 9-15 15,0 0 14-15,0 0-8 0,0 0-11 0,0 0 2 0,0 0-8 32,0 0 10-32,0 0 14 0,0 0-9 0,0 0 2 0,0 0-10 15,0 0 0-15,0 0 7 0,0 9 10 0,0-3-1 16,0-6 2-16,0 11 1 0,0-4-18 0,0 1 8 16,0 1-8-16,0-1 9 0,0 0 17 0,0 1-8 0,0 0 5 0,0 0-11 15,0 0-11-15,0 1 12 0,0-1 0 0,0 0 7 16,16 0 10-16,-16 0-8 0,16 0 12 0,-2-1-11 15,0-2-20-15,-1-6 20 0,1 8-20 0,3-8 11 32,-1 7 13-32,5-7-6 0,-4 0 3 0,4 0 2 0,-4 0 10 15,-1 0-6-15,0 0 5 0,-2 0-8 0,-3 0-8 16,0-7 5-16,-11-1-7 0,15-1 6 0,-15-1 0 16,12-2-10-16,-12-1 16 0,0-1-3 15,0-1-12-15,0 0 5 0,0-1-15 0,0-1 8 0,0 0 6 16,0 2-3-16,0 0 8 0,0 1-3 0,0 3 5 15,0 1-1-15,0 2-4 0,0 8-17 0,0 0 0 16,-12-7 2-16,12 7-7 0,0 0 0 16,0 0-1-16,0 0-11 0,0 0 5 0,0 0 11 0,0 0-2 15,0 0 2-15,0 0 2 0,0 10-4 0,0-2 14 16,0 3-10-16,0-1 13 0,0 4 3 0,0-2-8 16,0 2 12-16,0 1-11 0,0 0 12 15,0-1-7-15,0 0 7 0,0 0-12 16,12-2-2-16,-1 1-1 0,2-2-2 0,1-1 15 0,-1-1-5 0,2-2-4 0,0-1-3 15,2-6 2 1,-1 7 1-16,1-7 17 0,2 0-14 0,-3 0 11 16,1 0-6-16,-2 0 3 0,0 0 5 0,-2 0-16 15,-2 0 9-15,3-8-8 0,-14 1 9 0,13-3 4 16,1 0-8-16,-14-1 1 0,11-1 1 0,-11-1 2 16,0-2-14-16,0 0 10 0,0-1-6 0,0 1-4 15,0 0 14-15,0 1-8 0,0-1-2 0,0 4 2 16,0 0 2-16,0 1 1 0,0 2-2 0,0 0 0 15,0 8-13-15,0-6-5 0,0 6 11 16,-11 0-14-16,11 0 1 0,0 0-8 0,0 0-7 0,0 0 20 0,0 0 1 0,0 0 5 0,0 0-1 16,0 8-10-16,0 1 12 15,0 2 2-15,0 1 12 0,0 0-1 0,0 2-10 16,0 0 8-16,0 1-15 0,0-2-3 0,0 0 10 16,0 0 1-16,0-1 13 0,0-2-5 0,0 1-6 15,0-2 1-15,0 0-17 0,0-2 20 0,0-7-5 0,0 9-8 31,0-9 11-31,0 5-5 0,0-5 15 0,0 0 3 0,0 0 5 0,0 0 5 0,0 0-15 0,0 0 10 16,0 0-6-16,0 0-14 0,0 0 7 16,0-9-5-1,0 2-3-15,0-3 1 0,0 0-7 0,0-1 6 0,0-1-6 16,0 0 13-16,0-1 8 0,11 0-13 16,-11-1 4-16,0 2-13 0,12-2 1 0,-12 3-2 0,0 0 11 0,12 1-1 15,-12 4-6-15,0 6 15 0,11-8-24 16,-11 8 2-16,0 0-1 0,0 0-8 0,13 0 7 0,-13 0 10 15,12 0 1-15,-12 0-4 0,16 10 0 0,-2-1 11 0,1 0-13 16,1 3 5-16,1 0 8 16,-3 1-24-16,3 0 26 0,-1-1-7 0,0 2-5 15,0-3 17-15,0 1-18 0,-5-2 14 0,-11-1-3 0,17-1-7 16,-17-2 6-16,11 1-13 0,-11-7 14 16,0 5-14-16,0-5 13 0,0 0 8 0,0 0 1 15,0 0 13-15,0 0-7 0,0 0 3 0,0 0-2 16,0 0-4-16,0 0 1 0,0 0-10 0,0 0-2 0,0 0 2 15,0-10-9-15,0 3 6 0,0-1-10 16,0-2 0-16,0 0 5 0,0-2-9 0,0 1 8 16,0-1 5-16,0 0-6 15,0-1 10-15,0 2 2 0,15-1-9 0,-15 3 3 16,0 0-2-16,0 2-2 0,0 0 3 0,12 7 3 16,-12-6-4-16,0 6-6 0,0 0-5 0,0 0-7 0,0 0 3 0,0 0-4 0,0 0 2 15,0 0 8-15,0 0-8 0,0 0 15 0,0 0 0 16,15 8-3-16,-15 0 2 0,13 1-7 0,-13 2-2 15,13-1 7-15,-13 1 6 0,16 1 6 0,-3-1-3 16,-13 1 3-16,17-1-9 16,-3-2 3-16,-1 2 4 0,0-2-7 0,0 0 9 15,-13-1-9-15,15-1 6 0,0-1-6 0,-15 0 5 16,13-6 0-16,0 6 3 0,-13-6 8 0,16 0-2 16,-5 0 8-16,-11 0-2 0,13 0-4 0,1 0-7 0,-4 0-6 15,-10 0 2-15,15-8 1 16,-4 0 2-16,-11-1 5 0,13-2-5 0,-13 0 0 0,14-1 10 15,-14-2-17-15,12-3-1 0,-12 1 4 0,0-2-2 16,0-1 12-16,0-1 0 16,0-1-7-16,0-1-14 0,0 1-2 15,0-1 4-15,0 1 6 0,0 1-2 0,-15-2-2 0,15 3-4 16,-16 2 2-16,5 2 1 0,-2-1 16 0,13 4-1 0,-12 1-1 16,12 2 7-16,-11 5-22 0,11 4 4 0,0 0-25 0,0-5-14 15,0 5 14-15,0 0-5 0,0 0 17 0,0 0 18 16,0 0-8-16,-13 12 9 0,13 0 0 0,0 2-11 15,0 2 8-15,0 2-5 16,0 1 10-16,0 2 1 0,0 0-5 16,0 1-4-16,0 0-4 0,13 0 14 0,-13 1-1 0,14-2 4 15,-1 1 0-15,-1-1-2 0,1-1 4 0,0-2 8 0,1-1 5 16,0-1 5-16,1-2 4 0,0-1 3 0,0-1-5 16,3-1-16-16,-2-4-4 0,3 0-13 0,0-1 5 0,0-6 6 15,0 0 5-15,0 5 5 0,-2-5-16 16,2 0 6-16,-4 0-1 0,0 0-8 0,-2 0 12 15,-2-8-8-15,0 2-14 0,-11-3 15 0,13 0-3 16,-13-1 6-16,12-1 2 0,-12 0-3 0,0-2 5 16,0-1-13-1,0 0 0-15,0-1-9 0,0 0-3 0,0 1 12 16,0-1 12-16,0 1 11 0,0 0 1 0,0 2-1 16,0 3 0-16,0-1-11 0,0 3-11 0,0 7-3 15,0-6-20-15,0 6 7 0,0 0-1 0,0 0-8 16,0 0 18-16,0 0-13 0,0 0 6 0,0 0 10 0,0 0-8 15,0 0 4-15,0 9 2 0,0-1 6 0,0 2 1 16,0 1 0-16,0 1-6 0,0 1-1 16,0-1-1-16,0 3 1 0,0-3 6 0,13 2 5 0,-2-2-4 15,2-1-5-15,-2-2 11 0,0 1-3 16,3-3-2-16,2-1 4 0,1-1-10 0,2-5-2 16,1 0 12-16,0 5-9 0,0-5 1 0,3 0 4 0,-3 0-9 0,2 0 18 15,-2 0-1 1,-2-9-8-16,1 0 7 0,-5 0-5 0,1-2-8 0,1-2 9 15,-5 1-7-15,-1-2 4 0,-10-2 10 0,13 0-4 16,-13-1 2-16,0 0-15 0,0 2-5 0,0-2-6 0,0 2 6 0,0 1 1 31,0 0-2-31,0 2 6 0,0 1-9 0,0 1 6 0,-13 2 1 0,13 0-6 0,-17 2 4 16,6 0-14-16,11 6 4 0,-17-5-8 0,4 5 4 16,13 0 13-16,-19 0-6 0,6 0 14 0,1 0-5 15,12 11 7 1,-16-3 1-16,16 1-7 0,-14 3 3 0,14-1-15 0,0 0 4 15,0 0-1-15,0 2 0 0,-13 1 5 0,13 1 7 16,0 0 3-16,0 1 1 0,0-1 1 0,0-1-12 16,0 1 5-16,0-1-7 0,0 0 8 0,0-2 2 15,0-1-3-15,0-1 11 16,16-1 5-16,0-1 1 0,1-1-5 0,-1-2-2 0,6-5-6 16,-1 8-3-16,3-8 5 0,1 0 2 0,0 0-1 0,2 0 4 0,0 0 7 15,-2 0-10-15,2 0 4 0,-2 0-3 16,1-8-2-16,-4 0-2 15,-3-2 12-15,0 2 1 0,-3-3-9 0,-1-1 9 0,-3-1-11 0,1-1-7 0,-3-1 10 16,-10-1 2-16,11 0-11 0,-11-1 13 0,11 0-5 0,-11 0-5 16,0 2 3-16,0-1-12 0,0 1 2 15,0 0-5 1,0 1-2-16,0 2 15 0,0-2-6 0,-15 2 8 16,5 1-5-16,10 1-7 0,-13 2-5 0,1 2-6 15,12 1-4-15,-12 5-11 0,12 0-4 0,-12 0 4 16,12 0 3-16,-13 0 0 0,13 0 10 0,-11 0-1 15,11 9 13-15,-12 0 3 0,12 0 5 0,-12 1 3 16,12 0-8-16,0 1 14 0,0-3-16 0,-12 1-2 16,12 0 11-16,0-3-18 0,0 2 21 0,0-8-7 15,0 7 0-15,0-7 9 0,0 8-1 0,0-8 3 16,12 7-1-16,0-7-2 0,0 0-9 0,-1 0 20 16,5 0-6-16,-2 0 11 0,2 0 14 0,1 0 7 0,1 0 7 15,-2 0 10-15,-1 0-6 16,1 0-21-16,-3 0 8 0,-2 0-22 0,0-5 9 15,-11 5-8-15,13 0-12 0,-13 0 2 0,0 0-13 16,9 0-4-16,-9 0-7 0,0 0 1 0,0 0-3 0,0 0 9 0,0 0 5 16,11 0 1-16,-11 0-9 0,11 0 10 0,-11 12-4 15,11 2 3-15,-11 0 6 16,16 1-5-16,-5 0-2 0,-11 0 0 0,13 2 0 16,1-2 4-16,-14 0 0 0,11-1-2 0,-11-1 15 0,14 0-9 0,-14-2 9 15,13 0-13-15,-13 0 0 16,11-4-6-16,-11 1-11 0,0-2-14 0,13-6-58 15,-13 7-36-15,0-7-52 0,0 0-48 0,13 6-45 0,-13-6-79 16,0 0-73-16,0 0-145 0,10 0-180 0,-10 0-177 16,0 0-115-16</inkml:trace>
  <inkml:trace contextRef="#ctx0" brushRef="#br0" timeOffset="51611.44">17951 2515 2314 0,'0'0'104'0,"0"-6"59"16,0 1 34-16,0-1 40 0,0 2-79 0,0 4-26 16,0-5 18-16,0 2-21 0,0 3 12 15,0 0 1-15,0-6-36 0,0 6 0 0,0 0-36 16,-14 0-16-16,14 0-32 0,-11 0 4 0,11 0-5 15,-14 0-8-15,1 0 17 0,2 0-25 0,-1 0 6 16,-1 9-9-16,2-1 7 0,-3 1-5 0,1 0 2 0,0 2-2 16,2 1-11-16,1 0 5 0,10 1 0 0,-13 0 0 15,13 1 4-15,-12 0 33 0,12-1 10 16,0 1 19-16,0-1 1 0,0-1-15 0,0 0-8 0,0 0 4 0,0 0 5 16,0-1-6-16,18-1-4 0,-1 0-8 0,2-1-5 15,-1-1-6-15,4-2-12 0,0-1 2 0,-3-5 3 16,4 5 5-16,-2-5 23 0,-2 0-8 0,2 0 11 15,-4 0-1-15,-4 0-8 0,1 0 7 0,-14-8-26 16,17-2-4-16,-6 2 2 0,-11-3-12 0,16-2 3 16,-16 0 6-16,0-2-2 0,0-1-5 0,0-2-1 15,0 0-2 1,0-1-2-16,0-1 7 0,0 0-2 0,-16 3-5 16,4 0-16-16,-4 2 2 0,3 2-2 0,0 0 9 15,-1 4 3-15,14 2 1 0,-17 7 5 0,1-7-12 16,16 7 8-16,-14 0-11 0,14 0-2 0,0 0 4 15,-13 0-5-15,13 0 13 0,0 12-1 0,0-1 1 0,0 1 4 16,0-1-13-16,0 0 5 0,0 0 6 16,0 0-7-16,0-1 16 0,0-1 1 0,0 2-13 0,14-4 16 15,-14 1-21-15,18-2 8 0,-4-6 2 0,-14 8-9 16,16-8 17-16,-4 0-13 0,-12 0 6 0,16 0 10 16,-2 0-15-16,-14 0 11 15,16 0-5-15,-3 0 4 0,-13-11-5 0,17 2-3 16,-5-3 15-16,-12-1 1 0,14-1 28 0,-14-1 6 15,11-1 10-15,-11-1 5 0,0 0-20 0,0 0 10 16,0-1 7-16,0 1 3 0,0 0 21 0,0 0-6 0,0 2-12 16,0 3-18-16,0-1-3 0,0 3-10 0,0 2-19 15,0 2-4-15,0 6-16 0,0 0-17 0,0 0-1 0,0 0-12 0,0 0-5 32,0 0 12-32,0 0 3 0,0 0 14 0,0 11 7 0,0 0-2 15,0 1 5-15,0 3-3 0,0 5 4 16,0 0-7-16,0 4-2 0,0 2-6 0,0 2 9 15,0 2 8-15,14 1 5 0,0 0 10 0,0 0-15 16,1 1-5-16,0 0 4 0,0-2-2 0,2 1 8 16,-1-2 9-16,4 0-14 0,-2 0 4 0,2-1-1 0,-1-2-6 15,2-2 14-15,0 0-6 0,-1-4 18 0,-2 0-2 16,0-3-5-16,-3-3 11 0,0-3-19 0,-3-3 27 16,-3-1 1-16,-9-7 14 0,14 0 4 0,-14 0-13 0,12 0-2 15,-12 0-27-15,10 0 0 0,-10 0-12 0,11 0 0 16,-11-8 2-16,13-1 3 0,-2-1-1 0,-11-2 2 15,15-1-7-15,-5-1-11 0,-10-1 6 0,13-2-9 16,-13 0 8 0,11-1 14-16,-11-2-12 0,0 2 9 0,11-2 7 15,-11 1-11-15,0 1 7 0,0-2-6 0,0 1-9 0,0 0 1 0,0 1-2 16,-14-1 5-16,0 1 2 0,-2 0-9 0,0 2 1 0,-3-1-4 0,0 3-1 31,-3 0-11-31,-2 4 14 0,-2-1-7 0,0 2-3 16,1 2 21-16,-4 0-20 0,2 7 9 0,2 0-10 15,2 0 5-15,1 0-2 0,2 0 2 0,2 0 13 16,3 0-17-16,3 0 16 0,12 0-20 0,-13 9 9 16,13-4 7-16,0-5-3 0,0 7 16 0,0-2-6 15,0-5-1-15,0 6-6 0,0 0 0 0,0-6-3 16,0 6 11-16,11 0 15 0,3-1 8 0,2-5-7 16,3 5-7-16,3-5-9 0,-1 0-1 15,4 0 12-15,0 0-1 0,0 0 14 0,2 0-8 0,-3 0 4 0,2 0 7 16,-3 0 2-16,-1-5 4 0,-2 0 1 15,-3 1 7-15,-3 0-16 0,0 0 1 0,-3 4 0 0,-11-4-13 0,13 4-4 16,-13-5 5 0,0 5-12-16,0 0-4 0,9-3-1 0,-9 3-14 0,0 0 4 15,0 0 0-15,0 0 2 0,0 0-6 0,0 0-26 0,0 0-32 0,0 0-57 16,0 0-77-16,0 0-76 0,0 0-94 0,0 0-69 16,0 0-59-16,0 0-67 0,0 0-30 15,0 0-99-15,0 0-118 0,0 0-6 0</inkml:trace>
  <inkml:trace contextRef="#ctx0" brushRef="#br0" timeOffset="53945.74">20008 2584 1359 0,'0'0'43'0,"0"0"34"0,0 0 54 0,0 0 36 0,0 0-26 15,0 0 0 1,0 0-35-16,0 0 43 0,0 0 12 0,0 0-19 15,0 0 37-15,0 0-67 0,0 0 2 0,0 0 18 16,0 0-39-16,0-3 21 0,0 0-4 0,0 3-19 16,0-5 11-16,0-1-19 0,0 2-10 0,0-3 8 0,0 3-11 15,0-2-3-15,0-1 2 0,-14 2 0 0,5-3-6 16,9 2 1-16,-16-2-1 0,5 0-3 0,-1 1-5 16,12-1-12-16,-17 2-12 0,4 6-9 0,0-8 1 15,1 1 4-15,3 7-12 0,-7 0-15 0,16-5 3 16,-14 5-14-16,-2 0 13 0,3 0 5 0,13 0-17 15,-17 0 12-15,3 0-6 0,1 9-1 0,13 0 5 16,-16 1-5-16,16 0-6 0,-15-1-5 0,15 4 13 0,0-1 3 16,-13 0 4-16,13 1-2 15,0 0 0-15,0-2-10 0,0 3 6 0,0-2 5 16,0 0 0-16,0 0 7 0,0-1 3 0,0 1 7 16,0-1-1-16,0-1 14 0,0 1 5 15,0-1 11-15,0-1-11 0,0-1-5 0,13 0-7 16,0-1-12-16,0-1 8 0,1 0-11 0,2-6 8 15,-3 6 9-15,4-6 1 0,1 0 20 0,-6 0-12 16,6 0 1-16,-7 0-1 0,0 0 2 0,1 0 8 16,-12 0 12-16,13 0 12 0,-13-7-15 0,16-1-3 15,-16 0-9-15,13-1-30 0,-13-1 9 0,11-2 14 16,-11-1-16-16,0-1 40 0,12 0-1 0,-12-1-6 0,0 2 21 16,0 0-18-16,0-1 6 0,0 3-2 15,0 1-13-15,0 2-11 0,0 1-13 0,0-1 0 16,0 8-19-16,0 0-5 0,0-5-10 0,0 5-17 0,0 0 13 15,0 0-11-15,0 0-1 0,0 0 1 0,0 0-11 16,0 0 15-16,0 0 9 0,0 6 8 0,0 2 4 16,0-2 5-16,0 4-1 15,0 0-11-15,0 2 3 0,0-1 3 0,0 2-4 0,0-1 19 16,0-1-8-16,13 0-2 16,-13-1-1-16,13 0-8 0,-13-1 20 0,12-1-6 15,-2 0 6-15,-10-3-7 0,14 1-10 0,-14-6 13 16,13 5-7-16,-13-5 3 0,12 0 2 0,-12 0-9 0,13 0 10 0,-13 0 1 15,11 0 1-15,-11 0-17 0,13 0-30 0,-13 0-33 16,9 0-49-16,-9 0-9 16,0 0-50-16,13 0-39 0,-13 0-36 0,0-4-49 0,11 0-55 15,-11 1-40-15,0-1-55 0,0 1-97 0,0 3-44 16,0-7-85-16,0 0-40 0</inkml:trace>
  <inkml:trace contextRef="#ctx0" brushRef="#br0" timeOffset="54217.96">20032 2204 3027 0,'0'-5'46'0,"0"0"45"15,0 0-1-15,0 3 15 0,0 0-35 0,0 2-43 0,0 0-8 0,0 0-14 0,0 0-11 0,0 0-18 31,0 3 15-31,0 0 4 0,0 0-3 16,0-2 17-16,0 4 1 0,0-1-5 0,0 1 11 0,0 1 7 16,0 0-11-16,0 3-6 0,0-1-5 0,0 2 3 0,0-1-1 0,0-2 15 0,0 3-12 31,0-2-64-31,0 1-82 0,0-1-83 0,0-2-132 16,0 1-69-16,0-7-56 0,0 6-84 0,0-6 37 15</inkml:trace>
  <inkml:trace contextRef="#ctx0" brushRef="#br0" timeOffset="54827.18">20432 2451 1963 0,'13'0'52'0,"-2"0"102"0,1 0 33 0,-2 0 31 0,-10 0-15 16,11 0-54-16,-11 0 11 0,14-5 16 0,-14 5-2 31,0-7-36-31,0 7-12 0,0-5-17 0,0 5-14 16,0-6 8-16,0 6-23 0,0-8-15 0,0 8-24 15,0-6-19-15,0 0 4 0,0 6-11 0,0-6-6 0,0 6-6 0,0-6-4 16,-14 1-2-16,14 5-1 0,-9 0 14 16,9-6-19-16,-13 6 1 0,13 0 5 0,-16 0 4 15,3 0-3-15,3 0-13 0,10 0 10 0,-15 0-2 16,3 0-3-16,2 0 13 0,10 6-6 0,-13-6-12 15,13 6 10-15,-11-6 3 0,11 6 1 0,0 1-3 16,-9-1 4-16,9-1-8 0,0 2 5 0,0-1 3 16,0 0-2-16,0 2 3 0,0-2 4 0,0 0 1 0,0 0 17 15,0 2 1-15,0-2 3 16,15 3 2-16,-3-3 21 0,0 3-3 0,2-1-6 0,-1 0 15 16,4-1-36-16,0 1 7 0,1 1 14 0,0-1-23 0,2 3 6 15,-3-2 4-15,3 0-11 0,-1 1 3 16,1-2 2-1,-4 2-16-15,0-2-4 0,-2 0 4 0,2 0-7 16,-7-2 4-16,-9 1-4 0,12-1-3 0,-12-1 4 0,0 1-1 16,0-1 5-16,0 0 1 0,0-5 3 15,0 7-11-15,0 0 6 0,0-3 4 0,0 1 9 0,0 1 14 16,0-2-13-16,0 1-5 0,-17 1 1 0,0 0-8 16,4-1 5-16,13 1 6 0,-17-2-14 0,4-4 5 0,13 7 3 15,-15-7-8-15,2 0 9 0,13 0 2 0,-16 4-8 16,5-4 4-16,11 0-5 0,-17 0-2 0,17 0 4 0,-14 0-8 15,14 0 4-15,-18 0-11 0,6 0-19 0,12 0-45 32,-13-4-39-32,-1 0-50 0,14 0-60 0,-15 1-31 0,5-1-90 0,10-1-26 0,-15 1-94 15,15 4-53-15,-14-5-25 0,14-2-77 0,0 1 99 0</inkml:trace>
  <inkml:trace contextRef="#ctx0" brushRef="#br0" timeOffset="56993.96">20838 2242 1102 0,'0'0'25'0,"0"0"21"0,0 0 30 0,0 0 34 0,0 0-3 0,0 0 11 15,0 0-7-15,0 0 1 0,0 0 1 0,0 0-1 16,0 0 3-16,0 0 42 0,0 0 4 0,0 0-23 16,0 0-2-16,0 0-55 0,0 0-13 0,0 0-5 15,0 0-8-15,0 0-17 0,0 0 4 0,11 0 26 0,-11 0-4 16,10-4-2-16,2 1-4 0,-2 2-12 16,0-1 12-16,0 0 5 0,0 2 8 0,0 0-16 15,1-2-22-15,-2 2 2 0,1-2-14 0,1 2 5 16,-3 0-2-16,1 0-7 0,-9 0-8 0,13 0-3 31,-13 0-2-31,9 0 0 0,-9 0-3 0,8 0-4 16,-8 0 0-16,0 0-8 0,0 0 16 0,0 0-10 0,11 4 5 15,-11 0 7-15,0-1-16 0,0 2 12 0,0 1-3 16,0-1-1-16,0 4 18 0,0 1-1 0,0 0-2 16,0 3 16-16,0 0-17 0,0 0-5 15,0 1 11-15,0 0-18 0,0 0 13 0,0-1-2 16,-11-1-8-16,11 1-1 0,-9-3-6 0,9 1 6 15,-13 1 11-15,13-3-14 0,0 2 5 0,-9-2-2 16,9 2-12-16,0-2 14 0,0-1-9 0,-10-2 4 0,10 1-1 16,0-2-3-16,0 1 9 0,0-1-8 0,0-5 11 15,0 4 9-15,0 2-4 0,0-6 6 0,0 5 11 16,0-5 16-16,0 4 22 0,11-4 18 0,-11 7-9 0,14-7-4 16,-3 0-12-16,-1 5-19 15,2-5 6-15,-2 0-12 0,0 0-10 0,-10 0 31 0,15 0-12 16,-15 0 12-16,12 0 4 0,-12 0-27 0,0 0-5 0,10 0 5 15,-10 0-4-15,0 0 17 16,0-7 5-16,0 7-10 0,0 0-2 0,0 0-23 0,0 0-2 16,0-6-20-16,0 6 2 0,0 0 9 15,0 0-12-15,0 0 7 0,0 0 5 0,0 0-22 16,0 0 0-16,0 0-5 0,0 0 0 0,0 0 4 0,0 0 6 0,0 0-2 16,0 6 1-16,0 1 17 0,0-2-12 0,0 3 10 15,0 1-14-15,0-1-2 16,0 3 15-16,0 1-4 0,0-2 2 15,0 3 4-15,0-1-12 0,0 1 3 0,0 0 2 16,0 1-4-16,0 0 10 0,15-1 0 0,-4 1 10 16,0 0-10-16,2 1 5 0,-13 0-1 0,15-1-2 15,-4 0-5-15,-11 0 3 0,18 1 2 0,-9-2-4 16,-9-1 11-16,12-2-10 0,-12 1-9 0,0-2 7 0,0 0-7 16,0 0 20-16,0-2 0 0,0 0-1 0,0-1 8 15,0 2-13-15,0-2 10 0,0 2 9 0,0-2 8 16,-17 0 7-16,0-6 4 0,0 8 4 0,-4 0-9 15,2-8 9-15,-2 7-5 0,1-7-8 0,1 0 8 16,2 0-14-16,1 0 8 0,2 0 0 0,-2 0-7 16,5 0 1-1,11 0-3-15,-13 0 2 0,13 0-1 0,-12 0-2 0,12 0 1 0,0 0-9 0,0 0-8 16,0 0 5-16,0 0-18 0,0 0 1 0,0 0 2 0,0 0 0 16,0 0 3-16,0 0 2 0,0 0 2 15,0 0-3-15,0 0 3 0,0 0-4 0,0 0 5 0,0 0-13 16,0 0 5-16,0 0-12 0,0 0 0 0,0 0 2 31,0 0-13-31,0 0-4 0,0 0-19 0,0 0-26 0,0 0-9 16,0 0 0-16,0 0-16 0,0 0-2 0,0 0-11 15,0 0-27-15,0 0-3 0,0 0-17 0,0 0-28 0,0 0-25 16,0 0-56-16,0 0-47 0,0-6-64 0,0 6-63 0,0-6-31 31,0 6-24-31,0-7-6 0,0 0-13 0,0 1 39 0</inkml:trace>
  <inkml:trace contextRef="#ctx0" brushRef="#br0" timeOffset="57796.17">21724 2866 1656 0,'0'0'25'0,"0"0"20"0,0 0 5 15,0 0 4-15,0 0-24 0,0 0-22 0,0 0-5 16,0 0-3-16,0 0-20 0,0 0-34 0,0 0-83 16,0 0-92-16,0 0-91 0,0 0-93 15</inkml:trace>
  <inkml:trace contextRef="#ctx0" brushRef="#br0" timeOffset="60076.14">6183 4171 1621 0,'11'0'43'0,"-11"0"50"0,0 0 37 0,0 0 28 0,13 0 35 0,-13 0-6 0,0 0-25 15,0 0-4-15,0 0-49 0,0 0-30 0,0 0-5 16,0 0 9-16,0 0-7 0,0 0 4 0,0 0 0 16,0 0-9-16,0 0-13 0,0 6-9 0,0-6 10 15,0 0-11 1,0 0 10-16,-19 6-2 0,3-6-16 0,0 0 14 16,-2 8-27-16,-2-8 12 0,0 7 5 0,-1-7-7 15,-1 7 12-15,0-7-7 0,-3 7-1 0,1-7-8 0,0 8 3 16,2-8-11-16,0 7 5 0,3-7-9 15,5 7-20-15,-1-7-3 0,15 0-11 0,-12 7 1 16,12-7 19-16,0 0-15 0,0 0 10 0,0 0-3 0,0 7-15 16,0-7 23-16,0 5 0 0,0-5 0 0,0 8 2 0,0-1-1 15,14 0-14-15,0-1 2 0,-2 2 8 0,3-1 9 16,-2 0-11-16,4 1 6 0,-1 1 6 0,0-3-19 16,0 3 7-16,0-3-5 0,1 2 0 15,-4-1 0-15,-2 1 19 0,3 0 5 0,-14-1-11 16,13 1 11-16,-13 0-7 0,0-1 5 0,0 2 11 0,0 2 7 15,0 0 2 1,0 1 3-16,0 0-13 0,-18 1-21 0,1 0 1 16,-2 1-13-16,1-1 3 0,0 0 13 0,0-2-13 15,2-1 0-15,3-1 8 0,1-1 1 0,12-8 7 16,-11 8-18-16,11-8-7 0,0 0-2 16,0 0 1-16,0 0 24 0,0 8-4 0,0-8 6 0,0 0-15 15,0 0 4-15,0 0 0 0,20 0-2 0,1 8 2 16,1-8-6-16,3 0 0 0,2 0-1 0,3 0-3 0,0 0 12 15,2 0 10-15,1 0-11 0,-1 0 1 0,-1 0-2 16,1-10-22-16,-4 10 15 0,-1-9 14 0,-4 9-84 16,-3-7-53-16,-3 7-99 0,-4-6-98 0,-2 6-59 15,-11 0-117-15,0-7-120 0,14 7-131 0,-14-11 44 16</inkml:trace>
  <inkml:trace contextRef="#ctx0" brushRef="#br0" timeOffset="60298.85">6743 4210 2680 0,'11'0'34'0,"1"0"55"0,1 0 6 0,1 0 6 0,1-7-48 16,2 7-39-16,2-6-3 0,0 1-7 0,3 5 14 0,1-5-21 0,-3 5-79 15,2 0-148-15,-3 0-135 0,0 0-153 0,-3 0-94 16,3-6 68-16</inkml:trace>
  <inkml:trace contextRef="#ctx0" brushRef="#br0" timeOffset="60446.71">6808 4332 1874 0,'0'0'54'0,"0"0"47"0,0 0 89 0,0 0 25 16,0 0-50-16,15 0-26 0,0 0-102 0,2 0-18 0,1 0-5 15,0 0-13-15,0 0 6 0,4 0-1 0,0 0-9 16,-3-6-129-16,2 6-85 0,-3 0-152 0,0-6-154 16,1-1-54-16</inkml:trace>
  <inkml:trace contextRef="#ctx0" brushRef="#br0" timeOffset="61843.89">7978 3855 1463 0,'0'0'34'16,"0"0"34"-16,0 0 26 0,0 0 36 0,0 0-1 0,9 0-22 0,-9 0 3 15,0 0-12-15,0 0 32 0,0 0 10 0,0 0-15 16,0 0-21-16,0 0-52 0,0 0-16 16,0 0-14-16,0 0-5 0,0 0-14 0,0 0-7 0,0 0 13 15,-14 7 0-15,-2-7 20 0,2 5 9 0,-2-5-13 16,-1 7 8-16,-2-3-20 0,3 2-8 0,-1-6 4 15,2 7 5-15,3-2 0 0,12-5-1 0,-15 7-16 0,15-1-9 32,0-6 2-32,-14 8-1 0,14-8 5 0,0 8-2 15,0-8 1-15,0 6 8 0,0-6 4 0,0 6 2 16,0 2 10-16,0-2 24 0,0 3 38 0,0-1 16 16,0 1 32-16,0 0-19 0,16 2-19 0,0-1 0 0,0 3-31 15,1-1-16-15,0 0-13 0,5 0-10 0,-4 2-18 16,3 0 9-16,-3 1 6 0,0-1-18 0,-1 1 2 15,-4-2 10-15,-2 0-22 0,-11-1 19 0,11 1 0 0,-11 0-16 16,0 0 26-16,0 2-17 0,0-1 16 16,0 1-1-16,-14-1-8 0,-2 1 3 0,2-1-14 0,-2 0 8 15,-1-2-5-15,-1-3 16 0,4 0 6 0,0-2 1 16,-2 0 23-16,5-7 4 16,11 0 0-16,-16 6 2 0,16-6-10 0,-13 0-17 15,13 0 16-15,0 0-17 0,0 0-1 0,0 0 3 0,0 0-11 0,0 0 4 16,0 0 8-16,0 0 23 0,0 0-7 0,0 0 4 15,0 0-14 1,0 0-15-16,0 0-5 0,0 0 3 0,0 0 2 16,16 0-13-16,-3 0-13 0,-13 0 6 0,17 0-18 15,-4 0 18-15,-2 0 2 0,-11 10-1 0,14-10 3 0,-14 10 10 16,15-2-7-16,-15 2-5 0,12 0 14 0,-12-1-24 16,0 3 12-16,0-1 1 0,0 0-3 15,0-1-2-15,0 2 6 0,0-2 0 0,11-1-5 0,-11 1 1 16,0-3 4-16,11-7 8 0,-11 10-10 0,14-2 11 15,-14-8-5-15,16 9-12 0,0-9 18 0,-3 0-8 16,6 9-1-16,-2-9 3 0,2 0-3 0,3 0-1 0,-1 0-7 0,1 0-8 31,0 0-38-31,0 0-53 0,-3 0-77 0,0 0-68 16,-6-7-101-16,2 1-47 0,-5 0-120 0,-10-1-93 0,11 0-73 16,-11-2 12-16</inkml:trace>
  <inkml:trace contextRef="#ctx0" brushRef="#br0" timeOffset="62322.06">8656 3932 2857 0,'0'-7'14'0,"0"-2"35"0,0 0 1 15,0 2 15-15,0 1-12 0,0 1-24 0,-13 5 1 16,-1 0-20-16,1 0 2 0,1 0-14 0,1 0-3 0,-2 0 10 16,2 0-14-16,0 0 12 0,11 13 9 0,-14-1-13 0,4 0 19 15,10 2 4-15,-13 0-13 0,13 1 21 0,0 2 2 16,0 1-4-16,0-1 10 0,0 0-9 0,0-2 10 16,0 0-11-16,0 1 21 0,0-2 9 0,0-1 2 15,0-2 15-15,15-2-7 0,-1 0 11 16,0-9-4-16,0 8 4 0,-1-8-1 0,2 0 6 0,-1 0 5 0,-1 0 3 15,0 0-2-15,0 0-15 0,-13 0-18 0,17 0-13 32,-4-13 4-32,-13 0-10 0,17 0 14 0,-4-1 8 15,-13 0-11-15,0 0-1 0,14 0-8 0,-14 0-19 0,0 1 10 16,0 2 16-16,0 1-16 0,0 0 20 16,0 10-25-16,0-9-9 0,0 9 1 0,0 0-25 15,0-8 5-15,0 8-11 0,0 0-12 0,0 0 1 16,0 0-5-16,0 0-2 0,0 0 29 0,0 0-6 15,0 0 1-15,0 12 5 0,0-1-21 0,0 0 29 16,13 3-8-16,-13-1 8 0,15 3-22 0,-15-1-24 16,15 2-42-16,-4-2-72 0,3 2-43 0,-2-1-72 15,0-2-51-15,2-1-47 0,-2-2-87 0,3-1-55 0,-2-2-63 0,1-8-90 16,-1 7 84-16</inkml:trace>
  <inkml:trace contextRef="#ctx0" brushRef="#br0" timeOffset="62592.45">9189 3943 3278 0,'0'0'35'0,"0"-6"-1"0,0 6 22 0,0 0 14 0,0 0-31 16,0 0-3-16,0 0-17 0,0 0-3 0,0 0 17 15,0 8 17-15,0-1 18 0,0 3-12 0,0 0-6 16,0 1-17-1,0 3 3-15,0-1-5 0,0 3-20 0,0 2 12 16,0-3-37-16,0 4 11 0,0-2 15 0,0 1-1 16,0-1 5-16,0 0-11 0,0-1-69 0,0-1-101 15,0-2-109-15,0-1-170 0,0-1-76 0,0-2-90 16,0-2-90-16,0-7 149 0</inkml:trace>
  <inkml:trace contextRef="#ctx0" brushRef="#br0" timeOffset="63163.71">9443 3697 3997 0,'0'-8'63'0,"0"2"15"0,0 1 25 0,0 5 0 0,0 0-58 15,0 0-19-15,0 0-28 0,0 0-11 0,0 0 2 16,0 0-2-16,0 0 7 0,0 0 9 0,0 10-2 15,0 0 4-15,0 4-1 0,0 1 4 0,15 2 4 16,-15 3-5-16,15 3 9 0,-15-1-7 0,13 2-10 0,-13 2 23 16,17-1-10-16,-17-2 5 0,12 2 11 15,-12-5-26-15,0 0 11 0,14-2-13 0,-14-2 0 16,0-2-5-16,0-2-1 16,0-3 4-16,12-1-2 0,-12-8 11 0,0 9 1 0,0-9 9 15,0 0-3-15,0 0 0 0,0 0 26 0,0 0 51 0,0 0 49 16,0 0 15-16,0 0-50 0,0 0-25 0,0 0-41 15,0 0 29-15,0-12 13 0,0 0-15 0,0-1 8 16,0-1-37-16,0 0-12 0,0-1 10 0,0 0-7 16,0-2 15-16,0 1 9 0,0 0-10 0,16 1 6 0,-16 3-14 15,18 1 7-15,-18 2-20 16,14 2-17-16,0 7 9 0,-14-7-11 0,18 7 1 16,-3 0 0-16,-2 0-17 0,1 0 4 15,1 0 6-15,0 0 2 0,0 0-4 0,0 0 5 0,1 11 11 16,1-1 1-16,-2 1 12 0,2-1-15 15,-2 2-14-15,-2 1 1 0,0-1-6 0,-13-1 10 0,16 0 7 16,-16 1-2-16,11-1 7 0,-11-2-12 0,0-9-6 0,0 12 15 0,0-1-9 16,0 0 17-16,0-2 0 0,0 0-16 0,0 1 1 15,0 1-4-15,-20 0 6 0,2 0 11 0,3-1-11 32,-2-2 1-32,-1 1-4 0,2-9-25 0,-3 9-15 0,2-9-21 0,-1 0-28 0,2 0-53 15,-1 8-5-15,3-8-48 0,-1 0-47 0,4 0-16 16,11 0-68-1,-16 0-68-15,16 0-68 0,-17 0-117 0,17 0-89 16,0-12-70-16,0 1 32 0</inkml:trace>
  <inkml:trace contextRef="#ctx0" brushRef="#br0" timeOffset="64175.27">9906 3620 1387 0,'0'-4'60'0,"0"4"40"0,0 0 52 0,0-5 42 0,0 5-16 16,0 0 50-16,0 0-13 0,0-3-2 0,0 3-23 16,0 0-51-16,0 0-10 0,0 0-2 0,0 0 5 15,0 0-14-15,0 0-1 0,0 0-20 0,0 0-10 16,0 0-1-16,0 0-12 0,0 0-1 0,0 0-13 16,0 0-25-16,0 0 7 0,0 0-4 0,13 0-1 15,-1 0 17-15,0 0 5 0,2 0 1 16,2 0-9-1,-1 0-13-15,2 0-17 0,0 0-8 0,2 0 12 0,0 0-6 16,-3 0-15-16,1 0 3 0,-4 0-5 16,1 0-12-16,-14 0 16 0,11 0-6 0,-11 0-8 0,0 0 19 15,0 0-14-15,0 0 2 0,0 9-3 0,0-1 7 0,0 1 1 16,0 0 2-16,0 3 1 0,0 2-3 16,0 1 3-16,-11-1-3 0,11 3 1 15,-16-1-12-15,5 0 6 0,11 0-5 16,-15 0 14-16,15 0 8 0,-12-1-22 0,12 0 10 0,0-1 3 15,-14 0-12-15,14 0 11 0,0 0 5 0,0 0-12 0,0-1 8 16,0-1 6-16,0 0-6 0,0 1 1 0,0-3 17 16,0 1-14-16,0-2-4 0,0-9 20 0,0 11-15 15,0-11 23-15,0 11 20 0,0-11 13 16,14 0 23-16,-2 0 5 0,-12 0-2 0,18 0 19 0,-5 0-6 0,1 0-22 16,-1 0 4-16,-13 0-17 0,14 0-4 15,-14 0 33-15,14 0-4 0,-14 0-25 0,0 0-2 0,10 0-12 16,-10 0-8-1,0 0-8-15,0 0-4 0,0 0-16 0,0 0-19 0,0 0-4 0,0 0-16 0,0 0-7 16,0 0-4-16,0 0-7 0,0 0-2 0,0 0 3 16,0 0 12-16,0 0 9 0,0 0-1 0,0 10-7 31,0-2 8-31,0 1 2 0,0 2-1 0,0 1 10 0,0 2-16 16,0 2 8-16,0 2 0 0,0 1 17 0,0 2 1 15,16 0 1-15,-16 1 6 0,20 0-18 0,-4 3 10 16,1-1-8-16,-1-1-2 0,3 2 2 0,-3-1 7 15,1 2 0-15,-1-1 5 0,2-1-13 0,-4-1 1 0,0 0-5 16,-14-2 7-16,16-1 11 0,-16-3-16 0,16 0 13 16,-16-2-11-16,0-1 6 0,0 0 15 15,0-2 11-15,0-1 22 0,0 1 18 0,0-2 2 0,-17-2-16 16,-3 2-9-16,-2-3-19 0,-5-7-10 0,-3 11 4 16,-1-3-6-16,-3-8 7 15,1 9-10-15,0-9 2 0,3 0-12 0,2 9 12 16,2-9 3-16,4 0 2 0,5 0-2 15,1 0-8-15,3 0 9 0,13 0-1 0,-11 0 5 16,11 0-3-16,0 0-23 0,0 0 9 0,0 0-3 0,0 0-26 0,0 0-44 16,0 0-97-16,0 0-114 0,0 0-95 0,0-11-104 15,0 4-131-15,0-1-95 16,0-1-229-16,0 9-205 0</inkml:trace>
  <inkml:trace contextRef="#ctx0" brushRef="#br0" timeOffset="65584.95">4826 7456 2015 0,'-12'0'37'15,"12"0"37"-15,-11 0 94 0,11 0 30 16,-13 0-8-16,13 0-10 0,0 0-78 0,0 0-16 16,0 0-16-16,0 0-3 0,0 0-1 0,0 0-4 0,0 0-3 15,0 0-21-15,0 0 2 0,0 0-3 0,0 0-9 16,0 0 19-16,0 0 9 0,0 0 7 0,0 0 25 15,0 0 6-15,0 0-3 0,0 0 5 0,11 7-2 16,2-7-16-16,3 0 10 0,3 0 0 0,5 0-2 0,4 0-17 0,4 0-11 31,4 0 10-31,8 0-4 0,1 0-7 0,5 0 11 0,4 0-20 16,1 0-11-16,4 0 35 0,2 0-12 0,1 0 10 0,-2 0 12 16,0 0-24-16,0-9 22 0,-6 9-18 15,1 0 1-15,-5 0 20 0,-3 0-53 0,-3 0 16 0,0-9-21 0,-4 9-1 0,0 0 13 31,-4-8-6-31,-2 8 1 0,-4 0-5 0,-4 0 0 16,-1-10-17-16,-3 10 12 0,-3 0-6 0,-6 0-10 16,0-8 9-16,-13 8-7 0,14 0-11 0,-14 0 17 15,0 0-18-15,0 0 5 0,0 0-6 0,0 0 1 16,11 0 8-16,-11 0-6 0,0 0 0 0,0 0-12 0,0 0 10 16,0 0 0-16,0 0 16 0,0 0 6 0,0 0-18 15,0 0 4-15,0 0-9 0,0 0-1 0,0 0 9 16,0 0-6-16,0 0-4 0,0 0-31 0,0 0-29 15,0 0-31-15,0 0-57 0,0 0-22 16,0 0-20-16,0 0-49 0,0 0-36 0,0 0-53 0,0 0-72 16,0 0-5-16,0 0-67 0,0 0 19 0,0 0 22 15,-16 0 30-15,16 0 48 0,-19 0-33 0,6-11 16 16</inkml:trace>
  <inkml:trace contextRef="#ctx0" brushRef="#br0" timeOffset="66636.33">6025 7269 1389 0,'0'0'28'0,"0"0"37"0,0 0 22 0,0 0 35 0,0 0 2 16,0 0-15-16,0 0 5 0,0 0-9 0,0 0-17 15,0 0 58-15,-14 0-1 0,14 0-5 0,0 0-15 16,0 0-77-16,0 0-5 0,0 0-32 0,0 0 15 16,0 0-1-16,0 0-17 0,0 0 10 0,0 0 11 15,0 0 4-15,0 0-7 0,0 0 31 0,0 0 10 16,0 0 1-16,0 9 10 0,0-9 6 0,0 10-12 0,15-2 1 15,-2 0 12-15,-3 0-10 0,-10 0-20 0,19-8 10 16,-6 9-12-16,1 0-3 0,-14-9-11 0,16 8-3 16,-2-8-5-16,-1 8-13 0,-1-8 19 0,-1 0-25 31,2 9 9-31,-13-9-9 0,14 0-12 16,-14 0 23-16,14 7-23 0,-14-7 16 0,0 0-10 0,0 0-6 15,0 0-6-15,0 0-4 0,0 0 22 0,0 0-9 16,0 0 10-16,0 0-14 0,0 0-3 0,0 11 4 15,0-11-3-15,0 9 16 0,0 0 1 0,-14-9-22 0,0 11 19 16,14-2-18-16,-16 0-19 16,16 1 36-16,-17-2-24 0,17 2 14 0,-15-1 10 0,15 0-16 0,0 0 15 15,-14 0 7-15,14-1-13 0,0 0 4 0,-16-1-14 0,16-7-10 16,0 11 9-16,-15-5 15 16,15-6-6-16,0 9 6 0,0-9 7 0,-13 0-28 15,13 8 30-15,0-8-13 0,0 0-19 0,0 0-26 16,0 7-73-16,0-7-75 0,0 0-60 0,0 0-42 15,0 0-102-15,0 0-58 0,0 0-103 0,0 0-110 16,0 0 112-16</inkml:trace>
  <inkml:trace contextRef="#ctx0" brushRef="#br0" timeOffset="68389.06">6283 7501 1443 0,'0'0'39'0,"0"0"44"0,0 0 36 0,0 0 38 0,0 0-10 15,0 0-6-15,0 5 53 0,0-5-20 0,0 0-2 16,0 0-2-16,0 0-74 0,-11 0 6 0,11 0 19 15,0 0-21-15,-13 0 22 0,13 0-3 0,0 0 0 16,0 0 4-16,-11 0-6 0,11 0 18 0,0 0-37 16,0 0 2-1,-14-7-24-15,14 7 1 0,0-10 9 0,0 3-15 16,-13 7 8-16,13-10-15 0,0 1-8 16,0 0 12-16,-13 0 4 0,13 1-15 0,0-1-2 15,-15-2 11-15,15 2-7 0,0-2-4 0,0-1 10 16,-15-1-19-16,15-1-10 0,0 0 14 0,0 0-14 0,0-1 1 15,0-1 13-15,0 0-25 0,0 1-1 0,0 0-1 0,0 0-12 16,0-1 14-16,0 0 4 0,0-1-6 0,0 0-18 16,0-1 1-16,13 1 9 0,-13-1 6 0,11 1 10 15,-11 0 8-15,18 0-2 0,-18 2-2 0,18 0 4 16,-3-1-1-16,-2 1-10 0,2 1-13 16,-2-1 10-16,1 1-14 0,1-1-3 15,0 1 26-15,1-1-10 0,0 1 4 0,0 0 5 0,3-1-10 0,-1 1 1 0,2 1 0 31,0 0-3-31,2 0-10 0,-1 0 13 0,-1 1-5 0,4 0-10 16,-3 1 13-16,2 0-12 0,1 0 7 16,-2 2 9-16,0-1-3 0,2 0 0 0,-2 3 0 15,2-1-6-15,-3 1-4 0,2-1-3 0,2 8-3 16,-3-8 3-16,1 8-3 0,2-9-4 0,-3 9-11 16,3-9 15-16,-1 9-14 0,0-6 6 0,1 6 8 0,0 0-16 15,-1 0 6-15,0-8 4 0,0 8-1 0,1 0 4 16,-2 0 5-16,0 0-10 0,-1 0 7 15,0 0 0-15,0 0-1 0,-1 0-6 0,-1 0 7 0,1 11-6 16,-2-2-9-16,1-1 18 0,1-1-12 0,-2 1-4 16,3 1 13-16,-2 0-6 0,0-1-3 0,0 3 7 15,-1-1-5-15,2-2 0 0,1 3 5 0,-3 0 7 16,3-1 0-16,0 1 4 0,-2 1 3 0,0 0-16 0,0 0 10 16,-1-1-10-16,0 0-7 0,-2 2 7 0,-1-2-4 15,1 1 5-15,-4 1 2 0,3-1 1 0,-16 1-4 0,18-1-1 16,-5 1-1-16,-13 0-2 15,17 2 1-15,-17-3 2 16,15 2 1-16,-15 0 7 0,13 1-7 0,-13-1 5 0,19 1 0 16,-8 1-6-16,-11-1 3 0,17 3 2 15,-17-1 0-15,13 0-1 0,-13 0-2 0,11-1 4 16,-11 1-6-16,0 0 1 0,14 2 15 0,-14-3-14 16,0 1 13-16,0 0-3 0,0 2 0 0,0-1 15 15,0-1-3-15,0-1 11 0,0 1-1 16,0 0-9-16,0 0-5 0,0 0 2 0,0-1-11 0,0 0 15 0,0 1 4 15,0-2-8-15,0 1 13 0,0 0-26 0,0-2 3 16,0 1-3-16,0 2-3 16,-14-3 8-16,14 1-9 0,0 0 8 0,-14-1-6 0,14 2 11 15,0-2 3-15,-16-1-2 0,16 2 0 16,-14 0 6-16,14-2 0 0,-13 1 3 0,13 0-2 0,0 0 2 0,-16-1-5 0,16 1 12 16,-12-1-1-16,-1 0-16 0,13 1 19 15,-16-1-14-15,2 0 3 0,3 0 5 0,11 0-25 16,-17-1 10-16,4 3-4 0,13-3 1 0,-17 2-6 0,4 0-10 15,3 1 8-15,-2-1 3 0,2-1 18 0,-1 0-4 16,0 0-10-16,0 0 6 0,1 1-9 16,-2-2 4-1,2 1 11-15,-2-1-23 0,1 2 17 0,-2-3-12 16,2 0 11-16,0 0 5 0,-3-1-4 0,4 0 11 0,-1 0-23 16,-3-1 15-16,1 0-17 0,2 0 8 15,-3-9-8-15,1 11-1 0,1-2 0 0,-3-9-1 16,1 10 15-16,2-10-20 0,-4 8 6 0,3-8-6 0,-4 0-5 15,4 11 25-15,-1-11-11 0,-4 9-2 0,1-9-4 16,1 0-16-16,-1 0 22 0,-1 9 8 0,1-9 1 0,-2 0-1 16,0 0-9-1,-3 10 5-15,3-10-8 0,-3 0 2 0,0 0 7 0,1 0-16 16,-1 0 24-16,2 0-22 0,0 0-12 16,0 0 1-16,-2 0-4 0,4 0 26 0,-1 0-5 0,2 0 3 0,0 0 0 0,-2 0-15 15,0 0 20-15,-2 0-11 0,1 0-4 0,2 0 4 16,-2 0-11-16,1 0 38 0,0 0-19 0,0 0 9 15,1 0-15-15,1 0-11 0,1-10 31 0,0 10-29 0,0 0 21 16,1 0-13-16,0-8-15 0,1 8 45 0,0 0-25 31,0-9 2-31,1 9-5 0,1-9-3 0,-1 9 15 16,3-9-5-16,-2 9 4 0,12-11-15 0,-15 11 0 16,1-9 0-16,14 9 0 0,-16-10 0 0,4 10 0 15,12-11 0-15,-14 11 0 0,1-14 0 0,13 5 0 16,-16 9 0-16,5-15 0 0,11 1 0 0,-14 4 0 15,14-2 0-15,-16 0 0 0,2 2 0 0,14-2 0 0,-15 0 0 16,2 0 0-16,13-1 0 0,-17 1 0 0,5 1 0 16,12-2 0-16,-13-1 0 0,13 3 0 15,-17-1 0-15,17-1 0 0,-13 0 0 0,13 1 0 0,0 0 0 0,-13 0 0 32,13 0 0-32,0-1 0 0,0 0 0 0,-14-1 0 0,14 1 0 0,0-2 0 15,0 1 0-15,0-1 0 0,0 1 0 0,0-1 0 0,0 1 0 0,0 1 0 16,-14-1 0-1,14 2 0-15,0 0 0 0,0 0 0 0,0 0 0 0,0-1 0 0,-14 1 0 0,14 1 0 32,0-1 0-32,0 2 0 0,0-1 0 0,-13 0 0 0,13-1 0 15,0 2 0-15,0-1 0 0,-14 0 0 0,14 0 0 16,0 0 0-16,0 1 0 0,0-1 0 16,0 2 0-16,-13 0 0 0,13 9 0 0,0-11 0 15,0 11 0-15,0-10 0 0,0 10 0 0,0-8 0 0,0 8 0 16,0 0 0-16,0 0 0 0,0 0 0 0,0 0 0 0,0-8 0 0,0 8 0 15,0 0 0 1,0 0 0-16,0 0 0 0,0 0 0 0,0 0 0 0,0 0 0 16,0-8 0-16,0 8 0 0,0 0 0 0,0 0 0 15,0 0 0-15,0 0 0 0,0 0 0 0,0 0 0 16,0-9-8-16,0 9 0 0,0 0-22 0,0 0-13 16,0-6-17-16,0 6-38 0,0 0-18 0,0 0-27 0,0 0-52 15,0 0-52-15,0 0-51 0,0 0-108 16,0 0-55-16,0 0-74 0,0-9-138 0,0 9-66 0,0 0-160 15,0 0-160-15,0-9 129 0</inkml:trace>
  <inkml:trace contextRef="#ctx0" brushRef="#br0" timeOffset="69911.7">7036 7184 924 0,'2'1'26'16,"0"0"37"-16,0-1 31 0,-2 0 35 0,0 0 18 0,1 0-10 15,-1 0 6-15,2 0 12 0,-2 0-29 0,0 0 17 16,1 0-10-16,-1 0-20 0,0 0 21 0,0 0-21 15,0 0 34-15,0 0 2 0,0 0-1 0,0 0 1 16,0 0-11-16,0 0-5 0,0 0 3 0,0 0 0 16,0 0-31-16,0 0-17 0,0 0-22 0,0 0-23 15,-3-2-22-15,0-1 1 0,1 0 4 0,-2 0-9 32,1 0 7-32,1 0-2 0,-1-1-17 0,-2-1 9 15,0 2-13-15,-1 0-1 0,0 0-6 0,0 0 6 16,-1 0 2-16,2 1-5 0,-3-1 19 0,1 2-19 0,0 0-3 15,1 0 9-15,-2 1-10 0,-1 0 0 0,1 0 23 16,-2 0-18-16,-1 3-5 0,0 0 15 0,1 0-2 16,0 3-9-16,0-1-4 0,-1 1 11 15,0 1-27-15,1 1 23 0,1 0 1 0,2 1-16 16,-2 0 10-16,4 1 7 0,-1 1-5 16,3 0 3-16,-1 0 19 0,1 0-24 0,3 2 5 0,0-1 7 15,0 0-18-15,0 0 39 0,0-2-4 0,5 0-7 0,0 1 4 0,-2-3-12 16,2 0 34-16,1 1 6 15,2-2 1-15,0-1 2 0,2 0-16 16,0-1-16-16,0 0 6 0,1-2 1 0,3-1 6 16,-1 0 16-16,1 1 10 0,-3-3-11 0,2 0-22 15,1 0 9-15,-3 0-4 0,3-3 13 0,-2 0 20 16,-3-1 6-16,2-2-13 0,0 1-14 16,-3-1 9-16,1-1-9 0,-2 0 17 0,-1-1 4 0,-1-2-20 0,0 2-18 0,-2-3-1 15,-1 1-12-15,-1 0 11 0,2 1 12 16,-3-2 0-16,0 1 12 0,0 0-10 0,0 1 10 15,0 1-10-15,0 0 3 0,-3 3 0 16,3-1-19-16,-3 3 1 0,3 1-6 0,0 0-6 16,-2 1 0-16,1 1-15 0,1 0-3 15,-2 0 0-15,2 0 0 0,0 0-5 0,0 0-5 16,0 0-5-16,0 0 4 0,0 0 10 0,0 0 3 16,0 5-6-16,0 1 6 0,0 1 3 0,0 2 2 0,0 2 6 15,0 2-4-15,0 2-7 0,0 2 2 16,0 0 4-16,0-1-3 0,3 4-5 15,1-1 0-15,0 0-2 0,-1 0 2 0,0-1 11 0,2 3-11 0,0-1 17 0,0-1-10 0,1 0 3 16,0 0 8 0,-3-1-14-16,2 1 22 0,-2-2-10 0,1 0-4 0,-1-2 0 0,0-1-8 0,-1-1 0 31,1-2 6-31,-3-1 2 0,3-1-3 0,-2-1-2 0,-1-3 3 16,2-1 0-16,-2-1-4 0,0 0 18 0,0-1-1 15,0-2 5-15,0 0 37 0,0 0 37 0,0 0 40 16,0 0 9-16,0-2-23 0,0-1-40 0,0-1-46 15,0 1-19-15,0-4-9 0,0-1-8 0,0-2-1 16,3-1 10-16,0-5-4 0,-1 3 3 0,3-5 5 16,-2 0-5-16,0 0 2 0,0-1-4 0,3 1-4 15,-1 3 2-15,-2 0 2 0,-1 2 0 16,0 1-7-16,-1 3 0 0,1 1-4 0,-1 1 10 0,-1 2-2 16,0 0-3-16,0 3-4 0,0 0-5 0,0 0 3 0,0 2-8 15,0 0-1-15,0 0-49 0,0 0-58 0,0 0-53 16,0 0-58-16,0 0-37 0,0 0 1 15,0 0-17-15,0 0-18 0,0 0-16 0,0 3-86 16,0 0-95-16,-3-1-47 0,3-1-84 0,-1 1-43 0,-1-1 14 16</inkml:trace>
  <inkml:trace contextRef="#ctx0" brushRef="#br0" timeOffset="70409.45">7296 7340 2697 0,'0'-1'84'15,"0"0"68"-15,2-1 70 0,-2 1 48 0,0-1-52 0,0 2-37 16,0 0-58-16,0 0-46 0,0 0-33 0,0 0-17 0,0 0-14 16,0 0-3-16,0 0 10 0,0 5-12 0,0-3 3 15,0 2 19-15,0 1-15 0,0 0 9 0,0 2 12 16,-3 0-24-16,1 3 22 0,0-1-4 0,2 1-1 15,-1 1 14-15,1 2-23 0,0-1-5 0,0 0-5 16,0 0 4-16,3 0 8 0,-1 0 4 0,1-1 4 0,0-1 9 16,0 0 16-16,2-1 3 0,1-1 12 15,0-2 4 1,1 2 1-16,-1-2 13 0,2-1-5 0,1-1 5 0,0-1-6 16,0 0-5-16,2-3 5 0,0 0 2 15,0 0-2-15,0 0 6 0,2-4-13 0,-3 0-11 16,0-2 8-16,0 3-9 0,0-3 6 0,-3 0-1 15,1-1-12-15,-3-1 6 0,0-1-5 0,1-1-11 0,-1 0-3 16,-2-1-18-16,-2 0 3 0,1-1-5 0,-2 0-6 16,0-2 6-16,0 2-10 0,-6 0-3 0,-2-1-2 0,3 1-6 15,-1 0 1-15,-2 1-9 0,-1 2 1 16,-1 0-8-16,2 3 10 0,-3-1 0 0,2 3 3 16,-3 2-2-16,2 0-8 0,0 2 6 0,-3 0-10 0,2 0 3 15,0 4-26-15,0 2-29 0,0 2-29 0,0-2-26 16,3 2-34-16,-3-2-13 0,5 1-36 0,-1 1-36 15,2 0-33 1,1-2-53-16,-1 1-63 0,2-2-142 0,0 1-80 16,0-1-120-16,1-1-129 0,2-3 154 0</inkml:trace>
  <inkml:trace contextRef="#ctx0" brushRef="#br0" timeOffset="73822.36">6599 6698 1169 0,'0'0'21'16,"0"0"-11"-16,0 0 40 0,0 0 11 0,0 0 8 0,0 0 24 0,0 0-31 15,0 0 7-15,0 0-26 0,0 0 4 0,0 0 18 16,0 0 3-16,0 0 6 0,0 0-7 16,0 0-12-16,0 0-12 0,0 0 4 0,0 0 15 15,0 0-8-15,0 0 79 0,0 0 13 0,0 0-11 32,0 0-5-32,0 0-56 0,0 0-4 0,0 8-3 15,0-8 28-15,0 0-8 0,0 0 5 0,0 0-3 16,0 0-13-16,0 0 8 0,0 0-14 0,0 0 17 15,0 0 4-15,0 0-27 0,0 0 15 0,0 0 11 0,0 0-12 16,0 0 26-16,0 0-4 0,0 0-18 16,0 0 9-16,0 0-26 0,0 0-14 0,0 0-15 15,0 0 1-15,0 0 7 0,0 0 11 0,0 0-3 0,0 0 1 16,-11 0-8-16,11 0-13 0,0 0 1 0,-14 0-11 16,14-11 6-16,-13 4 1 0,13 7 5 0,-13-11 3 15,13 1-4-15,-14 10-14 0,14-12 13 0,-13 3-4 16,13-2 0-16,-13 2 7 0,13 0-20 0,-15 0-5 0,3 0 10 15,12-2 1-15,-13 1 12 0,13-1 8 16,-15 1-6-16,15-1-5 0,-14 1-6 0,14-1 7 0,-14 0-3 16,14 1 0-16,-14-1 16 0,14 2-19 0,-13-3-17 0,13 1-3 31,-14 0-7-31,14 0 4 0,-13 1 14 0,13-2 16 0,-12 1-3 0,12-2 6 16,-13 1-20-16,13-2-3 15,-13 2-2-15,13-3-8 0,0 0 20 0,-12 1-11 16,12-1 2-16,0-1 5 0,-13 1-6 0,13 3 9 15,0-2-1-15,0 0 0 0,-14 2-2 0,14 1-1 0,0 1-6 16,0 0 13-16,0-2 8 0,0 1-16 0,0 1 5 16,0 0-12-16,0 0 6 0,0-1 15 15,0 2-4-15,0-3-4 0,0 2 1 0,0-2 5 0,0 1 16 16,0 1-1-16,0-1-5 0,0-1-2 16,0-1-19-16,0 1-2 0,0 0-3 0,0-1 8 15,0 0-5-15,0-1 12 0,0 1-3 0,14-1-10 0,-14 0 9 16,15 0-4-16,-5 2 3 0,-10-2-4 0,13 2 10 15,-2-2-1-15,-11 2 8 0,14-2 2 0,-4 2-7 0,-10-2-4 16,15 0-6-16,-3 1-1 0,-3 0-7 0,-9 0-9 16,16 0 12-16,-5 2-5 15,0 0 5-15,0 0 0 0,-1 0-20 0,2-1 19 0,-2 1-5 16,1 1 9-16,0 0-6 16,-11 2-17-16,14-1 2 0,0 1 1 0,-4 8 9 15,0-9-1-15,0 9-5 0,0-9-3 0,1 9 19 16,0-9-22-16,0 9 11 0,-1-8-7 0,2 8-18 0,1-9 27 15,1 9 3-15,-3-8-5 0,4 8-13 16,0 0 14-16,0-9-11 0,0 9 11 0,-2 0 9 0,4-7-28 0,-4 7 11 16,4 0-2-16,-4-8 11 0,3 8 8 15,-2 0-16-15,2 0 5 0,0-6-6 0,-1 6 1 16,0 0 6-16,0 0-6 0,0 0 1 16,0-8-4-16,0 8 4 0,2 0 0 0,-4 0-19 0,1 0 27 15,0 0-11-15,2 0 5 0,-2 0 8 0,-1 0-24 16,0 0 9-16,0 0 0 15,-1 0 9-15,-1 0 4 0,-1 0-15 0,-10 0 12 0,15 0-9 0,-5 0-3 0,2 0 17 16,-12 0-18 0,13 0 3-16,-3 0 2 0,0 11 3 0,0-11 4 0,0 10-9 0,-1-3 16 0,2-7-15 31,-1 12 4-31,2-3 11 0,-4-1-19 0,2-8 2 16,1 11 7-16,-2-2 1 0,-1-9 2 0,3 10-7 0,-11 0-4 15,13-3-3-15,-2 3 11 0,-11-1 1 16,14 1-11-16,-4 0 7 0,-10 1-10 0,9-1 12 15,-9 1 11-15,13 0-16 0,-13-1 1 0,11 1-4 0,-11 0 8 16,12-2 5-16,-12 1-14 0,12 1 12 0,-12 0-10 16,11 0 9-16,-11 1 4 0,12-1-17 0,-12 1 7 15,11-2 1-15,-11 2 10 0,10 0 5 0,-10 0-21 0,0-2 3 16,11 2-1-16,-11-1 3 16,0 1 10-16,9-1-13 0,-9 0 11 15,0-2-2-15,0 3 7 0,10-1 1 0,-10 0-20 16,0-1 9-16,0 0-2 0,0 0-2 0,0 1 10 0,0 0-12 0,12-1 10 0,-12 0-1 15,0 0-3-15,0 0 12 0,0 1-19 0,0-1 13 16,0 1 4 0,0 1-5-16,0-2-2 0,0 1-8 0,0 1 7 0,0-1-5 0,0 0 10 0,0 0 4 15,0 1-24-15,0-1 14 0,0-2 1 0,0 1-4 16,0 0 19 0,0 1-25-16,-12-2 14 0,12 1-10 0,0 0 3 15,-10-1 16-15,10 2-24 0,0 0 18 0,-9-1-2 16,9-1-12-16,0 2 21 0,-11-2-23 0,11 2 20 15,-10 0 7-15,10-11-16 0,0 13 9 0,-11-2-29 16,11-2 8-16,-11-9 6 0,11 12 6 0,0-12 5 0,-11 13-17 16,11-2 4-16,-11-2-4 0,11-9 10 0,-11 14 2 15,11-4-9-15,-11 0 10 16,11-1-11-16,-11-1 10 0,11-8 6 0,-13 12-21 0,13-2 11 0,-9-10-3 16,9 11 1-16,-11-2 6 0,11-9-13 0,0 9 9 15,-10-9 6-15,10 0 8 0,0 9-1 16,0-9-13-16,-9 0-1 0,9 9-7 0,0-9 7 0,0 0 6 15,0 0-12-15,-10 10 16 0,10-10-12 0,0 0 0 16,0 0 14-16,-12 8-25 0,12-8 25 16,0 0-9-16,0 9-7 0,-12-9 24 0,12 0-33 15,0 0 18-15,0 8 5 0,-9-8-12 0,9 0 14 0,0 0-17 16,0 0 5-16,0 0 11 0,-11 0 0 16,11 8 3-16,0-8-14 15,0 0 0-15,0 0 5 0,0 0 0 0,0 0 12 16,0 0-12-16,0 0-4 0,0 0 22 0,0 0-24 0,0 0 7 0,0 0-36 15,0 0-18-15,0 0-10 0,0 0-53 0,0 0-25 16,0 0-68-16,0 0-60 0,0 0-31 0,0 0-7 16,0 0-15-16,0-9-20 0,0 0-49 0,-8 0-91 15,8 9-64 1,0-11-82-16,0 11-70 0,0-13-21 0,-12 2 11 0</inkml:trace>
  <inkml:trace contextRef="#ctx0" brushRef="#br0" timeOffset="74406.95">7209 6340 2330 0,'0'0'98'15,"10"0"48"-15,-10-8 44 0,0 8 52 0,0 0-61 0,0 0-15 16,0 0-14-16,0 0-38 0,0 0-16 0,0 0-12 16,0 0-27-16,0 0 18 0,0 0-14 0,0 0-11 15,0 0-3-15,0 0-29 0,0 0 3 0,0 0-2 0,0 0 11 16,0 0 8-16,0 0 12 0,0 0 9 0,0 13 6 16,0-2-14-16,0 0 6 0,0 0-26 0,0 0 1 15,0 1 5-15,0 1-15 0,0 0 10 0,0 1 2 16,0-1 4-16,0 0-24 0,0 1 9 0,0 0-8 15,0 0-1 1,0-1 5-16,0-1 6 0,0 0-3 0,0-1-14 0,0-1 8 16,0 0-15-16,0-10 2 0,0 12 5 15,0-12-7-15,0 11 16 0,0-11-7 0,0 11 20 0,0-11 7 0,12 0 4 16,-12 0 9-16,0 10 3 16,0-10 7-16,13 0 12 0,-13 0-2 0,13 0-13 15,-13 0 6-15,16 0-23 0,-1 0-3 0,0 0-37 16,2 0 18-16,-1 0-35 0,6 0 3 0,0 0 23 15,2 0-22-15,3-12 30 0,-2 3-1 0,3 9 17 0,1-14 4 16,-1 2 16-16,-4 2 10 0,0 0-4 0,-2 10 5 16,-3-12-15-16,-3 12 2 0,-4-13 16 0,-12 13 0 15,13-10 10-15,-13 10-16 0,0 0-11 0,0 0-27 0,0 0-16 16,0 0 1-16,0 0-11 0,0 0 0 16,0 0 8-16,0 0-7 0,0 0 11 0,0 0-6 15,0 0-3-15,0 0-9 0,0 0-54 0,0 0-53 16,0 0-62-16,0 0-33 0,0 0-19 0,0 0-26 15,0-12-39-15,0 12-72 16,0-10-97-16,0 10-73 0,0-9-108 0,0 9-77 0,0-12-97 0,0 2 102 0</inkml:trace>
  <inkml:trace contextRef="#ctx0" brushRef="#br0" timeOffset="75332.89">7911 5680 1876 0,'0'-3'51'0,"0"0"60"0,0 0 51 0,0 0 48 0,0 0 17 15,0 0 6-15,0 1-13 0,0-1 0 0,-3 0-15 31,1 0-30-31,-2 0-7 0,-1 0-27 0,2-1-44 16,0 0 9-16,0 0-21 0,-2-1-11 16,0 2 9-16,0 0-41 0,-1 0 21 0,-2 1 0 15,0 1-17-15,2-1 18 0,-2 2-36 0,2 0-3 16,-1 0-3-16,1 0-21 0,4 0-5 0,-1 0 1 0,0 0 0 16,-1 0-3-16,0 0 6 0,1 0-5 0,-2 5 2 15,-1-1-8-15,-1 1 8 0,0 2 5 0,-1 1-15 16,0 3 14-16,0 3-1 0,0 0-13 0,2 1 17 15,-2 1-6-15,3 0 4 0,-1 0-1 16,1 0 2-16,2 0 2 0,0-1-13 0,3-1 15 0,-2-2-9 0,2-1 7 16,0 1 5-1,0-1 8-15,4-2 2 0,0-2 6 0,2 1 21 0,-1-2-13 16,2 2 27-16,-1-2 2 0,0-2-17 0,3 1 10 16,1 0-21-16,0-2 2 0,0 0 6 0,2 0-2 0,-1-3-2 0,1 0-4 0,1 0 11 15,1 0-7 1,-3-3 3-16,2-2 3 0,1 2-14 15,-4-3 4-15,4 1 15 0,-5 0-5 0,1-3 0 0,-1 0 6 16,1-1-18-16,-4 0 11 0,-1 1-2 0,0-3 0 0,1 1 22 0,-5 1-10 0,1-2 0 16,0 1 4-16,-1 0-18 15,-1 1 6-15,0-1-7 0,0 1-8 0,-5 1 8 16,2 0-6 0,-3-1 1-16,3 2 9 0,0 1-18 0,0 0-2 0,0 2 0 15,-1 0-17-15,1 2 2 0,1 0-11 0,1 1-2 0,1 1-7 16,-2 0-6-16,2 0-1 0,0 0-6 0,0 0 4 0,0 0-2 15,0 3 8-15,0-1-4 0,0 1 9 16,3 1 6-16,-1 1 1 0,1 1 13 0,-1 2-12 0,3 2 5 16,-2 0-5-1,3 1-7-15,2 1 8 0,0 2-5 0,0-3 6 0,4 3 4 16,-2-3-3-16,3 0 0 0,-1 0 8 16,1-2-10-16,4 0 13 0,-2-1 3 0,2 0-7 15,-3-4 11-15,3 1 10 0,-2-2 8 0,2 0 14 0,-2-3 4 16,0 0 6-16,-2 0-14 0,1 0-13 0,0-3 3 0,-1-1-30 15,1-1 16-15,-2-1-5 0,1 0-10 0,-3-2 8 16,1 2-18-16,-2-2 5 0,1-1-2 16,-2 3 2-16,0-2 9 0,-4 2-18 0,1 0 4 15,0 0-32-15,-2 3-77 0,-1-2-81 0,-2 2-114 16,0 1-126-16,0 0-100 0,0 0-148 0,0 0-151 16,-5 1-154-16,-1 0-101 0</inkml:trace>
  <inkml:trace contextRef="#ctx0" brushRef="#br0" timeOffset="78335.45">13162 6588 573 0,'2'4'31'0,"1"1"4"0,-2-2 23 0,-1 0 17 15,0-2 3-15,2 1 1 0,-1 0 20 16,-1-1 19-16,0 1 17 0,0-2 38 0,0 0 6 15,0 0 2-15,0 0-1 0,2 0-8 0,-2 0-1 16,0 0 3-16,0 0 14 0,0 0 38 0,0 0-12 16,0 0-5-16,0 0-14 0,0 0-39 0,0 0 5 15,0 0-14-15,0 0-21 0,0 0-16 0,0-3-25 16,0 1-25-16,0-1-3 0,0 0-6 16,0 2 0-16,0-1 29 0,-3-2-25 0,1 1 1 15,-2-1 3-15,1 2-36 0,0-3 29 0,-1 1-12 0,0 0-4 0,-1 0 12 16,0-2-18-16,-3 2-3 0,2 0-15 0,-1-1 7 15,-2 0-8-15,0 0 1 16,-1 1-4-16,2 1-2 0,-4 0-8 0,0-1 4 16,1 2 7-16,-3 0-2 0,3 1 2 0,-3 0-11 15,0 1-4-15,1 0 3 0,0 0-6 16,0 6 6-16,4-2 4 0,0 0-16 0,2 2 24 0,-1 1-8 0,1 2-3 0,0 0-1 0,2 2-3 16,1 1-2-1,-3 2 6-15,0-1 10 0,2 0 0 0,0 1 0 16,2 1-6-16,0-1-5 0,-1 0-4 0,4-2 2 15,0 3 9-15,0-4 10 0,0 3-20 0,2-2 28 16,1-1 1-16,2-2 1 0,0 2 17 16,0-2 0-16,2-1-13 0,-2 0 5 0,3-1 6 15,0-1-29-15,1 0 23 0,2 0-6 0,-1-1-9 0,4-1 22 16,-1-1-19-16,4 0 4 0,-1-1-3 0,0-1-3 16,-2 0 5-16,3-1 8 0,-4 0 13 0,1 0 9 15,-1-4-1-15,-2 1 5 0,0-1-3 16,-1 0-2-16,-2-1 10 0,1-2-16 0,-1-2 11 0,-2 2-4 0,1-3-6 15,0-2 10-15,-2 1-6 0,-2-1-3 16,2-1 8-16,-2 0 3 16,-1 0 3-16,0 0 12 0,-1 1-12 0,-1 1-1 15,0 2-6-15,0 0-21 0,0 2 18 0,-3 0-20 0,-2 1-13 16,4 2 3-16,-3-1-33 0,4 3 22 16,-1-1-8-16,-1 3-5 0,0-1 4 0,2 1-27 15,0 0 7-15,0 0-5 0,-1 0 4 0,1 4 12 16,0-1-18-16,0 4 15 0,0 0 0 0,0 1 7 15,0 3 4-15,0 2-7 0,0 1 6 0,0 4-4 16,0 0 16-16,0 1-2 0,3 2-19 0,0 0 5 0,1 2 7 16,0-1 0-16,3 2 11 0,-2 0-22 0,2-1 2 15,0 1 1-15,-1 1 6 0,2-3 7 0,1 2-13 16,-1-3 7-16,0 2-7 16,-1-3 11-16,2 2 5 0,-3-3-18 0,1-2 12 15,-1 0-4-15,0-2 2 0,0-3 8 0,-2 1-8 0,-1-4 0 0,0-3-1 16,-1 1-2-16,-1-3 8 0,1-1-12 0,0-2 13 15,-2 2 1-15,0-3 6 0,0 0 30 0,0 0-20 16,0-4 21-16,0 0-18 0,0-2-19 0,1 1 11 16,-1-3-34-16,2-3 15 0,-1-2 8 0,1-1-2 15,2-3 15-15,-1-2-23 16,-1-2 4-16,3 1-4 0,-2-2 0 16,2 1 14-16,-2-1-21 0,0 3 16 0,2-1-3 0,-2 3 1 0,0 2 6 15,-1 3-11-15,-1 1 5 0,-1 1-8 0,2 3 14 16,0 2-14-16,-2 1-3 0,0 2 11 0,0 1-20 0,0-1 12 15,0 2-5-15,0 0-22 0,0 0 14 0,0 0-22 16,0 0-29-16,0 0-19 0,0 0-75 0,0 0-20 0,0 0-42 31,0 0-46-31,0 0-18 0,-4 0-28 0,4 0-7 16,0 0-7-16,-1 0-35 0,1 0-88 0,-2 3-78 0,2-1-56 16,-2 0-68-16,2-2-38 0,-1 1 6 0</inkml:trace>
  <inkml:trace contextRef="#ctx0" brushRef="#br0" timeOffset="78639.08">13523 6846 3082 0,'0'0'72'15,"0"0"68"-15,0 0 47 0,0 0 49 0,0 0-40 16,0 0-58-16,0 0-32 0,0 0-24 15,0 0 0-15,0 8 14 0,0-8-9 0,0 10 1 16,0-2-26-16,15 0-13 0,-15 1 1 0,0 1-28 16,12-1-7-16,-12 3-1 0,0-1 2 0,12 0 3 15,-12-1-2-15,0 1-8 0,0-2-1 0,14 1-4 16,-14 1 10-16,0-3 4 0,0-8-11 0,0 12-1 16,13-12-68-16,-13 11-75 0,0-11-78 0,0 8-59 0,0-8-42 15,0 0-35-15,0 0-103 0,0 0-99 0,0 0-80 16,0 0-112-16</inkml:trace>
  <inkml:trace contextRef="#ctx0" brushRef="#br0" timeOffset="80679.48">12931 6369 1739 0,'0'0'47'0,"0"0"47"0,0 0 30 0,0 0 36 0,0 0 62 15,0 0-42-15,0 0-7 0,0 0-11 0,0 0-100 16,0 0 18-16,0 0 1 0,0 0-8 0,0 0 4 0,0 0-7 16,0 0-5-16,0 0 13 0,0 0 4 0,0 0 6 15,0 0-5-15,-17 0-17 0,17 0 8 0,-13 0 7 16,13 0 12-16,-17 0-5 0,4 0-11 0,13 0-26 16,-17 0-2-16,17 0 11 0,-14 0-24 15,14 0 38-15,-18 0-39 0,18 0 7 0,-16 9-4 16,4-9-40-16,12 0 21 0,-14 10-25 0,-2-10 20 15,16 0 3-15,-14 11-12 0,1-11 10 0,13 11-5 16,-16-1-4 0,16-1 7-16,-14 0 12 0,14 1 4 0,-18 1-5 15,18 1 3-15,-14-1-11 0,14 2 6 0,-16-2 23 0,16 2-6 0,-14 0-4 16,14 0-11-16,-16 2 1 0,16-1 10 0,-13 0 10 0,13 0 6 31,0-1-8-31,-15 1 1 0,15 2-9 0,0-2 2 0,-15 0 2 0,15 0 11 16,0 0 0-16,0 0-7 15,-13 0-2-15,13-1-20 0,0 1 11 0,0 1-22 0,0-1-5 16,0 0 10-16,0 1-13 0,0-4 24 0,0 4 10 16,0-1-1-16,0-1 1 0,0 0-6 15,0 1-8-15,0-1 1 0,0 1 3 0,0 0 3 0,0 0 3 16,0-2-6-16,0 2 0 0,0-1 12 0,0 0-13 0,0 1 2 16,0 0 5-16,13-1-10 15,-13 1 12-15,13 0-11 0,-13-2 18 0,0 1 3 0,14-1 0 0,-14 1 18 16,0-2-27-16,13 1-5 0,-13 1-8 15,11-1-6-15,-11 0 11 0,13 0-5 16,-13-2 5-16,11-10 0 0,-11 13-18 0,14-1 14 16,-14-12 8-16,14 13 3 0,-14-1 3 15,13-1 16-15,-13-3-13 0,16 2 2 0,-5-10 8 16,-11 14-17-16,16-3 2 0,-5-3-9 0,-11-8-2 16,15 11-8-16,-2-1 7 0,1-10-6 0,-14 9 3 15,15-9 9-15,0 10 4 0,-15-10 5 0,16 11 9 16,0-3-25-16,-3-8 5 0,-13 10-2 0,17-10-5 15,-6 11 11-15,1-11-21 0,0 10 30 0,-1-10-6 0,2 9 6 16,-1-9 3-16,3 9-33 0,0-9 9 0,0 7-12 16,0-7-2-16,1 0 19 0,-2 10-39 15,2-10 33-15,0 7-8 0,-1-7-6 16,0 0 19-16,0 8-26 0,0-8 18 0,0 0-4 0,-2 0 17 0,0 0-9 0,1 9 0 16,-2-9-5-16,0 0-7 0,2 0 11 15,-2 0-5-15,2 0 1 0,-2 0 5 16,1 0-11-16,3 0 6 0,-5 0-1 0,3 0-2 0,1 0-13 0,-2 0 12 15,0 0-5 1,1 0 1-16,-1 0 25 0,0 0-33 0,1 0 14 0,-3 0-8 16,3 0-7-16,-1 0 23 0,1 0-15 15,0 0-5-15,-2 0-1 0,0 0 0 0,1 0 19 0,1 0-13 16,-3 0 17-16,2 0-1 0,1-9-17 0,0 9 20 0,0-9-22 0,1 1-7 31,2 8-6-31,-2-11-1 0,3 1 17 0,-3 2-3 16,2 0 1-16,-3 8-3 0,0-10-1 0,-1 10 20 0,-13-11-13 0,17 11 2 15,-17-11-2-15,15 11-7 16,-15-10 21-16,15 10-9 0,-15-8-4 0,15 8-9 16,-15-11 6-16,15 11 17 0,-2-12-15 0,-13 2 12 15,14 0-5-15,-14 0-13 0,16-1 27 0,-2 0-23 0,-14 0-9 16,16 1 0-16,-6 1-7 0,-10-2 23 16,16 1-1-16,-4 0 5 0,-12 0-16 0,13 2-11 0,-13-2 19 0,13-1-6 15,-13 0 3-15,14 1 3 0,-14-1-12 0,11 2 8 16,-11-1 5-16,0 0-2 0,0-2-1 0,11 2-5 15,-11-1 0-15,0 0 0 0,0-1-1 0,0 0-2 16,14 0 3-16,-14-1 0 0,0 1 0 0,0-2 4 16,0 1-4-16,0 0 0 15,0-1 0-15,0 1 0 0,0-3-1 0,0 3 1 0,0-3-1 0,0 3 1 0,0-1-2 32,0-2 3-32,0 4-1 0,0-1-1 0,0 1 3 15,0 0-2-15,0 0 0 0,0 0 2 0,0 1-7 16,0-1 5-16,0 1 0 0,0 0 0 0,0-1 1 15,-14 1-10-15,14 2 10 0,-13-3-6 0,13 1 1 16,0 1 5-16,-13 0-4 0,13-2 7 0,-14 1 0 0,14 2 3 16,-13-3-5-16,13 1-7 0,-15 1 9 0,15-1-9 15,-13 0 5-15,13-1 4 0,-15 1-7 0,15 0 8 16,-17 2-8-16,17-2-3 0,-17 1 10 0,17 2-7 16,-16-2 8-16,16 2 0 0,-19-2-9 0,7 2 7 15,12 8-3-15,-16-13 0 0,16 4 4 0,-14 9-4 16,14-11 0-16,-18 3 0 15,18 8 1-15,-14-8-1 0,0 8-1 0,14-10-2 0,-16 2 3 0,2 0 0 0,1 8 0 16,-1-10 4 0,14 2-4-16,-16 8-13 0,1-10 13 0,2 10-5 0,-3-8-3 0,5 0 18 0,0 8-14 15,-3-7 9-15,2 7-5 0,0-8-3 0,2 8-2 32,-3 0-5-32,1-9 17 0,12 9-11 0,-16-7 12 0,2 7-6 15,1 0-11-15,2-8 20 0,-1 8-26 16,12 0 13-16,-15-8-4 0,1 8-11 0,1 0 32 0,13 0-14 15,-17 0-7-15,4 0 13 0,1 0-19 0,-1 0 17 16,13 0 7-16,-14 0-21 0,1 0 0 0,0 0-6 16,13 0 23-16,-15 0-17 0,4 0 7 0,-2 0 5 15,13 0-22-15,-16 0 45 0,2 0-16 0,1 0-11 16,2 0 6-16,0 0-21 0,-1 0 25 0,12 0-8 16,-18 0-1-16,6 0 4 0,0 0-13 15,12 0 24-15,-17 0-12 0,4 0-11 0,1 0 6 0,1 0-10 16,11 0 17-16,-17 0-9 0,5 0 3 0,-2 0 0 0,14 0-11 0,-17 0 29 31,3 0-27-31,1 0 3 0,13 0 10 0,-19 0-13 0,5 0 29 0,14 0-24 0,-18 0 0 16,6 9-2-16,12-9-9 0,-18 0 22 15,18 8-11-15,-13-8 4 0,13 8 4 16,-17-8-8-16,17 0 15 0,-16 7-7 16,16-7-1-16,-18 0 0 0,5 10-15 0,13-10 24 15,-19 0-13-15,4 8 1 0,3-8 7 0,-1 9-20 0,0-9 23 0,13 0-5 16,-17 8 3-16,3-8 11 15,1 0-22-15,13 10 15 0,-14-10-10 0,2 0-11 16,12 10 3-16,-12-10-5 0,12 0 15 0,-14 9-7 16,14-9 3-16,0 0 1 0,-11 10-6 0,11-10 25 15,0 0-19-15,-13 0-6 0,13 0-8 0,0 0-12 0,-14 0 31 16,14 9-6-16,0-9 1 0,0 0-1 16,-11 0-8-16,11 0 22 0,0 0-7 0,0 0-6 15,0 0-13-15,0 0-28 0,0 0-8 16,0 0-31-16,0 0-24 0,0 10-10 0,0-10-20 0,0 0-29 15,0 0 13-15,-12 0-44 0,12 0-18 0,0 0-10 16,0 0-55-16,0 0-23 0,0 0-34 0,0 0-39 16,0 0-68-16,0 0-125 0,0 0-146 15,0 0-147-15,0 0-146 0,0-7 185 0</inkml:trace>
  <inkml:trace contextRef="#ctx0" brushRef="#br0" timeOffset="83733.92">13031 6006 1023 0,'0'0'42'0,"0"0"3"0,0 0 43 16,0 0 42-16,0 0-19 0,0 0 34 0,0 0-7 15,0 0-14-15,0 0-3 0,0 0-11 0,0 0-13 16,0 0 59-16,0 0 6 0,0 0-7 0,0 0-6 16,0 0-60-16,0 0-16 0,0 0 17 0,0 0 17 0,0 0-4 15,0 0 30-15,0 0-9 0,0 0-8 0,0 5 10 16,0-5-29-16,0 0-4 0,0 0 1 0,-13 0-28 15,13 6 17-15,0-6-16 0,0 0 5 0,-14 0 11 16,14 0-21-16,0 7-5 0,-16-7-15 0,16 0-24 16,0 0 6-16,-14 7 16 0,14-7-10 0,0 0 12 15,-16 0-6-15,16 0-3 0,0 8-10 0,-14-8 8 16,14 0 3-16,0 8-22 0,-16-8 17 0,16 9-20 0,-14-9-8 16,14 8 22-16,-14-8-6 0,14 9 8 0,-17-9 32 15,17 9-23-15,-17-9-9 0,17 10 0 31,-18-2-24-31,5-8 28 0,13 10 2 0,-16-2 3 0,16-8-11 16,-18 10-7-16,18-2 11 0,-18-8 6 0,18 9 11 16,-16-9 18-16,16 10-25 0,-17-10 10 0,17 9-17 0,-18-9-24 0,18 0 33 15,-14 10-41-15,14-10 13 0,-19 10 8 16,19-10-18-16,-14 8 24 0,14-8 1 0,-16 10 5 0,16-10-6 16,-14 9 3-16,14-9-17 0,-14 10 8 15,14-10-2-15,-15 8-14 0,15-8 10 16,-13 12-12-16,13-3 7 0,-15-9 8 0,15 11-3 0,-15-1 2 0,15-1-6 15,-15-9 9-15,15 14 1 0,-15-2-15 0,15-3 12 16,-14 1-3-16,14-1 8 0,-13-9 11 0,13 15 3 16,-17-3-1-16,17 0-12 0,-14-12 12 0,14 13-19 15,-16-3 14-15,16-10-8 0,-13 13-16 0,13-13 21 16,-14 12-17-16,14-12 7 0,0 13 2 0,-14-3-17 16,14-10 17-1,-12 12-19-15,12-2 16 0,0-10-3 0,-13 12-15 16,13-3 15-16,0-9-15 0,-15 10 2 0,15 0 14 15,-12-10 0-15,12 10 2 0,0 0 8 0,-13-10-15 16,13 11 0-16,-14-3 6 0,14-8-16 0,0 11 13 16,-13-1 2-16,13-3-9 0,-15-7 26 0,15 12-26 15,0-4 7-15,-13 1 5 0,13-9-21 0,-13 11 30 16,13-4-15-16,0-7-10 0,-14 11 15 16,14-3-13-16,0-8 7 0,-13 9 2 0,13 0-1 0,0-9-10 15,-14 9 7-15,14 1 1 0,0-10-17 0,-14 10 16 16,14-2 1-16,0-8-4 0,-14 9 12 0,14 0-14 0,0-1-4 15,-15 0 5-15,15-8-4 16,0 10 12-16,0-2-14 0,-14-2 10 0,14-6 1 0,0 10-10 0,0-3 20 0,-12-7-11 16,12 9 2-16,0-3 0 15,0-6-1-15,0 10 1 0,0-3-15 0,-16-7 12 0,16 9-7 0,0 0 11 32,0-2 2-32,0 0-7 0,0-7 6 0,-11 9-14 0,11 1 11 0,0-2 4 15,0 1-12-15,0-9 13 0,0 10 1 0,0-1-6 16,0-1 10-16,0 1-10 0,0-2 3 0,0 2 5 15,0 0-6-15,0-1 8 0,0 2-16 0,0-2 10 16,0 1 3-16,0 0-6 16,0 0 8-16,0 0-19 0,0 1 10 0,0-2-6 0,0 2 3 15,0-10 3-15,0 12-7 0,0-1 0 0,0-2 11 16,0-9 0-16,0 12 3 0,11-2-14 0,-11-1 2 16,0-9 11-16,12 12-6 0,-12-2 12 15,13-2-28-15,-13-8 6 0,12 14 6 0,-12-4-1 0,0 0 17 0,13-10-21 16,-13 15 0-16,10-3 2 0,-10-12-1 0,12 14 5 0,-12-4-19 15,13-10 17 1,-13 13-7-16,14-2 3 0,-3-11 15 16,-11 12-26-16,16 0 21 0,-5-2-4 0,-11 1-2 0,13-1 5 0,1 0-18 15,-3 0 12-15,-11 0 0 0,16 0 6 0,-3-10-3 16,-2 14-15-16,-11-5 8 0,16 0-1 0,-4-9 8 16,-12 11 4-16,14-2-20 0,-1-9 15 15,-13 12-4-15,16-4 7 0,-5-8 13 16,0 12-26-16,-11-12 7 0,16 12-2 0,-5-3-10 15,3-1 20-15,-14-8-16 0,13 9 6 0,1-9 12 0,-3 11-8 16,0-4 12-16,0-7-20 0,0 10 3 0,-1-10 4 0,2 9 5 0,-2-9 0 16,2 12-8-16,1-12-3 0,-2 8 1 0,2-8 14 15,-2 9 2 1,-11-9-10-16,17 9 1 0,-4-9-4 16,-13 0 8-16,16 9-6 0,-3-9-8 0,-13 8 11 0,14-8-3 0,2 0 10 15,-16 8 7-15,14-8-21 0,0 0 22 0,-14 9-1 16,16-9 3-16,-2 0 5 0,-14 8-19 0,18-8 14 15,-4 0-3-15,-14 0-8 0,16 7 9 0,-1-7-25 16,-15 0 13-16,16 0-3 0,-2 9-2 0,-1-9 8 16,1 0-18-16,-1 8 9 0,1-8-3 15,-1 0-3-15,2 8 23 0,-3-8-13 0,0 0 3 0,-1 8 5 0,-11-8-23 16,15 0 24 0,-1 0-10-16,-5 7 7 0,-9-7 18 0,16 0-17 0,-2 0 7 15,-14 0-15-15,13 0 3 16,-1 9-1-16,0-9 3 0,-12 0 7 0,11 0-27 0,1 0 19 15,-12 0-3-15,13 0 1 0,0 0 11 0,-2 0-11 16,0 0 6-16,0 0 9 0,0 0-8 16,0 0 8-16,2 0-8 0,-2 0 11 0,1 0 2 15,-1 0 0-15,-1 0-10 0,2 0-12 0,1 0 4 16,-3 0-4-16,1 0 10 0,0 0-7 0,1 0 3 0,0 0-3 16,-3 0-6-16,5 0 5 0,-4 0 3 0,1 0-4 15,1 0 3-15,-2 0-5 0,-10 0-10 16,17 0 12-16,-4 0-7 0,-2 0 1 0,0 0 8 0,0 0-8 0,-1 0 6 15,2 0-3-15,1 0-3 0,-1 0 9 16,0 0-5-16,1 0 0 0,-1 0 9 0,-1 0-17 0,3 0 5 16,-3 0 2-16,-1-9-5 0,-10 9 7 0,17 0 2 15,-4 0-5-15,1 0-1 0,-1 0 0 0,-13 0 1 16,15 0 5-16,-15-7-5 0,15 7 5 16,-15 0 2-16,15 0 9 0,-15 0 3 0,15 0-8 0,-15-8-9 0,17 8 8 31,-2 0 5-31,0-8-8 0,-4 8 1 0,2-8-10 0,1 8 1 0,-2 0 23 15,0-9-13-15,-1 9-1 16,2-9-8-16,-1 9-14 0,1-8 33 0,-1 8-16 16,-2 0-4-16,-10-10 16 0,19 10-15 0,-6-11 17 0,-2 11-3 15,3-11-7-15,-14 2-5 0,14 9-4 16,0-11 8-16,-2 2-8 0,-12 9 0 0,15-12-1 0,-2 1 1 16,0 2 0-16,-1 0 0 0,0-2-3 15,1 2 3-15,-1-2 0 0,-1 2 0 0,1-1 3 0,0 0-2 16,-12 1-1-16,15-2 0 0,-4 2 0 15,-11 0 0-15,13 9 0 0,-13-14 0 0,14 3 0 0,-14 1 0 16,12 1 0-16,-12 9 0 0,12-15 0 0,-12 1 0 16,0 4 0-16,14-2 0 0,-14 0 0 0,14 1 0 15,-14 0 0-15,11-3 0 0,-11 2 0 0,13-1 0 16,-13-2 0-16,11 0 0 0,-11 0 0 0,13 0 0 0,-13 0 0 31,0 1 0-31,15 0 0 0,-15 1 0 0,0 0 0 16,12 1 0-16,-12 1 0 0,0-1 0 0,0 1 0 0,0 2 0 15,11-2 0-15,-11 2 0 0,0-1 0 0,0 0 0 16,0 1 0-16,0-1 0 0,0 0 0 0,0 1 0 16,0-2 0-16,0 1 0 0,0 0 0 0,0-1 0 15,0 1 0-15,0-1 0 0,0 0 0 16,0 0 0-16,0 0 0 0,0 1 0 0,0-1 0 0,0 2 0 16,0-1 0-16,0 0 0 0,0 0 0 15,0-1 0-15,0 3 0 0,0-2 0 0,0-1 0 0,0 2 0 0,0 0 0 16,0-2 0-16,0 3 0 0,-11-1 0 0,11-2 0 15,0 2 0 1,-15-1 0-16,15 0 0 0,-14 1 0 0,14-2 0 0,-13 2 0 0,13-1 0 16,-13 0 0-16,13-1 0 0,-15 0 0 0,15 0 0 15,-14 1 0-15,14 0 0 0,-13-1 0 0,13 2 0 16,-17-2 0-16,6 0 0 0,11-1 0 0,-17 1 0 0,5 1 0 16,12-1 0-1,-14 0 0-15,-2-1 0 0,16 1 0 0,-16 0 0 16,2 0 0-16,14 1 0 0,-16-1 0 0,4 0 0 15,12-1 0-15,-16 2 0 0,4-1 0 0,12 2 0 16,-17 0 0-16,17 0 0 0,-13 1 0 0,13 0 0 16,-15 0 0-16,15 8 0 0,-16-10 0 0,16 2 0 0,-14 8 0 15,14-9 0-15,-16 2 0 0,16-1 0 0,-14 8 0 0,14-8 0 0,-16-1 0 16,4 3 0-16,12 6 0 16,-18-10 0-16,4 3 0 0,0 0 0 0,14 7 0 15,-18-8 0-15,1 0 0 0,4 8 0 0,13-9 0 16,-19 3 0-16,5 6 0 0,14-8 0 0,-17 8 0 15,17-8 0-15,-15 8 0 0,15-7 0 0,-17 7 0 0,17-7 0 0,-16 7 0 32,16-5 0-32,-19 5 0 0,5-7 0 0,0 7 0 0,14 0 0 15,-18-7 0-15,3 7 0 0,3-6 0 0,12 6 0 0,-18 0 0 16,5-7 0-16,13 7 0 0,-19-6 0 0,6 6 0 16,13 0 0-16,-17-7 0 0,4 7 0 0,13 0 0 15,-17-7 0-15,4 7 0 0,13 0 0 0,-15-7 0 16,2 7 0-16,13 0 0 15,-16 0 0-15,16-7 0 0,-13 7 0 0,13 0 0 16,-17 0 0-16,17-6 0 0,-13 6 0 0,13 0 0 16,-17 0 0-16,17 0 0 0,-13 0 0 0,13-7 0 15,-15 7 0-15,15 0 0 0,-15 0 0 0,15 0 0 0,-17 0 0 16,17 0 0-16,-14 0 0 0,2 0 0 0,12 0 0 0,-14 0 0 16,14 0 0-16,-14 0 0 0,2 0 0 0,12 0 0 0,-13 0 0 15,13 0 0-15,-16 0 0 16,5 0 0-16,11 0 0 0,-13 0 0 15,13 0 0-15,-16 0 0 0,16 0 0 16,-12 0 0-16,12 0 0 0,-16 0 0 0,16 0 0 0,-11 0 0 0,11 0 0 16,-14 0 0-16,14 0 0 0,-15 0 0 0,15 0 0 15,-17 0 0-15,6 0 0 0,11 7 0 0,-16-7 0 16,16 0 0-16,-16 0 0 16,2 0 0-16,14 0 0 0,-13 0 0 0,13 0 0 0,-12 0 0 15,12 0 0-15,-16 0 0 0,16 0 0 0,-13 0 0 16,13 0 0-16,-14 0 0 0,14 7 0 0,-13-7 0 15,13 0 0-15,0 0 0 16,-17 0 0-16,17 0 0 0,-14 0 0 0,14 0 0 16,-16 0 0-16,16 0 0 0,-16 7 0 0,16-7 0 15,-14 0 0-15,14 0 0 0,0 0 0 0,-14 0 0 0,14 7 0 16,-16-7 0-16,16 0 0 0,-13 0 0 0,13 0 0 16,-18 7 0-16,18-7 0 0,-17 0 0 0,5 0 0 15,12 0 0-15,-16 0 0 16,16 0 0-16,-14 7 0 0,14-7 0 0,-14 0 0 15,14 0 0-15,-12 0 0 0,12 7 0 0,0-7 0 16,0 0 0-16,-14 0 0 0,14 0 0 0,0 0 0 0,0 0 0 16,-14 7 0-16,14-7 0 0,0 0 0 15,0 0 0-15,0 0 0 0,0 0 0 0,-14 0-21 16,14 0-51-16,0 7-51 0,0-7-48 0,0 0-73 0,-11 0-33 0,11 0-50 16,0 0-108-16,0 0-38 0,0 0-89 0,0 0-158 0,-14 0-133 15,14 0-185 1,0 0-100-16</inkml:trace>
  <inkml:trace contextRef="#ctx0" brushRef="#br0" timeOffset="87216.66">7818 7004 1044 0,'-2'0'21'0,"2"0"31"0,-1 0 20 0,1 0 38 0,0 0-6 0,0-3 8 0,0 0 0 15,0 1-25-15,3 1 17 0,0-1-15 0,2-1-1 16,0 1 13-16,1-2-12 0,0 1 0 0,-1 0 14 16,1 0-1-16,-1 0 9 0,0 0 2 0,1 0 13 15,-1 1 11-15,-2-1-2 0,2-1-3 0,1-1-17 16,-1 2-8-16,1-1-13 0,2-2-1 0,-3 2-7 15,1-2-9-15,1 0 4 0,0 1-13 0,1-2 3 16,0 0-27 0,0 0 5-16,0-1-3 0,0 0-10 0,3-1 30 0,0 1-18 15,-3-2 6-15,3 2-4 0,0-1-1 16,0 0-2-16,-1 0 8 0,2 0 4 16,-2-1-8-16,0 0 4 0,3-1-15 0,-3 0-5 0,1 1-3 15,3-2 19-15,-2-1 5 0,1-1-3 0,2-1 6 0,-1 1-34 16,0-1 0-16,4-1 3 0,-2-1-13 0,2 0 13 15,-3 0 11-15,5 0 1 0,-4 0 3 0,5 0 4 16,-3 0-4-16,2 1-3 0,-1-2 10 16,1 1-4-16,-1 0-8 0,3 1-7 0,0-1 1 0,-1 0 10 15,4 1-3-15,-1-1 10 16,1 1-5-16,0-1-5 0,-2-1 3 0,5 0-8 0,-1 1-6 0,3 0-13 16,0 1-2-16,-1 0 2 15,2 0 2-15,2 0 6 0,-1-1-2 0,1 2-9 0,-1 1 0 16,1 1-5-16,-3-1 13 0,2 0 5 0,1 1 3 0,-1 1 0 15,-1 0-8 1,1 0 6-16,0 0-2 0,-1-1 3 0,2 2-2 16,-1-1-8-16,1 1 5 0,0-1-6 0,2 0 5 15,0 1-4-15,0 0-14 16,0 0 13 15,1 0-17-31,3 0 8 16,-2 0 6-16,1-1-13 0,0 1 12 0,1 1 3 0,-1-1 0 0,-2 0-5 0,1 0 13 0,-2 1-12 0,1-1 15 0,-3 2-2 0,0 0-7 0,0-2 7 0,-1 2-28 0,1 0 11 0,1 1 0 0,-1-2-6 0,0 3 3 0,2-3 0 15,-2 2 2-15,2 0-2 0,-1 1 5 0,0 0 4 16,-1 1-15-16,0 0 12 0,0 1-6 16,-1 0-6-16,1 0 14 0,0 0-14 0,-1 1 12 15,0 0 0-15,-1 0-7 0,-1-1 3 0,-1 2 0 16,-1-1-1-16,-1 0 1 0,-2 1 5 16,-1-1-7-16,2 1-10 0,-3 0 19 0,1 0 3 0,-2 0-2 15,0-2 9 1,2 3-26-16,-2-1 6 0,0 0 3 0,2-1-8 15,-1 2 9-15,-1-1-15 0,-1 1 5 0,3 0 8 16,0 0 6-16,-2 1-2 0,0-1-5 0,-2 2 5 16,-1 0-9-16,1 0 10 0,2 0-5 0,-2 0-14 15,-2 0 9-15,2 0-4 0,2 0 15 0,0 0-3 16,0 0-17-16,2 0 4 0,-3 0-9 0,1 0 9 16,0 0 20-16,0 3-18 0,-3 0 8 0,3-1-6 15,-3 0-4-15,-1 0 17 0,-1 0-12 0,-1-1 15 16,1 2-14-16,-2 0-3 0,0-1 2 15,0 1-9-15,0-1 16 0,0-1 3 0,0 2-5 0,-2-1 10 16,3 1-23-16,-2-1 6 0,2 1-7 0,-2 1 3 0,3 0 7 16,-2 0-13-16,0 0 24 15,1 2-5-15,0-1-8 0,0 0 13 0,-1 0-22 16,2 0 9-16,-2 0 13 0,1 1-7 0,1-1 15 0,0 1-22 0,-2-1 1 16,1 1 0-16,1 0-11 0,-1 0 23 0,2 0-13 15,-4 0 7 1,2-1 10-16,-4 1-15 0,2 0 9 0,1 0-15 15,0-1 10-15,-2 1-1 0,3 0 6 0,-2-2 4 16,3 3-18-16,0-3 13 0,1 1-8 0,-3 1 0 0,0 0 14 16,3 0-21-16,-2 0 17 0,-2-1-8 15,2 1-6-15,-2 0 11 0,2 0-22 0,-3 0 19 16,0-1 0-16,0 0-6 0,-3-1 15 0,2 1-21 0,-2 1 13 16,1-2 5-16,-2 1-6 0,1 1 3 0,0-3-17 15,0 2 7-15,0 1 6 0,-2-1 0 0,3-1 8 16,-2 2-14-16,1-1 14 0,1-1-4 15,-2 2 6-15,1-1 11 0,2-1-29 0,-2 3 15 16,0-3 4-16,2 2-2 0,-2 0 0 16,-1-1-19-16,2 1 8 0,0-1-3 0,-3-1 6 0,1 2 23 15,-2-1-36-15,1-2 11 0,-2 2 0 0,2-2-10 0,-3 0 22 0,-2 0-15 16,2-2 1 0,-2 1 5-16,0-1-4 0,-1-1 3 0,-1 2-9 0,-1-2 0 0,0 0 8 0,2 0-4 0,-2 0 9 31,0 0-12-31,0 0-1 0,0 0 14 0,0 0-10 15,0 1 10-15,0-1-18 0,0 0 3 0,0 1 11 16,0-1-6-16,0 0 17 0,0 1-24 0,0-1 9 16,0 1 3-16,0-1-8 0,0 1 11 0,3 0-14 0,0 0 9 15,0 0 1-15,-1 0-4 0,-1-1 9 16,1 2-24-16,-2-1 10 0,2-1 2 0,-1 0 6 16,-1 2 10-16,2-2-14 0,-2 0 17 0,0 0-8 0,0 0-7 15,0 0 16-15,1 0-32 0,-1 0 16 0,0 0 6 16,0 0-2-16,0 0 11 0,0 0-20 0,0 0 4 15,0 0-16-15,0 0-2 0,0 0-13 0,0 0-26 16,0 0 18-16,0 0 0 0,2 0-4 0,1 0-14 16,-1 0-47-16,0 0-23 0,-1 0-29 15,-1 0-22-15,2 0-43 0,-2 0-48 0,0-2-36 0,0-1-36 16,0 3-19-16,0-2-68 0,0 0-36 0,0 2-93 16,0 0-51-16,0 0-65 0,0-8-116 0</inkml:trace>
  <inkml:trace contextRef="#ctx0" brushRef="#br0" timeOffset="87811.32">12659 5818 2746 0,'0'0'36'0,"0"0"77"0,0 0 81 0,0 0 61 0,0 0 26 16,0-8-25-16,0 8-42 0,0 0-24 16,0 0-35-16,0 0-32 0,0 0-3 0,0 0-14 15,0 0-8-15,0 0 4 0,0 0-25 0,0 0-16 16,0 0-20-16,0 0-27 0,0 0-7 0,0 0-8 0,0 0 1 16,0 0 8-16,0 0 1 0,0 0-6 0,0 0-2 15,0 0 1-15,0 0-8 0,0 0 2 0,0 0 2 16,0 10 4-16,0-3 13 0,0 2 14 0,0-2 16 15,0 3 7-15,0-2-4 0,0 3 4 0,0 1-10 32,16-1-3-32,-3 1-2 0,-13 0-11 0,14-1-4 15,-14 1-5-15,17 0-11 0,-17 1-13 0,15-3 6 0,-15 1-4 16,17 1 14-16,-17-2 18 0,13 0-9 0,-13-1 4 16,16 0-3-16,-16-1-2 0,0-8-3 0,12 10 9 0,-12-2-12 15,0-8-2-15,0 9 5 0,14-9-12 0,-14 8-1 0,0-8 2 0,0 0-9 31,0 10 10-31,0-10-4 0,0 0 5 0,0 0 5 16,0 7-17-16,0-7 15 0,0 0-8 0,0 0-1 0,0 8 10 16,0-8-4-16,0 0 14 0,0 0-6 15,0 9 6-15,0-9 0 0,0 0 16 16,0 9 32-16,0-9 7 0,0 8 14 0,0-8-13 16,0 9 2-16,0-9-15 0,-14 8-19 0,3-8-1 0,-3 10-31 0,-2-2-2 0,-1-8 15 15,2 11-14-15,-5-3 5 0,2-8-6 0,-4 11 2 0,2-11-17 16,-1 10 11-1,1-10 11-15,-1 10-40 0,2-10-39 0,0 0-72 0,3 11-86 0,1-11-34 0,15 0-34 32,-15 0-55-32,15 0-103 0,-11 0-135 0,11 0-159 0,0 0-129 15,0 0-89-15,0-11 173 0</inkml:trace>
  <inkml:trace contextRef="#ctx0" brushRef="#br0" timeOffset="88821.93">11949 5178 2386 0,'0'-5'109'16,"0"-1"56"-16,0 2 49 0,0 0 67 0,0 0-50 15,0 0-3-15,0 4 4 0,-12-5-40 0,12 5-29 16,0 0-10-16,0 0-38 0,0-6-16 0,0 6 0 16,0 0-23-16,0 0-7 0,0 0 4 0,0 0-27 15,0 0-22-15,0 0-5 0,0 0-8 0,0 0-9 16,0 0-2-16,0 0 13 0,0 0-14 0,0 0 2 0,0 0 1 16,0 0-7-16,0 0-9 0,0 0 12 0,0 9-1 31,0 0-9-31,0 0 26 0,0 4-12 0,0-1 7 15,14 5 6-15,-14 0-8 0,20 2 27 0,-5 1-2 16,-15-1-8-16,20 0 6 0,-5 0-11 0,-15 0-4 0,19-1 20 16,-19-2-13-16,16 0 6 0,-16-3-1 0,0 0-8 15,15-1-1-15,-15-2-17 0,0 0-2 0,0-10 5 0,16 8 13 16,-16-8 2-16,0 0 3 0,0 0 14 0,0 0 18 0,0 0-2 16,0 0 37-16,0 0 13 0,0 0 0 15,0 0 36-15,0 0 13 0,0 0-6 0,0 0-11 0,0 0-24 16,0 0-54-16,0 0-27 0,0 0-17 0,0-8-17 15,0 2 12-15,0-3 1 0,0-1-2 16,0 0-3 0,0-1-7-16,0-1 5 0,0-1-2 0,0 1 12 0,0 0 0 0,0 1-9 15,0 1 8-15,0 1-13 0,0 1 6 0,0 0 9 0,0 1-6 16,17 1 6-16,-17 1-10 0,13 0-4 0,-13-1-1 16,14 2-3-16,-14 4 7 0,16-7-5 0,0 7 5 15,-5-4-2-15,5 4 2 0,-3-5 0 0,2 5-4 16,0 0 8-16,0 0-15 0,0 0 3 0,0 0 2 0,-2 0-1 31,3 0 10-31,-4 0-6 0,1 0 5 16,0 8-4-16,-13-1-9 0,16-2 6 0,-2 0-6 0,-14 0 0 15,11 0 12-15,-11 1 0 0,14 0-3 0,-14-1 5 16,0 2-6-16,0-1-2 0,11 1 0 0,-11 0 4 16,0 0 7-16,0 1-3 0,0 0 3 0,0 1-6 0,0-1 4 15,0 2 2-15,0-1 3 0,0 1 6 16,0 0-17-16,0 1 7 0,-13-1-6 15,13 1 4-15,-17-1 14 0,4-1-4 0,1 1 5 0,12 1-1 0,-16-3-4 16,0-1 6-16,2 1-4 0,-2-8-4 0,3 9 3 0,-2-9 1 16,0 8 14-1,1-8-1-15,2 0-8 0,-4 7-4 0,5-7-13 0,11 0-4 16,-19 0 14-16,6 0-6 0,13 0-5 0,-19 0 9 0,19 0-12 16,-16 0 5-16,16 0 7 15,-15 0-10-15,15 0-3 0,0 0 3 16,0 0-8-16,-15 0 11 0,15 0-3 0,0 0-2 0,0 0 16 0,0 0-19 0,0 0 5 0,0 0-3 15,0 0-10-15,0 0-4 0,0 0-74 0,0 0-31 16,0 0-72-16,0 0-52 0,0 0-21 0,0 0-22 31,0 0-16-31,0 0-31 0,0-7-27 0,0 7-117 0,0 0-65 16,0 0-141-16,0 0-91 0,0-8-86 16</inkml:trace>
  <inkml:trace contextRef="#ctx0" brushRef="#br0" timeOffset="93993.15">12993 7703 850 0,'0'0'6'0,"0"0"32"0,0 0 10 0,0 0 25 0,0 0 27 0,0 0-8 16,0 0 26-16,0 0 9 0,0 0-9 0,0 0-1 15,0 0 0-15,0 0-8 0,0 0-3 0,0 0-7 16,0 0-13-16,0-1-4 0,0-1 3 0,0 1 15 16,0-1-6-16,0 1 6 0,0-2-2 0,0 2 13 15,0-3 16-15,0 2-23 0,0-1-6 0,0 1-7 16,0 1-13-16,0-1 10 0,0-1-8 0,0 1-6 15,0 0-12-15,-3 1 22 0,3-1-12 0,0 2-4 16,0-1-16-16,0-1-22 0,0 1 16 0,0 1-20 16,0 0 14-16,0 0-23 0,0 0-19 15,0 0 10-15,0 0-5 0,0 0 5 0,0 0 10 0,0 0-19 16,0 0-7-16,0 0 4 0,0 0 5 0,0 4 0 16,-4-2 9-16,1 1 7 0,-1 0-11 0,2 2 24 15,-1-1-10-15,-2 1 2 0,1 2 25 0,-1-1-4 16,0 2 10-16,-1 0-18 0,1 1-2 0,0-1-8 15,0 1-8-15,-1 0 23 0,1 0 2 16,-1 2 5-16,2 0 11 16,-1 0-15-16,0-1-9 0,-2 2-4 0,1 1-9 0,-1-1-2 0,-2 0 6 0,3 0 18 15,-2 0-7 1,-3 2 22-16,3-2-10 0,0 1-12 16,-1 0 6-16,1 0-14 0,-2 0 12 0,1 0-11 15,-2 0 16-15,1 1 2 0,1-2-7 0,-2 3 1 0,1-1-28 16,-2-1-7-16,4 1 2 0,-2 0 6 0,-1 1 21 15,0 0 6-15,2-1-8 0,-1 0-9 0,-1-1-5 0,2 1 2 16,1-2 3-16,-3 0 5 0,1 0 9 0,2-2 5 16,-1 2-15-16,1 0 16 15,-2 0-18-15,1 0-1 0,-2-2 9 0,3 3-14 0,-3-2 6 0,0 0 5 16,1 0-6-16,-4 1 0 0,3 1-1 0,-2-1-19 16,-1 0 13-16,1 1-6 0,-1 0 7 0,0-1 3 15,0 1-2-15,0 1 3 0,-2-3 1 16,2 1-1-16,-2 1-5 15,1-1 5-15,1 0-10 0,-2-2 10 0,2 2-2 16,-2-1-9-16,2-2 4 0,-2 1-2 0,2 1-3 0,-2-1 7 0,2-1-1 0,-2 0 9 16,2 0-5-16,0 0 2 0,-1-1-2 0,0 0-10 15,0 0 10 1,0-1-4-16,0 2 5 0,0-3 7 0,0 2-8 16,-2-2 7-16,1 2-8 0,-1-1-2 0,-1-1 12 15,1 1-12-15,-3-1 11 0,0 1-15 0,-2-1-3 0,2 1 1 16,-1-1 4-16,2 0-5 0,-3 1-2 0,1-2-4 15,1 1-5-15,0 0 11 0,0 2-7 16,0 0 14-16,1-2-21 0,-2 1 1 0,1 0 6 0,0 0-6 16,0 0 15-16,-2-1 0 0,0 1-1 0,1-3-8 15,-2 0 9-15,1 2-7 0,-2-3-6 0,2 2 19 0,-2-1-18 16,-1 1 4-16,0 1 10 0,1 0-16 0,-2-1 10 16,-2 1 8-1,4-2 0-15,1 1 3 0,0 0-1 0,1-1-4 16,-1 0-6-16,2 0-2 0,0 0 10 0,1 1-11 15,-2-3 3-15,3 1 9 0,-2 2-13 0,1-3 16 16,2 1-10-16,-2 0-6 0,4 1 2 0,-3-2-17 16,0 1 15-16,2-1 4 0,-1 1 2 0,1-1 6 0,0 1-12 15,-1-1-3-15,2 0-4 0,-1 0 1 0,0-1 9 0,-1 1-9 0,1 1 5 32,-2-1 8-32,1 1-12 0,1-1-6 0,-3 0 12 0,2 1-8 15,-2 0 11-15,0 0 11 0,0 0-7 0,-2 0-3 0,3-1 2 16,-3-1 1-16,0 1-13 0,-2 1 14 0,2-1-10 15,-2 0-9-15,-1 0 18 0,0 0-9 16,1-1 4-16,0 2-3 0,-3-1 6 0,3-1-11 16,-2 0 6-16,0 0 7 0,4 0-14 0,-3 0 17 0,-1 0-10 15,3 0 0-15,2-1 2 0,1 0-18 0,-1 0 18 16,5 2 1-16,-3-2-8 0,3 0 10 0,-1 1-26 16,0 1 19-16,1-2 0 0,0 0-8 0,0 0 11 15,1 0-19-15,-1 0 11 0,-2 0 4 0,2 0 0 0,-1 0 4 16,3 2-7-16,-3-1 4 0,2-1 6 15,-2 1-6-15,2-1 6 0,0 1-6 0,2 0-7 0,-2 0 4 16,2-1 1-16,-3 0 4 0,3 0-7 16,0 0 3-1,-1 0-4-15,1 0-5 0,-2 0 11 0,2 0-10 16,-1 0 14-16,1 0 1 0,1 0-6 0,-1 0 8 16,-1 0-18-16,0 0 9 0,-1 0 6 0,1 0-8 15,1 0 16-15,-1-2-16 0,0 0 16 0,0-1 0 0,1 1-12 16,0 1 19-16,-2-1-30 0,2 1 17 15,-3-2 3-15,2 1-14 0,-2-1 7 0,2 2-19 0,-2-2 5 16,2 1 4-16,-3 0 5 0,2 0 17 0,0-1-13 16,0 1-2-16,0-1 5 0,-2 1-4 0,2-1 4 0,0 1-4 0,0 0-6 31,-1-1 0-31,0-1 0 0,0 2 2 0,-1 0-5 0,-1 0 3 0,0-2 2 0,0 2-6 16,-1 0 13-16,2 0-15 0,-1-1 12 0,-1 0 3 15,1 0-1-15,2-1 9 0,-3 1-17 16,4 0 10-16,-2-1-1 0,4-1 4 0,-1 2-4 0,2-1-14 15,0-1 8 1,0 2-4-16,1-2 13 0,0 1 9 0,1-1-21 0,-1 1 16 16,-1-1-13-16,2 1 1 0,0 0 11 0,-2 0-17 15,2-2 18-15,-1 1-8 0,0 2 2 0,3-3-9 0,-1 2-5 16,-2 0 5-16,1 0 10 0,2 1 12 0,0 0-10 16,-1 1-8-16,1 0 4 15,0-2-1-15,-1 1 4 0,4-1 10 0,-1-1-21 16,1 0-2-16,-2-1-2 0,3 0 3 0,-2 0-2 0,1-1 2 15,-2 2 6-15,1-1-2 0,1 1 6 0,-4 0-4 16,3 0-1-16,-1 0 0 16,1-1 4-16,-2 0 4 0,2 3-11 0,-1-3 1 0,1 0-2 0,0 2 6 15,-2-1 4-15,3-1-2 16,-3 0 7-16,3 0-8 0,-1 0 4 16,-2 0 2-16,2-1-6 0,-2 2-8 0,3-2 7 0,-1 1-13 0,-2 0 11 0,2-2 3 15,-1 2-18-15,-1 0 18 0,1 0-23 0,0 0 16 16,1 0 14-16,-1 0-22 0,-2-1 16 0,1 0-14 15,2 0 2-15,-1 2 11 0,-2-3-21 0,1 2 20 16,0-2 0-16,0 3-6 0,-1-2 18 0,-1-1-22 16,2 2 6-16,0 0 6 0,-1-1 3 0,1 0-7 15,-2 0-11 1,1-1 2-16,0 2 1 0,1-2 6 0,-3 1 5 16,1-2-3-16,2 3-8 0,-3-3 8 0,2 1-5 0,-1 1 4 15,1-2-6-15,-2 0 7 0,1 0 0 16,-1 2 2-16,0-3 6 0,2 1-15 0,-1-1 1 15,1 2-3-15,-1 0 2 0,0 0 16 0,1 0-11 16,1 0-2-16,0 0-1 0,-1 1-4 0,1 0 13 0,0 1-8 16,2-1 6-16,-1 1 0 0,0 0-13 0,0 0 11 15,2 0-12-15,-1 1 5 0,1-1 14 0,-1 0-5 0,2 1 12 16,0 0-17-16,-1 0 1 16,1 0 9-16,0 0-4 0,0-1 8 0,-1 2-12 0,0-1-6 15,1-1-10-15,0 2 16 0,1-1 0 0,0-1-9 0,-2 1 13 16,2-1-10-1,-3 1 8-15,1 1 8 0,2-2-14 0,-3 0 4 16,1 0-2-16,0-2-1 0,-1 2 11 0,1-1-10 16,2 1 0-16,-2-2 2 0,2 1 2 0,-2 0 2 0,2 2-3 15,-3-2-2-15,4 1 0 0,-2 1-1 16,0-2 5-16,1 1-6 0,0 1 5 0,1-2-4 16,-1 2 3-16,0-1-2 0,-2 0-9 15,1 1 2-15,1 1 0 0,-1 1 3 0,1-2 5 0,0 3-14 0,1-1 13 0,-1-1-2 16,0 1-9-16,0-1 19 15,-2 0-20-15,2 0 2 0,0-1 12 0,1-1 2 0,-1 1 7 0,1 1-12 0,-1-1 4 16,0 1-10-16,1 1 5 16,1 1 3-16,-1-3-15 0,-1 2 16 0,0-1 1 15,0 1-7-15,0-1 9 16,0 0-26-16,-1 0 7 0,1-1 9 0,2 0 1 0,-1 1 11 0,0-1-13 16,1 1 6-1,-1 0 6-15,2 0-2 0,-1 1 4 0,-3 0-6 16,2 0-11-16,0 0 1 0,-1 0 9 0,1 1 0 0,-1-1-5 0,1 3 9 0,1-2-15 15,-1 1 6-15,1 0 9 0,-1 0-15 0,0 0 14 16,2 0-4 0,-1-1-13-16,1 2 15 0,0 0-21 0,-2 0 15 0,2 0 1 0,0 0 0 0,0 0 7 0,0 0-20 15,0 0 12-15,0 0-13 0,0 0 6 16,0 0 3 0,0 0-11-16,0 0 17 0,0 0-3 0,0 0 2 15,0 0 3-15,0 0-3 0,0 0-5 0,0 0 0 16,0 0 7-16,0 0-1 0,0 0-7 0,0 0 5 15,0 0-3-15,0 0-11 0,0 0 11 0,-2 0-19 16,2 0 9-16,0 0-3 0,0 0-11 0,0 0 12 0,0 3-15 0,0-1 6 16,0 0 11-16,0 0 18 0,0 3-5 0,0 0 3 15,0 0-1-15,0 2-5 0,-3 1 14 0,2 1-7 16,-4 1-6-16,2 0 1 0,0 1 2 0,1 1 9 16,-1-1-1-1,0-2-13-15,1 1 0 0,-1 1 7 0,0-3-9 0,1 2-1 0,-2-3-17 0,2 1-10 16,1-1 5-16,-1 0 14 0,2 0 4 0,-1-2-1 31,-1-2 15-31,2-1-5 0,0 0 6 0,0-1 3 0,0 1-4 0,0-2-1 16,0 0 3-16,0 0 3 0,0 0-3 15,0 0-3-15,0 0 12 0,0 0-6 0,0-4 5 0,0 4 0 16,0-3-12-16,0 2 9 0,0-1-3 0,0 0-10 16,0-1 11-16,0-1-18 0,3-1 11 0,-3 0 1 0,2 0 1 15,-2 0 3 1,0-2-15-16,0 0 12 0,0 0-4 0,0-1-5 0,0 0 4 15,3-1-2-15,0 2-3 0,-2-2 8 0,-1-1 1 0,2 0 3 16,-2 0-5-16,1 1 4 0,1 0-3 16,-2 0-6-16,3 1 6 0,-1-1-6 0,-2 3 2 15,2 0 3-15,-1 0 3 0,-1 1 4 16,2 0-3-16,-1 2-3 0,-1 0 1 0,0 1-5 16,2 1 9-16,-2 0-3 0,2-1-8 0,-1 1 4 15,-1-1 2-15,0 2 4 0,0 0-3 0,2-1 0 0,-2 1 2 0,0 0-2 16,1 0 9-16,-1 0-10 0,0 0 9 15,2 0-3-15,-2 0-9 0,0 0 13 0,3 0-27 16,-3 0 16-16,1 0-2 0,-1 0 0 0,2 0 14 0,1 0-17 16,0 0 10-16,1 3-5 0,2-3-8 15,-1 1 19-15,4 2-7 16,-1-1 5-16,5 0 4 0,1 0-7 0,0 0 0 16,5 1-6-16,-1-1 3 0,2 0-1 0,2 0 6 15,-3 0 6-15,2-1-16 0,-2 2 5 0,-2-3-3 16,0 2 4-16,-2-1 10 0,-1 1-10 0,-3-2 2 0,-3 0-1 0,3 0 6 15,-5 0 4-15,-3 0-12 0,2 0 13 0,-3 0 7 16,-2 0-10 0,2 0 11-16,-2 0-17 0,0 0-7 0,0 0 20 0,0 0-15 15,0 0 3-15,0 0-8 0,0 0 3 0,0 0 4 16,0 0 2-16,0 0 2 0,0 0-35 0,0 0-25 0,0 0-74 16,0 0-77-16,0 0-93 0,0 0-119 0,0 0-97 0,0 0-84 15,0 0-104-15,0 0-74 0,0 0-12 0,4 0-95 16,5 0 21-16</inkml:trace>
  <inkml:trace contextRef="#ctx0" brushRef="#br0" timeOffset="94978.03">9584 8103 2396 0,'2'-2'65'0,"-1"-3"107"0,-1 1 87 0,0 1 88 0,0-1 0 15,0 1-52 1,-3-2-21-16,2 2-39 0,-1 1-28 0,0-2 0 0,1 3-50 16,-1-2-5-16,1 1-15 0,-1 0-59 15,2 2 5-15,0-2-41 0,0 2-25 0,0 0-6 16,0 0-22-16,0 0 4 0,-2 0 4 0,2 0 6 15,0 4-7-15,0 1-4 0,0 0 7 0,5 1 21 16,0 5 7-16,0 0 14 0,4 4 2 0,-1 2-2 0,3 0 17 16,0 3-17-16,3 3 8 0,-1 0 1 15,1 0-14-15,1 0 14 0,-1-1-14 16,-3 2-12-16,3-2-4 0,-3-1-8 0,-1-1 14 0,2-1-8 0,-4-1-4 0,0-2 1 16,0 0-12-16,-2-2 13 0,2-2-5 0,-5-1 1 15,1-1-5-15,-1-3-10 0,-1 0 22 0,-1-2-12 16,-1-2 10-16,2 0 2 0,-2-1 4 0,0 0 40 0,0-2 5 15,0 0 21-15,0 0 27 0,0 0-22 0,0 0 12 16,0 0-3-16,0 0-16 0,0-3-4 16,0 1-20-16,0 0-17 15,0-1-30-15,-3-2-5 0,1-2-7 0,0 0-3 0,-1-3 2 16,1-2-8-16,1-3 9 0,-2 1 6 0,1-3-7 16,-3 0 1-16,4 0-2 15,-1-1-4-15,2 0 9 0,-3 1 5 0,3 0-6 16,0 3 2-16,0-1-3 0,0 3-3 15,3-1 7-15,0 2-8 0,2 0 5 0,-2 0-6 0,2 3-9 0,0-1 9 0,0 1-4 16,2 1 8 0,0 0 3-16,2 0-8 0,-1 2-5 0,5 1-3 0,-2-1-2 0,3 2 6 0,-1 2 10 15,2-1-3-15,0 2-5 16,0 0-3-16,1 0-1 0,-3 5 6 0,4 2 6 0,-4-2-5 16,4 3-8-16,-4 1-2 0,0 0 0 15,0 0 10-15,-1 2-5 0,-2 1 4 0,-1 2-1 0,2 0-1 16,-5 0 1-1,2 1-4-15,-3 0 8 0,0 1-2 0,1 0 4 0,-4 0 3 16,-1 0-7-16,-1 0 6 0,0-3 3 16,0 3 3-16,-3-2 10 0,-3-2-5 0,0 2 17 0,-1-2-3 0,-1 0-6 0,-4-1 8 0,1-2-3 31,-1 0 11-31,-3 0 8 0,0-3 4 0,0 1 1 16,-1-3-19-16,-2 0 7 0,0 0 1 0,2-2-10 15,-3-1 14-15,3-1-20 0,-3 0-3 0,4-3-5 16,0-1-6-16,0 0-7 0,3 1 1 0,-1-1 1 0,5 0 7 15,-1 1-12-15,4 1-1 0,0 0-10 0,2-1 3 16,0 3 17-16,1-2-15 0,1 2 6 0,1 0-14 0,0 0 11 16,0-1 7-16,0 1-16 0,0 0-23 0,0 0-89 15,0 0-43-15,0 0-76 0,0 0-70 0,0 0-68 16,0 0-123-16,0 0-68 0,0-2-99 0,0 0-130 16,0 2-59-16,-3 0-168 15,1 0 68-15</inkml:trace>
  <inkml:trace contextRef="#ctx0" brushRef="#br0" timeOffset="99995.47">13731 5989 884 0,'0'0'1'0,"0"0"-4"0,0 0 23 0,0 0 9 0,0 0 3 16,0 0 29-16,0 0 1 0,0 0 12 0,0 0-18 15,0 0 1-15,0 0 4 0,0 0 5 0,0 0 45 16,0 0-10-16,0 0 2 0,0 0 7 0,0 0-12 16,0 0 6-16,0 0 3 0,0 0 51 0,0 0 13 15,0 0-5-15,0 0 6 0,0 0-67 0,0 0 1 16,0 0 23-16,0 0-34 0,0 0 24 0,0 0-10 16,0 0-21-16,0 0 9 0,0 0-15 0,0 0-4 15,0 0 4-15,0 0-8 0,0 0 9 0,-17 0-19 16,17 0 3-16,-13-5 10 0,13 5-3 0,0-9 4 0,-14 3-3 15,14 0-6-15,-13 6-19 0,13-10 9 16,0 0-6-16,-14 1-11 0,14 0 1 0,0 0-11 16,-14-2 14-16,14 1-4 0,0-1-9 0,-13-2 4 0,13 1-12 15,0 0 22-15,0 0-6 0,0-2-8 0,-15 2 9 16,15-2-17 0,0 1 12-16,0 0 5 0,0-1-13 0,0 0-11 0,-15-1 16 0,15 0 3 15,0 0 0-15,0 0 9 16,0 1-16-16,0-1 2 0,0 0-9 0,0 0 4 15,0-1-29-15,0 0 1 0,0 1-2 0,0-1-3 0,0-1 25 16,0 2-2-16,0 0 6 0,0 1-2 16,0 0 1-16,0 2-13 0,0-3 1 0,0 3 1 15,0-1-5-15,0-1 8 0,0 2-5 0,0-1 0 16,0 1-9-16,0-1 0 0,15-1 1 0,-15 2-6 16,15-2 15-16,-15 0-3 0,16 2 8 0,-16-2-3 0,19 0-3 15,-4 0 2-15,-15 0-8 16,18 0 11-16,-3 0-12 0,-15 0-4 0,19-1 6 15,-7 1 7-15,-12 0-13 0,18-1 10 0,-4 1-12 16,-14 2 0-16,19-2 32 0,-2 1-21 0,-3 0 1 16,-1 1 4-16,1 1-22 0,-1-1 13 15,1-1-2-15,-14 1-7 0,19 1 11 0,-1 0 0 16,-1-1-2-16,-3 1-3 0,3 2-9 0,-2-2 3 0,2 1 6 16,-1 0-6-16,4 0 6 0,-2 0-8 0,2 0 1 0,-1 0 13 0,1 1-2 15,-2 0 2-15,0-1-1 16,1 3-13-16,0 7 1 0,-5-9 8 0,2 9-3 0,0-8 3 15,-1 8-2-15,1 0 1 0,1 0 8 16,0 0-1-16,-2-9 6 0,3 9-12 0,-1 0-8 0,-1 0 0 16,1 0 2-16,-1 0-2 0,3 0 0 0,1 0 11 15,0 0-11-15,-2 0 16 0,3 0-3 0,-2 0-9 0,0 0 0 16,-1 10-10-16,-1-2 4 16,-17-1 11-16,20 0 4 0,-4 1-2 0,-2-1-4 15,-14 3-5-15,20-2-1 0,-5 0 7 0,0 0-4 0,-2 0 10 0,0 0-16 31,1 0 2-31,-14 0 11 0,18 0-8 0,-1 1 14 0,-4 0-14 0,3 2 0 0,-16-2 7 16,17 2 4 0,-3 1 8-16,-1-1-15 0,-13 0-2 0,17-1 8 0,-2 2-9 0,-15-1 13 0,15 0-2 15,-15 1-8-15,15-1 13 0,-15 1-2 0,15-1-5 16,-15-1 0 0,0 1-6-16,13 0 1 0,-13 0 2 0,0-1 5 15,11 1-1-15,-11 1 2 0,0 0-4 0,0-1 3 16,14 3 2-16,-14 0 4 0,0-1 18 0,0 1-17 0,0 0 10 15,0 0 4-15,13 1-17 0,-13 1 14 0,0-3 0 16,0 3-7-16,0-2-5 0,0 1 1 0,0 0-4 16,0 0-4-16,0 1 8 15,0-1 5-15,0 0-6 0,0 2 23 0,0 0-14 0,0-2-6 0,0 2 9 16,0 0-21-16,0-2 8 0,0 0-12 0,0 1-5 16,0-1 2-16,0 0 8 0,0 0 6 0,0-1-7 15,0 1-2-15,0 1-3 0,0 0 4 0,0-1 7 16,-13-1-2-16,13 1-11 0,0 0 3 0,-17-1 5 15,17 1 1-15,-11-1 7 0,11-1-7 0,-14 1-8 16,14 0 12-16,-13-1 2 0,13 0 1 16,-11-2 8-16,11 1-14 0,-14-1 11 15,14 1-13-15,-15-3-6 0,15 2 10 0,-13 0-19 16,13-2 13-16,-13 0 8 0,13 0-17 0,-18 0 10 16,18-1-11-16,-14 2 2 0,14-2 16 0,-19 1-8 0,6-1 3 15,13 1-1-15,-17-1-15 0,17-1 15 0,-16 0 7 16,2 0-10-16,14 0 13 0,-16 0-12 15,16-1 5-15,-17 2-4 0,17 0-3 0,-16-2 5 16,16 1-3-16,-16 0 13 0,16 0-8 0,-14-7-8 16,14 10 3-16,-16-2-12 0,16-8 10 0,-14 9 6 0,-2-2-14 15,16-7 7-15,-16 9 6 16,2-9 1-16,14 9 13 0,-16-9-8 0,16 9-2 0,-17-9-1 0,17 10-2 16,-16-10 1-16,4 10 2 0,12-10-3 0,-17 11 1 15,17-11 8-15,-15 8-6 0,2-8-2 0,13 9-6 16,-14-9-2-1,14 0 5-15,-13 9 10 0,13-9-7 0,-14 0 12 16,14 7-13-16,-11-7-2 0,11 0 4 0,-11 9-6 16,11-9 8-16,0 0-10 0,-14 7 11 0,14-7-13 0,-11 0-1 15,11 0 9-15,0 0-12 0,-12 9 13 0,12-9-7 0,0 0 0 16,-14 0 5-16,14 0-4 0,0 0 4 0,-11 0 2 0,11 8 0 16,0-8-7-16,0 0-7 15,-12 0 11-15,12 0-16 0,0 0 9 16,0 0 16-16,0 0-27 0,-12 0 21 0,12 0-7 15,0 0-4-15,0 0 10 0,0 0-2 0,0 0 5 16,0 0-3-16,0 0 0 0,0 0-4 0,0 0-4 0,0 0 3 16,0 0-3-16,0 0 0 0,0 0 8 0,0 0-1 15,0 0-10-15,0 0-26 0,0 0-53 0,0 0-41 16,0 0-18-16,0 0-30 0,0 0-23 0,0 0-35 16,0 0-22-16,0 0-56 0,0 0-78 0,0 0-71 15,0-8-97-15,0-1 12 16,0 3-48-16,0-3-23 0,0 0-27 15,0-2-71-15</inkml:trace>
  <inkml:trace contextRef="#ctx0" brushRef="#br0" timeOffset="100546.22">14343 6042 2300 0,'0'0'109'0,"0"0"31"0,0 0 53 0,0 0 13 16,0 0-73-16,0 0-4 0,0 0-39 0,0 0-20 16,0 0-27-16,0 0-15 0,0 0-27 0,0 0 28 15,0 0 8-15,0 0 4 0,0 8 34 0,0-1-3 16,0-1 3-16,0 1 1 0,0 1-9 0,0 1 18 16,0 1-8-16,-15 2 2 0,15 0 2 0,-13 1-31 15,13 2 7-15,-14-1 3 0,14 1 5 0,-15 2-13 16,4-1-9-16,11-2-11 0,-16 2-6 0,16-1 15 15,-14-1 10 1,14-1-2-16,-14 0-11 0,14-3-15 0,0 1-5 0,0 0-1 0,0-11 5 0,-11 13 8 0,11-4-6 31,0-9-9-31,0 11 16 0,0-11 9 0,0 0 6 16,0 0 17-16,0 11-15 0,0-11-7 0,0 0 16 16,0 0-1-16,0 0 8 0,0 11 11 0,0-11 5 15,0 0-5-15,0 10-23 0,0-10-6 0,13 0-17 16,-13 0 1-16,17 0 26 0,-3 0 0 0,2 0-2 15,0 0 1-15,-1 0-10 0,0 0-1 0,2 0 10 16,-2 0-2-16,2 0 4 0,-3 0 5 16,-1 0-23-16,-13 0 3 0,16 0-14 0,-16 0-17 0,15 0 8 0,-15 0-19 15,0 0 13-15,13 0-12 0,-13 0 2 0,0 0 5 16,0 0-15-16,0 0 28 0,0 0-23 0,0 0 3 16,0 0-3-16,0 0-6 0,0 0 12 0,0 0-3 0,0 0 10 15,11 0-2-15,-11 0-16 0,0 0 12 0,0 0-5 16,14 0 0-16,-14 0 5 0,16 0-3 0,-16 0-10 15,14 0-2-15,-14 0-8 0,16 0-74 0,-16 0-52 16,16 0-75-16,-16 0-86 16,13 0-55-16,-13 0-55 0,14 0-107 0,-14-7-58 15,0 7-149-15,0 0-169 0,11-11 27 0</inkml:trace>
  <inkml:trace contextRef="#ctx0" brushRef="#br0" timeOffset="101561.52">15520 5974 1547 0,'0'0'53'0,"12"0"76"0,-12 0 68 0,0-6 113 0,0 6 5 16,14 0-31-16,-14 0-14 0,0 0-54 0,0 0 19 16,0 0 17-16,0 0-11 0,0 0 8 0,0 0-36 15,0 0-41-15,0 0-22 0,0 0-33 0,0 0-13 31,0 0 11-31,0 0 7 0,0 0-3 0,0-9-16 0,0 9-46 16,0 0-6-16,0 0-17 0,0 0 10 0,0-7 13 16,0 7-14-16,0-7-8 0,0 7-13 0,0 0 0 15,0-8-18-15,-15 8 1 0,15 0-2 0,-16-7-4 16,16 7 17-16,-16 0-19 0,16 0-7 0,-16 0 13 0,16 0-9 16,-19 0 9-16,5 0-1 0,-2 0-7 0,16 0 11 15,-19 0-10-15,0 0 2 0,2 11 6 0,4-2-9 16,0 0 5-16,13 0 5 0,-18 0-9 0,2 2 11 15,16-1-3-15,-16 0-7 0,16 0 8 0,-17 1-11 16,17 1 1-16,-13-1 2 0,13 0 3 0,0 0-8 0,0 0 5 31,-14 0 17-31,14 0-10 0,0 0 4 0,0 0 10 0,0 1-14 0,0-1 17 0,0-2 11 0,0 1-4 16,0 1 10-16,0-3-16 0,0 2-2 16,0 1 3-1,17-3-5-15,-4-8 10 0,-13 13-2 0,19-3 8 16,-4-10 6-16,1 9 5 0,-2-9 5 0,-1 9-8 0,2-9-19 15,0 0 9-15,-15 0-10 0,22 0 9 16,-7 0 4-16,0 0-11 0,-15 0 7 0,16 0-8 0,1 0 6 16,-17 0-10-16,15-9 9 0,-15 0 7 15,19 0-2-15,-19 1 10 0,16 0-3 0,-16 1-5 0,15-1 1 16,-15-1-7-16,15 1 2 0,-15-1-13 16,12 0 4-16,-12 0 9 0,0 0-10 0,0 1 10 0,0-3 9 0,0 1 1 15,0 1 0-15,0 0 6 0,0 0-14 16,0 0-13-16,0 0-3 0,0 0-1 0,0 1-2 0,0 0-9 15,0 0 9-15,0 1-5 0,0 1 0 0,0 0 10 16,-14 6-14-16,14-6 9 0,0 6-11 0,0-5-8 16,0 5 6-16,0 0-16 0,0 0 1 0,0 0 5 15,0 0-4-15,0 0-2 0,0 0-17 0,0 0 4 16,0 0-1 0,0 0 1-16,0 0 19 0,0 5 7 0,0 3 7 0,0-1 2 15,0 3-4-15,0-2-7 0,0 3-8 16,0 2 7-16,0-1 12 0,0 1 2 0,0-1-3 15,0 1 0-15,0 1-1 0,0-2-3 16,14 1 5-16,-14-1-5 0,16 0-4 0,-2 0 0 0,-1 0 6 16,0-1 1-16,2-1 3 0,0 0 0 0,1-1 5 0,-2-1-10 15,3 0 2-15,0-8 1 0,-1 7-4 0,0-7 14 16,0 0 14-16,0 8-2 0,-4-8 16 0,1 0 5 16,1 0-13-16,-2 0 6 0,-12 0-11 0,17 0 0 15,-6 0-1-15,-11 0-4 0,12 0 1 0,-12 0-18 16,13-8-3-16,-13 8 0 0,0 0-6 0,11-7-5 15,-11 7 5-15,0 0 1 0,0-8 4 0,0 8-9 0,0 0-39 16,0 0-62-16,0-5-71 16,0 5-108-16,0 0-110 0,0 0-122 0,0 0-169 0,0 0-193 15,0 0-281-15,0 0-158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AB787-CFDD-4EBF-A936-40BD04C139FB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5E11A-F69B-495F-B3E2-C440A6B3C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2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93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7FD320-56F4-4783-A2C5-756DAC08FDBE}" type="slidenum">
              <a:rPr lang="en-US"/>
              <a:pPr/>
              <a:t>73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89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0747-875C-EE8F-EF0D-1CA44541B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B2A32-700B-81F3-DE8A-F8841BD0C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C0A1-25DB-148E-57AF-25A086AE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2F3A4-5701-06C0-6FFD-032F77ABA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D823-9512-290B-5E19-B0891E50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41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A2C9-43BE-C6A9-9236-24CBEFE2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8606E-BF12-F7B4-F60A-ADE486C22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AC7BA-ADCB-1483-B36B-44593574E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70511-C1AA-8B85-69F0-9264E75E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6B827-8AFC-0916-0954-F955A09E6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76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0509-3480-9DA7-F217-1C84645F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9EAE7-827D-EDE8-0C18-B012A6648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44AD7-B8A5-3B37-2679-8143BC62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58721-D6C0-EB47-E41C-5B52273E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33D4-F786-EF2D-4CDE-A9A715E6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72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EE1D-7519-18A0-7475-BEC95D8D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6C86C-56EC-4D7B-035E-6826A6BB0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7DD90-19C8-34F6-C9CB-953ACF590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023BB-0F41-E09B-EA80-DF49C8E8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2C1D4-088B-4C7D-1461-153FD847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1EDFE-EE1B-B3E9-0AED-80C4FCD1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65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DB87-59E7-0D8B-2612-81AD8335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7F978-CAC5-3413-6B0B-72135662D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D9314-0DD1-4A0D-D3AB-FCDB31B55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4630D-4584-B205-8E2D-3DF2D5C83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BD442-883E-D02F-65DB-9F7DE794F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2EA98C-8904-BD15-9BDA-38419B86E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3AFEE-CD51-1D54-359D-796C3813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E0B242-E453-ADB7-631E-C8471396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35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849-CFD5-FDF8-104F-B4264C10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66740-1321-E34F-8BEA-4414DA67A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C179D-D69F-0F1E-EF18-15926374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7D720-5108-377B-DF2D-E220F6F5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87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A6593-ED9B-5479-9B36-B1F94EF2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404FAB-1CA7-BEF2-B90F-FDEF10CD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0538-DCBB-06C2-28AA-5E914061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07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D494-9472-20A2-BD80-BC0A334C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03562-5170-0564-3713-712B66DEF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1AA9A-3FB1-C059-63BC-72B657D4A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FB06F-D0D7-4660-3A97-3B9DB2AC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82F65-5809-00F4-0983-B951C6F3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FD00E-32F2-8A90-315D-FAA2386C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606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5657-DA7E-E0AA-6A45-F46EA557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D3815-2175-1B86-2547-3E30272B3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10FC5-1564-DDBB-4754-6E2FC70D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D8740-0ACE-65CF-0920-29A9374D9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0C1C9-5F3A-D126-5FED-8AED2C837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6F73E-1485-ADE9-FF74-A5EB035F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70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01C0-D23F-5E36-BF92-F23B4E0A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C35F-E010-0EFE-F0CB-7AB4F1458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A0FF-0411-2BFD-367B-485368758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D54F-284D-B7DE-E016-75032D24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C1290-B407-1BA6-EC1E-1A210DD9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81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33C5C-3F16-EEE5-05CD-CB75130C2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FAC10-C193-5214-B2F1-89A1F81EC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27CB2-788D-9AA1-3ABE-3BC5B442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11EF-1C66-0B06-7B7F-8A6114A6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3B8E7-6996-0D01-97ED-7D750E59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726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2954C-E639-135D-5E1C-899CA6B8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6A2FA-D792-0560-5DDB-713A9D02A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6C87-5C32-69FA-6493-45E2146A6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DE30F-CC29-4C24-97BE-5DFAADD33041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DAFB-E9AA-8926-84C2-4BD698AF1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6AB7B-7932-677D-58CD-CC3FD3320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2618C-9B4D-417E-8445-BC998E704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69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7.bin"/><Relationship Id="rId3" Type="http://schemas.openxmlformats.org/officeDocument/2006/relationships/image" Target="../media/image6.wmf"/><Relationship Id="rId21" Type="http://schemas.openxmlformats.org/officeDocument/2006/relationships/image" Target="../media/image13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6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2.wmf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15.bin"/><Relationship Id="rId5" Type="http://schemas.openxmlformats.org/officeDocument/2006/relationships/image" Target="../media/image7.wmf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1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1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28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22.bin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31.bin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30.bin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image" Target="../media/image13.wmf"/><Relationship Id="rId10" Type="http://schemas.openxmlformats.org/officeDocument/2006/relationships/oleObject" Target="../embeddings/oleObject21.bin"/><Relationship Id="rId19" Type="http://schemas.openxmlformats.org/officeDocument/2006/relationships/oleObject" Target="../embeddings/oleObject26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2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44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38.bin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7.bin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image" Target="../media/image13.wmf"/><Relationship Id="rId10" Type="http://schemas.openxmlformats.org/officeDocument/2006/relationships/oleObject" Target="../embeddings/oleObject37.bin"/><Relationship Id="rId19" Type="http://schemas.openxmlformats.org/officeDocument/2006/relationships/oleObject" Target="../embeddings/oleObject42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39.bin"/><Relationship Id="rId22" Type="http://schemas.openxmlformats.org/officeDocument/2006/relationships/oleObject" Target="../embeddings/oleObject4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3.bin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59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53.bin"/><Relationship Id="rId17" Type="http://schemas.openxmlformats.org/officeDocument/2006/relationships/oleObject" Target="../embeddings/oleObject56.bin"/><Relationship Id="rId25" Type="http://schemas.openxmlformats.org/officeDocument/2006/relationships/oleObject" Target="../embeddings/oleObject62.bin"/><Relationship Id="rId2" Type="http://schemas.openxmlformats.org/officeDocument/2006/relationships/oleObject" Target="../embeddings/oleObject48.bin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9.wmf"/><Relationship Id="rId24" Type="http://schemas.openxmlformats.org/officeDocument/2006/relationships/image" Target="../media/image13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oleObject" Target="../embeddings/oleObject61.bin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60.bin"/><Relationship Id="rId27" Type="http://schemas.openxmlformats.org/officeDocument/2006/relationships/oleObject" Target="../embeddings/oleObject3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75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69.bin"/><Relationship Id="rId17" Type="http://schemas.openxmlformats.org/officeDocument/2006/relationships/oleObject" Target="../embeddings/oleObject72.bin"/><Relationship Id="rId25" Type="http://schemas.openxmlformats.org/officeDocument/2006/relationships/oleObject" Target="../embeddings/oleObject78.bin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77.bin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oleObject" Target="../embeddings/oleObject76.bin"/><Relationship Id="rId10" Type="http://schemas.openxmlformats.org/officeDocument/2006/relationships/oleObject" Target="../embeddings/oleObject68.bin"/><Relationship Id="rId19" Type="http://schemas.openxmlformats.org/officeDocument/2006/relationships/oleObject" Target="../embeddings/oleObject73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70.bin"/><Relationship Id="rId22" Type="http://schemas.openxmlformats.org/officeDocument/2006/relationships/image" Target="../media/image1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5.bin"/><Relationship Id="rId3" Type="http://schemas.openxmlformats.org/officeDocument/2006/relationships/image" Target="../media/image6.wmf"/><Relationship Id="rId21" Type="http://schemas.openxmlformats.org/officeDocument/2006/relationships/image" Target="../media/image13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2.wmf"/><Relationship Id="rId25" Type="http://schemas.openxmlformats.org/officeDocument/2006/relationships/oleObject" Target="../embeddings/oleObject94.bin"/><Relationship Id="rId2" Type="http://schemas.openxmlformats.org/officeDocument/2006/relationships/oleObject" Target="../embeddings/oleObject79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93.bin"/><Relationship Id="rId5" Type="http://schemas.openxmlformats.org/officeDocument/2006/relationships/image" Target="../media/image7.wmf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2.bin"/><Relationship Id="rId10" Type="http://schemas.openxmlformats.org/officeDocument/2006/relationships/oleObject" Target="../embeddings/oleObject83.bin"/><Relationship Id="rId19" Type="http://schemas.openxmlformats.org/officeDocument/2006/relationships/oleObject" Target="../embeddings/oleObject89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91.bin"/><Relationship Id="rId27" Type="http://schemas.openxmlformats.org/officeDocument/2006/relationships/image" Target="../media/image1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04.bin"/><Relationship Id="rId26" Type="http://schemas.openxmlformats.org/officeDocument/2006/relationships/oleObject" Target="../embeddings/oleObject110.bin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106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00.bin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9.bin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.wmf"/><Relationship Id="rId24" Type="http://schemas.openxmlformats.org/officeDocument/2006/relationships/image" Target="../media/image13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oleObject" Target="../embeddings/oleObject108.bin"/><Relationship Id="rId28" Type="http://schemas.openxmlformats.org/officeDocument/2006/relationships/oleObject" Target="../embeddings/oleObject94.bin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7.bin"/><Relationship Id="rId27" Type="http://schemas.openxmlformats.org/officeDocument/2006/relationships/oleObject" Target="../embeddings/oleObject111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26" Type="http://schemas.openxmlformats.org/officeDocument/2006/relationships/oleObject" Target="../embeddings/oleObject94.bin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123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17.bin"/><Relationship Id="rId17" Type="http://schemas.openxmlformats.org/officeDocument/2006/relationships/oleObject" Target="../embeddings/oleObject120.bin"/><Relationship Id="rId25" Type="http://schemas.openxmlformats.org/officeDocument/2006/relationships/oleObject" Target="../embeddings/oleObject126.bin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125.bin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oleObject" Target="../embeddings/oleObject124.bin"/><Relationship Id="rId10" Type="http://schemas.openxmlformats.org/officeDocument/2006/relationships/oleObject" Target="../embeddings/oleObject116.bin"/><Relationship Id="rId19" Type="http://schemas.openxmlformats.org/officeDocument/2006/relationships/oleObject" Target="../embeddings/oleObject121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18.bin"/><Relationship Id="rId22" Type="http://schemas.openxmlformats.org/officeDocument/2006/relationships/image" Target="../media/image1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26" Type="http://schemas.openxmlformats.org/officeDocument/2006/relationships/oleObject" Target="../embeddings/oleObject94.bin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138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32.bin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41.bin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140.bin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image" Target="../media/image13.wmf"/><Relationship Id="rId10" Type="http://schemas.openxmlformats.org/officeDocument/2006/relationships/oleObject" Target="../embeddings/oleObject131.bin"/><Relationship Id="rId19" Type="http://schemas.openxmlformats.org/officeDocument/2006/relationships/oleObject" Target="../embeddings/oleObject136.bin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88.bin"/><Relationship Id="rId26" Type="http://schemas.openxmlformats.org/officeDocument/2006/relationships/image" Target="../media/image15.wmf"/><Relationship Id="rId3" Type="http://schemas.openxmlformats.org/officeDocument/2006/relationships/image" Target="../media/image6.wmf"/><Relationship Id="rId21" Type="http://schemas.openxmlformats.org/officeDocument/2006/relationships/image" Target="../media/image13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2.wmf"/><Relationship Id="rId25" Type="http://schemas.openxmlformats.org/officeDocument/2006/relationships/oleObject" Target="../embeddings/oleObject142.bin"/><Relationship Id="rId2" Type="http://schemas.openxmlformats.org/officeDocument/2006/relationships/oleObject" Target="../embeddings/oleObject79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10.wmf"/><Relationship Id="rId24" Type="http://schemas.openxmlformats.org/officeDocument/2006/relationships/image" Target="../media/image14.wmf"/><Relationship Id="rId5" Type="http://schemas.openxmlformats.org/officeDocument/2006/relationships/image" Target="../media/image7.wmf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5.bin"/><Relationship Id="rId10" Type="http://schemas.openxmlformats.org/officeDocument/2006/relationships/oleObject" Target="../embeddings/oleObject83.bin"/><Relationship Id="rId19" Type="http://schemas.openxmlformats.org/officeDocument/2006/relationships/oleObject" Target="../embeddings/oleObject89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9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7.bin"/><Relationship Id="rId26" Type="http://schemas.openxmlformats.org/officeDocument/2006/relationships/oleObject" Target="../embeddings/oleObject16.bin"/><Relationship Id="rId3" Type="http://schemas.openxmlformats.org/officeDocument/2006/relationships/image" Target="../media/image16.wmf"/><Relationship Id="rId21" Type="http://schemas.openxmlformats.org/officeDocument/2006/relationships/oleObject" Target="../embeddings/oleObject9.bin"/><Relationship Id="rId7" Type="http://schemas.openxmlformats.org/officeDocument/2006/relationships/image" Target="../media/image6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11.wmf"/><Relationship Id="rId25" Type="http://schemas.openxmlformats.org/officeDocument/2006/relationships/image" Target="../media/image13.w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6.bin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8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14.wmf"/><Relationship Id="rId15" Type="http://schemas.openxmlformats.org/officeDocument/2006/relationships/image" Target="../media/image10.wmf"/><Relationship Id="rId23" Type="http://schemas.openxmlformats.org/officeDocument/2006/relationships/oleObject" Target="../embeddings/oleObject11.bin"/><Relationship Id="rId10" Type="http://schemas.openxmlformats.org/officeDocument/2006/relationships/oleObject" Target="../embeddings/oleObject3.bin"/><Relationship Id="rId19" Type="http://schemas.openxmlformats.org/officeDocument/2006/relationships/oleObject" Target="../embeddings/oleObject8.bin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5.bin"/><Relationship Id="rId22" Type="http://schemas.openxmlformats.org/officeDocument/2006/relationships/oleObject" Target="../embeddings/oleObject1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156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50.bin"/><Relationship Id="rId17" Type="http://schemas.openxmlformats.org/officeDocument/2006/relationships/oleObject" Target="../embeddings/oleObject153.bin"/><Relationship Id="rId25" Type="http://schemas.openxmlformats.org/officeDocument/2006/relationships/image" Target="../media/image17.wmf"/><Relationship Id="rId2" Type="http://schemas.openxmlformats.org/officeDocument/2006/relationships/oleObject" Target="../embeddings/oleObject145.bin"/><Relationship Id="rId16" Type="http://schemas.openxmlformats.org/officeDocument/2006/relationships/oleObject" Target="../embeddings/oleObject152.bin"/><Relationship Id="rId20" Type="http://schemas.openxmlformats.org/officeDocument/2006/relationships/oleObject" Target="../embeddings/oleObject1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158.bin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oleObject" Target="../embeddings/oleObject157.bin"/><Relationship Id="rId10" Type="http://schemas.openxmlformats.org/officeDocument/2006/relationships/oleObject" Target="../embeddings/oleObject149.bin"/><Relationship Id="rId19" Type="http://schemas.openxmlformats.org/officeDocument/2006/relationships/oleObject" Target="../embeddings/oleObject154.bin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51.bin"/><Relationship Id="rId22" Type="http://schemas.openxmlformats.org/officeDocument/2006/relationships/image" Target="../media/image1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152.bin"/><Relationship Id="rId3" Type="http://schemas.openxmlformats.org/officeDocument/2006/relationships/image" Target="../media/image15.wmf"/><Relationship Id="rId21" Type="http://schemas.openxmlformats.org/officeDocument/2006/relationships/oleObject" Target="../embeddings/oleObject154.bin"/><Relationship Id="rId7" Type="http://schemas.openxmlformats.org/officeDocument/2006/relationships/image" Target="../media/image6.wmf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1.wmf"/><Relationship Id="rId25" Type="http://schemas.openxmlformats.org/officeDocument/2006/relationships/oleObject" Target="../embeddings/oleObject157.bin"/><Relationship Id="rId2" Type="http://schemas.openxmlformats.org/officeDocument/2006/relationships/oleObject" Target="../embeddings/oleObject159.bin"/><Relationship Id="rId16" Type="http://schemas.openxmlformats.org/officeDocument/2006/relationships/oleObject" Target="../embeddings/oleObject151.bin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8.wmf"/><Relationship Id="rId24" Type="http://schemas.openxmlformats.org/officeDocument/2006/relationships/image" Target="../media/image13.wmf"/><Relationship Id="rId5" Type="http://schemas.openxmlformats.org/officeDocument/2006/relationships/image" Target="../media/image14.wmf"/><Relationship Id="rId15" Type="http://schemas.openxmlformats.org/officeDocument/2006/relationships/image" Target="../media/image10.wmf"/><Relationship Id="rId23" Type="http://schemas.openxmlformats.org/officeDocument/2006/relationships/oleObject" Target="../embeddings/oleObject156.bin"/><Relationship Id="rId10" Type="http://schemas.openxmlformats.org/officeDocument/2006/relationships/oleObject" Target="../embeddings/oleObject148.bin"/><Relationship Id="rId19" Type="http://schemas.openxmlformats.org/officeDocument/2006/relationships/oleObject" Target="../embeddings/oleObject153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50.bin"/><Relationship Id="rId22" Type="http://schemas.openxmlformats.org/officeDocument/2006/relationships/oleObject" Target="../embeddings/oleObject15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65.bin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4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7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4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7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6.wmf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38.bin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40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6.wmf"/><Relationship Id="rId3" Type="http://schemas.openxmlformats.org/officeDocument/2006/relationships/image" Target="../media/image18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64.bin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4.wmf"/><Relationship Id="rId5" Type="http://schemas.openxmlformats.org/officeDocument/2006/relationships/image" Target="../media/image10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65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72.bin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71.bin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24.w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6688-3579-330B-0479-F76D3842C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20CYS315</a:t>
            </a:r>
            <a:br>
              <a:rPr lang="en-IN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r>
              <a:rPr lang="en-US" sz="4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AUTOMATA THEORY AND COMPILER DESIGN</a:t>
            </a:r>
            <a:endParaRPr lang="en-IN" sz="4000" b="1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2F344-E96B-E1F2-BF94-6F5D254BC8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r"/>
            <a:r>
              <a:rPr lang="en-IN" sz="2800" b="1" dirty="0" err="1"/>
              <a:t>Dr.Anusuya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586526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DB2F-7769-0195-C3A1-4A8F00F8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Course Objectives</a:t>
            </a:r>
            <a:b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4275-7DFF-7F4E-B000-C8522CD51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provide an overview of the problems that can be solved by various kinds of abstract machines such as finite state machine and pushdown automata.</a:t>
            </a:r>
          </a:p>
          <a:p>
            <a:pPr algn="just"/>
            <a:r>
              <a:rPr lang="en-US" dirty="0"/>
              <a:t>To understand how lexical analysis and syntax analysis are done using regular expressions and context free grammars respectively.</a:t>
            </a:r>
          </a:p>
          <a:p>
            <a:pPr algn="just"/>
            <a:r>
              <a:rPr lang="en-US" dirty="0"/>
              <a:t>To understand various intermediate representations and code generation algorithms for compiler design.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43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6B38-CA55-B64A-58D3-C358B54A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Course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BE7E-4322-690A-0926-59EFDC894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CO1: To understand various intermediate representations and code generation algorithms for compiler design.</a:t>
            </a:r>
          </a:p>
          <a:p>
            <a:pPr algn="just"/>
            <a:r>
              <a:rPr lang="en-US" dirty="0"/>
              <a:t>CO2: Apply the concepts of finite automata and regular expressions for the lexical analysis of a program.</a:t>
            </a:r>
          </a:p>
          <a:p>
            <a:pPr algn="just"/>
            <a:r>
              <a:rPr lang="en-US" dirty="0"/>
              <a:t>CO3: Demonstrate the push down automata and context free grammar to recognize Context free languages and apply the same for syntax analysis or parsing.</a:t>
            </a:r>
          </a:p>
          <a:p>
            <a:pPr algn="just"/>
            <a:r>
              <a:rPr lang="en-US" dirty="0"/>
              <a:t>CO4: Generate intermediate code and target code for a simple compiler.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63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79C937-AB0E-E83D-8B3B-84076DA9B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20502"/>
            <a:ext cx="10905066" cy="321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05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179F-51A2-0AD0-E076-6CB29395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82" y="389489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C0BBC-5B6A-66C8-B4AE-5511DE42B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Unit 1</a:t>
            </a:r>
          </a:p>
          <a:p>
            <a:pPr marL="0" indent="0" algn="just">
              <a:buNone/>
            </a:pPr>
            <a:r>
              <a:rPr lang="en-IN" dirty="0"/>
              <a:t>Finite State Machines: Deterministic Finite Automata (DFA) - Non-Deterministic Finite Automata (NFA) - Equivalence of NFA and DFA - Minimization of DFA - Regular Expression Regular Language - Properties of Regular Languages - Definition of a compiler - phases of compiler - Lexical Analysis.</a:t>
            </a:r>
          </a:p>
          <a:p>
            <a:pPr marL="0" indent="0" algn="just">
              <a:buNone/>
            </a:pPr>
            <a:r>
              <a:rPr lang="en-IN" b="1" dirty="0"/>
              <a:t>Unit 2</a:t>
            </a:r>
          </a:p>
          <a:p>
            <a:pPr marL="0" indent="0" algn="just">
              <a:buNone/>
            </a:pPr>
            <a:r>
              <a:rPr lang="en-IN" dirty="0"/>
              <a:t>Context Free Languages (CFL) and Parsing: Pushdown Automata - Context Free Grammar (CFG) – Properties of CFL - Normal Forms - Syntax analysis - top-down parser - Non recursive predictive parser - Bottom-up parser – SLR - CLR.</a:t>
            </a:r>
          </a:p>
        </p:txBody>
      </p:sp>
    </p:spTree>
    <p:extLst>
      <p:ext uri="{BB962C8B-B14F-4D97-AF65-F5344CB8AC3E}">
        <p14:creationId xmlns:p14="http://schemas.microsoft.com/office/powerpoint/2010/main" val="47071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65AB-771E-D796-A26B-850E2921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721D-8F14-ED15-0071-D4FB31F5C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Unit 3</a:t>
            </a:r>
          </a:p>
          <a:p>
            <a:pPr marL="0" indent="0" algn="just">
              <a:buNone/>
            </a:pPr>
            <a:r>
              <a:rPr lang="en-IN" dirty="0"/>
              <a:t>Intermediate Representations: Abstract Syntax Tree, Three Address Code - Symbol Tables - Basic blocks - Flow graphs. Code generation: A simple code generation Algorithm - code generation.</a:t>
            </a:r>
          </a:p>
        </p:txBody>
      </p:sp>
    </p:spTree>
    <p:extLst>
      <p:ext uri="{BB962C8B-B14F-4D97-AF65-F5344CB8AC3E}">
        <p14:creationId xmlns:p14="http://schemas.microsoft.com/office/powerpoint/2010/main" val="195874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C53B-368D-08DD-8246-4F1B28DE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76DF1-94C3-601F-B245-390C1C45D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Text Book(s)</a:t>
            </a:r>
          </a:p>
          <a:p>
            <a:pPr marL="0" indent="0">
              <a:buNone/>
            </a:pPr>
            <a:r>
              <a:rPr lang="en-IN" dirty="0"/>
              <a:t>1. Linz P, An Introduction to Formal Languages and Automata. Sixth edition, Jones and Bartlett Learning; 2016.</a:t>
            </a:r>
          </a:p>
          <a:p>
            <a:pPr marL="0" indent="0">
              <a:buNone/>
            </a:pPr>
            <a:r>
              <a:rPr lang="en-IN" dirty="0"/>
              <a:t>2. Cooper, Keith, and Linda Torczon, Engineering a Compiler, Second Edition, Morgan Kaufman, 2011.</a:t>
            </a:r>
          </a:p>
          <a:p>
            <a:pPr marL="0" indent="0">
              <a:buNone/>
            </a:pPr>
            <a:r>
              <a:rPr lang="en-IN" b="1" dirty="0"/>
              <a:t>Reference(s)</a:t>
            </a:r>
          </a:p>
          <a:p>
            <a:pPr marL="0" indent="0" algn="just">
              <a:buNone/>
            </a:pPr>
            <a:r>
              <a:rPr lang="en-IN" dirty="0"/>
              <a:t>1. Hopcroft JE, Motwani R, Ullman JD. Introduction to Automata Theory, Languages and Computation.</a:t>
            </a:r>
          </a:p>
          <a:p>
            <a:pPr marL="0" indent="0" algn="just">
              <a:buNone/>
            </a:pPr>
            <a:r>
              <a:rPr lang="en-IN" dirty="0"/>
              <a:t>Third Edition, Pearson; 2006.</a:t>
            </a:r>
          </a:p>
          <a:p>
            <a:pPr marL="0" indent="0" algn="just">
              <a:buNone/>
            </a:pPr>
            <a:r>
              <a:rPr lang="en-IN" dirty="0"/>
              <a:t>2. Aho, Alfred V., Monica S. Lam, Ravi Sethi, and Jeffrey Ullman, Compilers: Principles, Techniques and</a:t>
            </a:r>
          </a:p>
          <a:p>
            <a:pPr marL="0" indent="0" algn="just">
              <a:buNone/>
            </a:pPr>
            <a:r>
              <a:rPr lang="en-IN" dirty="0"/>
              <a:t>Tools, Prentice Hall, Second Edition, 2006</a:t>
            </a:r>
          </a:p>
          <a:p>
            <a:pPr marL="0" indent="0" algn="just">
              <a:buNone/>
            </a:pPr>
            <a:r>
              <a:rPr lang="en-IN" dirty="0"/>
              <a:t>3. Parr T. Language implementation patterns: create your own domain-specific and general</a:t>
            </a:r>
          </a:p>
          <a:p>
            <a:pPr marL="0" indent="0" algn="just">
              <a:buNone/>
            </a:pPr>
            <a:r>
              <a:rPr lang="en-IN" dirty="0"/>
              <a:t>programming languages. Pragmatic Bookshelf; First Edition, 2010.</a:t>
            </a:r>
          </a:p>
          <a:p>
            <a:pPr marL="0" indent="0" algn="just">
              <a:buNone/>
            </a:pPr>
            <a:r>
              <a:rPr lang="en-IN" dirty="0"/>
              <a:t>4. Mak R. Writing compilers and interpreters: a software engineering approach. John Wiley &amp; Sons;</a:t>
            </a:r>
          </a:p>
          <a:p>
            <a:pPr marL="0" indent="0" algn="just">
              <a:buNone/>
            </a:pPr>
            <a:r>
              <a:rPr lang="en-IN" dirty="0"/>
              <a:t>Third Edition, 2009.</a:t>
            </a:r>
          </a:p>
        </p:txBody>
      </p:sp>
    </p:spTree>
    <p:extLst>
      <p:ext uri="{BB962C8B-B14F-4D97-AF65-F5344CB8AC3E}">
        <p14:creationId xmlns:p14="http://schemas.microsoft.com/office/powerpoint/2010/main" val="214088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6433-4C60-0686-114F-5A99A876F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Theory of Computing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BBE13-6EB2-8684-A17C-EA826BE13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To know the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foundations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principles of computer science.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Branch that deals with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how efficiently problems can be solved 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on a model of computation, using an algorithm.</a:t>
            </a:r>
          </a:p>
          <a:p>
            <a:pPr algn="just"/>
            <a:r>
              <a:rPr lang="en-US" dirty="0"/>
              <a:t>Automata Theory is studied because it provides the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theoretical foundation </a:t>
            </a:r>
            <a:r>
              <a:rPr lang="en-US" dirty="0"/>
              <a:t>upon which much of computer science is built. </a:t>
            </a:r>
          </a:p>
          <a:p>
            <a:pPr algn="just" fontAlgn="base"/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Branches: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dirty="0">
                <a:solidFill>
                  <a:srgbClr val="000099"/>
                </a:solidFill>
                <a:latin typeface="Palatino Linotype" panose="02040502050505030304" pitchFamily="18" charset="0"/>
              </a:rPr>
              <a:t>Automata Theory</a:t>
            </a:r>
            <a:endParaRPr lang="en-US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dirty="0">
                <a:solidFill>
                  <a:srgbClr val="000099"/>
                </a:solidFill>
                <a:latin typeface="Palatino Linotype" panose="02040502050505030304" pitchFamily="18" charset="0"/>
              </a:rPr>
              <a:t>Computability Theory</a:t>
            </a:r>
            <a:endParaRPr lang="en-US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dirty="0">
                <a:solidFill>
                  <a:srgbClr val="000099"/>
                </a:solidFill>
                <a:latin typeface="Palatino Linotype" panose="02040502050505030304" pitchFamily="18" charset="0"/>
              </a:rPr>
              <a:t>Computational Complexity Theory</a:t>
            </a:r>
            <a:endParaRPr lang="en-US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algn="just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79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6099-60F1-299B-09B6-FFCB4694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Automata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AF2E1-18E3-C083-FE91-9FD9D6AD3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Automata theory helps us understand the capabilities and limitations of different computational models like finite automata, pushdown automata, and Turing machines. </a:t>
            </a:r>
          </a:p>
          <a:p>
            <a:pPr algn="just"/>
            <a:r>
              <a:rPr lang="en-US" dirty="0"/>
              <a:t>These models serve as the building blocks for understanding more complex machines (like real computers).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4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D77E-FD32-C21B-460A-7544DF43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Computability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8522-9281-D700-628E-6FA704A3A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area focuses on understanding the limits of computation. Not all problems can be solved by a computer, and computability theory helps identify which problems are solvable (decidable) and which are not (undecidable).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970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59D0-0BBF-9AA6-59F6-56451E6A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Complexity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E1017-C34D-CC35-8A35-D4CBF6910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Complexity theory extends computability theory by classifying problems based on how efficiently they can be solved. It deals with the </a:t>
            </a:r>
            <a:r>
              <a:rPr lang="en-US" dirty="0">
                <a:solidFill>
                  <a:srgbClr val="FF0000"/>
                </a:solidFill>
              </a:rPr>
              <a:t>time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space</a:t>
            </a:r>
            <a:r>
              <a:rPr lang="en-US" dirty="0"/>
              <a:t> resources required to solve computational problems.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54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2324-786F-C20F-53F2-3877858C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3070F-459E-1E60-4709-07AA43B8E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Automaton</a:t>
            </a:r>
            <a:r>
              <a:rPr lang="en-US" dirty="0"/>
              <a:t> is a model that processes input and produces output.</a:t>
            </a:r>
          </a:p>
          <a:p>
            <a:pPr marL="0" indent="0">
              <a:buNone/>
            </a:pPr>
            <a:r>
              <a:rPr lang="en-IN" dirty="0"/>
              <a:t>Types of Automata</a:t>
            </a:r>
          </a:p>
          <a:p>
            <a:r>
              <a:rPr lang="en-IN" dirty="0"/>
              <a:t>Finite State Machines</a:t>
            </a:r>
          </a:p>
          <a:p>
            <a:r>
              <a:rPr lang="en-IN" dirty="0"/>
              <a:t>Push Down Automata</a:t>
            </a:r>
          </a:p>
          <a:p>
            <a:r>
              <a:rPr lang="en-IN" dirty="0"/>
              <a:t>Linear Bound Automata  </a:t>
            </a:r>
          </a:p>
          <a:p>
            <a:r>
              <a:rPr lang="en-IN" dirty="0"/>
              <a:t>Turing Machine</a:t>
            </a:r>
          </a:p>
        </p:txBody>
      </p:sp>
    </p:spTree>
    <p:extLst>
      <p:ext uri="{BB962C8B-B14F-4D97-AF65-F5344CB8AC3E}">
        <p14:creationId xmlns:p14="http://schemas.microsoft.com/office/powerpoint/2010/main" val="344303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02E8-FCF6-8004-BDCC-17998E06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CD7AC-7F68-902A-3520-42FA80811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Objective of studying Automata Theory</a:t>
            </a:r>
          </a:p>
          <a:p>
            <a:pPr lvl="1" indent="-360000" algn="just"/>
            <a:r>
              <a:rPr lang="en-IN" sz="2800" dirty="0"/>
              <a:t>provides abstract models that </a:t>
            </a:r>
            <a:r>
              <a:rPr lang="en-US" sz="2800" dirty="0"/>
              <a:t>capture the </a:t>
            </a:r>
            <a:r>
              <a:rPr lang="en-US" sz="2800" dirty="0">
                <a:solidFill>
                  <a:srgbClr val="FF0000"/>
                </a:solidFill>
                <a:latin typeface="Palatino Linotype" panose="02040502050505030304" pitchFamily="18" charset="0"/>
              </a:rPr>
              <a:t>essential features of computation</a:t>
            </a:r>
            <a:r>
              <a:rPr lang="en-US" sz="2800" dirty="0"/>
              <a:t> independent of hardware or software</a:t>
            </a:r>
          </a:p>
          <a:p>
            <a:pPr lvl="1" indent="-360000" algn="just"/>
            <a:r>
              <a:rPr lang="en-IN" sz="2800" dirty="0"/>
              <a:t>immediate and practical applications </a:t>
            </a:r>
            <a:r>
              <a:rPr lang="en-IN" sz="2800" dirty="0">
                <a:solidFill>
                  <a:srgbClr val="FF0000"/>
                </a:solidFill>
                <a:latin typeface="Palatino Linotype" panose="02040502050505030304" pitchFamily="18" charset="0"/>
              </a:rPr>
              <a:t>digital circuit design, compiler construction, programming language syntax, and pattern recognition</a:t>
            </a:r>
          </a:p>
          <a:p>
            <a:pPr lvl="1" indent="-360000" algn="just"/>
            <a:r>
              <a:rPr lang="en-US" sz="2800" dirty="0"/>
              <a:t>develops analytical and problem-solving skills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910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F1C2-F317-8A60-B416-5D355C07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52399-7396-4C15-E2AF-1934F1723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Automaton</a:t>
            </a:r>
            <a:r>
              <a:rPr lang="en-US" dirty="0"/>
              <a:t> is a model that processes input and produces output.</a:t>
            </a:r>
          </a:p>
          <a:p>
            <a:pPr algn="just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Finite Automaton (FA)/Finite State Machines, </a:t>
            </a:r>
            <a:r>
              <a:rPr lang="en-US" dirty="0"/>
              <a:t>also called a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Finite Accepter</a:t>
            </a:r>
            <a:r>
              <a:rPr lang="en-US" dirty="0"/>
              <a:t>, is a </a:t>
            </a:r>
            <a:r>
              <a:rPr lang="en-US" i="1" dirty="0"/>
              <a:t>mathematical model of computation</a:t>
            </a:r>
            <a:r>
              <a:rPr lang="en-US" dirty="0"/>
              <a:t> with:                                     </a:t>
            </a:r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/>
              <a:t>A finite set of states.</a:t>
            </a:r>
          </a:p>
          <a:p>
            <a:pPr lvl="1" algn="just"/>
            <a:r>
              <a:rPr lang="en-US" dirty="0"/>
              <a:t>A start state and one or more final (accepting) states.</a:t>
            </a:r>
          </a:p>
          <a:p>
            <a:pPr lvl="1" algn="just"/>
            <a:r>
              <a:rPr lang="en-US" dirty="0"/>
              <a:t>A transition function that determines the next state based on current input</a:t>
            </a:r>
          </a:p>
          <a:p>
            <a:pPr algn="just"/>
            <a:r>
              <a:rPr lang="en-US" dirty="0"/>
              <a:t>It reads input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symbol by symbol</a:t>
            </a:r>
            <a:r>
              <a:rPr lang="en-US" dirty="0"/>
              <a:t>, and determines whether to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accept or reject </a:t>
            </a:r>
            <a:r>
              <a:rPr lang="en-US" dirty="0"/>
              <a:t>the string.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422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F28E-7EB6-A266-AEE5-AC399E7B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Finite Automata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6EBCD-A7AA-8085-961D-8A5BF2F53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Symbol</a:t>
            </a:r>
            <a:r>
              <a:rPr lang="en-IN" dirty="0"/>
              <a:t> – 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Smallest building blocks</a:t>
            </a:r>
            <a:r>
              <a:rPr lang="en-IN" dirty="0"/>
              <a:t>. Example: a,b,c,0,1,2,3,…</a:t>
            </a:r>
          </a:p>
          <a:p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Alphabets (</a:t>
            </a:r>
            <a:r>
              <a:rPr lang="en-US" dirty="0">
                <a:solidFill>
                  <a:srgbClr val="FF0000"/>
                </a:solidFill>
                <a:latin typeface="Noto Sans Symbols"/>
              </a:rPr>
              <a:t>Σ)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99"/>
                </a:solidFill>
                <a:latin typeface="Palatino Linotype" panose="02040502050505030304" pitchFamily="18" charset="0"/>
              </a:rPr>
              <a:t>A finite, non-empty set of symbols</a:t>
            </a:r>
            <a:endParaRPr lang="en-US" dirty="0">
              <a:solidFill>
                <a:srgbClr val="000099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Example: </a:t>
            </a:r>
            <a:endParaRPr lang="en-US" sz="3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2" algn="just" fontAlgn="base"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 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 = {0, 1},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binary alphabet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lvl="2" algn="just" fontAlgn="base"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 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= {a, b, … , z}, the set of all lower-case letter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lvl="2" algn="just" fontAlgn="base"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The set of all ASCII  characters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797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30C2-FDD5-A84D-A908-56BBE4E2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A5162-CB10-CCB9-C68E-07C892708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Strings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A string (or word) is a </a:t>
            </a:r>
            <a:r>
              <a:rPr lang="en-US" sz="3200" b="0" i="0" u="none" strike="noStrike" dirty="0">
                <a:solidFill>
                  <a:srgbClr val="000099"/>
                </a:solidFill>
                <a:effectLst/>
                <a:latin typeface="Palatino Linotype" panose="02040502050505030304" pitchFamily="18" charset="0"/>
              </a:rPr>
              <a:t>finite sequence of symbols chosen from some alphabet</a:t>
            </a:r>
            <a:endParaRPr lang="en-US" sz="3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sz="2800" b="0" i="0" u="none" strike="noStrike" dirty="0">
                <a:solidFill>
                  <a:srgbClr val="FF0000"/>
                </a:solidFill>
                <a:effectLst/>
                <a:latin typeface="Palatino Linotype" panose="02040502050505030304" pitchFamily="18" charset="0"/>
              </a:rPr>
              <a:t>Example</a:t>
            </a:r>
            <a:endParaRPr lang="en-US" sz="2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lvl="2" algn="just" fontAlgn="base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1011 is a string from alphabet S = {0, 1}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Empty string, </a:t>
            </a:r>
            <a:r>
              <a:rPr lang="en-US" dirty="0">
                <a:solidFill>
                  <a:srgbClr val="FF0000"/>
                </a:solidFill>
                <a:latin typeface="Noto Sans Symbols"/>
              </a:rPr>
              <a:t>ε</a:t>
            </a:r>
            <a:r>
              <a:rPr lang="en-US" i="1" dirty="0">
                <a:solidFill>
                  <a:srgbClr val="FF0000"/>
                </a:solidFill>
                <a:latin typeface="Noto Sans Symbols"/>
              </a:rPr>
              <a:t> ,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 a string with </a:t>
            </a:r>
            <a:r>
              <a:rPr lang="en-US" dirty="0">
                <a:solidFill>
                  <a:srgbClr val="000099"/>
                </a:solidFill>
                <a:latin typeface="Palatino Linotype" panose="02040502050505030304" pitchFamily="18" charset="0"/>
              </a:rPr>
              <a:t>zero occurrences of symbols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742950" lvl="1" indent="-285750" algn="just" fontAlgn="base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Length |</a:t>
            </a:r>
            <a:r>
              <a:rPr lang="en-US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w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|</a:t>
            </a:r>
            <a:r>
              <a:rPr lang="en-US" dirty="0">
                <a:solidFill>
                  <a:srgbClr val="FFFF66"/>
                </a:solidFill>
                <a:latin typeface="Palatino Linotype" panose="0204050205050503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of string </a:t>
            </a:r>
            <a:r>
              <a:rPr lang="en-US" i="1" dirty="0">
                <a:solidFill>
                  <a:srgbClr val="000000"/>
                </a:solidFill>
                <a:latin typeface="Palatino Linotype" panose="02040502050505030304" pitchFamily="18" charset="0"/>
              </a:rPr>
              <a:t>w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 the number of </a:t>
            </a:r>
            <a:r>
              <a:rPr lang="en-US" dirty="0">
                <a:solidFill>
                  <a:srgbClr val="000099"/>
                </a:solidFill>
                <a:latin typeface="Palatino Linotype" panose="02040502050505030304" pitchFamily="18" charset="0"/>
              </a:rPr>
              <a:t>positions</a:t>
            </a:r>
            <a:r>
              <a:rPr lang="en-US" dirty="0">
                <a:solidFill>
                  <a:srgbClr val="FFFF66"/>
                </a:solidFill>
                <a:latin typeface="Palatino Linotype" panose="0204050205050503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for symbols in </a:t>
            </a:r>
            <a:r>
              <a:rPr lang="en-US" i="1" dirty="0">
                <a:solidFill>
                  <a:srgbClr val="000000"/>
                </a:solidFill>
                <a:latin typeface="Palatino Linotype" panose="02040502050505030304" pitchFamily="18" charset="0"/>
              </a:rPr>
              <a:t>w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914400" lvl="2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Examples:</a:t>
            </a:r>
          </a:p>
          <a:p>
            <a:pPr marL="914400" lvl="2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|0111|= 4, </a:t>
            </a:r>
          </a:p>
          <a:p>
            <a:pPr marL="914400" lvl="2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|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ε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|=0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47849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0DCF-05B4-49C5-0675-EDB3B4BD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B44CA-60C8-14CC-C443-83396CE7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Language</a:t>
            </a: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 – set of strings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There exists a Language L1 over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Σ</a:t>
            </a:r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 = {0,1} </a:t>
            </a: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such that it contains  set of </a:t>
            </a:r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all strings of all length 2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Then The set of strings possible in </a:t>
            </a:r>
            <a:r>
              <a:rPr lang="en-IN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L1 = {00,01,10,11}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L2 -&gt; set of all </a:t>
            </a:r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strings of length 3 </a:t>
            </a: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over </a:t>
            </a:r>
            <a:r>
              <a:rPr lang="en-US" dirty="0">
                <a:solidFill>
                  <a:srgbClr val="000000"/>
                </a:solidFill>
                <a:latin typeface="Palatino Linotype" panose="02040502050505030304" pitchFamily="18" charset="0"/>
              </a:rPr>
              <a:t>Σ</a:t>
            </a: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 = {0,1}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={000,001,010,011,100,101,110,111}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Palatino Linotype" panose="02040502050505030304" pitchFamily="18" charset="0"/>
              </a:rPr>
              <a:t>L3 -&gt; set of all strings that begin with 0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={0, 01,001,010, 0000,0010,….}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522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744B-2074-7A04-B345-FA1076538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7C200-2DD5-D481-15AD-AF475DBFC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 the examples, </a:t>
            </a:r>
            <a:r>
              <a:rPr lang="en-IN" dirty="0">
                <a:solidFill>
                  <a:srgbClr val="FF0000"/>
                </a:solidFill>
              </a:rPr>
              <a:t>L1 &amp; L2 </a:t>
            </a:r>
            <a:r>
              <a:rPr lang="en-IN" dirty="0"/>
              <a:t>are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finite sets</a:t>
            </a:r>
          </a:p>
          <a:p>
            <a:r>
              <a:rPr lang="en-IN" dirty="0"/>
              <a:t>and</a:t>
            </a:r>
            <a:r>
              <a:rPr lang="en-IN" dirty="0">
                <a:solidFill>
                  <a:srgbClr val="FF0000"/>
                </a:solidFill>
              </a:rPr>
              <a:t> L3 </a:t>
            </a:r>
            <a:r>
              <a:rPr lang="en-IN" dirty="0"/>
              <a:t>–is an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infinite set</a:t>
            </a:r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cardinality</a:t>
            </a:r>
            <a:r>
              <a:rPr lang="en-US" dirty="0"/>
              <a:t> of a language in automata theory refers to the number of strings in the language, which can be </a:t>
            </a:r>
            <a:r>
              <a:rPr lang="en-US" b="1" dirty="0">
                <a:solidFill>
                  <a:srgbClr val="FF0000"/>
                </a:solidFill>
                <a:effectLst/>
              </a:rPr>
              <a:t>finite</a:t>
            </a:r>
            <a:r>
              <a:rPr lang="en-US" dirty="0">
                <a:solidFill>
                  <a:srgbClr val="FF0000"/>
                </a:solidFill>
              </a:rPr>
              <a:t> or </a:t>
            </a:r>
            <a:r>
              <a:rPr lang="en-US" b="1" dirty="0">
                <a:solidFill>
                  <a:srgbClr val="FF0000"/>
                </a:solidFill>
                <a:effectLst/>
              </a:rPr>
              <a:t>infinite</a:t>
            </a:r>
          </a:p>
          <a:p>
            <a:pPr marL="0" indent="0">
              <a:buNone/>
            </a:pPr>
            <a:r>
              <a:rPr lang="en-IN" dirty="0"/>
              <a:t>Denoted by |L|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368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95A4-4686-4260-DFAD-05D9BD34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922"/>
            <a:ext cx="10515600" cy="46382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Powers of </a:t>
            </a:r>
            <a:r>
              <a:rPr lang="en-US" dirty="0">
                <a:solidFill>
                  <a:srgbClr val="C00000"/>
                </a:solidFill>
                <a:latin typeface="Palatino Linotype" panose="02040502050505030304" pitchFamily="18" charset="0"/>
              </a:rPr>
              <a:t>Σ</a:t>
            </a:r>
            <a:b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</a:br>
            <a:endParaRPr lang="en-IN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C158-87ED-7BE8-42BA-D8D8B12B4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Noto Sans Symbols"/>
              </a:rPr>
              <a:t>Eg: If 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</a:t>
            </a:r>
            <a:r>
              <a:rPr lang="en-IN" dirty="0">
                <a:solidFill>
                  <a:srgbClr val="000000"/>
                </a:solidFill>
                <a:latin typeface="Noto Sans Symbols"/>
              </a:rPr>
              <a:t> = {0,1}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Noto Sans Symbols"/>
              </a:rPr>
              <a:t>Σ</a:t>
            </a:r>
            <a:r>
              <a:rPr lang="en-IN" baseline="30000" dirty="0">
                <a:solidFill>
                  <a:srgbClr val="FF0000"/>
                </a:solidFill>
                <a:latin typeface="Noto Sans Symbols"/>
              </a:rPr>
              <a:t>0</a:t>
            </a:r>
            <a:r>
              <a:rPr lang="en-IN" dirty="0">
                <a:solidFill>
                  <a:srgbClr val="000000"/>
                </a:solidFill>
                <a:latin typeface="Noto Sans Symbols"/>
              </a:rPr>
              <a:t>= 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Set Of All Strings Of Length 0 </a:t>
            </a:r>
            <a:r>
              <a:rPr lang="en-IN" dirty="0">
                <a:solidFill>
                  <a:srgbClr val="C00000"/>
                </a:solidFill>
                <a:latin typeface="Noto Sans Symbols"/>
              </a:rPr>
              <a:t>= {</a:t>
            </a:r>
            <a:r>
              <a:rPr lang="el-GR" dirty="0">
                <a:solidFill>
                  <a:srgbClr val="C00000"/>
                </a:solidFill>
                <a:latin typeface="Noto Sans Symbols"/>
              </a:rPr>
              <a:t>ε</a:t>
            </a:r>
            <a:r>
              <a:rPr lang="en-IN" dirty="0">
                <a:solidFill>
                  <a:srgbClr val="C00000"/>
                </a:solidFill>
                <a:latin typeface="Noto Sans Symbols"/>
              </a:rPr>
              <a:t>}. </a:t>
            </a:r>
            <a:r>
              <a:rPr lang="el-GR" b="1" dirty="0"/>
              <a:t>∣</a:t>
            </a:r>
            <a:r>
              <a:rPr lang="en-US" b="1" dirty="0">
                <a:solidFill>
                  <a:srgbClr val="000000"/>
                </a:solidFill>
                <a:latin typeface="Noto Sans Symbols"/>
              </a:rPr>
              <a:t> Σ</a:t>
            </a:r>
            <a:r>
              <a:rPr lang="en-IN" b="1" baseline="30000" dirty="0">
                <a:solidFill>
                  <a:srgbClr val="000000"/>
                </a:solidFill>
                <a:latin typeface="Noto Sans Symbols"/>
              </a:rPr>
              <a:t>0 </a:t>
            </a:r>
            <a:r>
              <a:rPr lang="el-GR" b="1" dirty="0"/>
              <a:t>∣</a:t>
            </a:r>
            <a:r>
              <a:rPr lang="en-IN" b="1" dirty="0"/>
              <a:t>=1</a:t>
            </a:r>
            <a:endParaRPr lang="en-IN" b="1" dirty="0">
              <a:solidFill>
                <a:srgbClr val="000000"/>
              </a:solidFill>
              <a:latin typeface="Noto Sans Symbol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Noto Sans Symbols"/>
              </a:rPr>
              <a:t>Σ</a:t>
            </a:r>
            <a:r>
              <a:rPr lang="en-IN" baseline="30000" dirty="0">
                <a:solidFill>
                  <a:srgbClr val="FF0000"/>
                </a:solidFill>
                <a:latin typeface="Noto Sans Symbols"/>
              </a:rPr>
              <a:t> 1</a:t>
            </a:r>
            <a:r>
              <a:rPr lang="en-IN" dirty="0">
                <a:solidFill>
                  <a:srgbClr val="000000"/>
                </a:solidFill>
                <a:latin typeface="Noto Sans Symbols"/>
              </a:rPr>
              <a:t>=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Set Of All Strings Of Length 1</a:t>
            </a:r>
            <a:r>
              <a:rPr lang="en-IN" dirty="0">
                <a:solidFill>
                  <a:srgbClr val="C00000"/>
                </a:solidFill>
                <a:latin typeface="Noto Sans Symbols"/>
              </a:rPr>
              <a:t>={0,1} </a:t>
            </a:r>
            <a:r>
              <a:rPr lang="el-GR" b="1" dirty="0"/>
              <a:t>∣</a:t>
            </a:r>
            <a:r>
              <a:rPr lang="en-US" b="1" dirty="0">
                <a:solidFill>
                  <a:srgbClr val="000000"/>
                </a:solidFill>
                <a:latin typeface="Noto Sans Symbols"/>
              </a:rPr>
              <a:t> Σ</a:t>
            </a:r>
            <a:r>
              <a:rPr lang="en-IN" b="1" baseline="30000" dirty="0">
                <a:solidFill>
                  <a:srgbClr val="000000"/>
                </a:solidFill>
                <a:latin typeface="Noto Sans Symbols"/>
              </a:rPr>
              <a:t> 1 </a:t>
            </a:r>
            <a:r>
              <a:rPr lang="el-GR" b="1" dirty="0"/>
              <a:t>∣</a:t>
            </a:r>
            <a:r>
              <a:rPr lang="en-IN" b="1" dirty="0"/>
              <a:t>=2</a:t>
            </a:r>
            <a:endParaRPr lang="en-IN" b="1" dirty="0">
              <a:solidFill>
                <a:srgbClr val="000000"/>
              </a:solidFill>
              <a:latin typeface="Noto Sans Symbol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Noto Sans Symbols"/>
              </a:rPr>
              <a:t>Σ</a:t>
            </a:r>
            <a:r>
              <a:rPr lang="en-IN" dirty="0">
                <a:solidFill>
                  <a:srgbClr val="FF0000"/>
                </a:solidFill>
                <a:latin typeface="Noto Sans Symbols"/>
              </a:rPr>
              <a:t> </a:t>
            </a:r>
            <a:r>
              <a:rPr lang="en-IN" baseline="30000" dirty="0">
                <a:solidFill>
                  <a:srgbClr val="FF0000"/>
                </a:solidFill>
                <a:latin typeface="Noto Sans Symbols"/>
              </a:rPr>
              <a:t>2</a:t>
            </a:r>
            <a:r>
              <a:rPr lang="en-IN" dirty="0">
                <a:solidFill>
                  <a:srgbClr val="000000"/>
                </a:solidFill>
                <a:latin typeface="Noto Sans Symbols"/>
              </a:rPr>
              <a:t>=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Set Of All Strings Of Length 2</a:t>
            </a:r>
            <a:r>
              <a:rPr lang="en-IN" dirty="0">
                <a:solidFill>
                  <a:srgbClr val="C00000"/>
                </a:solidFill>
                <a:latin typeface="Noto Sans Symbols"/>
              </a:rPr>
              <a:t>={00,01,10,11} </a:t>
            </a:r>
            <a:r>
              <a:rPr lang="el-GR" b="1" dirty="0"/>
              <a:t>∣</a:t>
            </a:r>
            <a:r>
              <a:rPr lang="en-US" b="1" dirty="0">
                <a:solidFill>
                  <a:srgbClr val="000000"/>
                </a:solidFill>
                <a:latin typeface="Noto Sans Symbols"/>
              </a:rPr>
              <a:t> Σ</a:t>
            </a:r>
            <a:r>
              <a:rPr lang="en-IN" b="1" baseline="30000" dirty="0">
                <a:solidFill>
                  <a:srgbClr val="000000"/>
                </a:solidFill>
                <a:latin typeface="Noto Sans Symbols"/>
              </a:rPr>
              <a:t> 2 </a:t>
            </a:r>
            <a:r>
              <a:rPr lang="el-GR" b="1" dirty="0"/>
              <a:t>∣</a:t>
            </a:r>
            <a:r>
              <a:rPr lang="en-IN" b="1" dirty="0"/>
              <a:t>=4</a:t>
            </a:r>
            <a:endParaRPr lang="en-IN" b="1" dirty="0">
              <a:solidFill>
                <a:srgbClr val="000000"/>
              </a:solidFill>
              <a:latin typeface="Noto Sans Symbol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Noto Sans Symbols"/>
              </a:rPr>
              <a:t>Σ</a:t>
            </a:r>
            <a:r>
              <a:rPr lang="en-IN" baseline="30000" dirty="0">
                <a:solidFill>
                  <a:srgbClr val="FF0000"/>
                </a:solidFill>
                <a:latin typeface="Noto Sans Symbols"/>
              </a:rPr>
              <a:t> 3</a:t>
            </a:r>
            <a:r>
              <a:rPr lang="en-IN" dirty="0">
                <a:solidFill>
                  <a:srgbClr val="000000"/>
                </a:solidFill>
                <a:latin typeface="Noto Sans Symbols"/>
              </a:rPr>
              <a:t>=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Set Of All Strings Of Length 3 </a:t>
            </a:r>
            <a:r>
              <a:rPr lang="en-IN" dirty="0">
                <a:solidFill>
                  <a:srgbClr val="C00000"/>
                </a:solidFill>
                <a:latin typeface="Noto Sans Symbols"/>
              </a:rPr>
              <a:t>={</a:t>
            </a:r>
            <a:r>
              <a:rPr lang="en-IN" dirty="0">
                <a:solidFill>
                  <a:srgbClr val="C00000"/>
                </a:solidFill>
              </a:rPr>
              <a:t>000,001,010,011,100,101,110,111</a:t>
            </a:r>
            <a:r>
              <a:rPr lang="en-IN" dirty="0">
                <a:solidFill>
                  <a:srgbClr val="C00000"/>
                </a:solidFill>
                <a:latin typeface="Noto Sans Symbols"/>
              </a:rPr>
              <a:t>}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Noto Sans Symbols"/>
              </a:rPr>
              <a:t> </a:t>
            </a:r>
            <a:r>
              <a:rPr lang="el-GR" b="1" dirty="0"/>
              <a:t>∣</a:t>
            </a:r>
            <a:r>
              <a:rPr lang="en-US" b="1" dirty="0">
                <a:solidFill>
                  <a:srgbClr val="000000"/>
                </a:solidFill>
                <a:latin typeface="Noto Sans Symbols"/>
              </a:rPr>
              <a:t> Σ</a:t>
            </a:r>
            <a:r>
              <a:rPr lang="en-IN" b="1" baseline="30000" dirty="0">
                <a:solidFill>
                  <a:srgbClr val="000000"/>
                </a:solidFill>
                <a:latin typeface="Noto Sans Symbols"/>
              </a:rPr>
              <a:t> 3 </a:t>
            </a:r>
            <a:r>
              <a:rPr lang="el-GR" b="1" dirty="0"/>
              <a:t>∣</a:t>
            </a:r>
            <a:r>
              <a:rPr lang="en-IN" b="1" dirty="0"/>
              <a:t>=8</a:t>
            </a:r>
            <a:endParaRPr lang="en-US" b="1" dirty="0">
              <a:solidFill>
                <a:srgbClr val="000000"/>
              </a:solidFill>
              <a:latin typeface="Noto Sans Symbols"/>
            </a:endParaRPr>
          </a:p>
          <a:p>
            <a:r>
              <a:rPr lang="en-US" dirty="0">
                <a:solidFill>
                  <a:srgbClr val="FF0000"/>
                </a:solidFill>
                <a:latin typeface="Noto Sans Symbols"/>
              </a:rPr>
              <a:t>Σ</a:t>
            </a:r>
            <a:r>
              <a:rPr lang="en-IN" baseline="30000" dirty="0">
                <a:solidFill>
                  <a:srgbClr val="FF0000"/>
                </a:solidFill>
                <a:latin typeface="Noto Sans Symbols"/>
              </a:rPr>
              <a:t> n</a:t>
            </a:r>
            <a:r>
              <a:rPr lang="en-IN" dirty="0">
                <a:solidFill>
                  <a:srgbClr val="000000"/>
                </a:solidFill>
                <a:latin typeface="Noto Sans Symbols"/>
              </a:rPr>
              <a:t>=</a:t>
            </a:r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set of all strings of length n</a:t>
            </a:r>
            <a:r>
              <a:rPr lang="en-IN" i="1" dirty="0">
                <a:solidFill>
                  <a:srgbClr val="000000"/>
                </a:solidFill>
                <a:latin typeface="Noto Sans Symbols"/>
              </a:rPr>
              <a:t>. </a:t>
            </a:r>
            <a:r>
              <a:rPr lang="el-GR" b="1" dirty="0"/>
              <a:t>∣</a:t>
            </a:r>
            <a:r>
              <a:rPr lang="en-US" b="1" dirty="0">
                <a:solidFill>
                  <a:srgbClr val="000000"/>
                </a:solidFill>
                <a:latin typeface="Noto Sans Symbols"/>
              </a:rPr>
              <a:t> Σ</a:t>
            </a:r>
            <a:r>
              <a:rPr lang="en-IN" b="1" baseline="30000" dirty="0">
                <a:solidFill>
                  <a:srgbClr val="000000"/>
                </a:solidFill>
                <a:latin typeface="Noto Sans Symbols"/>
              </a:rPr>
              <a:t> n</a:t>
            </a:r>
            <a:r>
              <a:rPr lang="el-GR" b="1" dirty="0"/>
              <a:t>∣</a:t>
            </a:r>
            <a:r>
              <a:rPr lang="en-IN" b="1" dirty="0"/>
              <a:t> = 2</a:t>
            </a:r>
            <a:r>
              <a:rPr lang="en-IN" b="1" baseline="30000" dirty="0"/>
              <a:t>n</a:t>
            </a:r>
            <a:endParaRPr lang="en-IN" b="1" dirty="0"/>
          </a:p>
          <a:p>
            <a:endParaRPr lang="en-IN" i="1" dirty="0">
              <a:solidFill>
                <a:srgbClr val="000000"/>
              </a:solidFill>
              <a:latin typeface="Noto Sans Symbol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470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D6D1-5D63-1CD0-D16E-CCEB8850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F295A-F593-CC89-07B7-B984721AC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</a:t>
            </a:r>
            <a:r>
              <a:rPr lang="en-IN" sz="3600" b="0" i="0" u="none" strike="noStrike" baseline="30000" dirty="0">
                <a:solidFill>
                  <a:srgbClr val="000000"/>
                </a:solidFill>
                <a:effectLst/>
                <a:latin typeface="Noto Sans Symbols"/>
              </a:rPr>
              <a:t> *</a:t>
            </a: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= 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</a:t>
            </a:r>
            <a:r>
              <a:rPr lang="en-IN" sz="3600" b="0" i="0" u="none" strike="noStrike" baseline="30000" dirty="0">
                <a:solidFill>
                  <a:srgbClr val="000000"/>
                </a:solidFill>
                <a:effectLst/>
                <a:latin typeface="Noto Sans Symbols"/>
              </a:rPr>
              <a:t> 0  </a:t>
            </a: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U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</a:t>
            </a:r>
            <a:r>
              <a:rPr lang="en-IN" sz="3600" b="0" i="0" u="none" strike="noStrike" baseline="30000" dirty="0">
                <a:solidFill>
                  <a:srgbClr val="000000"/>
                </a:solidFill>
                <a:effectLst/>
                <a:latin typeface="Noto Sans Symbols"/>
              </a:rPr>
              <a:t> 1</a:t>
            </a: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 U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</a:t>
            </a:r>
            <a:r>
              <a:rPr lang="en-IN" sz="3600" b="0" i="0" u="none" strike="noStrike" baseline="30000" dirty="0">
                <a:solidFill>
                  <a:srgbClr val="000000"/>
                </a:solidFill>
                <a:effectLst/>
                <a:latin typeface="Noto Sans Symbols"/>
              </a:rPr>
              <a:t> 2</a:t>
            </a: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 U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Σ</a:t>
            </a:r>
            <a:r>
              <a:rPr lang="en-IN" sz="3600" b="0" i="0" u="none" strike="noStrike" baseline="30000" dirty="0">
                <a:solidFill>
                  <a:srgbClr val="000000"/>
                </a:solidFill>
                <a:effectLst/>
                <a:latin typeface="Noto Sans Symbols"/>
              </a:rPr>
              <a:t> 3</a:t>
            </a:r>
            <a:r>
              <a:rPr lang="en-IN" sz="3600" b="0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 U….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Noto Sans Symbols"/>
              </a:rPr>
              <a:t>It is the set of all possible strings of all lengths over {0,1}</a:t>
            </a: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Noto Sans Symbols"/>
            </a:endParaRP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Noto Sans Symbols"/>
              </a:rPr>
              <a:t>Number of languages possible over </a:t>
            </a:r>
            <a:r>
              <a:rPr lang="en-US" dirty="0">
                <a:solidFill>
                  <a:srgbClr val="000000"/>
                </a:solidFill>
                <a:latin typeface="Noto Sans Symbols"/>
              </a:rPr>
              <a:t>Σ</a:t>
            </a:r>
            <a:r>
              <a:rPr lang="en-IN" baseline="30000" dirty="0">
                <a:solidFill>
                  <a:srgbClr val="000000"/>
                </a:solidFill>
                <a:latin typeface="Noto Sans Symbols"/>
              </a:rPr>
              <a:t> *   </a:t>
            </a:r>
            <a:r>
              <a:rPr lang="en-IN" dirty="0">
                <a:solidFill>
                  <a:srgbClr val="000000"/>
                </a:solidFill>
                <a:latin typeface="Noto Sans Symbols"/>
              </a:rPr>
              <a:t>is infinite </a:t>
            </a:r>
          </a:p>
        </p:txBody>
      </p:sp>
    </p:spTree>
    <p:extLst>
      <p:ext uri="{BB962C8B-B14F-4D97-AF65-F5344CB8AC3E}">
        <p14:creationId xmlns:p14="http://schemas.microsoft.com/office/powerpoint/2010/main" val="271705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3D3082F-D16A-4E08-FDE3-930619A1C5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937471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1012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96CF-BD0C-DA32-0F41-47C8F7AA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Working Principle of 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87565-2105-EC5F-CB9A-A068E050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2269" cy="4351338"/>
          </a:xfrm>
        </p:spPr>
        <p:txBody>
          <a:bodyPr>
            <a:normAutofit lnSpcReduction="10000"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Input Tape:</a:t>
            </a:r>
          </a:p>
          <a:p>
            <a:pPr lvl="1"/>
            <a:r>
              <a:rPr lang="en-IN" sz="2800" dirty="0"/>
              <a:t>Inputs are written on a tape, read by automaton but cannot change it</a:t>
            </a:r>
          </a:p>
          <a:p>
            <a:pPr lvl="1"/>
            <a:r>
              <a:rPr lang="en-IN" sz="2800" dirty="0"/>
              <a:t>Input tape is divided into cells, each of which can hold one symbol</a:t>
            </a:r>
          </a:p>
          <a:p>
            <a:r>
              <a:rPr lang="en-IN" sz="3200" dirty="0">
                <a:solidFill>
                  <a:srgbClr val="FF0000"/>
                </a:solidFill>
              </a:rPr>
              <a:t>Finite Automaton</a:t>
            </a:r>
          </a:p>
          <a:p>
            <a:pPr lvl="1"/>
            <a:r>
              <a:rPr lang="en-IN" sz="2800" dirty="0"/>
              <a:t>Finite number of states</a:t>
            </a:r>
          </a:p>
          <a:p>
            <a:pPr lvl="1"/>
            <a:r>
              <a:rPr lang="en-IN" sz="2800" dirty="0"/>
              <a:t>Control state transitions / changes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46BF6F-D087-9D92-80CE-9E57E0E00D14}"/>
              </a:ext>
            </a:extLst>
          </p:cNvPr>
          <p:cNvGrpSpPr/>
          <p:nvPr/>
        </p:nvGrpSpPr>
        <p:grpSpPr>
          <a:xfrm>
            <a:off x="5804647" y="2226855"/>
            <a:ext cx="6248400" cy="3859620"/>
            <a:chOff x="5804647" y="2226855"/>
            <a:chExt cx="6248400" cy="385962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0EC72C8-4477-1342-C49D-1F4865881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4647" y="2809875"/>
              <a:ext cx="3657600" cy="6858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Palatino Linotype" panose="02040502050505030304" pitchFamily="18" charset="0"/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45F4D0A4-29A6-2C47-A773-7037C3E7A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4247" y="2226855"/>
              <a:ext cx="2160143" cy="5316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FF0000"/>
                  </a:solidFill>
                  <a:latin typeface="Palatino Linotype" panose="02040502050505030304" pitchFamily="18" charset="0"/>
                </a:rPr>
                <a:t>Input Tape</a:t>
              </a: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793F72-24FA-6D2C-5E01-82CCFA5AB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7047" y="4181475"/>
              <a:ext cx="2286000" cy="19050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Palatino Linotype" panose="02040502050505030304" pitchFamily="18" charset="0"/>
              </a:endParaRP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30BB019A-A6D1-E1DF-4D08-27087411D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9447" y="4257675"/>
              <a:ext cx="2034988" cy="1766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3333CC"/>
                  </a:solidFill>
                  <a:latin typeface="Palatino Linotype" panose="02040502050505030304" pitchFamily="18" charset="0"/>
                </a:rPr>
                <a:t>“Accept”</a:t>
              </a:r>
            </a:p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3333CC"/>
                  </a:solidFill>
                  <a:latin typeface="Palatino Linotype" panose="02040502050505030304" pitchFamily="18" charset="0"/>
                </a:rPr>
                <a:t>     or</a:t>
              </a:r>
            </a:p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3333CC"/>
                  </a:solidFill>
                  <a:latin typeface="Palatino Linotype" panose="02040502050505030304" pitchFamily="18" charset="0"/>
                </a:rPr>
                <a:t>“Reject”</a:t>
              </a: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27A0325F-217B-4C42-CD2E-08181D65C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7647" y="2886075"/>
              <a:ext cx="1282723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3333CC"/>
                  </a:solidFill>
                  <a:latin typeface="Palatino Linotype" panose="02040502050505030304" pitchFamily="18" charset="0"/>
                </a:rPr>
                <a:t>String</a:t>
              </a:r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F29A2A2F-EAB2-EB73-A314-99B9FC643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5695" y="4205288"/>
              <a:ext cx="2377574" cy="16189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3333CC"/>
                  </a:solidFill>
                  <a:latin typeface="Palatino Linotype" panose="02040502050505030304" pitchFamily="18" charset="0"/>
                </a:rPr>
                <a:t>Finite</a:t>
              </a:r>
            </a:p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3333CC"/>
                  </a:solidFill>
                  <a:latin typeface="Palatino Linotype" panose="02040502050505030304" pitchFamily="18" charset="0"/>
                </a:rPr>
                <a:t>Automaton </a:t>
              </a:r>
            </a:p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FF0000"/>
                  </a:solidFill>
                  <a:latin typeface="Palatino Linotype" panose="02040502050505030304" pitchFamily="18" charset="0"/>
                </a:rPr>
                <a:t>[Control Unit]</a:t>
              </a:r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42D5BBF5-890E-8447-0A8E-4F2AE94B1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8685" y="3497263"/>
              <a:ext cx="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Palatino Linotype" panose="02040502050505030304" pitchFamily="18" charset="0"/>
              </a:endParaRP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58CE296E-81B6-E835-6D60-3E5403456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9847" y="5095875"/>
              <a:ext cx="45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Palatino Linotype" panose="02040502050505030304" pitchFamily="18" charset="0"/>
              </a:endParaRPr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2EF815C0-8A39-1348-A0F0-076EA835F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047" y="3648075"/>
              <a:ext cx="1531938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FF0000"/>
                  </a:solidFill>
                  <a:latin typeface="Palatino Linotype" panose="02040502050505030304" pitchFamily="18" charset="0"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719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4E8E-00BE-51B9-32E8-FB1C7F9C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  <a:latin typeface="Palatino Linotype" panose="02040502050505030304" pitchFamily="18" charset="0"/>
              </a:rPr>
              <a:t>Deterministic Finite Automaton (DFA)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0D9AE4-2C2F-4A04-F19B-934E46799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912" y="1690688"/>
            <a:ext cx="79819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87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BD417E-67C2-BCAD-2A48-E9A824F2F812}"/>
                  </a:ext>
                </a:extLst>
              </p14:cNvPr>
              <p14:cNvContentPartPr/>
              <p14:nvPr/>
            </p14:nvContentPartPr>
            <p14:xfrm>
              <a:off x="1163160" y="683280"/>
              <a:ext cx="8257320" cy="3605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BD417E-67C2-BCAD-2A48-E9A824F2F8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3800" y="673920"/>
                <a:ext cx="8276040" cy="36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132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D2FE-24CE-4855-63A6-388776D9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F0CA4-944B-04D6-7BBB-ADE5C7F72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initial </a:t>
            </a:r>
            <a:r>
              <a:rPr lang="en-US" dirty="0"/>
              <a:t>state will be identified by an incoming unlabeled arrow not originating at any vertex.</a:t>
            </a:r>
          </a:p>
          <a:p>
            <a:r>
              <a:rPr lang="en-US" dirty="0"/>
              <a:t>Final states are drawn with double circles.</a:t>
            </a:r>
          </a:p>
          <a:p>
            <a:r>
              <a:rPr lang="en-IN" dirty="0"/>
              <a:t>For the above example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Q={A,B,C,D}</a:t>
            </a:r>
          </a:p>
          <a:p>
            <a:pPr marL="0" indent="0">
              <a:buNone/>
            </a:pPr>
            <a:r>
              <a:rPr lang="en-US" b="1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b="1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={0,1}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IN" b="1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</a:p>
          <a:p>
            <a:pPr marL="0" indent="0">
              <a:buNone/>
            </a:pPr>
            <a:r>
              <a:rPr lang="en-IN" b="1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F={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5592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490F-0C91-07D2-BBA0-B3E22E0D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12768-430A-2668-C26A-B6FB3F7A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Transition Function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7B8C24-9475-E2F6-5613-460ED5078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422" y="2441362"/>
            <a:ext cx="8157155" cy="1975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B9326F-6D88-DC84-DA0F-78818B335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227442" y="1761540"/>
            <a:ext cx="422151" cy="66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47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E870-CBBE-E22B-DFC5-894735A7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B7B28D-08A5-6B42-D978-231F57553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For a Deterministic Finite Automaton (DFA):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It means:</a:t>
                </a:r>
              </a:p>
              <a:p>
                <a:r>
                  <a:rPr lang="en-US" dirty="0"/>
                  <a:t>δ takes a </a:t>
                </a:r>
                <a:r>
                  <a:rPr lang="en-US" b="1" dirty="0"/>
                  <a:t>state</a:t>
                </a:r>
                <a:r>
                  <a:rPr lang="en-US" dirty="0"/>
                  <a:t> and an </a:t>
                </a:r>
                <a:r>
                  <a:rPr lang="en-US" b="1" dirty="0"/>
                  <a:t>input symbol</a:t>
                </a:r>
                <a:r>
                  <a:rPr lang="en-US" dirty="0"/>
                  <a:t>, and returns a </a:t>
                </a:r>
                <a:r>
                  <a:rPr lang="en-US" b="1" dirty="0"/>
                  <a:t>next state</a:t>
                </a:r>
                <a:r>
                  <a:rPr lang="en-US" dirty="0"/>
                  <a:t>.</a:t>
                </a:r>
              </a:p>
              <a:p>
                <a:r>
                  <a:rPr lang="el-GR" dirty="0"/>
                  <a:t>δ(</a:t>
                </a:r>
                <a:r>
                  <a:rPr lang="en-IN" dirty="0"/>
                  <a:t>q0​,1)=q1​</a:t>
                </a:r>
              </a:p>
              <a:p>
                <a:endParaRPr lang="en-IN" dirty="0"/>
              </a:p>
              <a:p>
                <a:r>
                  <a:rPr lang="en-IN" dirty="0"/>
                  <a:t>When the automaton is in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and reads input 1, it moves to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B7B28D-08A5-6B42-D978-231F57553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574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56DAEE-6EC9-426A-2CA6-9214E6B44B9C}"/>
              </a:ext>
            </a:extLst>
          </p:cNvPr>
          <p:cNvSpPr txBox="1"/>
          <p:nvPr/>
        </p:nvSpPr>
        <p:spPr>
          <a:xfrm>
            <a:off x="3048856" y="324690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A1E473-512E-FAAF-2259-034F2E798B3F}"/>
                  </a:ext>
                </a:extLst>
              </p14:cNvPr>
              <p14:cNvContentPartPr/>
              <p14:nvPr/>
            </p14:nvContentPartPr>
            <p14:xfrm>
              <a:off x="305280" y="313560"/>
              <a:ext cx="10461960" cy="639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A1E473-512E-FAAF-2259-034F2E798B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920" y="304200"/>
                <a:ext cx="10480680" cy="64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6350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76644A-E948-26CA-AB1D-4F996443C70E}"/>
                  </a:ext>
                </a:extLst>
              </p14:cNvPr>
              <p14:cNvContentPartPr/>
              <p14:nvPr/>
            </p14:nvContentPartPr>
            <p14:xfrm>
              <a:off x="675360" y="311040"/>
              <a:ext cx="11037240" cy="639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76644A-E948-26CA-AB1D-4F996443C7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000" y="301680"/>
                <a:ext cx="11055960" cy="641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5286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4FC7C8-B5EF-97BC-BA52-9E61AF9BA647}"/>
                  </a:ext>
                </a:extLst>
              </p14:cNvPr>
              <p14:cNvContentPartPr/>
              <p14:nvPr/>
            </p14:nvContentPartPr>
            <p14:xfrm>
              <a:off x="1042560" y="543600"/>
              <a:ext cx="10254960" cy="4310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4FC7C8-B5EF-97BC-BA52-9E61AF9BA6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3200" y="534240"/>
                <a:ext cx="10273680" cy="432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708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62E487-C527-0DA6-7361-88384EF792AD}"/>
                  </a:ext>
                </a:extLst>
              </p14:cNvPr>
              <p14:cNvContentPartPr/>
              <p14:nvPr/>
            </p14:nvContentPartPr>
            <p14:xfrm>
              <a:off x="479160" y="346680"/>
              <a:ext cx="10236240" cy="5161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62E487-C527-0DA6-7361-88384EF792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800" y="337320"/>
                <a:ext cx="10254960" cy="51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3715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F21BEB-E7ED-134F-F10D-88771D0B1C7D}"/>
                  </a:ext>
                </a:extLst>
              </p14:cNvPr>
              <p14:cNvContentPartPr/>
              <p14:nvPr/>
            </p14:nvContentPartPr>
            <p14:xfrm>
              <a:off x="854280" y="509040"/>
              <a:ext cx="10068120" cy="4312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F21BEB-E7ED-134F-F10D-88771D0B1C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920" y="499680"/>
                <a:ext cx="10086840" cy="433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0236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Initial Configuration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2967039" y="4879976"/>
            <a:ext cx="530225" cy="530225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79" name="Oval 15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6880" name="Object 16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469800" progId="Equation.3">
                  <p:embed/>
                </p:oleObj>
              </mc:Choice>
              <mc:Fallback>
                <p:oleObj name="Equation" r:id="rId2" imgW="342720" imgH="469800" progId="Equation.3">
                  <p:embed/>
                  <p:pic>
                    <p:nvPicPr>
                      <p:cNvPr id="368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17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469800" progId="Equation.3">
                  <p:embed/>
                </p:oleObj>
              </mc:Choice>
              <mc:Fallback>
                <p:oleObj name="Equation" r:id="rId4" imgW="393480" imgH="469800" progId="Equation.3">
                  <p:embed/>
                  <p:pic>
                    <p:nvPicPr>
                      <p:cNvPr id="368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8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368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19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3688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6885" name="Object 21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368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22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380880" progId="Equation.3">
                  <p:embed/>
                </p:oleObj>
              </mc:Choice>
              <mc:Fallback>
                <p:oleObj name="Equation" r:id="rId12" imgW="279360" imgH="380880" progId="Equation.3">
                  <p:embed/>
                  <p:pic>
                    <p:nvPicPr>
                      <p:cNvPr id="368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23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380880" progId="Equation.3">
                  <p:embed/>
                </p:oleObj>
              </mc:Choice>
              <mc:Fallback>
                <p:oleObj name="Equation" r:id="rId12" imgW="279360" imgH="380880" progId="Equation.3">
                  <p:embed/>
                  <p:pic>
                    <p:nvPicPr>
                      <p:cNvPr id="368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8" name="Object 24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3688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5" name="Oval 31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6896" name="Object 32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6080" imgH="469800" progId="Equation.3">
                  <p:embed/>
                </p:oleObj>
              </mc:Choice>
              <mc:Fallback>
                <p:oleObj name="Equation" r:id="rId15" imgW="406080" imgH="469800" progId="Equation.3">
                  <p:embed/>
                  <p:pic>
                    <p:nvPicPr>
                      <p:cNvPr id="3689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7" name="Object 33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00" imgH="279360" progId="Equation.3">
                  <p:embed/>
                </p:oleObj>
              </mc:Choice>
              <mc:Fallback>
                <p:oleObj name="Equation" r:id="rId17" imgW="266400" imgH="279360" progId="Equation.3">
                  <p:embed/>
                  <p:pic>
                    <p:nvPicPr>
                      <p:cNvPr id="3689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8" name="Object 34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00" imgH="279360" progId="Equation.3">
                  <p:embed/>
                </p:oleObj>
              </mc:Choice>
              <mc:Fallback>
                <p:oleObj name="Equation" r:id="rId17" imgW="266400" imgH="279360" progId="Equation.3">
                  <p:embed/>
                  <p:pic>
                    <p:nvPicPr>
                      <p:cNvPr id="3689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9" name="Object 35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360" imgH="380880" progId="Equation.3">
                  <p:embed/>
                </p:oleObj>
              </mc:Choice>
              <mc:Fallback>
                <p:oleObj name="Equation" r:id="rId18" imgW="279360" imgH="380880" progId="Equation.3">
                  <p:embed/>
                  <p:pic>
                    <p:nvPicPr>
                      <p:cNvPr id="3689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0" name="Object 36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3690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1" name="Freeform 37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6902" name="Object 38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40" imgH="444240" progId="Equation.3">
                  <p:embed/>
                </p:oleObj>
              </mc:Choice>
              <mc:Fallback>
                <p:oleObj name="Equation" r:id="rId20" imgW="672840" imgH="444240" progId="Equation.3">
                  <p:embed/>
                  <p:pic>
                    <p:nvPicPr>
                      <p:cNvPr id="3690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3" name="Line 39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04" name="Freeform 40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05" name="Freeform 41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06" name="Freeform 42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08" name="Rectangle 44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10" name="Text Box 46"/>
          <p:cNvSpPr txBox="1">
            <a:spLocks noChangeArrowheads="1"/>
          </p:cNvSpPr>
          <p:nvPr/>
        </p:nvSpPr>
        <p:spPr bwMode="auto">
          <a:xfrm>
            <a:off x="2286001" y="2057400"/>
            <a:ext cx="23903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String</a:t>
            </a:r>
          </a:p>
        </p:txBody>
      </p:sp>
      <p:sp>
        <p:nvSpPr>
          <p:cNvPr id="36911" name="Line 47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12" name="Line 48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13" name="Line 49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14" name="Line 50"/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6916" name="Object 5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36916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17" name="Object 53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36917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18" name="Object 54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3691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19" name="Object 55"/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36919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20" name="Line 56"/>
          <p:cNvSpPr>
            <a:spLocks noChangeShapeType="1"/>
          </p:cNvSpPr>
          <p:nvPr/>
        </p:nvSpPr>
        <p:spPr bwMode="auto">
          <a:xfrm>
            <a:off x="2895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924" name="Line 60"/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36927" name="Group 63"/>
          <p:cNvGrpSpPr>
            <a:grpSpLocks/>
          </p:cNvGrpSpPr>
          <p:nvPr/>
        </p:nvGrpSpPr>
        <p:grpSpPr bwMode="auto">
          <a:xfrm>
            <a:off x="8001001" y="4114800"/>
            <a:ext cx="900113" cy="609600"/>
            <a:chOff x="4224" y="1824"/>
            <a:chExt cx="567" cy="384"/>
          </a:xfrm>
        </p:grpSpPr>
        <p:graphicFrame>
          <p:nvGraphicFramePr>
            <p:cNvPr id="36928" name="Object 6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72840" imgH="444240" progId="Equation.3">
                    <p:embed/>
                  </p:oleObj>
                </mc:Choice>
                <mc:Fallback>
                  <p:oleObj name="Equation" r:id="rId25" imgW="672840" imgH="444240" progId="Equation.3">
                    <p:embed/>
                    <p:pic>
                      <p:nvPicPr>
                        <p:cNvPr id="36928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29" name="Line 6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  <p:graphicFrame>
        <p:nvGraphicFramePr>
          <p:cNvPr id="36932" name="Object 68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19040" imgH="469800" progId="Equation.3">
                  <p:embed/>
                </p:oleObj>
              </mc:Choice>
              <mc:Fallback>
                <p:oleObj name="Equation" r:id="rId26" imgW="419040" imgH="469800" progId="Equation.3">
                  <p:embed/>
                  <p:pic>
                    <p:nvPicPr>
                      <p:cNvPr id="36932" name="Object 6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33" name="Text Box 69"/>
          <p:cNvSpPr txBox="1">
            <a:spLocks noChangeArrowheads="1"/>
          </p:cNvSpPr>
          <p:nvPr/>
        </p:nvSpPr>
        <p:spPr bwMode="auto">
          <a:xfrm>
            <a:off x="1889126" y="5740400"/>
            <a:ext cx="22108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Initial state</a:t>
            </a:r>
          </a:p>
        </p:txBody>
      </p:sp>
      <p:sp>
        <p:nvSpPr>
          <p:cNvPr id="36934" name="Text Box 70"/>
          <p:cNvSpPr txBox="1">
            <a:spLocks noChangeArrowheads="1"/>
          </p:cNvSpPr>
          <p:nvPr/>
        </p:nvSpPr>
        <p:spPr bwMode="auto">
          <a:xfrm>
            <a:off x="4572000" y="914400"/>
            <a:ext cx="21601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FF0000"/>
                </a:solidFill>
                <a:latin typeface="Palatino Linotype" panose="02040502050505030304" pitchFamily="18" charset="0"/>
              </a:rPr>
              <a:t>Input Tape</a:t>
            </a:r>
          </a:p>
        </p:txBody>
      </p:sp>
      <p:sp>
        <p:nvSpPr>
          <p:cNvPr id="36935" name="Text Box 71"/>
          <p:cNvSpPr txBox="1">
            <a:spLocks noChangeArrowheads="1"/>
          </p:cNvSpPr>
          <p:nvPr/>
        </p:nvSpPr>
        <p:spPr bwMode="auto">
          <a:xfrm>
            <a:off x="1660525" y="254000"/>
            <a:ext cx="10874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FF0000"/>
                </a:solidFill>
                <a:latin typeface="Palatino Linotype" panose="02040502050505030304" pitchFamily="18" charset="0"/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42344744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Scanning the Input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896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37901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7903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37903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4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37904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37905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37906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37908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37909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3791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3791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3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7914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37914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37915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6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37916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7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37917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8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37918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9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7920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40" imgH="444240" progId="Equation.3">
                  <p:embed/>
                </p:oleObj>
              </mc:Choice>
              <mc:Fallback>
                <p:oleObj name="Equation" r:id="rId22" imgW="672840" imgH="444240" progId="Equation.3">
                  <p:embed/>
                  <p:pic>
                    <p:nvPicPr>
                      <p:cNvPr id="37920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1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22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23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24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26" name="Rectangle 3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28" name="Line 40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29" name="Line 41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30" name="Line 42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31" name="Line 43"/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37932" name="Object 44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37932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3" name="Object 45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37933" name="Object 4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4" name="Object 4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37934" name="Object 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5" name="Object 47"/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37935" name="Object 4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6" name="Line 48"/>
          <p:cNvSpPr>
            <a:spLocks noChangeShapeType="1"/>
          </p:cNvSpPr>
          <p:nvPr/>
        </p:nvSpPr>
        <p:spPr bwMode="auto">
          <a:xfrm>
            <a:off x="4191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7939" name="Line 51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37943" name="Group 55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37944" name="Object 5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40" imgH="444240" progId="Equation.3">
                    <p:embed/>
                  </p:oleObj>
                </mc:Choice>
                <mc:Fallback>
                  <p:oleObj name="Equation" r:id="rId26" imgW="672840" imgH="444240" progId="Equation.3">
                    <p:embed/>
                    <p:pic>
                      <p:nvPicPr>
                        <p:cNvPr id="37944" name="Object 5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5" name="Line 5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7290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19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20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38925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8927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38927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3892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9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3892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38930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1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8932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38932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3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38933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4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38934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5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38935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7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8938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38938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9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38939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0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38940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1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38941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2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38942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3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8944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40" imgH="444240" progId="Equation.3">
                  <p:embed/>
                </p:oleObj>
              </mc:Choice>
              <mc:Fallback>
                <p:oleObj name="Equation" r:id="rId22" imgW="672840" imgH="444240" progId="Equation.3">
                  <p:embed/>
                  <p:pic>
                    <p:nvPicPr>
                      <p:cNvPr id="38944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5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46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47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48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50" name="Rectangle 3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51" name="Line 3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52" name="Line 4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53" name="Line 4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54" name="Line 42"/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8955" name="Object 43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38955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6" name="Object 44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38956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7" name="Object 45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38957" name="Object 4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58" name="Object 46"/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38958" name="Object 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9" name="Line 47"/>
          <p:cNvSpPr>
            <a:spLocks noChangeShapeType="1"/>
          </p:cNvSpPr>
          <p:nvPr/>
        </p:nvSpPr>
        <p:spPr bwMode="auto">
          <a:xfrm>
            <a:off x="5486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8962" name="Line 50"/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pSp>
        <p:nvGrpSpPr>
          <p:cNvPr id="38966" name="Group 54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38967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40" imgH="444240" progId="Equation.3">
                    <p:embed/>
                  </p:oleObj>
                </mc:Choice>
                <mc:Fallback>
                  <p:oleObj name="Equation" r:id="rId26" imgW="672840" imgH="444240" progId="Equation.3">
                    <p:embed/>
                    <p:pic>
                      <p:nvPicPr>
                        <p:cNvPr id="38967" name="Object 5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68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49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2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9949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39949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0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9951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39951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39952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3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39953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39954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5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9956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39956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39957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380880" progId="Equation.3">
                  <p:embed/>
                </p:oleObj>
              </mc:Choice>
              <mc:Fallback>
                <p:oleObj name="Equation" r:id="rId16" imgW="279360" imgH="380880" progId="Equation.3">
                  <p:embed/>
                  <p:pic>
                    <p:nvPicPr>
                      <p:cNvPr id="39958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9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00" imgH="279360" progId="Equation.3">
                  <p:embed/>
                </p:oleObj>
              </mc:Choice>
              <mc:Fallback>
                <p:oleObj name="Equation" r:id="rId17" imgW="266400" imgH="279360" progId="Equation.3">
                  <p:embed/>
                  <p:pic>
                    <p:nvPicPr>
                      <p:cNvPr id="39959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1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9962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080" imgH="469800" progId="Equation.3">
                  <p:embed/>
                </p:oleObj>
              </mc:Choice>
              <mc:Fallback>
                <p:oleObj name="Equation" r:id="rId18" imgW="406080" imgH="469800" progId="Equation.3">
                  <p:embed/>
                  <p:pic>
                    <p:nvPicPr>
                      <p:cNvPr id="39962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39963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39964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5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39965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6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39966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7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9968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40" imgH="444240" progId="Equation.3">
                  <p:embed/>
                </p:oleObj>
              </mc:Choice>
              <mc:Fallback>
                <p:oleObj name="Equation" r:id="rId23" imgW="672840" imgH="444240" progId="Equation.3">
                  <p:embed/>
                  <p:pic>
                    <p:nvPicPr>
                      <p:cNvPr id="39968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9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0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1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2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4" name="Rectangle 3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6" name="Line 4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39979" name="Object 43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39979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0" name="Object 44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39980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1" name="Object 45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39981" name="Object 4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2" name="Object 46"/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400" imgH="279360" progId="Equation.3">
                  <p:embed/>
                </p:oleObj>
              </mc:Choice>
              <mc:Fallback>
                <p:oleObj name="Equation" r:id="rId26" imgW="266400" imgH="279360" progId="Equation.3">
                  <p:embed/>
                  <p:pic>
                    <p:nvPicPr>
                      <p:cNvPr id="39982" name="Object 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67818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pSp>
        <p:nvGrpSpPr>
          <p:cNvPr id="39990" name="Group 54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39991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72840" imgH="444240" progId="Equation.3">
                    <p:embed/>
                  </p:oleObj>
                </mc:Choice>
                <mc:Fallback>
                  <p:oleObj name="Equation" r:id="rId27" imgW="672840" imgH="444240" progId="Equation.3">
                    <p:embed/>
                    <p:pic>
                      <p:nvPicPr>
                        <p:cNvPr id="39991" name="Object 5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2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355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Oval 2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79" name="Oval 3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80" name="Oval 4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81" name="Oval 5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84" name="Line 8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786" name="Line 10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5787" name="Object 11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75787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Oval 12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5789" name="Object 13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75789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0" name="Object 14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75790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75791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2" name="Object 16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75792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3" name="Line 17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5794" name="Object 18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75794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5" name="Object 19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75795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6" name="Object 20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75796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7" name="Object 21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75797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7848600" y="5867400"/>
            <a:ext cx="13340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accept</a:t>
            </a:r>
          </a:p>
        </p:txBody>
      </p:sp>
      <p:sp>
        <p:nvSpPr>
          <p:cNvPr id="75799" name="Oval 23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5800" name="Object 24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75800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1" name="Object 25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75801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2" name="Object 26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75802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3" name="Object 27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75803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4" name="Object 28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75804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5" name="Freeform 29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5806" name="Object 30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40" imgH="444240" progId="Equation.3">
                  <p:embed/>
                </p:oleObj>
              </mc:Choice>
              <mc:Fallback>
                <p:oleObj name="Equation" r:id="rId21" imgW="672840" imgH="444240" progId="Equation.3">
                  <p:embed/>
                  <p:pic>
                    <p:nvPicPr>
                      <p:cNvPr id="75806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7" name="Line 31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08" name="Freeform 32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09" name="Freeform 33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10" name="Freeform 34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11" name="Rectangle 35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12" name="Line 36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13" name="Line 37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14" name="Line 38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15" name="Line 39"/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5816" name="Object 40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75816" name="Object 4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17" name="Object 41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75817" name="Object 4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18" name="Object 42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75818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19" name="Object 43"/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75819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20" name="Line 44"/>
          <p:cNvSpPr>
            <a:spLocks noChangeShapeType="1"/>
          </p:cNvSpPr>
          <p:nvPr/>
        </p:nvSpPr>
        <p:spPr bwMode="auto">
          <a:xfrm>
            <a:off x="8153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5821" name="Line 45"/>
          <p:cNvSpPr>
            <a:spLocks noChangeShapeType="1"/>
          </p:cNvSpPr>
          <p:nvPr/>
        </p:nvSpPr>
        <p:spPr bwMode="auto">
          <a:xfrm>
            <a:off x="4114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75822" name="Group 46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75823" name="Object 4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40" imgH="444240" progId="Equation.3">
                    <p:embed/>
                  </p:oleObj>
                </mc:Choice>
                <mc:Fallback>
                  <p:oleObj name="Equation" r:id="rId26" imgW="672840" imgH="444240" progId="Equation.3">
                    <p:embed/>
                    <p:pic>
                      <p:nvPicPr>
                        <p:cNvPr id="75823" name="Object 4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824" name="Line 4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75825" name="Text Box 49"/>
          <p:cNvSpPr txBox="1">
            <a:spLocks noChangeArrowheads="1"/>
          </p:cNvSpPr>
          <p:nvPr/>
        </p:nvSpPr>
        <p:spPr bwMode="auto">
          <a:xfrm>
            <a:off x="27432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3359640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4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5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6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1998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41999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469800" progId="Equation.3">
                  <p:embed/>
                </p:oleObj>
              </mc:Choice>
              <mc:Fallback>
                <p:oleObj name="Equation" r:id="rId2" imgW="342720" imgH="469800" progId="Equation.3">
                  <p:embed/>
                  <p:pic>
                    <p:nvPicPr>
                      <p:cNvPr id="41999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0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469800" progId="Equation.3">
                  <p:embed/>
                </p:oleObj>
              </mc:Choice>
              <mc:Fallback>
                <p:oleObj name="Equation" r:id="rId4" imgW="393480" imgH="469800" progId="Equation.3">
                  <p:embed/>
                  <p:pic>
                    <p:nvPicPr>
                      <p:cNvPr id="42000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1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42001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42002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3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42004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42004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5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380880" progId="Equation.3">
                  <p:embed/>
                </p:oleObj>
              </mc:Choice>
              <mc:Fallback>
                <p:oleObj name="Equation" r:id="rId12" imgW="279360" imgH="380880" progId="Equation.3">
                  <p:embed/>
                  <p:pic>
                    <p:nvPicPr>
                      <p:cNvPr id="42005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6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42006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7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42007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9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42010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080" imgH="469800" progId="Equation.3">
                  <p:embed/>
                </p:oleObj>
              </mc:Choice>
              <mc:Fallback>
                <p:oleObj name="Equation" r:id="rId16" imgW="406080" imgH="469800" progId="Equation.3">
                  <p:embed/>
                  <p:pic>
                    <p:nvPicPr>
                      <p:cNvPr id="42010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1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42011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2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42012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3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42013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4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42014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5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42016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40" imgH="444240" progId="Equation.3">
                  <p:embed/>
                </p:oleObj>
              </mc:Choice>
              <mc:Fallback>
                <p:oleObj name="Equation" r:id="rId20" imgW="672840" imgH="444240" progId="Equation.3">
                  <p:embed/>
                  <p:pic>
                    <p:nvPicPr>
                      <p:cNvPr id="42016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7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18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19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20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23" name="Line 3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24" name="Line 4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25" name="Line 4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42027" name="Object 43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42027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8" name="Object 44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42028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9" name="Object 45"/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42029" name="Object 4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1" name="Line 47"/>
          <p:cNvSpPr>
            <a:spLocks noChangeShapeType="1"/>
          </p:cNvSpPr>
          <p:nvPr/>
        </p:nvSpPr>
        <p:spPr bwMode="auto">
          <a:xfrm>
            <a:off x="2895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034" name="Line 50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42035" name="Group 51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42036" name="Object 5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72840" imgH="444240" progId="Equation.3">
                    <p:embed/>
                  </p:oleObj>
                </mc:Choice>
                <mc:Fallback>
                  <p:oleObj name="Equation" r:id="rId25" imgW="672840" imgH="444240" progId="Equation.3">
                    <p:embed/>
                    <p:pic>
                      <p:nvPicPr>
                        <p:cNvPr id="42036" name="Object 5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7" name="Line 5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  <p:graphicFrame>
        <p:nvGraphicFramePr>
          <p:cNvPr id="42039" name="Object 55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19040" imgH="469800" progId="Equation.3">
                  <p:embed/>
                </p:oleObj>
              </mc:Choice>
              <mc:Fallback>
                <p:oleObj name="Equation" r:id="rId26" imgW="419040" imgH="469800" progId="Equation.3">
                  <p:embed/>
                  <p:pic>
                    <p:nvPicPr>
                      <p:cNvPr id="42039" name="Object 5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41" name="Text Box 57"/>
          <p:cNvSpPr txBox="1">
            <a:spLocks noChangeArrowheads="1"/>
          </p:cNvSpPr>
          <p:nvPr/>
        </p:nvSpPr>
        <p:spPr bwMode="auto">
          <a:xfrm>
            <a:off x="4114800" y="152400"/>
            <a:ext cx="397102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A Rejection Case</a:t>
            </a:r>
          </a:p>
        </p:txBody>
      </p:sp>
      <p:sp>
        <p:nvSpPr>
          <p:cNvPr id="42042" name="Text Box 58"/>
          <p:cNvSpPr txBox="1">
            <a:spLocks noChangeArrowheads="1"/>
          </p:cNvSpPr>
          <p:nvPr/>
        </p:nvSpPr>
        <p:spPr bwMode="auto">
          <a:xfrm>
            <a:off x="2286001" y="2057400"/>
            <a:ext cx="23903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String</a:t>
            </a:r>
          </a:p>
        </p:txBody>
      </p:sp>
    </p:spTree>
    <p:extLst>
      <p:ext uri="{BB962C8B-B14F-4D97-AF65-F5344CB8AC3E}">
        <p14:creationId xmlns:p14="http://schemas.microsoft.com/office/powerpoint/2010/main" val="3233100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13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14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16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20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3021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43021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2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3023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43023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43024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43025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43026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7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3028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43028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9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43029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0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380880" progId="Equation.3">
                  <p:embed/>
                </p:oleObj>
              </mc:Choice>
              <mc:Fallback>
                <p:oleObj name="Equation" r:id="rId16" imgW="279360" imgH="380880" progId="Equation.3">
                  <p:embed/>
                  <p:pic>
                    <p:nvPicPr>
                      <p:cNvPr id="4303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1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00" imgH="279360" progId="Equation.3">
                  <p:embed/>
                </p:oleObj>
              </mc:Choice>
              <mc:Fallback>
                <p:oleObj name="Equation" r:id="rId17" imgW="266400" imgH="279360" progId="Equation.3">
                  <p:embed/>
                  <p:pic>
                    <p:nvPicPr>
                      <p:cNvPr id="4303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3034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080" imgH="469800" progId="Equation.3">
                  <p:embed/>
                </p:oleObj>
              </mc:Choice>
              <mc:Fallback>
                <p:oleObj name="Equation" r:id="rId18" imgW="406080" imgH="469800" progId="Equation.3">
                  <p:embed/>
                  <p:pic>
                    <p:nvPicPr>
                      <p:cNvPr id="43034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5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43035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6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43036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7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43037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8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43038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9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3040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40" imgH="444240" progId="Equation.3">
                  <p:embed/>
                </p:oleObj>
              </mc:Choice>
              <mc:Fallback>
                <p:oleObj name="Equation" r:id="rId23" imgW="672840" imgH="444240" progId="Equation.3">
                  <p:embed/>
                  <p:pic>
                    <p:nvPicPr>
                      <p:cNvPr id="43040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41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42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43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44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46" name="Rectangle 3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3050" name="Object 4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43050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1" name="Object 43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360" imgH="380880" progId="Equation.3">
                  <p:embed/>
                </p:oleObj>
              </mc:Choice>
              <mc:Fallback>
                <p:oleObj name="Equation" r:id="rId26" imgW="279360" imgH="380880" progId="Equation.3">
                  <p:embed/>
                  <p:pic>
                    <p:nvPicPr>
                      <p:cNvPr id="43051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2" name="Object 44"/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66400" imgH="279360" progId="Equation.3">
                  <p:embed/>
                </p:oleObj>
              </mc:Choice>
              <mc:Fallback>
                <p:oleObj name="Equation" r:id="rId27" imgW="266400" imgH="279360" progId="Equation.3">
                  <p:embed/>
                  <p:pic>
                    <p:nvPicPr>
                      <p:cNvPr id="43052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3" name="Line 45"/>
          <p:cNvSpPr>
            <a:spLocks noChangeShapeType="1"/>
          </p:cNvSpPr>
          <p:nvPr/>
        </p:nvSpPr>
        <p:spPr bwMode="auto">
          <a:xfrm>
            <a:off x="4191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3056" name="Line 48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pSp>
        <p:nvGrpSpPr>
          <p:cNvPr id="43057" name="Group 49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43058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72840" imgH="444240" progId="Equation.3">
                    <p:embed/>
                  </p:oleObj>
                </mc:Choice>
                <mc:Fallback>
                  <p:oleObj name="Equation" r:id="rId28" imgW="672840" imgH="444240" progId="Equation.3">
                    <p:embed/>
                    <p:pic>
                      <p:nvPicPr>
                        <p:cNvPr id="43058" name="Object 5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9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39551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41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44045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6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4047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44047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4404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9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4404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44050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1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4052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44052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3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44053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44054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5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44055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7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4058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44058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9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44059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0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44060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1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44061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2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44062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3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4064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40" imgH="444240" progId="Equation.3">
                  <p:embed/>
                </p:oleObj>
              </mc:Choice>
              <mc:Fallback>
                <p:oleObj name="Equation" r:id="rId21" imgW="672840" imgH="444240" progId="Equation.3">
                  <p:embed/>
                  <p:pic>
                    <p:nvPicPr>
                      <p:cNvPr id="44064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5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66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67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68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70" name="Rectangle 3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71" name="Line 3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72" name="Line 4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73" name="Line 4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44074" name="Object 4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44074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5" name="Object 43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44075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6" name="Object 44"/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44076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77" name="Line 45"/>
          <p:cNvSpPr>
            <a:spLocks noChangeShapeType="1"/>
          </p:cNvSpPr>
          <p:nvPr/>
        </p:nvSpPr>
        <p:spPr bwMode="auto">
          <a:xfrm>
            <a:off x="5486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44080" name="Line 48"/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pSp>
        <p:nvGrpSpPr>
          <p:cNvPr id="44081" name="Group 49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44082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40" imgH="444240" progId="Equation.3">
                    <p:embed/>
                  </p:oleObj>
                </mc:Choice>
                <mc:Fallback>
                  <p:oleObj name="Equation" r:id="rId26" imgW="672840" imgH="444240" progId="Equation.3">
                    <p:embed/>
                    <p:pic>
                      <p:nvPicPr>
                        <p:cNvPr id="44082" name="Object 5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83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90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Oval 2051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04" name="Oval 2052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05" name="Oval 2053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06" name="Oval 2054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07" name="Oval 2055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08" name="Line 2056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09" name="Line 2057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10" name="Line 2058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11" name="Line 2059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6812" name="Object 2060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76812" name="Object 206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3" name="Oval 2061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6814" name="Object 2062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76814" name="Object 206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5" name="Object 2063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76815" name="Object 206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6" name="Object 2064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76816" name="Object 206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7" name="Object 2065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76817" name="Object 206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8" name="Line 2066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6819" name="Object 2067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76819" name="Object 206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0" name="Object 2068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76820" name="Object 206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1" name="Object 2069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76821" name="Object 206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2" name="Object 2070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76822" name="Object 207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3" name="Oval 2071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6824" name="Object 2072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76824" name="Object 207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5" name="Object 2073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76825" name="Object 207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6" name="Object 2074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76826" name="Object 207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7" name="Object 2075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76827" name="Object 207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8" name="Object 2076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76828" name="Object 207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9" name="Freeform 2077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6830" name="Object 2078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40" imgH="444240" progId="Equation.3">
                  <p:embed/>
                </p:oleObj>
              </mc:Choice>
              <mc:Fallback>
                <p:oleObj name="Equation" r:id="rId22" imgW="672840" imgH="444240" progId="Equation.3">
                  <p:embed/>
                  <p:pic>
                    <p:nvPicPr>
                      <p:cNvPr id="76830" name="Object 207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1" name="Line 2079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32" name="Freeform 2080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33" name="Freeform 2081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34" name="Freeform 2082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35" name="Text Box 2083"/>
          <p:cNvSpPr txBox="1">
            <a:spLocks noChangeArrowheads="1"/>
          </p:cNvSpPr>
          <p:nvPr/>
        </p:nvSpPr>
        <p:spPr bwMode="auto">
          <a:xfrm>
            <a:off x="8305801" y="3124200"/>
            <a:ext cx="115448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reject</a:t>
            </a:r>
          </a:p>
        </p:txBody>
      </p:sp>
      <p:sp>
        <p:nvSpPr>
          <p:cNvPr id="76836" name="Rectangle 2084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37" name="Line 2085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38" name="Line 2086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39" name="Line 2087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6840" name="Object 2088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76840" name="Object 208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41" name="Object 2089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76841" name="Object 208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42" name="Object 2090"/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76842" name="Object 209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3" name="Line 2091"/>
          <p:cNvSpPr>
            <a:spLocks noChangeShapeType="1"/>
          </p:cNvSpPr>
          <p:nvPr/>
        </p:nvSpPr>
        <p:spPr bwMode="auto">
          <a:xfrm>
            <a:off x="7543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6844" name="Line 2092"/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76845" name="Group 2093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76846" name="Object 209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40" imgH="444240" progId="Equation.3">
                    <p:embed/>
                  </p:oleObj>
                </mc:Choice>
                <mc:Fallback>
                  <p:oleObj name="Equation" r:id="rId26" imgW="672840" imgH="444240" progId="Equation.3">
                    <p:embed/>
                    <p:pic>
                      <p:nvPicPr>
                        <p:cNvPr id="76846" name="Object 209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47" name="Line 209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76848" name="Text Box 2096"/>
          <p:cNvSpPr txBox="1">
            <a:spLocks noChangeArrowheads="1"/>
          </p:cNvSpPr>
          <p:nvPr/>
        </p:nvSpPr>
        <p:spPr bwMode="auto">
          <a:xfrm>
            <a:off x="22098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2801145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94212" name="Oval 4"/>
          <p:cNvSpPr>
            <a:spLocks noChangeArrowheads="1"/>
          </p:cNvSpPr>
          <p:nvPr/>
        </p:nvSpPr>
        <p:spPr bwMode="auto">
          <a:xfrm>
            <a:off x="2971800" y="5149755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13" name="Oval 5"/>
          <p:cNvSpPr>
            <a:spLocks noChangeArrowheads="1"/>
          </p:cNvSpPr>
          <p:nvPr/>
        </p:nvSpPr>
        <p:spPr bwMode="auto">
          <a:xfrm>
            <a:off x="5562600" y="514975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14" name="Oval 6"/>
          <p:cNvSpPr>
            <a:spLocks noChangeArrowheads="1"/>
          </p:cNvSpPr>
          <p:nvPr/>
        </p:nvSpPr>
        <p:spPr bwMode="auto">
          <a:xfrm>
            <a:off x="6858000" y="514975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15" name="Oval 7"/>
          <p:cNvSpPr>
            <a:spLocks noChangeArrowheads="1"/>
          </p:cNvSpPr>
          <p:nvPr/>
        </p:nvSpPr>
        <p:spPr bwMode="auto">
          <a:xfrm>
            <a:off x="8229600" y="514975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16" name="Oval 8"/>
          <p:cNvSpPr>
            <a:spLocks noChangeArrowheads="1"/>
          </p:cNvSpPr>
          <p:nvPr/>
        </p:nvSpPr>
        <p:spPr bwMode="auto">
          <a:xfrm>
            <a:off x="8077200" y="4997355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17" name="Line 9"/>
          <p:cNvSpPr>
            <a:spLocks noChangeShapeType="1"/>
          </p:cNvSpPr>
          <p:nvPr/>
        </p:nvSpPr>
        <p:spPr bwMode="auto">
          <a:xfrm>
            <a:off x="2362200" y="5454555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18" name="Line 10"/>
          <p:cNvSpPr>
            <a:spLocks noChangeShapeType="1"/>
          </p:cNvSpPr>
          <p:nvPr/>
        </p:nvSpPr>
        <p:spPr bwMode="auto">
          <a:xfrm>
            <a:off x="4800600" y="545455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19" name="Line 11"/>
          <p:cNvSpPr>
            <a:spLocks noChangeShapeType="1"/>
          </p:cNvSpPr>
          <p:nvPr/>
        </p:nvSpPr>
        <p:spPr bwMode="auto">
          <a:xfrm>
            <a:off x="6096000" y="545455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20" name="Line 12"/>
          <p:cNvSpPr>
            <a:spLocks noChangeShapeType="1"/>
          </p:cNvSpPr>
          <p:nvPr/>
        </p:nvSpPr>
        <p:spPr bwMode="auto">
          <a:xfrm>
            <a:off x="7391400" y="54545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21" name="Oval 13"/>
          <p:cNvSpPr>
            <a:spLocks noChangeArrowheads="1"/>
          </p:cNvSpPr>
          <p:nvPr/>
        </p:nvSpPr>
        <p:spPr bwMode="auto">
          <a:xfrm>
            <a:off x="4267200" y="514975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94222" name="Object 14"/>
          <p:cNvGraphicFramePr>
            <a:graphicFrameLocks noChangeAspect="1"/>
          </p:cNvGraphicFramePr>
          <p:nvPr/>
        </p:nvGraphicFramePr>
        <p:xfrm>
          <a:off x="4381501" y="5149755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469800" progId="Equation.3">
                  <p:embed/>
                </p:oleObj>
              </mc:Choice>
              <mc:Fallback>
                <p:oleObj name="Equation" r:id="rId2" imgW="342720" imgH="469800" progId="Equation.3">
                  <p:embed/>
                  <p:pic>
                    <p:nvPicPr>
                      <p:cNvPr id="94222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5149755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3" name="Object 15"/>
          <p:cNvGraphicFramePr>
            <a:graphicFrameLocks noChangeAspect="1"/>
          </p:cNvGraphicFramePr>
          <p:nvPr/>
        </p:nvGraphicFramePr>
        <p:xfrm>
          <a:off x="5651501" y="5149755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469800" progId="Equation.3">
                  <p:embed/>
                </p:oleObj>
              </mc:Choice>
              <mc:Fallback>
                <p:oleObj name="Equation" r:id="rId4" imgW="393480" imgH="469800" progId="Equation.3">
                  <p:embed/>
                  <p:pic>
                    <p:nvPicPr>
                      <p:cNvPr id="94223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5149755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4" name="Object 16"/>
          <p:cNvGraphicFramePr>
            <a:graphicFrameLocks noChangeAspect="1"/>
          </p:cNvGraphicFramePr>
          <p:nvPr/>
        </p:nvGraphicFramePr>
        <p:xfrm>
          <a:off x="6946901" y="5149755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94224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5149755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5" name="Object 17"/>
          <p:cNvGraphicFramePr>
            <a:graphicFrameLocks noChangeAspect="1"/>
          </p:cNvGraphicFramePr>
          <p:nvPr/>
        </p:nvGraphicFramePr>
        <p:xfrm>
          <a:off x="8305800" y="514975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94225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14975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6" name="Line 18"/>
          <p:cNvSpPr>
            <a:spLocks noChangeShapeType="1"/>
          </p:cNvSpPr>
          <p:nvPr/>
        </p:nvSpPr>
        <p:spPr bwMode="auto">
          <a:xfrm>
            <a:off x="3505200" y="545455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94227" name="Object 19"/>
          <p:cNvGraphicFramePr>
            <a:graphicFrameLocks noChangeAspect="1"/>
          </p:cNvGraphicFramePr>
          <p:nvPr/>
        </p:nvGraphicFramePr>
        <p:xfrm>
          <a:off x="3733801" y="514975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94227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514975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8" name="Object 20"/>
          <p:cNvGraphicFramePr>
            <a:graphicFrameLocks noChangeAspect="1"/>
          </p:cNvGraphicFramePr>
          <p:nvPr/>
        </p:nvGraphicFramePr>
        <p:xfrm>
          <a:off x="5029200" y="5073555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380880" progId="Equation.3">
                  <p:embed/>
                </p:oleObj>
              </mc:Choice>
              <mc:Fallback>
                <p:oleObj name="Equation" r:id="rId12" imgW="279360" imgH="380880" progId="Equation.3">
                  <p:embed/>
                  <p:pic>
                    <p:nvPicPr>
                      <p:cNvPr id="94228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073555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9" name="Object 21"/>
          <p:cNvGraphicFramePr>
            <a:graphicFrameLocks noChangeAspect="1"/>
          </p:cNvGraphicFramePr>
          <p:nvPr/>
        </p:nvGraphicFramePr>
        <p:xfrm>
          <a:off x="6324600" y="5073555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94229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073555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0" name="Object 22"/>
          <p:cNvGraphicFramePr>
            <a:graphicFrameLocks noChangeAspect="1"/>
          </p:cNvGraphicFramePr>
          <p:nvPr/>
        </p:nvGraphicFramePr>
        <p:xfrm>
          <a:off x="7620001" y="514975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9423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514975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31" name="Oval 23"/>
          <p:cNvSpPr>
            <a:spLocks noChangeArrowheads="1"/>
          </p:cNvSpPr>
          <p:nvPr/>
        </p:nvSpPr>
        <p:spPr bwMode="auto">
          <a:xfrm>
            <a:off x="7632700" y="386705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94232" name="Object 24"/>
          <p:cNvGraphicFramePr>
            <a:graphicFrameLocks noChangeAspect="1"/>
          </p:cNvGraphicFramePr>
          <p:nvPr/>
        </p:nvGraphicFramePr>
        <p:xfrm>
          <a:off x="7708901" y="3867055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080" imgH="469800" progId="Equation.3">
                  <p:embed/>
                </p:oleObj>
              </mc:Choice>
              <mc:Fallback>
                <p:oleObj name="Equation" r:id="rId16" imgW="406080" imgH="469800" progId="Equation.3">
                  <p:embed/>
                  <p:pic>
                    <p:nvPicPr>
                      <p:cNvPr id="94232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867055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3" name="Object 25"/>
          <p:cNvGraphicFramePr>
            <a:graphicFrameLocks noChangeAspect="1"/>
          </p:cNvGraphicFramePr>
          <p:nvPr/>
        </p:nvGraphicFramePr>
        <p:xfrm>
          <a:off x="4572001" y="469255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94233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69255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4" name="Object 26"/>
          <p:cNvGraphicFramePr>
            <a:graphicFrameLocks noChangeAspect="1"/>
          </p:cNvGraphicFramePr>
          <p:nvPr/>
        </p:nvGraphicFramePr>
        <p:xfrm>
          <a:off x="5791201" y="476875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94234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76875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5" name="Object 27"/>
          <p:cNvGraphicFramePr>
            <a:graphicFrameLocks noChangeAspect="1"/>
          </p:cNvGraphicFramePr>
          <p:nvPr/>
        </p:nvGraphicFramePr>
        <p:xfrm>
          <a:off x="7086600" y="4692555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94235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692555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6" name="Object 28"/>
          <p:cNvGraphicFramePr>
            <a:graphicFrameLocks noChangeAspect="1"/>
          </p:cNvGraphicFramePr>
          <p:nvPr/>
        </p:nvGraphicFramePr>
        <p:xfrm>
          <a:off x="3200400" y="4616355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94236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616355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37" name="Freeform 29"/>
          <p:cNvSpPr>
            <a:spLocks/>
          </p:cNvSpPr>
          <p:nvPr/>
        </p:nvSpPr>
        <p:spPr bwMode="auto">
          <a:xfrm>
            <a:off x="7467600" y="3092355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94238" name="Object 30"/>
          <p:cNvGraphicFramePr>
            <a:graphicFrameLocks noChangeAspect="1"/>
          </p:cNvGraphicFramePr>
          <p:nvPr/>
        </p:nvGraphicFramePr>
        <p:xfrm>
          <a:off x="7480301" y="2647856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40" imgH="444240" progId="Equation.3">
                  <p:embed/>
                </p:oleObj>
              </mc:Choice>
              <mc:Fallback>
                <p:oleObj name="Equation" r:id="rId20" imgW="672840" imgH="444240" progId="Equation.3">
                  <p:embed/>
                  <p:pic>
                    <p:nvPicPr>
                      <p:cNvPr id="94238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647856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39" name="Line 31"/>
          <p:cNvSpPr>
            <a:spLocks noChangeShapeType="1"/>
          </p:cNvSpPr>
          <p:nvPr/>
        </p:nvSpPr>
        <p:spPr bwMode="auto">
          <a:xfrm flipV="1">
            <a:off x="7239000" y="4387755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40" name="Freeform 32"/>
          <p:cNvSpPr>
            <a:spLocks/>
          </p:cNvSpPr>
          <p:nvPr/>
        </p:nvSpPr>
        <p:spPr bwMode="auto">
          <a:xfrm>
            <a:off x="5943600" y="4235355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41" name="Freeform 33"/>
          <p:cNvSpPr>
            <a:spLocks/>
          </p:cNvSpPr>
          <p:nvPr/>
        </p:nvSpPr>
        <p:spPr bwMode="auto">
          <a:xfrm>
            <a:off x="4648200" y="4044855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42" name="Freeform 34"/>
          <p:cNvSpPr>
            <a:spLocks/>
          </p:cNvSpPr>
          <p:nvPr/>
        </p:nvSpPr>
        <p:spPr bwMode="auto">
          <a:xfrm>
            <a:off x="3352800" y="3422555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43" name="Rectangle 35"/>
          <p:cNvSpPr>
            <a:spLocks noChangeArrowheads="1"/>
          </p:cNvSpPr>
          <p:nvPr/>
        </p:nvSpPr>
        <p:spPr bwMode="auto">
          <a:xfrm>
            <a:off x="2209800" y="1644555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50" name="Line 42"/>
          <p:cNvSpPr>
            <a:spLocks noChangeShapeType="1"/>
          </p:cNvSpPr>
          <p:nvPr/>
        </p:nvSpPr>
        <p:spPr bwMode="auto">
          <a:xfrm>
            <a:off x="2895600" y="5835555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4251" name="Line 43"/>
          <p:cNvSpPr>
            <a:spLocks noChangeShapeType="1"/>
          </p:cNvSpPr>
          <p:nvPr/>
        </p:nvSpPr>
        <p:spPr bwMode="auto">
          <a:xfrm>
            <a:off x="2057400" y="118735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94252" name="Group 44"/>
          <p:cNvGrpSpPr>
            <a:grpSpLocks/>
          </p:cNvGrpSpPr>
          <p:nvPr/>
        </p:nvGrpSpPr>
        <p:grpSpPr bwMode="auto">
          <a:xfrm>
            <a:off x="8077201" y="4387755"/>
            <a:ext cx="900113" cy="609600"/>
            <a:chOff x="4224" y="1824"/>
            <a:chExt cx="567" cy="384"/>
          </a:xfrm>
        </p:grpSpPr>
        <p:graphicFrame>
          <p:nvGraphicFramePr>
            <p:cNvPr id="94253" name="Object 4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72840" imgH="444240" progId="Equation.3">
                    <p:embed/>
                  </p:oleObj>
                </mc:Choice>
                <mc:Fallback>
                  <p:oleObj name="Equation" r:id="rId22" imgW="672840" imgH="444240" progId="Equation.3">
                    <p:embed/>
                    <p:pic>
                      <p:nvPicPr>
                        <p:cNvPr id="94253" name="Object 4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54" name="Line 4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  <p:graphicFrame>
        <p:nvGraphicFramePr>
          <p:cNvPr id="94255" name="Object 47"/>
          <p:cNvGraphicFramePr>
            <a:graphicFrameLocks noChangeAspect="1"/>
          </p:cNvGraphicFramePr>
          <p:nvPr/>
        </p:nvGraphicFramePr>
        <p:xfrm>
          <a:off x="3048000" y="514975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9040" imgH="469800" progId="Equation.3">
                  <p:embed/>
                </p:oleObj>
              </mc:Choice>
              <mc:Fallback>
                <p:oleObj name="Equation" r:id="rId23" imgW="419040" imgH="469800" progId="Equation.3">
                  <p:embed/>
                  <p:pic>
                    <p:nvPicPr>
                      <p:cNvPr id="94255" name="Object 4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14975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56" name="Object 48"/>
          <p:cNvGraphicFramePr>
            <a:graphicFrameLocks noChangeAspect="1"/>
          </p:cNvGraphicFramePr>
          <p:nvPr/>
        </p:nvGraphicFramePr>
        <p:xfrm>
          <a:off x="5410200" y="1720756"/>
          <a:ext cx="5207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3800" imgH="215640" progId="Equation.3">
                  <p:embed/>
                </p:oleObj>
              </mc:Choice>
              <mc:Fallback>
                <p:oleObj name="Equation" r:id="rId25" imgW="253800" imgH="215640" progId="Equation.3">
                  <p:embed/>
                  <p:pic>
                    <p:nvPicPr>
                      <p:cNvPr id="94256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720756"/>
                        <a:ext cx="5207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58" name="Text Box 50"/>
          <p:cNvSpPr txBox="1">
            <a:spLocks noChangeArrowheads="1"/>
          </p:cNvSpPr>
          <p:nvPr/>
        </p:nvSpPr>
        <p:spPr bwMode="auto">
          <a:xfrm>
            <a:off x="3733801" y="136569"/>
            <a:ext cx="54906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Another Rejection Case</a:t>
            </a:r>
          </a:p>
        </p:txBody>
      </p:sp>
      <p:sp>
        <p:nvSpPr>
          <p:cNvPr id="94260" name="Text Box 52"/>
          <p:cNvSpPr txBox="1">
            <a:spLocks noChangeArrowheads="1"/>
          </p:cNvSpPr>
          <p:nvPr/>
        </p:nvSpPr>
        <p:spPr bwMode="auto">
          <a:xfrm>
            <a:off x="4724401" y="1111155"/>
            <a:ext cx="2824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Tape is empty</a:t>
            </a:r>
          </a:p>
        </p:txBody>
      </p:sp>
      <p:sp>
        <p:nvSpPr>
          <p:cNvPr id="94261" name="Text Box 53"/>
          <p:cNvSpPr txBox="1">
            <a:spLocks noChangeArrowheads="1"/>
          </p:cNvSpPr>
          <p:nvPr/>
        </p:nvSpPr>
        <p:spPr bwMode="auto">
          <a:xfrm>
            <a:off x="2514601" y="5987955"/>
            <a:ext cx="115448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reject</a:t>
            </a:r>
          </a:p>
        </p:txBody>
      </p:sp>
      <p:sp>
        <p:nvSpPr>
          <p:cNvPr id="94262" name="Text Box 54"/>
          <p:cNvSpPr txBox="1">
            <a:spLocks noChangeArrowheads="1"/>
          </p:cNvSpPr>
          <p:nvPr/>
        </p:nvSpPr>
        <p:spPr bwMode="auto">
          <a:xfrm>
            <a:off x="2057401" y="2330355"/>
            <a:ext cx="2943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20129572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140331" name="Text Box 43"/>
          <p:cNvSpPr txBox="1">
            <a:spLocks noChangeArrowheads="1"/>
          </p:cNvSpPr>
          <p:nvPr/>
        </p:nvSpPr>
        <p:spPr bwMode="auto">
          <a:xfrm>
            <a:off x="1889126" y="330200"/>
            <a:ext cx="39544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Language Accepted:</a:t>
            </a:r>
          </a:p>
        </p:txBody>
      </p:sp>
      <p:graphicFrame>
        <p:nvGraphicFramePr>
          <p:cNvPr id="140332" name="Object 44"/>
          <p:cNvGraphicFramePr>
            <a:graphicFrameLocks noChangeAspect="1"/>
          </p:cNvGraphicFramePr>
          <p:nvPr/>
        </p:nvGraphicFramePr>
        <p:xfrm>
          <a:off x="6248400" y="304801"/>
          <a:ext cx="22796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15640" progId="Equation.3">
                  <p:embed/>
                </p:oleObj>
              </mc:Choice>
              <mc:Fallback>
                <p:oleObj name="Equation" r:id="rId2" imgW="749160" imgH="215640" progId="Equation.3">
                  <p:embed/>
                  <p:pic>
                    <p:nvPicPr>
                      <p:cNvPr id="14033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04801"/>
                        <a:ext cx="227965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33" name="Oval 45"/>
          <p:cNvSpPr>
            <a:spLocks noChangeArrowheads="1"/>
          </p:cNvSpPr>
          <p:nvPr/>
        </p:nvSpPr>
        <p:spPr bwMode="auto">
          <a:xfrm>
            <a:off x="2971800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34" name="Oval 46"/>
          <p:cNvSpPr>
            <a:spLocks noChangeArrowheads="1"/>
          </p:cNvSpPr>
          <p:nvPr/>
        </p:nvSpPr>
        <p:spPr bwMode="auto">
          <a:xfrm>
            <a:off x="5562600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35" name="Oval 47"/>
          <p:cNvSpPr>
            <a:spLocks noChangeArrowheads="1"/>
          </p:cNvSpPr>
          <p:nvPr/>
        </p:nvSpPr>
        <p:spPr bwMode="auto">
          <a:xfrm>
            <a:off x="6858000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36" name="Oval 48"/>
          <p:cNvSpPr>
            <a:spLocks noChangeArrowheads="1"/>
          </p:cNvSpPr>
          <p:nvPr/>
        </p:nvSpPr>
        <p:spPr bwMode="auto">
          <a:xfrm>
            <a:off x="8229600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37" name="Oval 49"/>
          <p:cNvSpPr>
            <a:spLocks noChangeArrowheads="1"/>
          </p:cNvSpPr>
          <p:nvPr/>
        </p:nvSpPr>
        <p:spPr bwMode="auto">
          <a:xfrm>
            <a:off x="8077200" y="4851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38" name="Line 50"/>
          <p:cNvSpPr>
            <a:spLocks noChangeShapeType="1"/>
          </p:cNvSpPr>
          <p:nvPr/>
        </p:nvSpPr>
        <p:spPr bwMode="auto">
          <a:xfrm>
            <a:off x="2362200" y="5308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39" name="Line 51"/>
          <p:cNvSpPr>
            <a:spLocks noChangeShapeType="1"/>
          </p:cNvSpPr>
          <p:nvPr/>
        </p:nvSpPr>
        <p:spPr bwMode="auto">
          <a:xfrm>
            <a:off x="4800600" y="5308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40" name="Line 52"/>
          <p:cNvSpPr>
            <a:spLocks noChangeShapeType="1"/>
          </p:cNvSpPr>
          <p:nvPr/>
        </p:nvSpPr>
        <p:spPr bwMode="auto">
          <a:xfrm>
            <a:off x="6096000" y="5308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41" name="Line 53"/>
          <p:cNvSpPr>
            <a:spLocks noChangeShapeType="1"/>
          </p:cNvSpPr>
          <p:nvPr/>
        </p:nvSpPr>
        <p:spPr bwMode="auto">
          <a:xfrm>
            <a:off x="7391400" y="5308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0342" name="Object 54"/>
          <p:cNvGraphicFramePr>
            <a:graphicFrameLocks noChangeAspect="1"/>
          </p:cNvGraphicFramePr>
          <p:nvPr/>
        </p:nvGraphicFramePr>
        <p:xfrm>
          <a:off x="3048000" y="5003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469800" progId="Equation.3">
                  <p:embed/>
                </p:oleObj>
              </mc:Choice>
              <mc:Fallback>
                <p:oleObj name="Equation" r:id="rId4" imgW="419040" imgH="469800" progId="Equation.3">
                  <p:embed/>
                  <p:pic>
                    <p:nvPicPr>
                      <p:cNvPr id="14034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03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43" name="Oval 55"/>
          <p:cNvSpPr>
            <a:spLocks noChangeArrowheads="1"/>
          </p:cNvSpPr>
          <p:nvPr/>
        </p:nvSpPr>
        <p:spPr bwMode="auto">
          <a:xfrm>
            <a:off x="4267200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0344" name="Object 56"/>
          <p:cNvGraphicFramePr>
            <a:graphicFrameLocks noChangeAspect="1"/>
          </p:cNvGraphicFramePr>
          <p:nvPr/>
        </p:nvGraphicFramePr>
        <p:xfrm>
          <a:off x="4381501" y="5003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469800" progId="Equation.3">
                  <p:embed/>
                </p:oleObj>
              </mc:Choice>
              <mc:Fallback>
                <p:oleObj name="Equation" r:id="rId6" imgW="342720" imgH="469800" progId="Equation.3">
                  <p:embed/>
                  <p:pic>
                    <p:nvPicPr>
                      <p:cNvPr id="140344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5003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45" name="Object 57"/>
          <p:cNvGraphicFramePr>
            <a:graphicFrameLocks noChangeAspect="1"/>
          </p:cNvGraphicFramePr>
          <p:nvPr/>
        </p:nvGraphicFramePr>
        <p:xfrm>
          <a:off x="5651501" y="5003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140345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5003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46" name="Object 58"/>
          <p:cNvGraphicFramePr>
            <a:graphicFrameLocks noChangeAspect="1"/>
          </p:cNvGraphicFramePr>
          <p:nvPr/>
        </p:nvGraphicFramePr>
        <p:xfrm>
          <a:off x="6946901" y="5003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480" imgH="469800" progId="Equation.3">
                  <p:embed/>
                </p:oleObj>
              </mc:Choice>
              <mc:Fallback>
                <p:oleObj name="Equation" r:id="rId10" imgW="393480" imgH="469800" progId="Equation.3">
                  <p:embed/>
                  <p:pic>
                    <p:nvPicPr>
                      <p:cNvPr id="140346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5003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47" name="Object 59"/>
          <p:cNvGraphicFramePr>
            <a:graphicFrameLocks noChangeAspect="1"/>
          </p:cNvGraphicFramePr>
          <p:nvPr/>
        </p:nvGraphicFramePr>
        <p:xfrm>
          <a:off x="8305800" y="5003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469800" progId="Equation.3">
                  <p:embed/>
                </p:oleObj>
              </mc:Choice>
              <mc:Fallback>
                <p:oleObj name="Equation" r:id="rId12" imgW="419040" imgH="469800" progId="Equation.3">
                  <p:embed/>
                  <p:pic>
                    <p:nvPicPr>
                      <p:cNvPr id="140347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003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48" name="Line 60"/>
          <p:cNvSpPr>
            <a:spLocks noChangeShapeType="1"/>
          </p:cNvSpPr>
          <p:nvPr/>
        </p:nvSpPr>
        <p:spPr bwMode="auto">
          <a:xfrm>
            <a:off x="3505200" y="5308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0349" name="Object 61"/>
          <p:cNvGraphicFramePr>
            <a:graphicFrameLocks noChangeAspect="1"/>
          </p:cNvGraphicFramePr>
          <p:nvPr/>
        </p:nvGraphicFramePr>
        <p:xfrm>
          <a:off x="3733801" y="500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14034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500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50" name="Object 62"/>
          <p:cNvGraphicFramePr>
            <a:graphicFrameLocks noChangeAspect="1"/>
          </p:cNvGraphicFramePr>
          <p:nvPr/>
        </p:nvGraphicFramePr>
        <p:xfrm>
          <a:off x="5029200" y="4927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380880" progId="Equation.3">
                  <p:embed/>
                </p:oleObj>
              </mc:Choice>
              <mc:Fallback>
                <p:oleObj name="Equation" r:id="rId16" imgW="279360" imgH="380880" progId="Equation.3">
                  <p:embed/>
                  <p:pic>
                    <p:nvPicPr>
                      <p:cNvPr id="14035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927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51" name="Object 63"/>
          <p:cNvGraphicFramePr>
            <a:graphicFrameLocks noChangeAspect="1"/>
          </p:cNvGraphicFramePr>
          <p:nvPr/>
        </p:nvGraphicFramePr>
        <p:xfrm>
          <a:off x="6324600" y="4927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380880" progId="Equation.3">
                  <p:embed/>
                </p:oleObj>
              </mc:Choice>
              <mc:Fallback>
                <p:oleObj name="Equation" r:id="rId16" imgW="279360" imgH="380880" progId="Equation.3">
                  <p:embed/>
                  <p:pic>
                    <p:nvPicPr>
                      <p:cNvPr id="14035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927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52" name="Object 64"/>
          <p:cNvGraphicFramePr>
            <a:graphicFrameLocks noChangeAspect="1"/>
          </p:cNvGraphicFramePr>
          <p:nvPr/>
        </p:nvGraphicFramePr>
        <p:xfrm>
          <a:off x="7620001" y="500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4035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500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53" name="Oval 65"/>
          <p:cNvSpPr>
            <a:spLocks noChangeArrowheads="1"/>
          </p:cNvSpPr>
          <p:nvPr/>
        </p:nvSpPr>
        <p:spPr bwMode="auto">
          <a:xfrm>
            <a:off x="7632700" y="3721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0354" name="Object 66"/>
          <p:cNvGraphicFramePr>
            <a:graphicFrameLocks noChangeAspect="1"/>
          </p:cNvGraphicFramePr>
          <p:nvPr/>
        </p:nvGraphicFramePr>
        <p:xfrm>
          <a:off x="7708901" y="3721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14035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721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55" name="Object 67"/>
          <p:cNvGraphicFramePr>
            <a:graphicFrameLocks noChangeAspect="1"/>
          </p:cNvGraphicFramePr>
          <p:nvPr/>
        </p:nvGraphicFramePr>
        <p:xfrm>
          <a:off x="4572001" y="4546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40355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546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56" name="Object 68"/>
          <p:cNvGraphicFramePr>
            <a:graphicFrameLocks noChangeAspect="1"/>
          </p:cNvGraphicFramePr>
          <p:nvPr/>
        </p:nvGraphicFramePr>
        <p:xfrm>
          <a:off x="5791201" y="4622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4035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622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57" name="Object 69"/>
          <p:cNvGraphicFramePr>
            <a:graphicFrameLocks noChangeAspect="1"/>
          </p:cNvGraphicFramePr>
          <p:nvPr/>
        </p:nvGraphicFramePr>
        <p:xfrm>
          <a:off x="7086600" y="4546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140357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546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58" name="Object 70"/>
          <p:cNvGraphicFramePr>
            <a:graphicFrameLocks noChangeAspect="1"/>
          </p:cNvGraphicFramePr>
          <p:nvPr/>
        </p:nvGraphicFramePr>
        <p:xfrm>
          <a:off x="3200400" y="4470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14035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470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59" name="Freeform 71"/>
          <p:cNvSpPr>
            <a:spLocks/>
          </p:cNvSpPr>
          <p:nvPr/>
        </p:nvSpPr>
        <p:spPr bwMode="auto">
          <a:xfrm>
            <a:off x="7467600" y="29464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0360" name="Object 72"/>
          <p:cNvGraphicFramePr>
            <a:graphicFrameLocks noChangeAspect="1"/>
          </p:cNvGraphicFramePr>
          <p:nvPr/>
        </p:nvGraphicFramePr>
        <p:xfrm>
          <a:off x="7480301" y="2501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40" imgH="444240" progId="Equation.3">
                  <p:embed/>
                </p:oleObj>
              </mc:Choice>
              <mc:Fallback>
                <p:oleObj name="Equation" r:id="rId24" imgW="672840" imgH="444240" progId="Equation.3">
                  <p:embed/>
                  <p:pic>
                    <p:nvPicPr>
                      <p:cNvPr id="14036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501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61" name="Line 73"/>
          <p:cNvSpPr>
            <a:spLocks noChangeShapeType="1"/>
          </p:cNvSpPr>
          <p:nvPr/>
        </p:nvSpPr>
        <p:spPr bwMode="auto">
          <a:xfrm flipV="1">
            <a:off x="7239000" y="4241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62" name="Freeform 74"/>
          <p:cNvSpPr>
            <a:spLocks/>
          </p:cNvSpPr>
          <p:nvPr/>
        </p:nvSpPr>
        <p:spPr bwMode="auto">
          <a:xfrm>
            <a:off x="5943600" y="4089400"/>
            <a:ext cx="1752600" cy="9906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63" name="Freeform 75"/>
          <p:cNvSpPr>
            <a:spLocks/>
          </p:cNvSpPr>
          <p:nvPr/>
        </p:nvSpPr>
        <p:spPr bwMode="auto">
          <a:xfrm>
            <a:off x="4648200" y="38989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0364" name="Freeform 76"/>
          <p:cNvSpPr>
            <a:spLocks/>
          </p:cNvSpPr>
          <p:nvPr/>
        </p:nvSpPr>
        <p:spPr bwMode="auto">
          <a:xfrm>
            <a:off x="3352800" y="3276600"/>
            <a:ext cx="4343400" cy="18034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140365" name="Group 77"/>
          <p:cNvGrpSpPr>
            <a:grpSpLocks/>
          </p:cNvGrpSpPr>
          <p:nvPr/>
        </p:nvGrpSpPr>
        <p:grpSpPr bwMode="auto">
          <a:xfrm>
            <a:off x="8001001" y="4241800"/>
            <a:ext cx="900113" cy="609600"/>
            <a:chOff x="4224" y="1824"/>
            <a:chExt cx="567" cy="384"/>
          </a:xfrm>
        </p:grpSpPr>
        <p:graphicFrame>
          <p:nvGraphicFramePr>
            <p:cNvPr id="140366" name="Object 78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40" imgH="444240" progId="Equation.3">
                    <p:embed/>
                  </p:oleObj>
                </mc:Choice>
                <mc:Fallback>
                  <p:oleObj name="Equation" r:id="rId26" imgW="672840" imgH="444240" progId="Equation.3">
                    <p:embed/>
                    <p:pic>
                      <p:nvPicPr>
                        <p:cNvPr id="140366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0367" name="Line 79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14849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Palatino Linotype" panose="02040502050505030304" pitchFamily="18" charset="0"/>
              </a:rPr>
              <a:t>Another Example</a:t>
            </a:r>
          </a:p>
        </p:txBody>
      </p:sp>
      <p:sp>
        <p:nvSpPr>
          <p:cNvPr id="146478" name="Rectangle 4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146435" name="Oval 3"/>
          <p:cNvSpPr>
            <a:spLocks noChangeArrowheads="1"/>
          </p:cNvSpPr>
          <p:nvPr/>
        </p:nvSpPr>
        <p:spPr bwMode="auto">
          <a:xfrm>
            <a:off x="33528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36" name="Oval 4"/>
          <p:cNvSpPr>
            <a:spLocks noChangeArrowheads="1"/>
          </p:cNvSpPr>
          <p:nvPr/>
        </p:nvSpPr>
        <p:spPr bwMode="auto">
          <a:xfrm>
            <a:off x="5943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37" name="Oval 5"/>
          <p:cNvSpPr>
            <a:spLocks noChangeArrowheads="1"/>
          </p:cNvSpPr>
          <p:nvPr/>
        </p:nvSpPr>
        <p:spPr bwMode="auto">
          <a:xfrm>
            <a:off x="7239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38" name="Oval 6"/>
          <p:cNvSpPr>
            <a:spLocks noChangeArrowheads="1"/>
          </p:cNvSpPr>
          <p:nvPr/>
        </p:nvSpPr>
        <p:spPr bwMode="auto">
          <a:xfrm>
            <a:off x="8610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39" name="Oval 7"/>
          <p:cNvSpPr>
            <a:spLocks noChangeArrowheads="1"/>
          </p:cNvSpPr>
          <p:nvPr/>
        </p:nvSpPr>
        <p:spPr bwMode="auto">
          <a:xfrm>
            <a:off x="8458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40" name="Line 8"/>
          <p:cNvSpPr>
            <a:spLocks noChangeShapeType="1"/>
          </p:cNvSpPr>
          <p:nvPr/>
        </p:nvSpPr>
        <p:spPr bwMode="auto">
          <a:xfrm flipV="1">
            <a:off x="2743200" y="5105400"/>
            <a:ext cx="4572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41" name="Line 9"/>
          <p:cNvSpPr>
            <a:spLocks noChangeShapeType="1"/>
          </p:cNvSpPr>
          <p:nvPr/>
        </p:nvSpPr>
        <p:spPr bwMode="auto">
          <a:xfrm>
            <a:off x="51816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42" name="Line 10"/>
          <p:cNvSpPr>
            <a:spLocks noChangeShapeType="1"/>
          </p:cNvSpPr>
          <p:nvPr/>
        </p:nvSpPr>
        <p:spPr bwMode="auto">
          <a:xfrm flipV="1">
            <a:off x="66294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43" name="Line 11"/>
          <p:cNvSpPr>
            <a:spLocks noChangeShapeType="1"/>
          </p:cNvSpPr>
          <p:nvPr/>
        </p:nvSpPr>
        <p:spPr bwMode="auto">
          <a:xfrm>
            <a:off x="7772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6444" name="Object 12"/>
          <p:cNvGraphicFramePr>
            <a:graphicFrameLocks noChangeAspect="1"/>
          </p:cNvGraphicFramePr>
          <p:nvPr/>
        </p:nvGraphicFramePr>
        <p:xfrm>
          <a:off x="34290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69800" progId="Equation.3">
                  <p:embed/>
                </p:oleObj>
              </mc:Choice>
              <mc:Fallback>
                <p:oleObj name="Equation" r:id="rId2" imgW="419040" imgH="469800" progId="Equation.3">
                  <p:embed/>
                  <p:pic>
                    <p:nvPicPr>
                      <p:cNvPr id="146444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5" name="Oval 13"/>
          <p:cNvSpPr>
            <a:spLocks noChangeArrowheads="1"/>
          </p:cNvSpPr>
          <p:nvPr/>
        </p:nvSpPr>
        <p:spPr bwMode="auto">
          <a:xfrm>
            <a:off x="4648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6446" name="Object 14"/>
          <p:cNvGraphicFramePr>
            <a:graphicFrameLocks noChangeAspect="1"/>
          </p:cNvGraphicFramePr>
          <p:nvPr/>
        </p:nvGraphicFramePr>
        <p:xfrm>
          <a:off x="4762501" y="47879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469800" progId="Equation.3">
                  <p:embed/>
                </p:oleObj>
              </mc:Choice>
              <mc:Fallback>
                <p:oleObj name="Equation" r:id="rId4" imgW="342720" imgH="469800" progId="Equation.3">
                  <p:embed/>
                  <p:pic>
                    <p:nvPicPr>
                      <p:cNvPr id="146446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1" y="47879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7" name="Object 15"/>
          <p:cNvGraphicFramePr>
            <a:graphicFrameLocks noChangeAspect="1"/>
          </p:cNvGraphicFramePr>
          <p:nvPr/>
        </p:nvGraphicFramePr>
        <p:xfrm>
          <a:off x="60325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469800" progId="Equation.3">
                  <p:embed/>
                </p:oleObj>
              </mc:Choice>
              <mc:Fallback>
                <p:oleObj name="Equation" r:id="rId6" imgW="393480" imgH="469800" progId="Equation.3">
                  <p:embed/>
                  <p:pic>
                    <p:nvPicPr>
                      <p:cNvPr id="146447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8" name="Object 16"/>
          <p:cNvGraphicFramePr>
            <a:graphicFrameLocks noChangeAspect="1"/>
          </p:cNvGraphicFramePr>
          <p:nvPr/>
        </p:nvGraphicFramePr>
        <p:xfrm>
          <a:off x="73279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14644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9" name="Object 17"/>
          <p:cNvGraphicFramePr>
            <a:graphicFrameLocks noChangeAspect="1"/>
          </p:cNvGraphicFramePr>
          <p:nvPr/>
        </p:nvGraphicFramePr>
        <p:xfrm>
          <a:off x="86868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4644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50" name="Line 18"/>
          <p:cNvSpPr>
            <a:spLocks noChangeShapeType="1"/>
          </p:cNvSpPr>
          <p:nvPr/>
        </p:nvSpPr>
        <p:spPr bwMode="auto">
          <a:xfrm flipV="1">
            <a:off x="40386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6451" name="Object 19"/>
          <p:cNvGraphicFramePr>
            <a:graphicFrameLocks noChangeAspect="1"/>
          </p:cNvGraphicFramePr>
          <p:nvPr/>
        </p:nvGraphicFramePr>
        <p:xfrm>
          <a:off x="41148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146451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2" name="Object 20"/>
          <p:cNvGraphicFramePr>
            <a:graphicFrameLocks noChangeAspect="1"/>
          </p:cNvGraphicFramePr>
          <p:nvPr/>
        </p:nvGraphicFramePr>
        <p:xfrm>
          <a:off x="54102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146452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3" name="Object 21"/>
          <p:cNvGraphicFramePr>
            <a:graphicFrameLocks noChangeAspect="1"/>
          </p:cNvGraphicFramePr>
          <p:nvPr/>
        </p:nvGraphicFramePr>
        <p:xfrm>
          <a:off x="67056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380880" progId="Equation.3">
                  <p:embed/>
                </p:oleObj>
              </mc:Choice>
              <mc:Fallback>
                <p:oleObj name="Equation" r:id="rId14" imgW="279360" imgH="380880" progId="Equation.3">
                  <p:embed/>
                  <p:pic>
                    <p:nvPicPr>
                      <p:cNvPr id="146453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4" name="Object 22"/>
          <p:cNvGraphicFramePr>
            <a:graphicFrameLocks noChangeAspect="1"/>
          </p:cNvGraphicFramePr>
          <p:nvPr/>
        </p:nvGraphicFramePr>
        <p:xfrm>
          <a:off x="80010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46454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55" name="Oval 23"/>
          <p:cNvSpPr>
            <a:spLocks noChangeArrowheads="1"/>
          </p:cNvSpPr>
          <p:nvPr/>
        </p:nvSpPr>
        <p:spPr bwMode="auto">
          <a:xfrm>
            <a:off x="8013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6456" name="Object 24"/>
          <p:cNvGraphicFramePr>
            <a:graphicFrameLocks noChangeAspect="1"/>
          </p:cNvGraphicFramePr>
          <p:nvPr/>
        </p:nvGraphicFramePr>
        <p:xfrm>
          <a:off x="8089901" y="3505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146456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9901" y="3505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7" name="Object 25"/>
          <p:cNvGraphicFramePr>
            <a:graphicFrameLocks noChangeAspect="1"/>
          </p:cNvGraphicFramePr>
          <p:nvPr/>
        </p:nvGraphicFramePr>
        <p:xfrm>
          <a:off x="4953001" y="43307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146457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43307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8" name="Object 26"/>
          <p:cNvGraphicFramePr>
            <a:graphicFrameLocks noChangeAspect="1"/>
          </p:cNvGraphicFramePr>
          <p:nvPr/>
        </p:nvGraphicFramePr>
        <p:xfrm>
          <a:off x="64008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146458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9" name="Object 27"/>
          <p:cNvGraphicFramePr>
            <a:graphicFrameLocks noChangeAspect="1"/>
          </p:cNvGraphicFramePr>
          <p:nvPr/>
        </p:nvGraphicFramePr>
        <p:xfrm>
          <a:off x="7467600" y="4330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146459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330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0" name="Object 28"/>
          <p:cNvGraphicFramePr>
            <a:graphicFrameLocks noChangeAspect="1"/>
          </p:cNvGraphicFramePr>
          <p:nvPr/>
        </p:nvGraphicFramePr>
        <p:xfrm>
          <a:off x="3657600" y="4191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380880" progId="Equation.3">
                  <p:embed/>
                </p:oleObj>
              </mc:Choice>
              <mc:Fallback>
                <p:oleObj name="Equation" r:id="rId20" imgW="279360" imgH="380880" progId="Equation.3">
                  <p:embed/>
                  <p:pic>
                    <p:nvPicPr>
                      <p:cNvPr id="146460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91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61" name="Freeform 29"/>
          <p:cNvSpPr>
            <a:spLocks/>
          </p:cNvSpPr>
          <p:nvPr/>
        </p:nvSpPr>
        <p:spPr bwMode="auto">
          <a:xfrm>
            <a:off x="7848600" y="27305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6462" name="Object 30"/>
          <p:cNvGraphicFramePr>
            <a:graphicFrameLocks noChangeAspect="1"/>
          </p:cNvGraphicFramePr>
          <p:nvPr/>
        </p:nvGraphicFramePr>
        <p:xfrm>
          <a:off x="7861301" y="22860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40" imgH="444240" progId="Equation.3">
                  <p:embed/>
                </p:oleObj>
              </mc:Choice>
              <mc:Fallback>
                <p:oleObj name="Equation" r:id="rId21" imgW="672840" imgH="444240" progId="Equation.3">
                  <p:embed/>
                  <p:pic>
                    <p:nvPicPr>
                      <p:cNvPr id="146462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1" y="22860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63" name="Line 31"/>
          <p:cNvSpPr>
            <a:spLocks noChangeShapeType="1"/>
          </p:cNvSpPr>
          <p:nvPr/>
        </p:nvSpPr>
        <p:spPr bwMode="auto">
          <a:xfrm flipV="1">
            <a:off x="7620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64" name="Freeform 32"/>
          <p:cNvSpPr>
            <a:spLocks/>
          </p:cNvSpPr>
          <p:nvPr/>
        </p:nvSpPr>
        <p:spPr bwMode="auto">
          <a:xfrm>
            <a:off x="6400800" y="3873500"/>
            <a:ext cx="1676400" cy="8509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65" name="Freeform 33"/>
          <p:cNvSpPr>
            <a:spLocks/>
          </p:cNvSpPr>
          <p:nvPr/>
        </p:nvSpPr>
        <p:spPr bwMode="auto">
          <a:xfrm>
            <a:off x="5029200" y="36830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66" name="Freeform 34"/>
          <p:cNvSpPr>
            <a:spLocks/>
          </p:cNvSpPr>
          <p:nvPr/>
        </p:nvSpPr>
        <p:spPr bwMode="auto">
          <a:xfrm>
            <a:off x="3810000" y="3124200"/>
            <a:ext cx="4267200" cy="15875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146467" name="Group 35"/>
          <p:cNvGrpSpPr>
            <a:grpSpLocks/>
          </p:cNvGrpSpPr>
          <p:nvPr/>
        </p:nvGrpSpPr>
        <p:grpSpPr bwMode="auto">
          <a:xfrm>
            <a:off x="8458201" y="4051300"/>
            <a:ext cx="900113" cy="609600"/>
            <a:chOff x="4224" y="1824"/>
            <a:chExt cx="567" cy="384"/>
          </a:xfrm>
        </p:grpSpPr>
        <p:graphicFrame>
          <p:nvGraphicFramePr>
            <p:cNvPr id="146468" name="Object 3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672840" imgH="444240" progId="Equation.3">
                    <p:embed/>
                  </p:oleObj>
                </mc:Choice>
                <mc:Fallback>
                  <p:oleObj name="Equation" r:id="rId23" imgW="672840" imgH="444240" progId="Equation.3">
                    <p:embed/>
                    <p:pic>
                      <p:nvPicPr>
                        <p:cNvPr id="146468" name="Object 3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469" name="Line 3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  <p:graphicFrame>
        <p:nvGraphicFramePr>
          <p:cNvPr id="146470" name="Object 38"/>
          <p:cNvGraphicFramePr>
            <a:graphicFrameLocks noChangeAspect="1"/>
          </p:cNvGraphicFramePr>
          <p:nvPr/>
        </p:nvGraphicFramePr>
        <p:xfrm>
          <a:off x="3224213" y="1447800"/>
          <a:ext cx="162718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82400" imgH="215640" progId="Equation.3">
                  <p:embed/>
                </p:oleObj>
              </mc:Choice>
              <mc:Fallback>
                <p:oleObj name="Equation" r:id="rId24" imgW="482400" imgH="215640" progId="Equation.3">
                  <p:embed/>
                  <p:pic>
                    <p:nvPicPr>
                      <p:cNvPr id="14647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3" y="1447800"/>
                        <a:ext cx="1627187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73" name="Text Box 41"/>
          <p:cNvSpPr txBox="1">
            <a:spLocks noChangeArrowheads="1"/>
          </p:cNvSpPr>
          <p:nvPr/>
        </p:nvSpPr>
        <p:spPr bwMode="auto">
          <a:xfrm>
            <a:off x="8305800" y="5486400"/>
            <a:ext cx="1447832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Accept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state</a:t>
            </a:r>
          </a:p>
        </p:txBody>
      </p:sp>
      <p:sp>
        <p:nvSpPr>
          <p:cNvPr id="146474" name="Oval 42"/>
          <p:cNvSpPr>
            <a:spLocks noChangeArrowheads="1"/>
          </p:cNvSpPr>
          <p:nvPr/>
        </p:nvSpPr>
        <p:spPr bwMode="auto">
          <a:xfrm>
            <a:off x="32004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75" name="Oval 43"/>
          <p:cNvSpPr>
            <a:spLocks noChangeArrowheads="1"/>
          </p:cNvSpPr>
          <p:nvPr/>
        </p:nvSpPr>
        <p:spPr bwMode="auto">
          <a:xfrm>
            <a:off x="57912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6476" name="Text Box 44"/>
          <p:cNvSpPr txBox="1">
            <a:spLocks noChangeArrowheads="1"/>
          </p:cNvSpPr>
          <p:nvPr/>
        </p:nvSpPr>
        <p:spPr bwMode="auto">
          <a:xfrm>
            <a:off x="5638800" y="5486400"/>
            <a:ext cx="1447832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Accept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state</a:t>
            </a:r>
          </a:p>
        </p:txBody>
      </p:sp>
      <p:sp>
        <p:nvSpPr>
          <p:cNvPr id="146477" name="Text Box 45"/>
          <p:cNvSpPr txBox="1">
            <a:spLocks noChangeArrowheads="1"/>
          </p:cNvSpPr>
          <p:nvPr/>
        </p:nvSpPr>
        <p:spPr bwMode="auto">
          <a:xfrm>
            <a:off x="2895600" y="5486400"/>
            <a:ext cx="1447832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Accept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30310556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61" name="Line 5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5410200" y="1447801"/>
          <a:ext cx="5207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00" imgH="215640" progId="Equation.3">
                  <p:embed/>
                </p:oleObj>
              </mc:Choice>
              <mc:Fallback>
                <p:oleObj name="Equation" r:id="rId2" imgW="253800" imgH="215640" progId="Equation.3">
                  <p:embed/>
                  <p:pic>
                    <p:nvPicPr>
                      <p:cNvPr id="147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47801"/>
                        <a:ext cx="5207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3" name="Text Box 7"/>
          <p:cNvSpPr txBox="1">
            <a:spLocks noChangeArrowheads="1"/>
          </p:cNvSpPr>
          <p:nvPr/>
        </p:nvSpPr>
        <p:spPr bwMode="auto">
          <a:xfrm>
            <a:off x="4724400" y="762000"/>
            <a:ext cx="2420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Empty Tape</a:t>
            </a:r>
          </a:p>
        </p:txBody>
      </p:sp>
      <p:sp>
        <p:nvSpPr>
          <p:cNvPr id="147464" name="Oval 8"/>
          <p:cNvSpPr>
            <a:spLocks noChangeArrowheads="1"/>
          </p:cNvSpPr>
          <p:nvPr/>
        </p:nvSpPr>
        <p:spPr bwMode="auto">
          <a:xfrm>
            <a:off x="3352800" y="4787900"/>
            <a:ext cx="533400" cy="533400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65" name="Oval 9"/>
          <p:cNvSpPr>
            <a:spLocks noChangeArrowheads="1"/>
          </p:cNvSpPr>
          <p:nvPr/>
        </p:nvSpPr>
        <p:spPr bwMode="auto">
          <a:xfrm>
            <a:off x="5943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66" name="Oval 10"/>
          <p:cNvSpPr>
            <a:spLocks noChangeArrowheads="1"/>
          </p:cNvSpPr>
          <p:nvPr/>
        </p:nvSpPr>
        <p:spPr bwMode="auto">
          <a:xfrm>
            <a:off x="7239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67" name="Oval 11"/>
          <p:cNvSpPr>
            <a:spLocks noChangeArrowheads="1"/>
          </p:cNvSpPr>
          <p:nvPr/>
        </p:nvSpPr>
        <p:spPr bwMode="auto">
          <a:xfrm>
            <a:off x="8610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68" name="Oval 12"/>
          <p:cNvSpPr>
            <a:spLocks noChangeArrowheads="1"/>
          </p:cNvSpPr>
          <p:nvPr/>
        </p:nvSpPr>
        <p:spPr bwMode="auto">
          <a:xfrm>
            <a:off x="8458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69" name="Line 13"/>
          <p:cNvSpPr>
            <a:spLocks noChangeShapeType="1"/>
          </p:cNvSpPr>
          <p:nvPr/>
        </p:nvSpPr>
        <p:spPr bwMode="auto">
          <a:xfrm flipV="1">
            <a:off x="2743200" y="5105400"/>
            <a:ext cx="4572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70" name="Line 14"/>
          <p:cNvSpPr>
            <a:spLocks noChangeShapeType="1"/>
          </p:cNvSpPr>
          <p:nvPr/>
        </p:nvSpPr>
        <p:spPr bwMode="auto">
          <a:xfrm>
            <a:off x="51816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71" name="Line 15"/>
          <p:cNvSpPr>
            <a:spLocks noChangeShapeType="1"/>
          </p:cNvSpPr>
          <p:nvPr/>
        </p:nvSpPr>
        <p:spPr bwMode="auto">
          <a:xfrm flipV="1">
            <a:off x="66294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72" name="Line 16"/>
          <p:cNvSpPr>
            <a:spLocks noChangeShapeType="1"/>
          </p:cNvSpPr>
          <p:nvPr/>
        </p:nvSpPr>
        <p:spPr bwMode="auto">
          <a:xfrm>
            <a:off x="7772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7473" name="Object 17"/>
          <p:cNvGraphicFramePr>
            <a:graphicFrameLocks noChangeAspect="1"/>
          </p:cNvGraphicFramePr>
          <p:nvPr/>
        </p:nvGraphicFramePr>
        <p:xfrm>
          <a:off x="34290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469800" progId="Equation.3">
                  <p:embed/>
                </p:oleObj>
              </mc:Choice>
              <mc:Fallback>
                <p:oleObj name="Equation" r:id="rId4" imgW="419040" imgH="469800" progId="Equation.3">
                  <p:embed/>
                  <p:pic>
                    <p:nvPicPr>
                      <p:cNvPr id="147473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74" name="Oval 18"/>
          <p:cNvSpPr>
            <a:spLocks noChangeArrowheads="1"/>
          </p:cNvSpPr>
          <p:nvPr/>
        </p:nvSpPr>
        <p:spPr bwMode="auto">
          <a:xfrm>
            <a:off x="4648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7475" name="Object 19"/>
          <p:cNvGraphicFramePr>
            <a:graphicFrameLocks noChangeAspect="1"/>
          </p:cNvGraphicFramePr>
          <p:nvPr/>
        </p:nvGraphicFramePr>
        <p:xfrm>
          <a:off x="4762501" y="47879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469800" progId="Equation.3">
                  <p:embed/>
                </p:oleObj>
              </mc:Choice>
              <mc:Fallback>
                <p:oleObj name="Equation" r:id="rId6" imgW="342720" imgH="469800" progId="Equation.3">
                  <p:embed/>
                  <p:pic>
                    <p:nvPicPr>
                      <p:cNvPr id="147475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1" y="47879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76" name="Object 20"/>
          <p:cNvGraphicFramePr>
            <a:graphicFrameLocks noChangeAspect="1"/>
          </p:cNvGraphicFramePr>
          <p:nvPr/>
        </p:nvGraphicFramePr>
        <p:xfrm>
          <a:off x="60325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469800" progId="Equation.3">
                  <p:embed/>
                </p:oleObj>
              </mc:Choice>
              <mc:Fallback>
                <p:oleObj name="Equation" r:id="rId8" imgW="393480" imgH="469800" progId="Equation.3">
                  <p:embed/>
                  <p:pic>
                    <p:nvPicPr>
                      <p:cNvPr id="147476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77" name="Object 21"/>
          <p:cNvGraphicFramePr>
            <a:graphicFrameLocks noChangeAspect="1"/>
          </p:cNvGraphicFramePr>
          <p:nvPr/>
        </p:nvGraphicFramePr>
        <p:xfrm>
          <a:off x="73279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480" imgH="469800" progId="Equation.3">
                  <p:embed/>
                </p:oleObj>
              </mc:Choice>
              <mc:Fallback>
                <p:oleObj name="Equation" r:id="rId10" imgW="393480" imgH="469800" progId="Equation.3">
                  <p:embed/>
                  <p:pic>
                    <p:nvPicPr>
                      <p:cNvPr id="147477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78" name="Object 22"/>
          <p:cNvGraphicFramePr>
            <a:graphicFrameLocks noChangeAspect="1"/>
          </p:cNvGraphicFramePr>
          <p:nvPr/>
        </p:nvGraphicFramePr>
        <p:xfrm>
          <a:off x="86868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469800" progId="Equation.3">
                  <p:embed/>
                </p:oleObj>
              </mc:Choice>
              <mc:Fallback>
                <p:oleObj name="Equation" r:id="rId12" imgW="419040" imgH="469800" progId="Equation.3">
                  <p:embed/>
                  <p:pic>
                    <p:nvPicPr>
                      <p:cNvPr id="147478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79" name="Line 23"/>
          <p:cNvSpPr>
            <a:spLocks noChangeShapeType="1"/>
          </p:cNvSpPr>
          <p:nvPr/>
        </p:nvSpPr>
        <p:spPr bwMode="auto">
          <a:xfrm flipV="1">
            <a:off x="40386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7480" name="Object 24"/>
          <p:cNvGraphicFramePr>
            <a:graphicFrameLocks noChangeAspect="1"/>
          </p:cNvGraphicFramePr>
          <p:nvPr/>
        </p:nvGraphicFramePr>
        <p:xfrm>
          <a:off x="41148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147480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1" name="Object 25"/>
          <p:cNvGraphicFramePr>
            <a:graphicFrameLocks noChangeAspect="1"/>
          </p:cNvGraphicFramePr>
          <p:nvPr/>
        </p:nvGraphicFramePr>
        <p:xfrm>
          <a:off x="54102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380880" progId="Equation.3">
                  <p:embed/>
                </p:oleObj>
              </mc:Choice>
              <mc:Fallback>
                <p:oleObj name="Equation" r:id="rId16" imgW="279360" imgH="380880" progId="Equation.3">
                  <p:embed/>
                  <p:pic>
                    <p:nvPicPr>
                      <p:cNvPr id="147481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2" name="Object 26"/>
          <p:cNvGraphicFramePr>
            <a:graphicFrameLocks noChangeAspect="1"/>
          </p:cNvGraphicFramePr>
          <p:nvPr/>
        </p:nvGraphicFramePr>
        <p:xfrm>
          <a:off x="67056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380880" progId="Equation.3">
                  <p:embed/>
                </p:oleObj>
              </mc:Choice>
              <mc:Fallback>
                <p:oleObj name="Equation" r:id="rId16" imgW="279360" imgH="380880" progId="Equation.3">
                  <p:embed/>
                  <p:pic>
                    <p:nvPicPr>
                      <p:cNvPr id="147482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3" name="Object 27"/>
          <p:cNvGraphicFramePr>
            <a:graphicFrameLocks noChangeAspect="1"/>
          </p:cNvGraphicFramePr>
          <p:nvPr/>
        </p:nvGraphicFramePr>
        <p:xfrm>
          <a:off x="80010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47483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84" name="Oval 28"/>
          <p:cNvSpPr>
            <a:spLocks noChangeArrowheads="1"/>
          </p:cNvSpPr>
          <p:nvPr/>
        </p:nvSpPr>
        <p:spPr bwMode="auto">
          <a:xfrm>
            <a:off x="8013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7485" name="Object 29"/>
          <p:cNvGraphicFramePr>
            <a:graphicFrameLocks noChangeAspect="1"/>
          </p:cNvGraphicFramePr>
          <p:nvPr/>
        </p:nvGraphicFramePr>
        <p:xfrm>
          <a:off x="8089901" y="3505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147485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9901" y="3505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6" name="Object 30"/>
          <p:cNvGraphicFramePr>
            <a:graphicFrameLocks noChangeAspect="1"/>
          </p:cNvGraphicFramePr>
          <p:nvPr/>
        </p:nvGraphicFramePr>
        <p:xfrm>
          <a:off x="4953001" y="43307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47486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43307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7" name="Object 31"/>
          <p:cNvGraphicFramePr>
            <a:graphicFrameLocks noChangeAspect="1"/>
          </p:cNvGraphicFramePr>
          <p:nvPr/>
        </p:nvGraphicFramePr>
        <p:xfrm>
          <a:off x="64008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47487" name="Object 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8" name="Object 32"/>
          <p:cNvGraphicFramePr>
            <a:graphicFrameLocks noChangeAspect="1"/>
          </p:cNvGraphicFramePr>
          <p:nvPr/>
        </p:nvGraphicFramePr>
        <p:xfrm>
          <a:off x="7467600" y="4330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147488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330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89" name="Object 33"/>
          <p:cNvGraphicFramePr>
            <a:graphicFrameLocks noChangeAspect="1"/>
          </p:cNvGraphicFramePr>
          <p:nvPr/>
        </p:nvGraphicFramePr>
        <p:xfrm>
          <a:off x="3657600" y="4191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147489" name="Object 3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91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90" name="Freeform 34"/>
          <p:cNvSpPr>
            <a:spLocks/>
          </p:cNvSpPr>
          <p:nvPr/>
        </p:nvSpPr>
        <p:spPr bwMode="auto">
          <a:xfrm>
            <a:off x="7848600" y="2730500"/>
            <a:ext cx="660400" cy="850900"/>
          </a:xfrm>
          <a:custGeom>
            <a:avLst/>
            <a:gdLst>
              <a:gd name="T0" fmla="*/ 152 w 416"/>
              <a:gd name="T1" fmla="*/ 536 h 536"/>
              <a:gd name="T2" fmla="*/ 8 w 416"/>
              <a:gd name="T3" fmla="*/ 200 h 536"/>
              <a:gd name="T4" fmla="*/ 200 w 416"/>
              <a:gd name="T5" fmla="*/ 8 h 536"/>
              <a:gd name="T6" fmla="*/ 392 w 416"/>
              <a:gd name="T7" fmla="*/ 152 h 536"/>
              <a:gd name="T8" fmla="*/ 344 w 416"/>
              <a:gd name="T9" fmla="*/ 48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7491" name="Object 35"/>
          <p:cNvGraphicFramePr>
            <a:graphicFrameLocks noChangeAspect="1"/>
          </p:cNvGraphicFramePr>
          <p:nvPr/>
        </p:nvGraphicFramePr>
        <p:xfrm>
          <a:off x="7861301" y="22860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40" imgH="444240" progId="Equation.3">
                  <p:embed/>
                </p:oleObj>
              </mc:Choice>
              <mc:Fallback>
                <p:oleObj name="Equation" r:id="rId23" imgW="672840" imgH="444240" progId="Equation.3">
                  <p:embed/>
                  <p:pic>
                    <p:nvPicPr>
                      <p:cNvPr id="147491" name="Object 3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1" y="22860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92" name="Line 36"/>
          <p:cNvSpPr>
            <a:spLocks noChangeShapeType="1"/>
          </p:cNvSpPr>
          <p:nvPr/>
        </p:nvSpPr>
        <p:spPr bwMode="auto">
          <a:xfrm flipV="1">
            <a:off x="7620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93" name="Freeform 37"/>
          <p:cNvSpPr>
            <a:spLocks/>
          </p:cNvSpPr>
          <p:nvPr/>
        </p:nvSpPr>
        <p:spPr bwMode="auto">
          <a:xfrm>
            <a:off x="6400800" y="3873500"/>
            <a:ext cx="1676400" cy="850900"/>
          </a:xfrm>
          <a:custGeom>
            <a:avLst/>
            <a:gdLst>
              <a:gd name="T0" fmla="*/ 0 w 1104"/>
              <a:gd name="T1" fmla="*/ 624 h 624"/>
              <a:gd name="T2" fmla="*/ 432 w 1104"/>
              <a:gd name="T3" fmla="*/ 192 h 624"/>
              <a:gd name="T4" fmla="*/ 1104 w 1104"/>
              <a:gd name="T5" fmla="*/ 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94" name="Freeform 38"/>
          <p:cNvSpPr>
            <a:spLocks/>
          </p:cNvSpPr>
          <p:nvPr/>
        </p:nvSpPr>
        <p:spPr bwMode="auto">
          <a:xfrm>
            <a:off x="5029200" y="3683000"/>
            <a:ext cx="2971800" cy="1181100"/>
          </a:xfrm>
          <a:custGeom>
            <a:avLst/>
            <a:gdLst>
              <a:gd name="T0" fmla="*/ 0 w 1872"/>
              <a:gd name="T1" fmla="*/ 744 h 744"/>
              <a:gd name="T2" fmla="*/ 720 w 1872"/>
              <a:gd name="T3" fmla="*/ 120 h 744"/>
              <a:gd name="T4" fmla="*/ 1872 w 1872"/>
              <a:gd name="T5" fmla="*/ 2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495" name="Freeform 39"/>
          <p:cNvSpPr>
            <a:spLocks/>
          </p:cNvSpPr>
          <p:nvPr/>
        </p:nvSpPr>
        <p:spPr bwMode="auto">
          <a:xfrm>
            <a:off x="3810000" y="3124200"/>
            <a:ext cx="4267200" cy="1587500"/>
          </a:xfrm>
          <a:custGeom>
            <a:avLst/>
            <a:gdLst>
              <a:gd name="T0" fmla="*/ 0 w 2736"/>
              <a:gd name="T1" fmla="*/ 1136 h 1136"/>
              <a:gd name="T2" fmla="*/ 720 w 2736"/>
              <a:gd name="T3" fmla="*/ 128 h 1136"/>
              <a:gd name="T4" fmla="*/ 2736 w 2736"/>
              <a:gd name="T5" fmla="*/ 368 h 1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147496" name="Group 40"/>
          <p:cNvGrpSpPr>
            <a:grpSpLocks/>
          </p:cNvGrpSpPr>
          <p:nvPr/>
        </p:nvGrpSpPr>
        <p:grpSpPr bwMode="auto">
          <a:xfrm>
            <a:off x="8458201" y="4051300"/>
            <a:ext cx="900113" cy="609600"/>
            <a:chOff x="4224" y="1824"/>
            <a:chExt cx="567" cy="384"/>
          </a:xfrm>
        </p:grpSpPr>
        <p:graphicFrame>
          <p:nvGraphicFramePr>
            <p:cNvPr id="147497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72840" imgH="444240" progId="Equation.3">
                    <p:embed/>
                  </p:oleObj>
                </mc:Choice>
                <mc:Fallback>
                  <p:oleObj name="Equation" r:id="rId25" imgW="672840" imgH="444240" progId="Equation.3">
                    <p:embed/>
                    <p:pic>
                      <p:nvPicPr>
                        <p:cNvPr id="147497" name="Object 4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7498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IN" sz="3200" dirty="0">
                <a:solidFill>
                  <a:srgbClr val="3333CC"/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147499" name="Oval 43"/>
          <p:cNvSpPr>
            <a:spLocks noChangeArrowheads="1"/>
          </p:cNvSpPr>
          <p:nvPr/>
        </p:nvSpPr>
        <p:spPr bwMode="auto">
          <a:xfrm>
            <a:off x="3200400" y="46482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500" name="Oval 44"/>
          <p:cNvSpPr>
            <a:spLocks noChangeArrowheads="1"/>
          </p:cNvSpPr>
          <p:nvPr/>
        </p:nvSpPr>
        <p:spPr bwMode="auto">
          <a:xfrm>
            <a:off x="57912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501" name="Line 45"/>
          <p:cNvSpPr>
            <a:spLocks noChangeShapeType="1"/>
          </p:cNvSpPr>
          <p:nvPr/>
        </p:nvSpPr>
        <p:spPr bwMode="auto">
          <a:xfrm>
            <a:off x="32766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7502" name="Text Box 46"/>
          <p:cNvSpPr txBox="1">
            <a:spLocks noChangeArrowheads="1"/>
          </p:cNvSpPr>
          <p:nvPr/>
        </p:nvSpPr>
        <p:spPr bwMode="auto">
          <a:xfrm>
            <a:off x="2895600" y="5715000"/>
            <a:ext cx="13340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accept</a:t>
            </a:r>
          </a:p>
        </p:txBody>
      </p:sp>
      <p:sp>
        <p:nvSpPr>
          <p:cNvPr id="147503" name="Text Box 47"/>
          <p:cNvSpPr txBox="1">
            <a:spLocks noChangeArrowheads="1"/>
          </p:cNvSpPr>
          <p:nvPr/>
        </p:nvSpPr>
        <p:spPr bwMode="auto">
          <a:xfrm>
            <a:off x="2286001" y="2057400"/>
            <a:ext cx="2943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37620093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301" y="247934"/>
            <a:ext cx="11785600" cy="6096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Another Example</a:t>
            </a:r>
          </a:p>
        </p:txBody>
      </p:sp>
      <p:sp>
        <p:nvSpPr>
          <p:cNvPr id="136220" name="Oval 28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1" name="Oval 29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2" name="Oval 30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3" name="Line 31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4" name="Oval 32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5" name="Line 33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6" name="Line 34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7" name="Freeform 35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6228" name="Freeform 36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36229" name="Object 37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36229" name="Object 3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0" name="Object 38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36230" name="Object 3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1" name="Object 39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36231" name="Object 3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2" name="Object 40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36232" name="Object 4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3" name="Object 41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040" imgH="469800" progId="Equation.3">
                  <p:embed/>
                </p:oleObj>
              </mc:Choice>
              <mc:Fallback>
                <p:oleObj name="Equation" r:id="rId9" imgW="419040" imgH="469800" progId="Equation.3">
                  <p:embed/>
                  <p:pic>
                    <p:nvPicPr>
                      <p:cNvPr id="136233" name="Object 4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4" name="Object 42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20" imgH="469800" progId="Equation.3">
                  <p:embed/>
                </p:oleObj>
              </mc:Choice>
              <mc:Fallback>
                <p:oleObj name="Equation" r:id="rId11" imgW="342720" imgH="469800" progId="Equation.3">
                  <p:embed/>
                  <p:pic>
                    <p:nvPicPr>
                      <p:cNvPr id="136234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5" name="Object 43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480" imgH="469800" progId="Equation.3">
                  <p:embed/>
                </p:oleObj>
              </mc:Choice>
              <mc:Fallback>
                <p:oleObj name="Equation" r:id="rId13" imgW="393480" imgH="469800" progId="Equation.3">
                  <p:embed/>
                  <p:pic>
                    <p:nvPicPr>
                      <p:cNvPr id="136235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36" name="Text Box 44"/>
          <p:cNvSpPr txBox="1">
            <a:spLocks noChangeArrowheads="1"/>
          </p:cNvSpPr>
          <p:nvPr/>
        </p:nvSpPr>
        <p:spPr bwMode="auto">
          <a:xfrm>
            <a:off x="5638801" y="5334000"/>
            <a:ext cx="1550424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Accept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state</a:t>
            </a:r>
          </a:p>
        </p:txBody>
      </p:sp>
      <p:sp>
        <p:nvSpPr>
          <p:cNvPr id="136237" name="Text Box 45"/>
          <p:cNvSpPr txBox="1">
            <a:spLocks noChangeArrowheads="1"/>
          </p:cNvSpPr>
          <p:nvPr/>
        </p:nvSpPr>
        <p:spPr bwMode="auto">
          <a:xfrm>
            <a:off x="8305801" y="5257800"/>
            <a:ext cx="18822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trap state</a:t>
            </a:r>
          </a:p>
        </p:txBody>
      </p:sp>
    </p:spTree>
    <p:extLst>
      <p:ext uri="{BB962C8B-B14F-4D97-AF65-F5344CB8AC3E}">
        <p14:creationId xmlns:p14="http://schemas.microsoft.com/office/powerpoint/2010/main" val="33375510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Oval 3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64" name="Oval 4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65" name="Oval 5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66" name="Line 6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67" name="Oval 7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68" name="Line 8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69" name="Line 9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70" name="Freeform 10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71" name="Freeform 11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3372" name="Object 12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143372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3" name="Object 13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143373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4" name="Object 14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143374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5" name="Object 15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143375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6" name="Object 16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143376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7" name="Object 17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143377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8" name="Object 18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143378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9" name="Rectangle 19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80" name="Line 20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81" name="Line 21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82" name="Line 22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3383" name="Object 23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143383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4" name="Object 24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143384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5" name="Object 25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43385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6" name="Line 26"/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87" name="Line 27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3389" name="Text Box 29"/>
          <p:cNvSpPr txBox="1">
            <a:spLocks noChangeArrowheads="1"/>
          </p:cNvSpPr>
          <p:nvPr/>
        </p:nvSpPr>
        <p:spPr bwMode="auto">
          <a:xfrm>
            <a:off x="2286001" y="2057400"/>
            <a:ext cx="23903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String</a:t>
            </a:r>
          </a:p>
        </p:txBody>
      </p:sp>
    </p:spTree>
    <p:extLst>
      <p:ext uri="{BB962C8B-B14F-4D97-AF65-F5344CB8AC3E}">
        <p14:creationId xmlns:p14="http://schemas.microsoft.com/office/powerpoint/2010/main" val="14891195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07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08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09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10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11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12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13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14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72715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72716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7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2717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8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2718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72719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72720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1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72721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2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23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25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72726" name="Object 2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72726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7" name="Object 23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2727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8" name="Object 24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72728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9" name="Line 25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2730" name="Line 26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0870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1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2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3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4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5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6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7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38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73739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73739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73740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3741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2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3742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3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73743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4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73744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5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73745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6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47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48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49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73750" name="Object 2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7375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1" name="Object 23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375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2" name="Object 24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73752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3" name="Line 25"/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3754" name="Line 26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4980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27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28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29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30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33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34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7835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77835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6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77836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7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7837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8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7838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9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77839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0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77840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1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77841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2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44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45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7846" name="Object 2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77846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7" name="Object 23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7847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8" name="Object 24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77848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9" name="Line 25"/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50" name="Line 26"/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7851" name="Text Box 27"/>
          <p:cNvSpPr txBox="1">
            <a:spLocks noChangeArrowheads="1"/>
          </p:cNvSpPr>
          <p:nvPr/>
        </p:nvSpPr>
        <p:spPr bwMode="auto">
          <a:xfrm>
            <a:off x="5562600" y="3276600"/>
            <a:ext cx="13340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accept</a:t>
            </a:r>
          </a:p>
        </p:txBody>
      </p:sp>
      <p:sp>
        <p:nvSpPr>
          <p:cNvPr id="77852" name="Text Box 28"/>
          <p:cNvSpPr txBox="1">
            <a:spLocks noChangeArrowheads="1"/>
          </p:cNvSpPr>
          <p:nvPr/>
        </p:nvSpPr>
        <p:spPr bwMode="auto">
          <a:xfrm>
            <a:off x="23622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13612368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Oval 3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2" name="Oval 4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3" name="Oval 5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5" name="Oval 7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8" name="Freeform 10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59" name="Freeform 11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78860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78861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8862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15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8863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78864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5" name="Object 17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78865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6" name="Object 18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78866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7" name="Rectangle 19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68" name="Line 20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69" name="Line 21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70" name="Line 22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8871" name="Object 23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7887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2" name="Object 24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8872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4" name="Line 26"/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8875" name="Line 27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78876" name="Object 28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8876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8" name="Text Box 30"/>
          <p:cNvSpPr txBox="1">
            <a:spLocks noChangeArrowheads="1"/>
          </p:cNvSpPr>
          <p:nvPr/>
        </p:nvSpPr>
        <p:spPr bwMode="auto">
          <a:xfrm>
            <a:off x="3641725" y="254000"/>
            <a:ext cx="36937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4000" dirty="0">
                <a:solidFill>
                  <a:srgbClr val="C00000"/>
                </a:solidFill>
                <a:latin typeface="Palatino Linotype" panose="02040502050505030304" pitchFamily="18" charset="0"/>
              </a:rPr>
              <a:t>A rejection case</a:t>
            </a:r>
          </a:p>
        </p:txBody>
      </p:sp>
      <p:sp>
        <p:nvSpPr>
          <p:cNvPr id="78879" name="Text Box 31"/>
          <p:cNvSpPr txBox="1">
            <a:spLocks noChangeArrowheads="1"/>
          </p:cNvSpPr>
          <p:nvPr/>
        </p:nvSpPr>
        <p:spPr bwMode="auto">
          <a:xfrm>
            <a:off x="2286001" y="2057400"/>
            <a:ext cx="23903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String</a:t>
            </a:r>
          </a:p>
        </p:txBody>
      </p:sp>
    </p:spTree>
    <p:extLst>
      <p:ext uri="{BB962C8B-B14F-4D97-AF65-F5344CB8AC3E}">
        <p14:creationId xmlns:p14="http://schemas.microsoft.com/office/powerpoint/2010/main" val="1118783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75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76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78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79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81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82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79883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79883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79884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9885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6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79886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7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79887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8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7988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9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7988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0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91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92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93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79894" name="Object 22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79894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5" name="Object 23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9895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96" name="Line 24"/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79897" name="Line 25"/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79898" name="Object 2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9898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2976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899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00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01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02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05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06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80907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80907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80908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80909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0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80910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1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80911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2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80912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3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80913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4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15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16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17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80918" name="Object 22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80918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9" name="Object 23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80919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0" name="Line 24"/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0921" name="Line 25"/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80922" name="Object 2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80922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46971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47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48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49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50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51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53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54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82955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279360" progId="Equation.3">
                  <p:embed/>
                </p:oleObj>
              </mc:Choice>
              <mc:Fallback>
                <p:oleObj name="Equation" r:id="rId2" imgW="266400" imgH="279360" progId="Equation.3">
                  <p:embed/>
                  <p:pic>
                    <p:nvPicPr>
                      <p:cNvPr id="82955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380880" progId="Equation.3">
                  <p:embed/>
                </p:oleObj>
              </mc:Choice>
              <mc:Fallback>
                <p:oleObj name="Equation" r:id="rId4" imgW="279360" imgH="380880" progId="Equation.3">
                  <p:embed/>
                  <p:pic>
                    <p:nvPicPr>
                      <p:cNvPr id="82956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82957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8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44240" progId="Equation.3">
                  <p:embed/>
                </p:oleObj>
              </mc:Choice>
              <mc:Fallback>
                <p:oleObj name="Equation" r:id="rId6" imgW="672840" imgH="444240" progId="Equation.3">
                  <p:embed/>
                  <p:pic>
                    <p:nvPicPr>
                      <p:cNvPr id="82958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9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469800" progId="Equation.3">
                  <p:embed/>
                </p:oleObj>
              </mc:Choice>
              <mc:Fallback>
                <p:oleObj name="Equation" r:id="rId8" imgW="419040" imgH="469800" progId="Equation.3">
                  <p:embed/>
                  <p:pic>
                    <p:nvPicPr>
                      <p:cNvPr id="82959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0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469800" progId="Equation.3">
                  <p:embed/>
                </p:oleObj>
              </mc:Choice>
              <mc:Fallback>
                <p:oleObj name="Equation" r:id="rId10" imgW="342720" imgH="469800" progId="Equation.3">
                  <p:embed/>
                  <p:pic>
                    <p:nvPicPr>
                      <p:cNvPr id="82960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1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469800" progId="Equation.3">
                  <p:embed/>
                </p:oleObj>
              </mc:Choice>
              <mc:Fallback>
                <p:oleObj name="Equation" r:id="rId12" imgW="393480" imgH="469800" progId="Equation.3">
                  <p:embed/>
                  <p:pic>
                    <p:nvPicPr>
                      <p:cNvPr id="82961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63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64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65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82966" name="Object 22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82966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7" name="Object 23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82967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8" name="Line 24"/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sp>
        <p:nvSpPr>
          <p:cNvPr id="82969" name="Line 25"/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</a:endParaRPr>
          </a:p>
        </p:txBody>
      </p:sp>
      <p:graphicFrame>
        <p:nvGraphicFramePr>
          <p:cNvPr id="82970" name="Object 2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82970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Text Box 27"/>
          <p:cNvSpPr txBox="1">
            <a:spLocks noChangeArrowheads="1"/>
          </p:cNvSpPr>
          <p:nvPr/>
        </p:nvSpPr>
        <p:spPr bwMode="auto">
          <a:xfrm>
            <a:off x="8686801" y="5486400"/>
            <a:ext cx="115448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reject</a:t>
            </a:r>
          </a:p>
        </p:txBody>
      </p:sp>
      <p:sp>
        <p:nvSpPr>
          <p:cNvPr id="82972" name="Text Box 28"/>
          <p:cNvSpPr txBox="1">
            <a:spLocks noChangeArrowheads="1"/>
          </p:cNvSpPr>
          <p:nvPr/>
        </p:nvSpPr>
        <p:spPr bwMode="auto">
          <a:xfrm>
            <a:off x="22098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Input finished</a:t>
            </a:r>
          </a:p>
        </p:txBody>
      </p:sp>
    </p:spTree>
    <p:extLst>
      <p:ext uri="{BB962C8B-B14F-4D97-AF65-F5344CB8AC3E}">
        <p14:creationId xmlns:p14="http://schemas.microsoft.com/office/powerpoint/2010/main" val="22378917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65" name="Text Box 29"/>
          <p:cNvSpPr txBox="1">
            <a:spLocks noChangeArrowheads="1"/>
          </p:cNvSpPr>
          <p:nvPr/>
        </p:nvSpPr>
        <p:spPr bwMode="auto">
          <a:xfrm>
            <a:off x="1752601" y="762000"/>
            <a:ext cx="39544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3200" dirty="0">
                <a:solidFill>
                  <a:srgbClr val="3333CC"/>
                </a:solidFill>
                <a:latin typeface="Palatino Linotype" panose="02040502050505030304" pitchFamily="18" charset="0"/>
              </a:rPr>
              <a:t>Language Accepted:</a:t>
            </a:r>
          </a:p>
        </p:txBody>
      </p:sp>
      <p:graphicFrame>
        <p:nvGraphicFramePr>
          <p:cNvPr id="142367" name="Object 31"/>
          <p:cNvGraphicFramePr>
            <a:graphicFrameLocks noChangeAspect="1"/>
          </p:cNvGraphicFramePr>
          <p:nvPr/>
        </p:nvGraphicFramePr>
        <p:xfrm>
          <a:off x="5943600" y="685801"/>
          <a:ext cx="38862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228600" progId="Equation.3">
                  <p:embed/>
                </p:oleObj>
              </mc:Choice>
              <mc:Fallback>
                <p:oleObj name="Equation" r:id="rId2" imgW="1143000" imgH="228600" progId="Equation.3">
                  <p:embed/>
                  <p:pic>
                    <p:nvPicPr>
                      <p:cNvPr id="14236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685801"/>
                        <a:ext cx="38862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68" name="Oval 3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69" name="Oval 3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70" name="Oval 3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71" name="Line 3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72" name="Oval 3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73" name="Line 3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74" name="Line 3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75" name="Freeform 3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42376" name="Freeform 4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160 w 512"/>
              <a:gd name="T1" fmla="*/ 680 h 680"/>
              <a:gd name="T2" fmla="*/ 16 w 512"/>
              <a:gd name="T3" fmla="*/ 200 h 680"/>
              <a:gd name="T4" fmla="*/ 256 w 512"/>
              <a:gd name="T5" fmla="*/ 8 h 680"/>
              <a:gd name="T6" fmla="*/ 496 w 512"/>
              <a:gd name="T7" fmla="*/ 152 h 680"/>
              <a:gd name="T8" fmla="*/ 352 w 512"/>
              <a:gd name="T9" fmla="*/ 632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IN" sz="3200" dirty="0">
              <a:solidFill>
                <a:srgbClr val="3333CC"/>
              </a:solidFill>
              <a:latin typeface="Palatino Linotype" panose="02040502050505030304" pitchFamily="18" charset="0"/>
            </a:endParaRPr>
          </a:p>
        </p:txBody>
      </p:sp>
      <p:graphicFrame>
        <p:nvGraphicFramePr>
          <p:cNvPr id="142377" name="Object 4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00" imgH="279360" progId="Equation.3">
                  <p:embed/>
                </p:oleObj>
              </mc:Choice>
              <mc:Fallback>
                <p:oleObj name="Equation" r:id="rId4" imgW="266400" imgH="279360" progId="Equation.3">
                  <p:embed/>
                  <p:pic>
                    <p:nvPicPr>
                      <p:cNvPr id="142377" name="Object 4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78" name="Object 4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380880" progId="Equation.3">
                  <p:embed/>
                </p:oleObj>
              </mc:Choice>
              <mc:Fallback>
                <p:oleObj name="Equation" r:id="rId6" imgW="279360" imgH="380880" progId="Equation.3">
                  <p:embed/>
                  <p:pic>
                    <p:nvPicPr>
                      <p:cNvPr id="142378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79" name="Object 4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40" imgH="444240" progId="Equation.3">
                  <p:embed/>
                </p:oleObj>
              </mc:Choice>
              <mc:Fallback>
                <p:oleObj name="Equation" r:id="rId8" imgW="672840" imgH="444240" progId="Equation.3">
                  <p:embed/>
                  <p:pic>
                    <p:nvPicPr>
                      <p:cNvPr id="142379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80" name="Object 4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40" imgH="444240" progId="Equation.3">
                  <p:embed/>
                </p:oleObj>
              </mc:Choice>
              <mc:Fallback>
                <p:oleObj name="Equation" r:id="rId8" imgW="672840" imgH="444240" progId="Equation.3">
                  <p:embed/>
                  <p:pic>
                    <p:nvPicPr>
                      <p:cNvPr id="142380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81" name="Object 4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42381" name="Object 4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82" name="Object 4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42382" name="Object 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83" name="Object 4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42383" name="Object 4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24361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1 – String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Given a finite automata, M = ({q</a:t>
            </a:r>
            <a:r>
              <a:rPr lang="en-IN" baseline="-25000" dirty="0"/>
              <a:t>0</a:t>
            </a:r>
            <a:r>
              <a:rPr lang="en-IN" dirty="0"/>
              <a:t>, q</a:t>
            </a:r>
            <a:r>
              <a:rPr lang="en-IN" baseline="-25000" dirty="0"/>
              <a:t>1</a:t>
            </a:r>
            <a:r>
              <a:rPr lang="en-IN" dirty="0"/>
              <a:t>}, {0, 1}, </a:t>
            </a:r>
            <a:r>
              <a:rPr lang="en-GB" dirty="0">
                <a:latin typeface="Symbol" panose="05050102010706020507" pitchFamily="18" charset="2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}) and transition diagram as given below:</a:t>
            </a:r>
          </a:p>
          <a:p>
            <a:pPr marL="514350" indent="-514350">
              <a:buFont typeface="+mj-lt"/>
              <a:buAutoNum type="arabicPeriod"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514350" indent="-514350">
              <a:buAutoNum type="alphaLcParenR"/>
            </a:pPr>
            <a:r>
              <a:rPr lang="en-IN" dirty="0">
                <a:sym typeface="Symbol" panose="05050102010706020507" pitchFamily="18" charset="2"/>
              </a:rPr>
              <a:t>Check whether the input string 10101 is accepted by M or not.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IN" dirty="0">
                <a:sym typeface="Symbol" panose="05050102010706020507" pitchFamily="18" charset="2"/>
              </a:rPr>
              <a:t>Check whether the input string 101100 is accepted by M or not.</a:t>
            </a:r>
          </a:p>
          <a:p>
            <a:pPr marL="514350" indent="-514350">
              <a:buAutoNum type="alphaLcParenR"/>
            </a:pPr>
            <a:endParaRPr lang="en-IN" dirty="0"/>
          </a:p>
        </p:txBody>
      </p:sp>
      <p:sp>
        <p:nvSpPr>
          <p:cNvPr id="16" name="Freeform 15"/>
          <p:cNvSpPr/>
          <p:nvPr/>
        </p:nvSpPr>
        <p:spPr>
          <a:xfrm rot="4979947">
            <a:off x="2541671" y="2754966"/>
            <a:ext cx="532022" cy="595035"/>
          </a:xfrm>
          <a:custGeom>
            <a:avLst/>
            <a:gdLst>
              <a:gd name="connsiteX0" fmla="*/ 700886 w 964315"/>
              <a:gd name="connsiteY0" fmla="*/ 0 h 534786"/>
              <a:gd name="connsiteX1" fmla="*/ 1639 w 964315"/>
              <a:gd name="connsiteY1" fmla="*/ 416859 h 534786"/>
              <a:gd name="connsiteX2" fmla="*/ 875697 w 964315"/>
              <a:gd name="connsiteY2" fmla="*/ 524435 h 534786"/>
              <a:gd name="connsiteX3" fmla="*/ 889144 w 964315"/>
              <a:gd name="connsiteY3" fmla="*/ 524435 h 53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4315" h="534786">
                <a:moveTo>
                  <a:pt x="700886" y="0"/>
                </a:moveTo>
                <a:cubicBezTo>
                  <a:pt x="336695" y="164726"/>
                  <a:pt x="-27496" y="329453"/>
                  <a:pt x="1639" y="416859"/>
                </a:cubicBezTo>
                <a:cubicBezTo>
                  <a:pt x="30774" y="504265"/>
                  <a:pt x="727780" y="506506"/>
                  <a:pt x="875697" y="524435"/>
                </a:cubicBezTo>
                <a:cubicBezTo>
                  <a:pt x="1023614" y="542364"/>
                  <a:pt x="956379" y="533399"/>
                  <a:pt x="889144" y="524435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>
              <a:latin typeface="Palatino Linotype" panose="0204050205050503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030506" y="2846975"/>
            <a:ext cx="5536726" cy="1236307"/>
            <a:chOff x="2030506" y="2846975"/>
            <a:chExt cx="5536726" cy="1236307"/>
          </a:xfrm>
        </p:grpSpPr>
        <p:sp>
          <p:nvSpPr>
            <p:cNvPr id="4" name="Oval 3"/>
            <p:cNvSpPr/>
            <p:nvPr/>
          </p:nvSpPr>
          <p:spPr>
            <a:xfrm>
              <a:off x="2501153" y="3052482"/>
              <a:ext cx="739588" cy="79337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alatino Linotype" panose="02040502050505030304" pitchFamily="18" charset="0"/>
                </a:rPr>
                <a:t>q</a:t>
              </a:r>
              <a:r>
                <a:rPr lang="en-IN" baseline="-25000" dirty="0">
                  <a:latin typeface="Palatino Linotype" panose="02040502050505030304" pitchFamily="18" charset="0"/>
                </a:rPr>
                <a:t>0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788958" y="2994211"/>
              <a:ext cx="950259" cy="909918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Palatino Linotype" panose="02040502050505030304" pitchFamily="18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5894294" y="3052482"/>
              <a:ext cx="739588" cy="79337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alatino Linotype" panose="02040502050505030304" pitchFamily="18" charset="0"/>
                </a:rPr>
                <a:t>q</a:t>
              </a:r>
              <a:r>
                <a:rPr lang="en-IN" baseline="-25000" dirty="0">
                  <a:latin typeface="Palatino Linotype" panose="02040502050505030304" pitchFamily="18" charset="0"/>
                </a:rPr>
                <a:t>1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3240741" y="3296593"/>
              <a:ext cx="2548217" cy="103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3218538" y="3644153"/>
              <a:ext cx="2570420" cy="6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Freeform 16"/>
            <p:cNvSpPr/>
            <p:nvPr/>
          </p:nvSpPr>
          <p:spPr>
            <a:xfrm rot="19062117" flipH="1">
              <a:off x="6374563" y="2866629"/>
              <a:ext cx="1018414" cy="472823"/>
            </a:xfrm>
            <a:custGeom>
              <a:avLst/>
              <a:gdLst>
                <a:gd name="connsiteX0" fmla="*/ 700886 w 964315"/>
                <a:gd name="connsiteY0" fmla="*/ 0 h 534786"/>
                <a:gd name="connsiteX1" fmla="*/ 1639 w 964315"/>
                <a:gd name="connsiteY1" fmla="*/ 416859 h 534786"/>
                <a:gd name="connsiteX2" fmla="*/ 875697 w 964315"/>
                <a:gd name="connsiteY2" fmla="*/ 524435 h 534786"/>
                <a:gd name="connsiteX3" fmla="*/ 889144 w 964315"/>
                <a:gd name="connsiteY3" fmla="*/ 524435 h 534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4315" h="534786">
                  <a:moveTo>
                    <a:pt x="700886" y="0"/>
                  </a:moveTo>
                  <a:cubicBezTo>
                    <a:pt x="336695" y="164726"/>
                    <a:pt x="-27496" y="329453"/>
                    <a:pt x="1639" y="416859"/>
                  </a:cubicBezTo>
                  <a:cubicBezTo>
                    <a:pt x="30774" y="504265"/>
                    <a:pt x="727780" y="506506"/>
                    <a:pt x="875697" y="524435"/>
                  </a:cubicBezTo>
                  <a:cubicBezTo>
                    <a:pt x="1023614" y="542364"/>
                    <a:pt x="956379" y="533399"/>
                    <a:pt x="889144" y="524435"/>
                  </a:cubicBezTo>
                </a:path>
              </a:pathLst>
            </a:cu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Palatino Linotype" panose="02040502050505030304" pitchFamily="18" charset="0"/>
              </a:endParaRPr>
            </a:p>
          </p:txBody>
        </p:sp>
        <p:cxnSp>
          <p:nvCxnSpPr>
            <p:cNvPr id="19" name="Straight Arrow Connector 18"/>
            <p:cNvCxnSpPr>
              <a:endCxn id="4" idx="2"/>
            </p:cNvCxnSpPr>
            <p:nvPr/>
          </p:nvCxnSpPr>
          <p:spPr>
            <a:xfrm>
              <a:off x="2030506" y="3449170"/>
              <a:ext cx="470647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110032" y="3208364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41157" y="2921551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97723" y="371395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Palatino Linotype" panose="02040502050505030304" pitchFamily="18" charset="0"/>
                </a:rPr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61957" y="2846975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Palatino Linotype" panose="0204050205050503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31110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250" y="224545"/>
            <a:ext cx="10515600" cy="1325563"/>
          </a:xfrm>
        </p:spPr>
        <p:txBody>
          <a:bodyPr/>
          <a:lstStyle/>
          <a:p>
            <a:r>
              <a:rPr lang="en-IN" dirty="0"/>
              <a:t>Example 1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a) 	1	 0	 1	 0	 1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b) 	1	0	1	1	0	0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600200" y="2232212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021542" y="2218765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11941" y="2447365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0835" y="2462807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2577353" y="2219232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998695" y="2205785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60060" y="2462807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0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509683" y="2206252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931025" y="2192805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28249" y="2438715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4442013" y="2220633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863355" y="2207186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06790" y="2434385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0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5338485" y="2232212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759827" y="2218765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13615" y="2434385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6106" y="2847475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7420" y="2831660"/>
            <a:ext cx="117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Accepted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210" y="1948979"/>
            <a:ext cx="5614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The string 10101 is accepted because it ends in the final / acceptance state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1562102" y="4265653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983444" y="4252206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3843" y="4480806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2737" y="4496248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2472019" y="4269829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893361" y="4256382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72654" y="4500424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0</a:t>
            </a:r>
          </a:p>
        </p:txBody>
      </p:sp>
      <p:cxnSp>
        <p:nvCxnSpPr>
          <p:cNvPr id="42" name="Straight Connector 41"/>
          <p:cNvCxnSpPr/>
          <p:nvPr/>
        </p:nvCxnSpPr>
        <p:spPr>
          <a:xfrm flipH="1">
            <a:off x="3388659" y="4269829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810001" y="4256382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89294" y="4500424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H="1">
            <a:off x="4330953" y="4361777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752295" y="4348330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31588" y="4592372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1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>
            <a:off x="5255558" y="4348330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676900" y="4334883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856193" y="4578925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0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6165475" y="4348330"/>
            <a:ext cx="242047" cy="26894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6586817" y="4334883"/>
            <a:ext cx="197223" cy="25101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766110" y="4578925"/>
            <a:ext cx="430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q</a:t>
            </a:r>
            <a:r>
              <a:rPr lang="en-IN" sz="2000" baseline="-25000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05753" y="4815911"/>
            <a:ext cx="78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5475" y="4931386"/>
            <a:ext cx="1573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Not accepted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42247" y="5603985"/>
            <a:ext cx="7962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The string 101100 is not accepted because it does not ends in the final / acceptance state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522" y="543043"/>
            <a:ext cx="5535648" cy="13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7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19" grpId="0"/>
      <p:bldP spid="23" grpId="0"/>
      <p:bldP spid="27" grpId="0"/>
      <p:bldP spid="28" grpId="0"/>
      <p:bldP spid="33" grpId="0"/>
      <p:bldP spid="34" grpId="0"/>
      <p:bldP spid="37" grpId="0"/>
      <p:bldP spid="38" grpId="0"/>
      <p:bldP spid="41" grpId="0"/>
      <p:bldP spid="44" grpId="0"/>
      <p:bldP spid="47" grpId="0"/>
      <p:bldP spid="50" grpId="0"/>
      <p:bldP spid="53" grpId="0"/>
      <p:bldP spid="54" grpId="0"/>
      <p:bldP spid="55" grpId="0"/>
      <p:bldP spid="5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254"/>
            <a:ext cx="10721454" cy="467570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2. Given a finite automata, M = ({a, b, c, d}, {0, 1}, </a:t>
            </a:r>
            <a:r>
              <a:rPr lang="en-GB" dirty="0">
                <a:latin typeface="Symbol" panose="05050102010706020507" pitchFamily="18" charset="2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IN" dirty="0">
                <a:sym typeface="Symbol" panose="05050102010706020507" pitchFamily="18" charset="2"/>
              </a:rPr>
              <a:t>, a, {a}) and transition table as given below: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514350" indent="-514350">
              <a:buAutoNum type="alphaLcParenR"/>
            </a:pPr>
            <a:endParaRPr lang="en-IN" sz="2400">
              <a:sym typeface="Symbol" panose="05050102010706020507" pitchFamily="18" charset="2"/>
            </a:endParaRPr>
          </a:p>
          <a:p>
            <a:pPr marL="514350" indent="-514350">
              <a:buAutoNum type="alphaLcParenR"/>
            </a:pPr>
            <a:r>
              <a:rPr lang="en-IN" sz="2400">
                <a:sym typeface="Symbol" panose="05050102010706020507" pitchFamily="18" charset="2"/>
              </a:rPr>
              <a:t>Check </a:t>
            </a:r>
            <a:r>
              <a:rPr lang="en-IN" sz="2400" dirty="0">
                <a:sym typeface="Symbol" panose="05050102010706020507" pitchFamily="18" charset="2"/>
              </a:rPr>
              <a:t>whether the input string 110101 is accepted by M or not. </a:t>
            </a:r>
          </a:p>
          <a:p>
            <a:pPr marL="514350" indent="-514350">
              <a:buAutoNum type="alphaLcParenR"/>
            </a:pPr>
            <a:r>
              <a:rPr lang="en-IN" sz="2400" dirty="0">
                <a:sym typeface="Symbol" panose="05050102010706020507" pitchFamily="18" charset="2"/>
              </a:rPr>
              <a:t>Check whether the string 110011 is accepted by M or not.</a:t>
            </a:r>
            <a:endParaRPr lang="en-IN" dirty="0">
              <a:sym typeface="Symbol" panose="05050102010706020507" pitchFamily="18" charset="2"/>
            </a:endParaRP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06963" y="2821420"/>
          <a:ext cx="2485407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b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40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49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CC0856-4E01-79AA-AD56-BA8F7B348CBB}"/>
                  </a:ext>
                </a:extLst>
              </p14:cNvPr>
              <p14:cNvContentPartPr/>
              <p14:nvPr/>
            </p14:nvContentPartPr>
            <p14:xfrm>
              <a:off x="442080" y="510840"/>
              <a:ext cx="11170440" cy="456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CC0856-4E01-79AA-AD56-BA8F7B348C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720" y="501480"/>
                <a:ext cx="11189160" cy="458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45005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65E998-B47C-E072-6D40-D918009EEB4B}"/>
                  </a:ext>
                </a:extLst>
              </p14:cNvPr>
              <p14:cNvContentPartPr/>
              <p14:nvPr/>
            </p14:nvContentPartPr>
            <p14:xfrm>
              <a:off x="344160" y="290520"/>
              <a:ext cx="10767240" cy="4253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65E998-B47C-E072-6D40-D918009EEB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800" y="281160"/>
                <a:ext cx="10785960" cy="427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76734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1539AE-87AB-72B9-E988-BF0EA3FE3FF5}"/>
                  </a:ext>
                </a:extLst>
              </p14:cNvPr>
              <p14:cNvContentPartPr/>
              <p14:nvPr/>
            </p14:nvContentPartPr>
            <p14:xfrm>
              <a:off x="397080" y="307080"/>
              <a:ext cx="11085840" cy="293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1539AE-87AB-72B9-E988-BF0EA3FE3F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720" y="297720"/>
                <a:ext cx="11104560" cy="295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3938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– Construction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Construct a DFA that accepts all and only the string of 0’s and 1’s that have the sequence 01 somewhere in the string.</a:t>
            </a:r>
          </a:p>
          <a:p>
            <a:pPr marL="0" indent="0">
              <a:buNone/>
            </a:pPr>
            <a:r>
              <a:rPr lang="en-IN" dirty="0" err="1"/>
              <a:t>Soln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Language</a:t>
            </a:r>
            <a:r>
              <a:rPr lang="en-IN" dirty="0"/>
              <a:t>, L = {x 01 y | x and y any strings of 0’s and 1’s}</a:t>
            </a: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Alphabet</a:t>
            </a:r>
            <a:r>
              <a:rPr lang="en-IN" dirty="0"/>
              <a:t>, </a:t>
            </a:r>
            <a:r>
              <a:rPr lang="en-IN" dirty="0">
                <a:sym typeface="Symbol" panose="05050102010706020507" pitchFamily="18" charset="2"/>
              </a:rPr>
              <a:t> = {0, 1}</a:t>
            </a: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Transition diagram</a:t>
            </a:r>
            <a:r>
              <a:rPr lang="en-IN" dirty="0">
                <a:sym typeface="Symbol" panose="05050102010706020507" pitchFamily="18" charset="2"/>
              </a:rPr>
              <a:t>: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Oval 4"/>
          <p:cNvSpPr/>
          <p:nvPr/>
        </p:nvSpPr>
        <p:spPr>
          <a:xfrm>
            <a:off x="2471504" y="526256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6" name="Oval 5"/>
          <p:cNvSpPr/>
          <p:nvPr/>
        </p:nvSpPr>
        <p:spPr>
          <a:xfrm>
            <a:off x="4768024" y="526256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7051464" y="526256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9" name="Straight Arrow Connector 8"/>
          <p:cNvCxnSpPr>
            <a:endCxn id="5" idx="2"/>
          </p:cNvCxnSpPr>
          <p:nvPr/>
        </p:nvCxnSpPr>
        <p:spPr>
          <a:xfrm>
            <a:off x="1903985" y="5719763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3385904" y="5719763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682424" y="5719763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127664" y="5329664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4008" y="535043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941" y="499896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774" y="5282963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3113" y="5329664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6981" y="4937165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1087" y="5024044"/>
            <a:ext cx="69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Palatino Linotype" panose="02040502050505030304" pitchFamily="18" charset="0"/>
              </a:rPr>
              <a:t>0, 1</a:t>
            </a:r>
          </a:p>
        </p:txBody>
      </p:sp>
      <p:sp>
        <p:nvSpPr>
          <p:cNvPr id="20" name="Freeform 19"/>
          <p:cNvSpPr/>
          <p:nvPr/>
        </p:nvSpPr>
        <p:spPr>
          <a:xfrm>
            <a:off x="2744460" y="4988986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5124182" y="5024044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7440142" y="4980571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54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529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000099"/>
                </a:solidFill>
              </a:rPr>
              <a:t>Transition States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ym typeface="Symbol" panose="05050102010706020507" pitchFamily="18" charset="2"/>
              </a:rPr>
              <a:t> 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0) =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</a:p>
          <a:p>
            <a:pPr marL="0" indent="0">
              <a:buNone/>
            </a:pPr>
            <a:r>
              <a:rPr lang="en-IN" baseline="-25000" dirty="0"/>
              <a:t>	</a:t>
            </a:r>
            <a:r>
              <a:rPr lang="en-IN" dirty="0">
                <a:sym typeface="Symbol" panose="05050102010706020507" pitchFamily="18" charset="2"/>
              </a:rPr>
              <a:t> 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1) = 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 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0) =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 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1) =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 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, 0) =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 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, 1) =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</a:p>
          <a:p>
            <a:pPr marL="0" indent="0">
              <a:buNone/>
            </a:pPr>
            <a:endParaRPr lang="en-IN" baseline="-25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dirty="0"/>
              <a:t>Therefore, the Automaton that accepts language L, </a:t>
            </a:r>
          </a:p>
          <a:p>
            <a:pPr marL="0" indent="0">
              <a:buNone/>
            </a:pPr>
            <a:r>
              <a:rPr lang="en-IN" baseline="-25000" dirty="0"/>
              <a:t>	</a:t>
            </a:r>
            <a:r>
              <a:rPr lang="en-IN" dirty="0"/>
              <a:t>A = {(q</a:t>
            </a:r>
            <a:r>
              <a:rPr lang="en-IN" baseline="-25000" dirty="0"/>
              <a:t>0</a:t>
            </a:r>
            <a:r>
              <a:rPr lang="en-IN" dirty="0"/>
              <a:t>, q</a:t>
            </a:r>
            <a:r>
              <a:rPr lang="en-IN" baseline="-25000" dirty="0"/>
              <a:t>1</a:t>
            </a:r>
            <a:r>
              <a:rPr lang="en-IN" dirty="0"/>
              <a:t>, q</a:t>
            </a:r>
            <a:r>
              <a:rPr lang="en-IN" baseline="-25000" dirty="0"/>
              <a:t>2</a:t>
            </a:r>
            <a:r>
              <a:rPr lang="en-IN" dirty="0"/>
              <a:t>), (0, 1), </a:t>
            </a:r>
            <a:r>
              <a:rPr lang="en-IN" dirty="0">
                <a:sym typeface="Symbol" panose="05050102010706020507" pitchFamily="18" charset="2"/>
              </a:rPr>
              <a:t>, 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  <a:endParaRPr lang="en-IN" baseline="-25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38092" y="2359923"/>
          <a:ext cx="3249636" cy="2359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774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774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  <a:endParaRPr lang="en-IN" sz="2800" baseline="-250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774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774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  <a:endParaRPr lang="en-IN" sz="2800" baseline="-250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n-IN" sz="2800" baseline="-25000" dirty="0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FF0000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24135" y="1690688"/>
            <a:ext cx="26503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000099"/>
                </a:solidFill>
                <a:latin typeface="Palatino Linotype" panose="02040502050505030304" pitchFamily="18" charset="0"/>
              </a:rPr>
              <a:t>Transition table</a:t>
            </a:r>
          </a:p>
        </p:txBody>
      </p:sp>
    </p:spTree>
    <p:extLst>
      <p:ext uri="{BB962C8B-B14F-4D97-AF65-F5344CB8AC3E}">
        <p14:creationId xmlns:p14="http://schemas.microsoft.com/office/powerpoint/2010/main" val="10895103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Construct the DFA’s accepting the following language over the alphabet {0, 1}</a:t>
            </a:r>
          </a:p>
          <a:p>
            <a:pPr marL="514350" indent="-514350">
              <a:buAutoNum type="alphaLcParenR"/>
            </a:pPr>
            <a:r>
              <a:rPr lang="en-IN" dirty="0"/>
              <a:t>The  set of all strings ending with ‘00’</a:t>
            </a:r>
          </a:p>
          <a:p>
            <a:pPr marL="514350" indent="-514350">
              <a:buAutoNum type="alphaLcParenR"/>
            </a:pPr>
            <a:r>
              <a:rPr lang="en-IN" dirty="0"/>
              <a:t>The set of strings with three consecutive 0’s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Soln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a) </a:t>
            </a:r>
          </a:p>
        </p:txBody>
      </p:sp>
      <p:sp>
        <p:nvSpPr>
          <p:cNvPr id="4" name="Oval 3"/>
          <p:cNvSpPr/>
          <p:nvPr/>
        </p:nvSpPr>
        <p:spPr>
          <a:xfrm>
            <a:off x="2775756" y="52216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5072276" y="52216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7355716" y="52216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>
            <a:endCxn id="4" idx="2"/>
          </p:cNvCxnSpPr>
          <p:nvPr/>
        </p:nvCxnSpPr>
        <p:spPr>
          <a:xfrm>
            <a:off x="2208237" y="5678820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3690156" y="5678820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986676" y="5678820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431916" y="5288721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8260" y="530948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540" y="461210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0026" y="524202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7365" y="528872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5879" y="476337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339" y="4983101"/>
            <a:ext cx="69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7" name="Freeform 16"/>
          <p:cNvSpPr/>
          <p:nvPr/>
        </p:nvSpPr>
        <p:spPr>
          <a:xfrm>
            <a:off x="3048712" y="4948043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7744394" y="4939628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603009" y="4981433"/>
            <a:ext cx="1978926" cy="450376"/>
          </a:xfrm>
          <a:custGeom>
            <a:avLst/>
            <a:gdLst>
              <a:gd name="connsiteX0" fmla="*/ 1978926 w 1978926"/>
              <a:gd name="connsiteY0" fmla="*/ 218364 h 450376"/>
              <a:gd name="connsiteX1" fmla="*/ 1815152 w 1978926"/>
              <a:gd name="connsiteY1" fmla="*/ 191069 h 450376"/>
              <a:gd name="connsiteX2" fmla="*/ 1733266 w 1978926"/>
              <a:gd name="connsiteY2" fmla="*/ 136478 h 450376"/>
              <a:gd name="connsiteX3" fmla="*/ 1719618 w 1978926"/>
              <a:gd name="connsiteY3" fmla="*/ 95534 h 450376"/>
              <a:gd name="connsiteX4" fmla="*/ 1637732 w 1978926"/>
              <a:gd name="connsiteY4" fmla="*/ 40943 h 450376"/>
              <a:gd name="connsiteX5" fmla="*/ 1596788 w 1978926"/>
              <a:gd name="connsiteY5" fmla="*/ 0 h 450376"/>
              <a:gd name="connsiteX6" fmla="*/ 928048 w 1978926"/>
              <a:gd name="connsiteY6" fmla="*/ 13648 h 450376"/>
              <a:gd name="connsiteX7" fmla="*/ 887105 w 1978926"/>
              <a:gd name="connsiteY7" fmla="*/ 27296 h 450376"/>
              <a:gd name="connsiteX8" fmla="*/ 777923 w 1978926"/>
              <a:gd name="connsiteY8" fmla="*/ 40943 h 450376"/>
              <a:gd name="connsiteX9" fmla="*/ 736979 w 1978926"/>
              <a:gd name="connsiteY9" fmla="*/ 54591 h 450376"/>
              <a:gd name="connsiteX10" fmla="*/ 682388 w 1978926"/>
              <a:gd name="connsiteY10" fmla="*/ 68239 h 450376"/>
              <a:gd name="connsiteX11" fmla="*/ 600502 w 1978926"/>
              <a:gd name="connsiteY11" fmla="*/ 95534 h 450376"/>
              <a:gd name="connsiteX12" fmla="*/ 559558 w 1978926"/>
              <a:gd name="connsiteY12" fmla="*/ 122830 h 450376"/>
              <a:gd name="connsiteX13" fmla="*/ 477672 w 1978926"/>
              <a:gd name="connsiteY13" fmla="*/ 150125 h 450376"/>
              <a:gd name="connsiteX14" fmla="*/ 395785 w 1978926"/>
              <a:gd name="connsiteY14" fmla="*/ 204717 h 450376"/>
              <a:gd name="connsiteX15" fmla="*/ 341194 w 1978926"/>
              <a:gd name="connsiteY15" fmla="*/ 245660 h 450376"/>
              <a:gd name="connsiteX16" fmla="*/ 300251 w 1978926"/>
              <a:gd name="connsiteY16" fmla="*/ 259308 h 450376"/>
              <a:gd name="connsiteX17" fmla="*/ 218364 w 1978926"/>
              <a:gd name="connsiteY17" fmla="*/ 327546 h 450376"/>
              <a:gd name="connsiteX18" fmla="*/ 163773 w 1978926"/>
              <a:gd name="connsiteY18" fmla="*/ 368490 h 450376"/>
              <a:gd name="connsiteX19" fmla="*/ 81887 w 1978926"/>
              <a:gd name="connsiteY19" fmla="*/ 395785 h 450376"/>
              <a:gd name="connsiteX20" fmla="*/ 0 w 1978926"/>
              <a:gd name="connsiteY20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78926" h="450376">
                <a:moveTo>
                  <a:pt x="1978926" y="218364"/>
                </a:moveTo>
                <a:cubicBezTo>
                  <a:pt x="1956373" y="215858"/>
                  <a:pt x="1855165" y="213299"/>
                  <a:pt x="1815152" y="191069"/>
                </a:cubicBezTo>
                <a:cubicBezTo>
                  <a:pt x="1786475" y="175137"/>
                  <a:pt x="1733266" y="136478"/>
                  <a:pt x="1733266" y="136478"/>
                </a:cubicBezTo>
                <a:cubicBezTo>
                  <a:pt x="1728717" y="122830"/>
                  <a:pt x="1729791" y="105707"/>
                  <a:pt x="1719618" y="95534"/>
                </a:cubicBezTo>
                <a:cubicBezTo>
                  <a:pt x="1696422" y="72337"/>
                  <a:pt x="1660929" y="64139"/>
                  <a:pt x="1637732" y="40943"/>
                </a:cubicBezTo>
                <a:lnTo>
                  <a:pt x="1596788" y="0"/>
                </a:lnTo>
                <a:lnTo>
                  <a:pt x="928048" y="13648"/>
                </a:lnTo>
                <a:cubicBezTo>
                  <a:pt x="913673" y="14201"/>
                  <a:pt x="901259" y="24723"/>
                  <a:pt x="887105" y="27296"/>
                </a:cubicBezTo>
                <a:cubicBezTo>
                  <a:pt x="851019" y="33857"/>
                  <a:pt x="814317" y="36394"/>
                  <a:pt x="777923" y="40943"/>
                </a:cubicBezTo>
                <a:cubicBezTo>
                  <a:pt x="764275" y="45492"/>
                  <a:pt x="750812" y="50639"/>
                  <a:pt x="736979" y="54591"/>
                </a:cubicBezTo>
                <a:cubicBezTo>
                  <a:pt x="718944" y="59744"/>
                  <a:pt x="700354" y="62849"/>
                  <a:pt x="682388" y="68239"/>
                </a:cubicBezTo>
                <a:cubicBezTo>
                  <a:pt x="654830" y="76506"/>
                  <a:pt x="600502" y="95534"/>
                  <a:pt x="600502" y="95534"/>
                </a:cubicBezTo>
                <a:cubicBezTo>
                  <a:pt x="586854" y="104633"/>
                  <a:pt x="574547" y="116168"/>
                  <a:pt x="559558" y="122830"/>
                </a:cubicBezTo>
                <a:cubicBezTo>
                  <a:pt x="533266" y="134515"/>
                  <a:pt x="477672" y="150125"/>
                  <a:pt x="477672" y="150125"/>
                </a:cubicBezTo>
                <a:cubicBezTo>
                  <a:pt x="450376" y="168322"/>
                  <a:pt x="422029" y="185034"/>
                  <a:pt x="395785" y="204717"/>
                </a:cubicBezTo>
                <a:cubicBezTo>
                  <a:pt x="377588" y="218365"/>
                  <a:pt x="360943" y="234375"/>
                  <a:pt x="341194" y="245660"/>
                </a:cubicBezTo>
                <a:cubicBezTo>
                  <a:pt x="328704" y="252797"/>
                  <a:pt x="313899" y="254759"/>
                  <a:pt x="300251" y="259308"/>
                </a:cubicBezTo>
                <a:cubicBezTo>
                  <a:pt x="236526" y="323033"/>
                  <a:pt x="284872" y="280040"/>
                  <a:pt x="218364" y="327546"/>
                </a:cubicBezTo>
                <a:cubicBezTo>
                  <a:pt x="199854" y="340767"/>
                  <a:pt x="184118" y="358317"/>
                  <a:pt x="163773" y="368490"/>
                </a:cubicBezTo>
                <a:cubicBezTo>
                  <a:pt x="138039" y="381357"/>
                  <a:pt x="105827" y="379825"/>
                  <a:pt x="81887" y="395785"/>
                </a:cubicBezTo>
                <a:lnTo>
                  <a:pt x="0" y="450376"/>
                </a:ln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439236" y="6141493"/>
            <a:ext cx="4326340" cy="245660"/>
          </a:xfrm>
          <a:custGeom>
            <a:avLst/>
            <a:gdLst>
              <a:gd name="connsiteX0" fmla="*/ 4326340 w 4326340"/>
              <a:gd name="connsiteY0" fmla="*/ 13648 h 245660"/>
              <a:gd name="connsiteX1" fmla="*/ 3875964 w 4326340"/>
              <a:gd name="connsiteY1" fmla="*/ 27295 h 245660"/>
              <a:gd name="connsiteX2" fmla="*/ 3766782 w 4326340"/>
              <a:gd name="connsiteY2" fmla="*/ 40943 h 245660"/>
              <a:gd name="connsiteX3" fmla="*/ 3630305 w 4326340"/>
              <a:gd name="connsiteY3" fmla="*/ 54591 h 245660"/>
              <a:gd name="connsiteX4" fmla="*/ 3398293 w 4326340"/>
              <a:gd name="connsiteY4" fmla="*/ 95534 h 245660"/>
              <a:gd name="connsiteX5" fmla="*/ 3275463 w 4326340"/>
              <a:gd name="connsiteY5" fmla="*/ 122830 h 245660"/>
              <a:gd name="connsiteX6" fmla="*/ 3166281 w 4326340"/>
              <a:gd name="connsiteY6" fmla="*/ 150125 h 245660"/>
              <a:gd name="connsiteX7" fmla="*/ 2947917 w 4326340"/>
              <a:gd name="connsiteY7" fmla="*/ 177421 h 245660"/>
              <a:gd name="connsiteX8" fmla="*/ 2825087 w 4326340"/>
              <a:gd name="connsiteY8" fmla="*/ 204716 h 245660"/>
              <a:gd name="connsiteX9" fmla="*/ 2442949 w 4326340"/>
              <a:gd name="connsiteY9" fmla="*/ 245660 h 245660"/>
              <a:gd name="connsiteX10" fmla="*/ 614149 w 4326340"/>
              <a:gd name="connsiteY10" fmla="*/ 232012 h 245660"/>
              <a:gd name="connsiteX11" fmla="*/ 573206 w 4326340"/>
              <a:gd name="connsiteY11" fmla="*/ 218364 h 245660"/>
              <a:gd name="connsiteX12" fmla="*/ 464024 w 4326340"/>
              <a:gd name="connsiteY12" fmla="*/ 177421 h 245660"/>
              <a:gd name="connsiteX13" fmla="*/ 395785 w 4326340"/>
              <a:gd name="connsiteY13" fmla="*/ 163773 h 245660"/>
              <a:gd name="connsiteX14" fmla="*/ 341194 w 4326340"/>
              <a:gd name="connsiteY14" fmla="*/ 136477 h 245660"/>
              <a:gd name="connsiteX15" fmla="*/ 286603 w 4326340"/>
              <a:gd name="connsiteY15" fmla="*/ 122830 h 245660"/>
              <a:gd name="connsiteX16" fmla="*/ 245660 w 4326340"/>
              <a:gd name="connsiteY16" fmla="*/ 95534 h 245660"/>
              <a:gd name="connsiteX17" fmla="*/ 163773 w 4326340"/>
              <a:gd name="connsiteY17" fmla="*/ 68239 h 245660"/>
              <a:gd name="connsiteX18" fmla="*/ 122830 w 4326340"/>
              <a:gd name="connsiteY18" fmla="*/ 54591 h 245660"/>
              <a:gd name="connsiteX19" fmla="*/ 40943 w 4326340"/>
              <a:gd name="connsiteY19" fmla="*/ 13648 h 245660"/>
              <a:gd name="connsiteX20" fmla="*/ 0 w 4326340"/>
              <a:gd name="connsiteY20" fmla="*/ 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26340" h="245660">
                <a:moveTo>
                  <a:pt x="4326340" y="13648"/>
                </a:moveTo>
                <a:lnTo>
                  <a:pt x="3875964" y="27295"/>
                </a:lnTo>
                <a:cubicBezTo>
                  <a:pt x="3839330" y="29082"/>
                  <a:pt x="3803235" y="36893"/>
                  <a:pt x="3766782" y="40943"/>
                </a:cubicBezTo>
                <a:cubicBezTo>
                  <a:pt x="3721342" y="45992"/>
                  <a:pt x="3675797" y="50042"/>
                  <a:pt x="3630305" y="54591"/>
                </a:cubicBezTo>
                <a:cubicBezTo>
                  <a:pt x="3277634" y="132961"/>
                  <a:pt x="3718774" y="38978"/>
                  <a:pt x="3398293" y="95534"/>
                </a:cubicBezTo>
                <a:cubicBezTo>
                  <a:pt x="3356989" y="102823"/>
                  <a:pt x="3316290" y="113224"/>
                  <a:pt x="3275463" y="122830"/>
                </a:cubicBezTo>
                <a:cubicBezTo>
                  <a:pt x="3238946" y="131422"/>
                  <a:pt x="3203285" y="143958"/>
                  <a:pt x="3166281" y="150125"/>
                </a:cubicBezTo>
                <a:cubicBezTo>
                  <a:pt x="3093925" y="162184"/>
                  <a:pt x="3019525" y="161508"/>
                  <a:pt x="2947917" y="177421"/>
                </a:cubicBezTo>
                <a:cubicBezTo>
                  <a:pt x="2906974" y="186519"/>
                  <a:pt x="2866576" y="198569"/>
                  <a:pt x="2825087" y="204716"/>
                </a:cubicBezTo>
                <a:cubicBezTo>
                  <a:pt x="2757906" y="214669"/>
                  <a:pt x="2537154" y="236239"/>
                  <a:pt x="2442949" y="245660"/>
                </a:cubicBezTo>
                <a:lnTo>
                  <a:pt x="614149" y="232012"/>
                </a:lnTo>
                <a:cubicBezTo>
                  <a:pt x="599765" y="231802"/>
                  <a:pt x="587038" y="222316"/>
                  <a:pt x="573206" y="218364"/>
                </a:cubicBezTo>
                <a:cubicBezTo>
                  <a:pt x="212792" y="115386"/>
                  <a:pt x="845694" y="304643"/>
                  <a:pt x="464024" y="177421"/>
                </a:cubicBezTo>
                <a:cubicBezTo>
                  <a:pt x="442018" y="170086"/>
                  <a:pt x="418531" y="168322"/>
                  <a:pt x="395785" y="163773"/>
                </a:cubicBezTo>
                <a:cubicBezTo>
                  <a:pt x="377588" y="154674"/>
                  <a:pt x="360244" y="143621"/>
                  <a:pt x="341194" y="136477"/>
                </a:cubicBezTo>
                <a:cubicBezTo>
                  <a:pt x="323631" y="129891"/>
                  <a:pt x="303843" y="130219"/>
                  <a:pt x="286603" y="122830"/>
                </a:cubicBezTo>
                <a:cubicBezTo>
                  <a:pt x="271527" y="116369"/>
                  <a:pt x="260649" y="102196"/>
                  <a:pt x="245660" y="95534"/>
                </a:cubicBezTo>
                <a:cubicBezTo>
                  <a:pt x="219368" y="83849"/>
                  <a:pt x="191069" y="77337"/>
                  <a:pt x="163773" y="68239"/>
                </a:cubicBezTo>
                <a:lnTo>
                  <a:pt x="122830" y="54591"/>
                </a:lnTo>
                <a:cubicBezTo>
                  <a:pt x="19919" y="20287"/>
                  <a:pt x="146770" y="66561"/>
                  <a:pt x="40943" y="13648"/>
                </a:cubicBezTo>
                <a:cubicBezTo>
                  <a:pt x="28076" y="7214"/>
                  <a:pt x="0" y="0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40025" y="627095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0171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9" grpId="0" animBg="1"/>
      <p:bldP spid="20" grpId="0" animBg="1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Soln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b)  </a:t>
            </a:r>
          </a:p>
        </p:txBody>
      </p:sp>
      <p:sp>
        <p:nvSpPr>
          <p:cNvPr id="5" name="Oval 4"/>
          <p:cNvSpPr/>
          <p:nvPr/>
        </p:nvSpPr>
        <p:spPr>
          <a:xfrm>
            <a:off x="2475505" y="2792318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6" name="Oval 5"/>
          <p:cNvSpPr/>
          <p:nvPr/>
        </p:nvSpPr>
        <p:spPr>
          <a:xfrm>
            <a:off x="4772025" y="2792318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9322970" y="270340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8" name="Straight Arrow Connector 7"/>
          <p:cNvCxnSpPr>
            <a:endCxn id="5" idx="2"/>
          </p:cNvCxnSpPr>
          <p:nvPr/>
        </p:nvCxnSpPr>
        <p:spPr>
          <a:xfrm>
            <a:off x="1907986" y="3249518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389905" y="3249518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686425" y="3249518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99170" y="2770508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8009" y="288018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9289" y="2182799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9775" y="2812718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7114" y="2859419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5628" y="2334075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9815" y="2880185"/>
            <a:ext cx="69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8" name="Freeform 17"/>
          <p:cNvSpPr/>
          <p:nvPr/>
        </p:nvSpPr>
        <p:spPr>
          <a:xfrm>
            <a:off x="2748461" y="2518741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9660610" y="2448470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302758" y="2552131"/>
            <a:ext cx="1978926" cy="450376"/>
          </a:xfrm>
          <a:custGeom>
            <a:avLst/>
            <a:gdLst>
              <a:gd name="connsiteX0" fmla="*/ 1978926 w 1978926"/>
              <a:gd name="connsiteY0" fmla="*/ 218364 h 450376"/>
              <a:gd name="connsiteX1" fmla="*/ 1815152 w 1978926"/>
              <a:gd name="connsiteY1" fmla="*/ 191069 h 450376"/>
              <a:gd name="connsiteX2" fmla="*/ 1733266 w 1978926"/>
              <a:gd name="connsiteY2" fmla="*/ 136478 h 450376"/>
              <a:gd name="connsiteX3" fmla="*/ 1719618 w 1978926"/>
              <a:gd name="connsiteY3" fmla="*/ 95534 h 450376"/>
              <a:gd name="connsiteX4" fmla="*/ 1637732 w 1978926"/>
              <a:gd name="connsiteY4" fmla="*/ 40943 h 450376"/>
              <a:gd name="connsiteX5" fmla="*/ 1596788 w 1978926"/>
              <a:gd name="connsiteY5" fmla="*/ 0 h 450376"/>
              <a:gd name="connsiteX6" fmla="*/ 928048 w 1978926"/>
              <a:gd name="connsiteY6" fmla="*/ 13648 h 450376"/>
              <a:gd name="connsiteX7" fmla="*/ 887105 w 1978926"/>
              <a:gd name="connsiteY7" fmla="*/ 27296 h 450376"/>
              <a:gd name="connsiteX8" fmla="*/ 777923 w 1978926"/>
              <a:gd name="connsiteY8" fmla="*/ 40943 h 450376"/>
              <a:gd name="connsiteX9" fmla="*/ 736979 w 1978926"/>
              <a:gd name="connsiteY9" fmla="*/ 54591 h 450376"/>
              <a:gd name="connsiteX10" fmla="*/ 682388 w 1978926"/>
              <a:gd name="connsiteY10" fmla="*/ 68239 h 450376"/>
              <a:gd name="connsiteX11" fmla="*/ 600502 w 1978926"/>
              <a:gd name="connsiteY11" fmla="*/ 95534 h 450376"/>
              <a:gd name="connsiteX12" fmla="*/ 559558 w 1978926"/>
              <a:gd name="connsiteY12" fmla="*/ 122830 h 450376"/>
              <a:gd name="connsiteX13" fmla="*/ 477672 w 1978926"/>
              <a:gd name="connsiteY13" fmla="*/ 150125 h 450376"/>
              <a:gd name="connsiteX14" fmla="*/ 395785 w 1978926"/>
              <a:gd name="connsiteY14" fmla="*/ 204717 h 450376"/>
              <a:gd name="connsiteX15" fmla="*/ 341194 w 1978926"/>
              <a:gd name="connsiteY15" fmla="*/ 245660 h 450376"/>
              <a:gd name="connsiteX16" fmla="*/ 300251 w 1978926"/>
              <a:gd name="connsiteY16" fmla="*/ 259308 h 450376"/>
              <a:gd name="connsiteX17" fmla="*/ 218364 w 1978926"/>
              <a:gd name="connsiteY17" fmla="*/ 327546 h 450376"/>
              <a:gd name="connsiteX18" fmla="*/ 163773 w 1978926"/>
              <a:gd name="connsiteY18" fmla="*/ 368490 h 450376"/>
              <a:gd name="connsiteX19" fmla="*/ 81887 w 1978926"/>
              <a:gd name="connsiteY19" fmla="*/ 395785 h 450376"/>
              <a:gd name="connsiteX20" fmla="*/ 0 w 1978926"/>
              <a:gd name="connsiteY20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78926" h="450376">
                <a:moveTo>
                  <a:pt x="1978926" y="218364"/>
                </a:moveTo>
                <a:cubicBezTo>
                  <a:pt x="1956373" y="215858"/>
                  <a:pt x="1855165" y="213299"/>
                  <a:pt x="1815152" y="191069"/>
                </a:cubicBezTo>
                <a:cubicBezTo>
                  <a:pt x="1786475" y="175137"/>
                  <a:pt x="1733266" y="136478"/>
                  <a:pt x="1733266" y="136478"/>
                </a:cubicBezTo>
                <a:cubicBezTo>
                  <a:pt x="1728717" y="122830"/>
                  <a:pt x="1729791" y="105707"/>
                  <a:pt x="1719618" y="95534"/>
                </a:cubicBezTo>
                <a:cubicBezTo>
                  <a:pt x="1696422" y="72337"/>
                  <a:pt x="1660929" y="64139"/>
                  <a:pt x="1637732" y="40943"/>
                </a:cubicBezTo>
                <a:lnTo>
                  <a:pt x="1596788" y="0"/>
                </a:lnTo>
                <a:lnTo>
                  <a:pt x="928048" y="13648"/>
                </a:lnTo>
                <a:cubicBezTo>
                  <a:pt x="913673" y="14201"/>
                  <a:pt x="901259" y="24723"/>
                  <a:pt x="887105" y="27296"/>
                </a:cubicBezTo>
                <a:cubicBezTo>
                  <a:pt x="851019" y="33857"/>
                  <a:pt x="814317" y="36394"/>
                  <a:pt x="777923" y="40943"/>
                </a:cubicBezTo>
                <a:cubicBezTo>
                  <a:pt x="764275" y="45492"/>
                  <a:pt x="750812" y="50639"/>
                  <a:pt x="736979" y="54591"/>
                </a:cubicBezTo>
                <a:cubicBezTo>
                  <a:pt x="718944" y="59744"/>
                  <a:pt x="700354" y="62849"/>
                  <a:pt x="682388" y="68239"/>
                </a:cubicBezTo>
                <a:cubicBezTo>
                  <a:pt x="654830" y="76506"/>
                  <a:pt x="600502" y="95534"/>
                  <a:pt x="600502" y="95534"/>
                </a:cubicBezTo>
                <a:cubicBezTo>
                  <a:pt x="586854" y="104633"/>
                  <a:pt x="574547" y="116168"/>
                  <a:pt x="559558" y="122830"/>
                </a:cubicBezTo>
                <a:cubicBezTo>
                  <a:pt x="533266" y="134515"/>
                  <a:pt x="477672" y="150125"/>
                  <a:pt x="477672" y="150125"/>
                </a:cubicBezTo>
                <a:cubicBezTo>
                  <a:pt x="450376" y="168322"/>
                  <a:pt x="422029" y="185034"/>
                  <a:pt x="395785" y="204717"/>
                </a:cubicBezTo>
                <a:cubicBezTo>
                  <a:pt x="377588" y="218365"/>
                  <a:pt x="360943" y="234375"/>
                  <a:pt x="341194" y="245660"/>
                </a:cubicBezTo>
                <a:cubicBezTo>
                  <a:pt x="328704" y="252797"/>
                  <a:pt x="313899" y="254759"/>
                  <a:pt x="300251" y="259308"/>
                </a:cubicBezTo>
                <a:cubicBezTo>
                  <a:pt x="236526" y="323033"/>
                  <a:pt x="284872" y="280040"/>
                  <a:pt x="218364" y="327546"/>
                </a:cubicBezTo>
                <a:cubicBezTo>
                  <a:pt x="199854" y="340767"/>
                  <a:pt x="184118" y="358317"/>
                  <a:pt x="163773" y="368490"/>
                </a:cubicBezTo>
                <a:cubicBezTo>
                  <a:pt x="138039" y="381357"/>
                  <a:pt x="105827" y="379825"/>
                  <a:pt x="81887" y="395785"/>
                </a:cubicBezTo>
                <a:lnTo>
                  <a:pt x="0" y="450376"/>
                </a:ln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138985" y="3671247"/>
            <a:ext cx="4326340" cy="245660"/>
          </a:xfrm>
          <a:custGeom>
            <a:avLst/>
            <a:gdLst>
              <a:gd name="connsiteX0" fmla="*/ 4326340 w 4326340"/>
              <a:gd name="connsiteY0" fmla="*/ 13648 h 245660"/>
              <a:gd name="connsiteX1" fmla="*/ 3875964 w 4326340"/>
              <a:gd name="connsiteY1" fmla="*/ 27295 h 245660"/>
              <a:gd name="connsiteX2" fmla="*/ 3766782 w 4326340"/>
              <a:gd name="connsiteY2" fmla="*/ 40943 h 245660"/>
              <a:gd name="connsiteX3" fmla="*/ 3630305 w 4326340"/>
              <a:gd name="connsiteY3" fmla="*/ 54591 h 245660"/>
              <a:gd name="connsiteX4" fmla="*/ 3398293 w 4326340"/>
              <a:gd name="connsiteY4" fmla="*/ 95534 h 245660"/>
              <a:gd name="connsiteX5" fmla="*/ 3275463 w 4326340"/>
              <a:gd name="connsiteY5" fmla="*/ 122830 h 245660"/>
              <a:gd name="connsiteX6" fmla="*/ 3166281 w 4326340"/>
              <a:gd name="connsiteY6" fmla="*/ 150125 h 245660"/>
              <a:gd name="connsiteX7" fmla="*/ 2947917 w 4326340"/>
              <a:gd name="connsiteY7" fmla="*/ 177421 h 245660"/>
              <a:gd name="connsiteX8" fmla="*/ 2825087 w 4326340"/>
              <a:gd name="connsiteY8" fmla="*/ 204716 h 245660"/>
              <a:gd name="connsiteX9" fmla="*/ 2442949 w 4326340"/>
              <a:gd name="connsiteY9" fmla="*/ 245660 h 245660"/>
              <a:gd name="connsiteX10" fmla="*/ 614149 w 4326340"/>
              <a:gd name="connsiteY10" fmla="*/ 232012 h 245660"/>
              <a:gd name="connsiteX11" fmla="*/ 573206 w 4326340"/>
              <a:gd name="connsiteY11" fmla="*/ 218364 h 245660"/>
              <a:gd name="connsiteX12" fmla="*/ 464024 w 4326340"/>
              <a:gd name="connsiteY12" fmla="*/ 177421 h 245660"/>
              <a:gd name="connsiteX13" fmla="*/ 395785 w 4326340"/>
              <a:gd name="connsiteY13" fmla="*/ 163773 h 245660"/>
              <a:gd name="connsiteX14" fmla="*/ 341194 w 4326340"/>
              <a:gd name="connsiteY14" fmla="*/ 136477 h 245660"/>
              <a:gd name="connsiteX15" fmla="*/ 286603 w 4326340"/>
              <a:gd name="connsiteY15" fmla="*/ 122830 h 245660"/>
              <a:gd name="connsiteX16" fmla="*/ 245660 w 4326340"/>
              <a:gd name="connsiteY16" fmla="*/ 95534 h 245660"/>
              <a:gd name="connsiteX17" fmla="*/ 163773 w 4326340"/>
              <a:gd name="connsiteY17" fmla="*/ 68239 h 245660"/>
              <a:gd name="connsiteX18" fmla="*/ 122830 w 4326340"/>
              <a:gd name="connsiteY18" fmla="*/ 54591 h 245660"/>
              <a:gd name="connsiteX19" fmla="*/ 40943 w 4326340"/>
              <a:gd name="connsiteY19" fmla="*/ 13648 h 245660"/>
              <a:gd name="connsiteX20" fmla="*/ 0 w 4326340"/>
              <a:gd name="connsiteY20" fmla="*/ 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26340" h="245660">
                <a:moveTo>
                  <a:pt x="4326340" y="13648"/>
                </a:moveTo>
                <a:lnTo>
                  <a:pt x="3875964" y="27295"/>
                </a:lnTo>
                <a:cubicBezTo>
                  <a:pt x="3839330" y="29082"/>
                  <a:pt x="3803235" y="36893"/>
                  <a:pt x="3766782" y="40943"/>
                </a:cubicBezTo>
                <a:cubicBezTo>
                  <a:pt x="3721342" y="45992"/>
                  <a:pt x="3675797" y="50042"/>
                  <a:pt x="3630305" y="54591"/>
                </a:cubicBezTo>
                <a:cubicBezTo>
                  <a:pt x="3277634" y="132961"/>
                  <a:pt x="3718774" y="38978"/>
                  <a:pt x="3398293" y="95534"/>
                </a:cubicBezTo>
                <a:cubicBezTo>
                  <a:pt x="3356989" y="102823"/>
                  <a:pt x="3316290" y="113224"/>
                  <a:pt x="3275463" y="122830"/>
                </a:cubicBezTo>
                <a:cubicBezTo>
                  <a:pt x="3238946" y="131422"/>
                  <a:pt x="3203285" y="143958"/>
                  <a:pt x="3166281" y="150125"/>
                </a:cubicBezTo>
                <a:cubicBezTo>
                  <a:pt x="3093925" y="162184"/>
                  <a:pt x="3019525" y="161508"/>
                  <a:pt x="2947917" y="177421"/>
                </a:cubicBezTo>
                <a:cubicBezTo>
                  <a:pt x="2906974" y="186519"/>
                  <a:pt x="2866576" y="198569"/>
                  <a:pt x="2825087" y="204716"/>
                </a:cubicBezTo>
                <a:cubicBezTo>
                  <a:pt x="2757906" y="214669"/>
                  <a:pt x="2537154" y="236239"/>
                  <a:pt x="2442949" y="245660"/>
                </a:cubicBezTo>
                <a:lnTo>
                  <a:pt x="614149" y="232012"/>
                </a:lnTo>
                <a:cubicBezTo>
                  <a:pt x="599765" y="231802"/>
                  <a:pt x="587038" y="222316"/>
                  <a:pt x="573206" y="218364"/>
                </a:cubicBezTo>
                <a:cubicBezTo>
                  <a:pt x="212792" y="115386"/>
                  <a:pt x="845694" y="304643"/>
                  <a:pt x="464024" y="177421"/>
                </a:cubicBezTo>
                <a:cubicBezTo>
                  <a:pt x="442018" y="170086"/>
                  <a:pt x="418531" y="168322"/>
                  <a:pt x="395785" y="163773"/>
                </a:cubicBezTo>
                <a:cubicBezTo>
                  <a:pt x="377588" y="154674"/>
                  <a:pt x="360244" y="143621"/>
                  <a:pt x="341194" y="136477"/>
                </a:cubicBezTo>
                <a:cubicBezTo>
                  <a:pt x="323631" y="129891"/>
                  <a:pt x="303843" y="130219"/>
                  <a:pt x="286603" y="122830"/>
                </a:cubicBezTo>
                <a:cubicBezTo>
                  <a:pt x="271527" y="116369"/>
                  <a:pt x="260649" y="102196"/>
                  <a:pt x="245660" y="95534"/>
                </a:cubicBezTo>
                <a:cubicBezTo>
                  <a:pt x="219368" y="83849"/>
                  <a:pt x="191069" y="77337"/>
                  <a:pt x="163773" y="68239"/>
                </a:cubicBezTo>
                <a:lnTo>
                  <a:pt x="122830" y="54591"/>
                </a:lnTo>
                <a:cubicBezTo>
                  <a:pt x="19919" y="20287"/>
                  <a:pt x="146770" y="66561"/>
                  <a:pt x="40943" y="13648"/>
                </a:cubicBezTo>
                <a:cubicBezTo>
                  <a:pt x="28076" y="7214"/>
                  <a:pt x="0" y="0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9774" y="3841655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7054242" y="2739415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968642" y="3249517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23448" y="2398605"/>
            <a:ext cx="69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Palatino Linotype" panose="02040502050505030304" pitchFamily="18" charset="0"/>
              </a:rPr>
              <a:t>0, 1</a:t>
            </a:r>
          </a:p>
        </p:txBody>
      </p:sp>
    </p:spTree>
    <p:extLst>
      <p:ext uri="{BB962C8B-B14F-4D97-AF65-F5344CB8AC3E}">
        <p14:creationId xmlns:p14="http://schemas.microsoft.com/office/powerpoint/2010/main" val="345847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647" y="1047310"/>
            <a:ext cx="10515600" cy="529360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Construct DFA that accepts input string of 0’s and 1’s that end with 11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Construct DFA that accepts all strings with three consecutive 1’s at its end</a:t>
            </a:r>
          </a:p>
        </p:txBody>
      </p:sp>
      <p:sp>
        <p:nvSpPr>
          <p:cNvPr id="4" name="Oval 3"/>
          <p:cNvSpPr/>
          <p:nvPr/>
        </p:nvSpPr>
        <p:spPr>
          <a:xfrm>
            <a:off x="3214846" y="2343139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5511366" y="2343139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7794806" y="2343139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>
            <a:endCxn id="4" idx="2"/>
          </p:cNvCxnSpPr>
          <p:nvPr/>
        </p:nvCxnSpPr>
        <p:spPr>
          <a:xfrm>
            <a:off x="2647327" y="2800339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4129246" y="2800339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425766" y="2800339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871006" y="2410240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7350" y="243100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8630" y="173362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9116" y="2363539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455" y="241024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4969" y="1884896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4429" y="2104620"/>
            <a:ext cx="69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7" name="Freeform 16"/>
          <p:cNvSpPr/>
          <p:nvPr/>
        </p:nvSpPr>
        <p:spPr>
          <a:xfrm>
            <a:off x="3487802" y="2069562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8183484" y="2061147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4042099" y="2102952"/>
            <a:ext cx="1978926" cy="450376"/>
          </a:xfrm>
          <a:custGeom>
            <a:avLst/>
            <a:gdLst>
              <a:gd name="connsiteX0" fmla="*/ 1978926 w 1978926"/>
              <a:gd name="connsiteY0" fmla="*/ 218364 h 450376"/>
              <a:gd name="connsiteX1" fmla="*/ 1815152 w 1978926"/>
              <a:gd name="connsiteY1" fmla="*/ 191069 h 450376"/>
              <a:gd name="connsiteX2" fmla="*/ 1733266 w 1978926"/>
              <a:gd name="connsiteY2" fmla="*/ 136478 h 450376"/>
              <a:gd name="connsiteX3" fmla="*/ 1719618 w 1978926"/>
              <a:gd name="connsiteY3" fmla="*/ 95534 h 450376"/>
              <a:gd name="connsiteX4" fmla="*/ 1637732 w 1978926"/>
              <a:gd name="connsiteY4" fmla="*/ 40943 h 450376"/>
              <a:gd name="connsiteX5" fmla="*/ 1596788 w 1978926"/>
              <a:gd name="connsiteY5" fmla="*/ 0 h 450376"/>
              <a:gd name="connsiteX6" fmla="*/ 928048 w 1978926"/>
              <a:gd name="connsiteY6" fmla="*/ 13648 h 450376"/>
              <a:gd name="connsiteX7" fmla="*/ 887105 w 1978926"/>
              <a:gd name="connsiteY7" fmla="*/ 27296 h 450376"/>
              <a:gd name="connsiteX8" fmla="*/ 777923 w 1978926"/>
              <a:gd name="connsiteY8" fmla="*/ 40943 h 450376"/>
              <a:gd name="connsiteX9" fmla="*/ 736979 w 1978926"/>
              <a:gd name="connsiteY9" fmla="*/ 54591 h 450376"/>
              <a:gd name="connsiteX10" fmla="*/ 682388 w 1978926"/>
              <a:gd name="connsiteY10" fmla="*/ 68239 h 450376"/>
              <a:gd name="connsiteX11" fmla="*/ 600502 w 1978926"/>
              <a:gd name="connsiteY11" fmla="*/ 95534 h 450376"/>
              <a:gd name="connsiteX12" fmla="*/ 559558 w 1978926"/>
              <a:gd name="connsiteY12" fmla="*/ 122830 h 450376"/>
              <a:gd name="connsiteX13" fmla="*/ 477672 w 1978926"/>
              <a:gd name="connsiteY13" fmla="*/ 150125 h 450376"/>
              <a:gd name="connsiteX14" fmla="*/ 395785 w 1978926"/>
              <a:gd name="connsiteY14" fmla="*/ 204717 h 450376"/>
              <a:gd name="connsiteX15" fmla="*/ 341194 w 1978926"/>
              <a:gd name="connsiteY15" fmla="*/ 245660 h 450376"/>
              <a:gd name="connsiteX16" fmla="*/ 300251 w 1978926"/>
              <a:gd name="connsiteY16" fmla="*/ 259308 h 450376"/>
              <a:gd name="connsiteX17" fmla="*/ 218364 w 1978926"/>
              <a:gd name="connsiteY17" fmla="*/ 327546 h 450376"/>
              <a:gd name="connsiteX18" fmla="*/ 163773 w 1978926"/>
              <a:gd name="connsiteY18" fmla="*/ 368490 h 450376"/>
              <a:gd name="connsiteX19" fmla="*/ 81887 w 1978926"/>
              <a:gd name="connsiteY19" fmla="*/ 395785 h 450376"/>
              <a:gd name="connsiteX20" fmla="*/ 0 w 1978926"/>
              <a:gd name="connsiteY20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78926" h="450376">
                <a:moveTo>
                  <a:pt x="1978926" y="218364"/>
                </a:moveTo>
                <a:cubicBezTo>
                  <a:pt x="1956373" y="215858"/>
                  <a:pt x="1855165" y="213299"/>
                  <a:pt x="1815152" y="191069"/>
                </a:cubicBezTo>
                <a:cubicBezTo>
                  <a:pt x="1786475" y="175137"/>
                  <a:pt x="1733266" y="136478"/>
                  <a:pt x="1733266" y="136478"/>
                </a:cubicBezTo>
                <a:cubicBezTo>
                  <a:pt x="1728717" y="122830"/>
                  <a:pt x="1729791" y="105707"/>
                  <a:pt x="1719618" y="95534"/>
                </a:cubicBezTo>
                <a:cubicBezTo>
                  <a:pt x="1696422" y="72337"/>
                  <a:pt x="1660929" y="64139"/>
                  <a:pt x="1637732" y="40943"/>
                </a:cubicBezTo>
                <a:lnTo>
                  <a:pt x="1596788" y="0"/>
                </a:lnTo>
                <a:lnTo>
                  <a:pt x="928048" y="13648"/>
                </a:lnTo>
                <a:cubicBezTo>
                  <a:pt x="913673" y="14201"/>
                  <a:pt x="901259" y="24723"/>
                  <a:pt x="887105" y="27296"/>
                </a:cubicBezTo>
                <a:cubicBezTo>
                  <a:pt x="851019" y="33857"/>
                  <a:pt x="814317" y="36394"/>
                  <a:pt x="777923" y="40943"/>
                </a:cubicBezTo>
                <a:cubicBezTo>
                  <a:pt x="764275" y="45492"/>
                  <a:pt x="750812" y="50639"/>
                  <a:pt x="736979" y="54591"/>
                </a:cubicBezTo>
                <a:cubicBezTo>
                  <a:pt x="718944" y="59744"/>
                  <a:pt x="700354" y="62849"/>
                  <a:pt x="682388" y="68239"/>
                </a:cubicBezTo>
                <a:cubicBezTo>
                  <a:pt x="654830" y="76506"/>
                  <a:pt x="600502" y="95534"/>
                  <a:pt x="600502" y="95534"/>
                </a:cubicBezTo>
                <a:cubicBezTo>
                  <a:pt x="586854" y="104633"/>
                  <a:pt x="574547" y="116168"/>
                  <a:pt x="559558" y="122830"/>
                </a:cubicBezTo>
                <a:cubicBezTo>
                  <a:pt x="533266" y="134515"/>
                  <a:pt x="477672" y="150125"/>
                  <a:pt x="477672" y="150125"/>
                </a:cubicBezTo>
                <a:cubicBezTo>
                  <a:pt x="450376" y="168322"/>
                  <a:pt x="422029" y="185034"/>
                  <a:pt x="395785" y="204717"/>
                </a:cubicBezTo>
                <a:cubicBezTo>
                  <a:pt x="377588" y="218365"/>
                  <a:pt x="360943" y="234375"/>
                  <a:pt x="341194" y="245660"/>
                </a:cubicBezTo>
                <a:cubicBezTo>
                  <a:pt x="328704" y="252797"/>
                  <a:pt x="313899" y="254759"/>
                  <a:pt x="300251" y="259308"/>
                </a:cubicBezTo>
                <a:cubicBezTo>
                  <a:pt x="236526" y="323033"/>
                  <a:pt x="284872" y="280040"/>
                  <a:pt x="218364" y="327546"/>
                </a:cubicBezTo>
                <a:cubicBezTo>
                  <a:pt x="199854" y="340767"/>
                  <a:pt x="184118" y="358317"/>
                  <a:pt x="163773" y="368490"/>
                </a:cubicBezTo>
                <a:cubicBezTo>
                  <a:pt x="138039" y="381357"/>
                  <a:pt x="105827" y="379825"/>
                  <a:pt x="81887" y="395785"/>
                </a:cubicBezTo>
                <a:lnTo>
                  <a:pt x="0" y="450376"/>
                </a:ln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878326" y="3263012"/>
            <a:ext cx="4326340" cy="245660"/>
          </a:xfrm>
          <a:custGeom>
            <a:avLst/>
            <a:gdLst>
              <a:gd name="connsiteX0" fmla="*/ 4326340 w 4326340"/>
              <a:gd name="connsiteY0" fmla="*/ 13648 h 245660"/>
              <a:gd name="connsiteX1" fmla="*/ 3875964 w 4326340"/>
              <a:gd name="connsiteY1" fmla="*/ 27295 h 245660"/>
              <a:gd name="connsiteX2" fmla="*/ 3766782 w 4326340"/>
              <a:gd name="connsiteY2" fmla="*/ 40943 h 245660"/>
              <a:gd name="connsiteX3" fmla="*/ 3630305 w 4326340"/>
              <a:gd name="connsiteY3" fmla="*/ 54591 h 245660"/>
              <a:gd name="connsiteX4" fmla="*/ 3398293 w 4326340"/>
              <a:gd name="connsiteY4" fmla="*/ 95534 h 245660"/>
              <a:gd name="connsiteX5" fmla="*/ 3275463 w 4326340"/>
              <a:gd name="connsiteY5" fmla="*/ 122830 h 245660"/>
              <a:gd name="connsiteX6" fmla="*/ 3166281 w 4326340"/>
              <a:gd name="connsiteY6" fmla="*/ 150125 h 245660"/>
              <a:gd name="connsiteX7" fmla="*/ 2947917 w 4326340"/>
              <a:gd name="connsiteY7" fmla="*/ 177421 h 245660"/>
              <a:gd name="connsiteX8" fmla="*/ 2825087 w 4326340"/>
              <a:gd name="connsiteY8" fmla="*/ 204716 h 245660"/>
              <a:gd name="connsiteX9" fmla="*/ 2442949 w 4326340"/>
              <a:gd name="connsiteY9" fmla="*/ 245660 h 245660"/>
              <a:gd name="connsiteX10" fmla="*/ 614149 w 4326340"/>
              <a:gd name="connsiteY10" fmla="*/ 232012 h 245660"/>
              <a:gd name="connsiteX11" fmla="*/ 573206 w 4326340"/>
              <a:gd name="connsiteY11" fmla="*/ 218364 h 245660"/>
              <a:gd name="connsiteX12" fmla="*/ 464024 w 4326340"/>
              <a:gd name="connsiteY12" fmla="*/ 177421 h 245660"/>
              <a:gd name="connsiteX13" fmla="*/ 395785 w 4326340"/>
              <a:gd name="connsiteY13" fmla="*/ 163773 h 245660"/>
              <a:gd name="connsiteX14" fmla="*/ 341194 w 4326340"/>
              <a:gd name="connsiteY14" fmla="*/ 136477 h 245660"/>
              <a:gd name="connsiteX15" fmla="*/ 286603 w 4326340"/>
              <a:gd name="connsiteY15" fmla="*/ 122830 h 245660"/>
              <a:gd name="connsiteX16" fmla="*/ 245660 w 4326340"/>
              <a:gd name="connsiteY16" fmla="*/ 95534 h 245660"/>
              <a:gd name="connsiteX17" fmla="*/ 163773 w 4326340"/>
              <a:gd name="connsiteY17" fmla="*/ 68239 h 245660"/>
              <a:gd name="connsiteX18" fmla="*/ 122830 w 4326340"/>
              <a:gd name="connsiteY18" fmla="*/ 54591 h 245660"/>
              <a:gd name="connsiteX19" fmla="*/ 40943 w 4326340"/>
              <a:gd name="connsiteY19" fmla="*/ 13648 h 245660"/>
              <a:gd name="connsiteX20" fmla="*/ 0 w 4326340"/>
              <a:gd name="connsiteY20" fmla="*/ 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26340" h="245660">
                <a:moveTo>
                  <a:pt x="4326340" y="13648"/>
                </a:moveTo>
                <a:lnTo>
                  <a:pt x="3875964" y="27295"/>
                </a:lnTo>
                <a:cubicBezTo>
                  <a:pt x="3839330" y="29082"/>
                  <a:pt x="3803235" y="36893"/>
                  <a:pt x="3766782" y="40943"/>
                </a:cubicBezTo>
                <a:cubicBezTo>
                  <a:pt x="3721342" y="45992"/>
                  <a:pt x="3675797" y="50042"/>
                  <a:pt x="3630305" y="54591"/>
                </a:cubicBezTo>
                <a:cubicBezTo>
                  <a:pt x="3277634" y="132961"/>
                  <a:pt x="3718774" y="38978"/>
                  <a:pt x="3398293" y="95534"/>
                </a:cubicBezTo>
                <a:cubicBezTo>
                  <a:pt x="3356989" y="102823"/>
                  <a:pt x="3316290" y="113224"/>
                  <a:pt x="3275463" y="122830"/>
                </a:cubicBezTo>
                <a:cubicBezTo>
                  <a:pt x="3238946" y="131422"/>
                  <a:pt x="3203285" y="143958"/>
                  <a:pt x="3166281" y="150125"/>
                </a:cubicBezTo>
                <a:cubicBezTo>
                  <a:pt x="3093925" y="162184"/>
                  <a:pt x="3019525" y="161508"/>
                  <a:pt x="2947917" y="177421"/>
                </a:cubicBezTo>
                <a:cubicBezTo>
                  <a:pt x="2906974" y="186519"/>
                  <a:pt x="2866576" y="198569"/>
                  <a:pt x="2825087" y="204716"/>
                </a:cubicBezTo>
                <a:cubicBezTo>
                  <a:pt x="2757906" y="214669"/>
                  <a:pt x="2537154" y="236239"/>
                  <a:pt x="2442949" y="245660"/>
                </a:cubicBezTo>
                <a:lnTo>
                  <a:pt x="614149" y="232012"/>
                </a:lnTo>
                <a:cubicBezTo>
                  <a:pt x="599765" y="231802"/>
                  <a:pt x="587038" y="222316"/>
                  <a:pt x="573206" y="218364"/>
                </a:cubicBezTo>
                <a:cubicBezTo>
                  <a:pt x="212792" y="115386"/>
                  <a:pt x="845694" y="304643"/>
                  <a:pt x="464024" y="177421"/>
                </a:cubicBezTo>
                <a:cubicBezTo>
                  <a:pt x="442018" y="170086"/>
                  <a:pt x="418531" y="168322"/>
                  <a:pt x="395785" y="163773"/>
                </a:cubicBezTo>
                <a:cubicBezTo>
                  <a:pt x="377588" y="154674"/>
                  <a:pt x="360244" y="143621"/>
                  <a:pt x="341194" y="136477"/>
                </a:cubicBezTo>
                <a:cubicBezTo>
                  <a:pt x="323631" y="129891"/>
                  <a:pt x="303843" y="130219"/>
                  <a:pt x="286603" y="122830"/>
                </a:cubicBezTo>
                <a:cubicBezTo>
                  <a:pt x="271527" y="116369"/>
                  <a:pt x="260649" y="102196"/>
                  <a:pt x="245660" y="95534"/>
                </a:cubicBezTo>
                <a:cubicBezTo>
                  <a:pt x="219368" y="83849"/>
                  <a:pt x="191069" y="77337"/>
                  <a:pt x="163773" y="68239"/>
                </a:cubicBezTo>
                <a:lnTo>
                  <a:pt x="122830" y="54591"/>
                </a:lnTo>
                <a:cubicBezTo>
                  <a:pt x="19919" y="20287"/>
                  <a:pt x="146770" y="66561"/>
                  <a:pt x="40943" y="13648"/>
                </a:cubicBezTo>
                <a:cubicBezTo>
                  <a:pt x="28076" y="7214"/>
                  <a:pt x="0" y="0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79115" y="3392476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22" name="Oval 21"/>
          <p:cNvSpPr/>
          <p:nvPr/>
        </p:nvSpPr>
        <p:spPr>
          <a:xfrm>
            <a:off x="2503652" y="528342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23" name="Oval 22"/>
          <p:cNvSpPr/>
          <p:nvPr/>
        </p:nvSpPr>
        <p:spPr>
          <a:xfrm>
            <a:off x="4800172" y="528342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9351117" y="519451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25" name="Straight Arrow Connector 24"/>
          <p:cNvCxnSpPr>
            <a:endCxn id="22" idx="2"/>
          </p:cNvCxnSpPr>
          <p:nvPr/>
        </p:nvCxnSpPr>
        <p:spPr>
          <a:xfrm>
            <a:off x="1936133" y="5740623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2" idx="6"/>
            <a:endCxn id="23" idx="2"/>
          </p:cNvCxnSpPr>
          <p:nvPr/>
        </p:nvCxnSpPr>
        <p:spPr>
          <a:xfrm>
            <a:off x="3418052" y="5740623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714572" y="5740623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427317" y="5261613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6156" y="537129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7436" y="4673904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7922" y="5303823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5261" y="5350524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3775" y="482518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7962" y="5371290"/>
            <a:ext cx="69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5" name="Freeform 34"/>
          <p:cNvSpPr/>
          <p:nvPr/>
        </p:nvSpPr>
        <p:spPr>
          <a:xfrm>
            <a:off x="2776608" y="5009846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9688757" y="4939575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3330905" y="5043236"/>
            <a:ext cx="1978926" cy="450376"/>
          </a:xfrm>
          <a:custGeom>
            <a:avLst/>
            <a:gdLst>
              <a:gd name="connsiteX0" fmla="*/ 1978926 w 1978926"/>
              <a:gd name="connsiteY0" fmla="*/ 218364 h 450376"/>
              <a:gd name="connsiteX1" fmla="*/ 1815152 w 1978926"/>
              <a:gd name="connsiteY1" fmla="*/ 191069 h 450376"/>
              <a:gd name="connsiteX2" fmla="*/ 1733266 w 1978926"/>
              <a:gd name="connsiteY2" fmla="*/ 136478 h 450376"/>
              <a:gd name="connsiteX3" fmla="*/ 1719618 w 1978926"/>
              <a:gd name="connsiteY3" fmla="*/ 95534 h 450376"/>
              <a:gd name="connsiteX4" fmla="*/ 1637732 w 1978926"/>
              <a:gd name="connsiteY4" fmla="*/ 40943 h 450376"/>
              <a:gd name="connsiteX5" fmla="*/ 1596788 w 1978926"/>
              <a:gd name="connsiteY5" fmla="*/ 0 h 450376"/>
              <a:gd name="connsiteX6" fmla="*/ 928048 w 1978926"/>
              <a:gd name="connsiteY6" fmla="*/ 13648 h 450376"/>
              <a:gd name="connsiteX7" fmla="*/ 887105 w 1978926"/>
              <a:gd name="connsiteY7" fmla="*/ 27296 h 450376"/>
              <a:gd name="connsiteX8" fmla="*/ 777923 w 1978926"/>
              <a:gd name="connsiteY8" fmla="*/ 40943 h 450376"/>
              <a:gd name="connsiteX9" fmla="*/ 736979 w 1978926"/>
              <a:gd name="connsiteY9" fmla="*/ 54591 h 450376"/>
              <a:gd name="connsiteX10" fmla="*/ 682388 w 1978926"/>
              <a:gd name="connsiteY10" fmla="*/ 68239 h 450376"/>
              <a:gd name="connsiteX11" fmla="*/ 600502 w 1978926"/>
              <a:gd name="connsiteY11" fmla="*/ 95534 h 450376"/>
              <a:gd name="connsiteX12" fmla="*/ 559558 w 1978926"/>
              <a:gd name="connsiteY12" fmla="*/ 122830 h 450376"/>
              <a:gd name="connsiteX13" fmla="*/ 477672 w 1978926"/>
              <a:gd name="connsiteY13" fmla="*/ 150125 h 450376"/>
              <a:gd name="connsiteX14" fmla="*/ 395785 w 1978926"/>
              <a:gd name="connsiteY14" fmla="*/ 204717 h 450376"/>
              <a:gd name="connsiteX15" fmla="*/ 341194 w 1978926"/>
              <a:gd name="connsiteY15" fmla="*/ 245660 h 450376"/>
              <a:gd name="connsiteX16" fmla="*/ 300251 w 1978926"/>
              <a:gd name="connsiteY16" fmla="*/ 259308 h 450376"/>
              <a:gd name="connsiteX17" fmla="*/ 218364 w 1978926"/>
              <a:gd name="connsiteY17" fmla="*/ 327546 h 450376"/>
              <a:gd name="connsiteX18" fmla="*/ 163773 w 1978926"/>
              <a:gd name="connsiteY18" fmla="*/ 368490 h 450376"/>
              <a:gd name="connsiteX19" fmla="*/ 81887 w 1978926"/>
              <a:gd name="connsiteY19" fmla="*/ 395785 h 450376"/>
              <a:gd name="connsiteX20" fmla="*/ 0 w 1978926"/>
              <a:gd name="connsiteY20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78926" h="450376">
                <a:moveTo>
                  <a:pt x="1978926" y="218364"/>
                </a:moveTo>
                <a:cubicBezTo>
                  <a:pt x="1956373" y="215858"/>
                  <a:pt x="1855165" y="213299"/>
                  <a:pt x="1815152" y="191069"/>
                </a:cubicBezTo>
                <a:cubicBezTo>
                  <a:pt x="1786475" y="175137"/>
                  <a:pt x="1733266" y="136478"/>
                  <a:pt x="1733266" y="136478"/>
                </a:cubicBezTo>
                <a:cubicBezTo>
                  <a:pt x="1728717" y="122830"/>
                  <a:pt x="1729791" y="105707"/>
                  <a:pt x="1719618" y="95534"/>
                </a:cubicBezTo>
                <a:cubicBezTo>
                  <a:pt x="1696422" y="72337"/>
                  <a:pt x="1660929" y="64139"/>
                  <a:pt x="1637732" y="40943"/>
                </a:cubicBezTo>
                <a:lnTo>
                  <a:pt x="1596788" y="0"/>
                </a:lnTo>
                <a:lnTo>
                  <a:pt x="928048" y="13648"/>
                </a:lnTo>
                <a:cubicBezTo>
                  <a:pt x="913673" y="14201"/>
                  <a:pt x="901259" y="24723"/>
                  <a:pt x="887105" y="27296"/>
                </a:cubicBezTo>
                <a:cubicBezTo>
                  <a:pt x="851019" y="33857"/>
                  <a:pt x="814317" y="36394"/>
                  <a:pt x="777923" y="40943"/>
                </a:cubicBezTo>
                <a:cubicBezTo>
                  <a:pt x="764275" y="45492"/>
                  <a:pt x="750812" y="50639"/>
                  <a:pt x="736979" y="54591"/>
                </a:cubicBezTo>
                <a:cubicBezTo>
                  <a:pt x="718944" y="59744"/>
                  <a:pt x="700354" y="62849"/>
                  <a:pt x="682388" y="68239"/>
                </a:cubicBezTo>
                <a:cubicBezTo>
                  <a:pt x="654830" y="76506"/>
                  <a:pt x="600502" y="95534"/>
                  <a:pt x="600502" y="95534"/>
                </a:cubicBezTo>
                <a:cubicBezTo>
                  <a:pt x="586854" y="104633"/>
                  <a:pt x="574547" y="116168"/>
                  <a:pt x="559558" y="122830"/>
                </a:cubicBezTo>
                <a:cubicBezTo>
                  <a:pt x="533266" y="134515"/>
                  <a:pt x="477672" y="150125"/>
                  <a:pt x="477672" y="150125"/>
                </a:cubicBezTo>
                <a:cubicBezTo>
                  <a:pt x="450376" y="168322"/>
                  <a:pt x="422029" y="185034"/>
                  <a:pt x="395785" y="204717"/>
                </a:cubicBezTo>
                <a:cubicBezTo>
                  <a:pt x="377588" y="218365"/>
                  <a:pt x="360943" y="234375"/>
                  <a:pt x="341194" y="245660"/>
                </a:cubicBezTo>
                <a:cubicBezTo>
                  <a:pt x="328704" y="252797"/>
                  <a:pt x="313899" y="254759"/>
                  <a:pt x="300251" y="259308"/>
                </a:cubicBezTo>
                <a:cubicBezTo>
                  <a:pt x="236526" y="323033"/>
                  <a:pt x="284872" y="280040"/>
                  <a:pt x="218364" y="327546"/>
                </a:cubicBezTo>
                <a:cubicBezTo>
                  <a:pt x="199854" y="340767"/>
                  <a:pt x="184118" y="358317"/>
                  <a:pt x="163773" y="368490"/>
                </a:cubicBezTo>
                <a:cubicBezTo>
                  <a:pt x="138039" y="381357"/>
                  <a:pt x="105827" y="379825"/>
                  <a:pt x="81887" y="395785"/>
                </a:cubicBezTo>
                <a:lnTo>
                  <a:pt x="0" y="450376"/>
                </a:ln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3167132" y="6162352"/>
            <a:ext cx="4326340" cy="245660"/>
          </a:xfrm>
          <a:custGeom>
            <a:avLst/>
            <a:gdLst>
              <a:gd name="connsiteX0" fmla="*/ 4326340 w 4326340"/>
              <a:gd name="connsiteY0" fmla="*/ 13648 h 245660"/>
              <a:gd name="connsiteX1" fmla="*/ 3875964 w 4326340"/>
              <a:gd name="connsiteY1" fmla="*/ 27295 h 245660"/>
              <a:gd name="connsiteX2" fmla="*/ 3766782 w 4326340"/>
              <a:gd name="connsiteY2" fmla="*/ 40943 h 245660"/>
              <a:gd name="connsiteX3" fmla="*/ 3630305 w 4326340"/>
              <a:gd name="connsiteY3" fmla="*/ 54591 h 245660"/>
              <a:gd name="connsiteX4" fmla="*/ 3398293 w 4326340"/>
              <a:gd name="connsiteY4" fmla="*/ 95534 h 245660"/>
              <a:gd name="connsiteX5" fmla="*/ 3275463 w 4326340"/>
              <a:gd name="connsiteY5" fmla="*/ 122830 h 245660"/>
              <a:gd name="connsiteX6" fmla="*/ 3166281 w 4326340"/>
              <a:gd name="connsiteY6" fmla="*/ 150125 h 245660"/>
              <a:gd name="connsiteX7" fmla="*/ 2947917 w 4326340"/>
              <a:gd name="connsiteY7" fmla="*/ 177421 h 245660"/>
              <a:gd name="connsiteX8" fmla="*/ 2825087 w 4326340"/>
              <a:gd name="connsiteY8" fmla="*/ 204716 h 245660"/>
              <a:gd name="connsiteX9" fmla="*/ 2442949 w 4326340"/>
              <a:gd name="connsiteY9" fmla="*/ 245660 h 245660"/>
              <a:gd name="connsiteX10" fmla="*/ 614149 w 4326340"/>
              <a:gd name="connsiteY10" fmla="*/ 232012 h 245660"/>
              <a:gd name="connsiteX11" fmla="*/ 573206 w 4326340"/>
              <a:gd name="connsiteY11" fmla="*/ 218364 h 245660"/>
              <a:gd name="connsiteX12" fmla="*/ 464024 w 4326340"/>
              <a:gd name="connsiteY12" fmla="*/ 177421 h 245660"/>
              <a:gd name="connsiteX13" fmla="*/ 395785 w 4326340"/>
              <a:gd name="connsiteY13" fmla="*/ 163773 h 245660"/>
              <a:gd name="connsiteX14" fmla="*/ 341194 w 4326340"/>
              <a:gd name="connsiteY14" fmla="*/ 136477 h 245660"/>
              <a:gd name="connsiteX15" fmla="*/ 286603 w 4326340"/>
              <a:gd name="connsiteY15" fmla="*/ 122830 h 245660"/>
              <a:gd name="connsiteX16" fmla="*/ 245660 w 4326340"/>
              <a:gd name="connsiteY16" fmla="*/ 95534 h 245660"/>
              <a:gd name="connsiteX17" fmla="*/ 163773 w 4326340"/>
              <a:gd name="connsiteY17" fmla="*/ 68239 h 245660"/>
              <a:gd name="connsiteX18" fmla="*/ 122830 w 4326340"/>
              <a:gd name="connsiteY18" fmla="*/ 54591 h 245660"/>
              <a:gd name="connsiteX19" fmla="*/ 40943 w 4326340"/>
              <a:gd name="connsiteY19" fmla="*/ 13648 h 245660"/>
              <a:gd name="connsiteX20" fmla="*/ 0 w 4326340"/>
              <a:gd name="connsiteY20" fmla="*/ 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26340" h="245660">
                <a:moveTo>
                  <a:pt x="4326340" y="13648"/>
                </a:moveTo>
                <a:lnTo>
                  <a:pt x="3875964" y="27295"/>
                </a:lnTo>
                <a:cubicBezTo>
                  <a:pt x="3839330" y="29082"/>
                  <a:pt x="3803235" y="36893"/>
                  <a:pt x="3766782" y="40943"/>
                </a:cubicBezTo>
                <a:cubicBezTo>
                  <a:pt x="3721342" y="45992"/>
                  <a:pt x="3675797" y="50042"/>
                  <a:pt x="3630305" y="54591"/>
                </a:cubicBezTo>
                <a:cubicBezTo>
                  <a:pt x="3277634" y="132961"/>
                  <a:pt x="3718774" y="38978"/>
                  <a:pt x="3398293" y="95534"/>
                </a:cubicBezTo>
                <a:cubicBezTo>
                  <a:pt x="3356989" y="102823"/>
                  <a:pt x="3316290" y="113224"/>
                  <a:pt x="3275463" y="122830"/>
                </a:cubicBezTo>
                <a:cubicBezTo>
                  <a:pt x="3238946" y="131422"/>
                  <a:pt x="3203285" y="143958"/>
                  <a:pt x="3166281" y="150125"/>
                </a:cubicBezTo>
                <a:cubicBezTo>
                  <a:pt x="3093925" y="162184"/>
                  <a:pt x="3019525" y="161508"/>
                  <a:pt x="2947917" y="177421"/>
                </a:cubicBezTo>
                <a:cubicBezTo>
                  <a:pt x="2906974" y="186519"/>
                  <a:pt x="2866576" y="198569"/>
                  <a:pt x="2825087" y="204716"/>
                </a:cubicBezTo>
                <a:cubicBezTo>
                  <a:pt x="2757906" y="214669"/>
                  <a:pt x="2537154" y="236239"/>
                  <a:pt x="2442949" y="245660"/>
                </a:cubicBezTo>
                <a:lnTo>
                  <a:pt x="614149" y="232012"/>
                </a:lnTo>
                <a:cubicBezTo>
                  <a:pt x="599765" y="231802"/>
                  <a:pt x="587038" y="222316"/>
                  <a:pt x="573206" y="218364"/>
                </a:cubicBezTo>
                <a:cubicBezTo>
                  <a:pt x="212792" y="115386"/>
                  <a:pt x="845694" y="304643"/>
                  <a:pt x="464024" y="177421"/>
                </a:cubicBezTo>
                <a:cubicBezTo>
                  <a:pt x="442018" y="170086"/>
                  <a:pt x="418531" y="168322"/>
                  <a:pt x="395785" y="163773"/>
                </a:cubicBezTo>
                <a:cubicBezTo>
                  <a:pt x="377588" y="154674"/>
                  <a:pt x="360244" y="143621"/>
                  <a:pt x="341194" y="136477"/>
                </a:cubicBezTo>
                <a:cubicBezTo>
                  <a:pt x="323631" y="129891"/>
                  <a:pt x="303843" y="130219"/>
                  <a:pt x="286603" y="122830"/>
                </a:cubicBezTo>
                <a:cubicBezTo>
                  <a:pt x="271527" y="116369"/>
                  <a:pt x="260649" y="102196"/>
                  <a:pt x="245660" y="95534"/>
                </a:cubicBezTo>
                <a:cubicBezTo>
                  <a:pt x="219368" y="83849"/>
                  <a:pt x="191069" y="77337"/>
                  <a:pt x="163773" y="68239"/>
                </a:cubicBezTo>
                <a:lnTo>
                  <a:pt x="122830" y="54591"/>
                </a:lnTo>
                <a:cubicBezTo>
                  <a:pt x="19919" y="20287"/>
                  <a:pt x="146770" y="66561"/>
                  <a:pt x="40943" y="13648"/>
                </a:cubicBezTo>
                <a:cubicBezTo>
                  <a:pt x="28076" y="7214"/>
                  <a:pt x="0" y="0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34722" y="6010079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40" name="Oval 39"/>
          <p:cNvSpPr/>
          <p:nvPr/>
        </p:nvSpPr>
        <p:spPr>
          <a:xfrm>
            <a:off x="7082389" y="52305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996789" y="5740622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051596" y="4889710"/>
            <a:ext cx="42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6" name="Freeform 65"/>
          <p:cNvSpPr/>
          <p:nvPr/>
        </p:nvSpPr>
        <p:spPr>
          <a:xfrm>
            <a:off x="2912759" y="6078071"/>
            <a:ext cx="6782570" cy="674289"/>
          </a:xfrm>
          <a:custGeom>
            <a:avLst/>
            <a:gdLst>
              <a:gd name="connsiteX0" fmla="*/ 6782570 w 6782570"/>
              <a:gd name="connsiteY0" fmla="*/ 0 h 674289"/>
              <a:gd name="connsiteX1" fmla="*/ 3098076 w 6782570"/>
              <a:gd name="connsiteY1" fmla="*/ 618564 h 674289"/>
              <a:gd name="connsiteX2" fmla="*/ 435559 w 6782570"/>
              <a:gd name="connsiteY2" fmla="*/ 591670 h 674289"/>
              <a:gd name="connsiteX3" fmla="*/ 5253 w 6782570"/>
              <a:gd name="connsiteY3" fmla="*/ 147917 h 674289"/>
              <a:gd name="connsiteX4" fmla="*/ 5253 w 6782570"/>
              <a:gd name="connsiteY4" fmla="*/ 147917 h 674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2570" h="674289">
                <a:moveTo>
                  <a:pt x="6782570" y="0"/>
                </a:moveTo>
                <a:cubicBezTo>
                  <a:pt x="5469240" y="259976"/>
                  <a:pt x="4155911" y="519952"/>
                  <a:pt x="3098076" y="618564"/>
                </a:cubicBezTo>
                <a:cubicBezTo>
                  <a:pt x="2040241" y="717176"/>
                  <a:pt x="951029" y="670111"/>
                  <a:pt x="435559" y="591670"/>
                </a:cubicBezTo>
                <a:cubicBezTo>
                  <a:pt x="-79912" y="513229"/>
                  <a:pt x="5253" y="147917"/>
                  <a:pt x="5253" y="147917"/>
                </a:cubicBezTo>
                <a:lnTo>
                  <a:pt x="5253" y="147917"/>
                </a:ln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807673" y="625485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9246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2" grpId="0"/>
      <p:bldP spid="66" grpId="0" animBg="1"/>
      <p:bldP spid="6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4043082" y="1965511"/>
            <a:ext cx="667870" cy="6813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Problems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4916"/>
            <a:ext cx="10515600" cy="5293601"/>
          </a:xfrm>
        </p:spPr>
        <p:txBody>
          <a:bodyPr/>
          <a:lstStyle/>
          <a:p>
            <a:pPr marL="0" lvl="0" indent="0">
              <a:buNone/>
            </a:pPr>
            <a:r>
              <a:rPr lang="en-IN" b="1" dirty="0"/>
              <a:t>Construct DFA for all strings with {0, 1} that has even number of 0’s and 1’s.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b="1" dirty="0"/>
              <a:t>Construct DFA for the language L = {0</a:t>
            </a:r>
            <a:r>
              <a:rPr lang="en-IN" b="1" baseline="30000" dirty="0"/>
              <a:t>n</a:t>
            </a:r>
            <a:r>
              <a:rPr lang="en-IN" b="1" dirty="0"/>
              <a:t> | n mod 3 = 2, n </a:t>
            </a:r>
            <a:r>
              <a:rPr lang="en-IN" b="1" dirty="0">
                <a:sym typeface="Symbol" panose="05050102010706020507" pitchFamily="18" charset="2"/>
              </a:rPr>
              <a:t> 0}</a:t>
            </a:r>
            <a:endParaRPr lang="en-IN" b="1" dirty="0"/>
          </a:p>
        </p:txBody>
      </p:sp>
      <p:sp>
        <p:nvSpPr>
          <p:cNvPr id="4" name="Oval 3"/>
          <p:cNvSpPr/>
          <p:nvPr/>
        </p:nvSpPr>
        <p:spPr>
          <a:xfrm>
            <a:off x="4087906" y="2004946"/>
            <a:ext cx="578223" cy="6051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4061012" y="3276600"/>
            <a:ext cx="578223" cy="6051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6373905" y="3276600"/>
            <a:ext cx="578223" cy="6051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7" name="Oval 6"/>
          <p:cNvSpPr/>
          <p:nvPr/>
        </p:nvSpPr>
        <p:spPr>
          <a:xfrm>
            <a:off x="6400798" y="2003612"/>
            <a:ext cx="578223" cy="6051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10" name="Straight Arrow Connector 9"/>
          <p:cNvCxnSpPr>
            <a:endCxn id="7" idx="1"/>
          </p:cNvCxnSpPr>
          <p:nvPr/>
        </p:nvCxnSpPr>
        <p:spPr>
          <a:xfrm flipV="1">
            <a:off x="4666129" y="2092229"/>
            <a:ext cx="1819348" cy="32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654922" y="2415472"/>
            <a:ext cx="1819348" cy="324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67615" y="1743065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616" y="2506982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4628756" y="3414539"/>
            <a:ext cx="1819348" cy="32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617549" y="3737782"/>
            <a:ext cx="1819348" cy="324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30242" y="3065375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243" y="3829292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424082" y="2648003"/>
            <a:ext cx="13447" cy="653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1"/>
          </p:cNvCxnSpPr>
          <p:nvPr/>
        </p:nvCxnSpPr>
        <p:spPr>
          <a:xfrm flipV="1">
            <a:off x="4145691" y="2539162"/>
            <a:ext cx="4968" cy="826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44253" y="2815721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00" y="2774947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58647" y="2616158"/>
            <a:ext cx="13447" cy="653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6480256" y="2507317"/>
            <a:ext cx="4968" cy="826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78818" y="2783876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7565" y="2743102"/>
            <a:ext cx="37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cxnSp>
        <p:nvCxnSpPr>
          <p:cNvPr id="31" name="Straight Arrow Connector 30"/>
          <p:cNvCxnSpPr>
            <a:endCxn id="4" idx="2"/>
          </p:cNvCxnSpPr>
          <p:nvPr/>
        </p:nvCxnSpPr>
        <p:spPr>
          <a:xfrm>
            <a:off x="3469341" y="2233546"/>
            <a:ext cx="618565" cy="73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2" name="Oval 31"/>
          <p:cNvSpPr/>
          <p:nvPr/>
        </p:nvSpPr>
        <p:spPr>
          <a:xfrm>
            <a:off x="2775756" y="52216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33" name="Oval 32"/>
          <p:cNvSpPr/>
          <p:nvPr/>
        </p:nvSpPr>
        <p:spPr>
          <a:xfrm>
            <a:off x="5072276" y="52216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4" name="Oval 33"/>
          <p:cNvSpPr/>
          <p:nvPr/>
        </p:nvSpPr>
        <p:spPr>
          <a:xfrm>
            <a:off x="7355716" y="52216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35" name="Straight Arrow Connector 34"/>
          <p:cNvCxnSpPr>
            <a:endCxn id="32" idx="2"/>
          </p:cNvCxnSpPr>
          <p:nvPr/>
        </p:nvCxnSpPr>
        <p:spPr>
          <a:xfrm>
            <a:off x="2208237" y="5678820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2" idx="6"/>
            <a:endCxn id="33" idx="2"/>
          </p:cNvCxnSpPr>
          <p:nvPr/>
        </p:nvCxnSpPr>
        <p:spPr>
          <a:xfrm>
            <a:off x="3690156" y="5678820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986676" y="5678820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431916" y="5288721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8260" y="530948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0026" y="524202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27365" y="528872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48" name="Freeform 47"/>
          <p:cNvSpPr/>
          <p:nvPr/>
        </p:nvSpPr>
        <p:spPr>
          <a:xfrm>
            <a:off x="3439236" y="6141493"/>
            <a:ext cx="4326340" cy="245660"/>
          </a:xfrm>
          <a:custGeom>
            <a:avLst/>
            <a:gdLst>
              <a:gd name="connsiteX0" fmla="*/ 4326340 w 4326340"/>
              <a:gd name="connsiteY0" fmla="*/ 13648 h 245660"/>
              <a:gd name="connsiteX1" fmla="*/ 3875964 w 4326340"/>
              <a:gd name="connsiteY1" fmla="*/ 27295 h 245660"/>
              <a:gd name="connsiteX2" fmla="*/ 3766782 w 4326340"/>
              <a:gd name="connsiteY2" fmla="*/ 40943 h 245660"/>
              <a:gd name="connsiteX3" fmla="*/ 3630305 w 4326340"/>
              <a:gd name="connsiteY3" fmla="*/ 54591 h 245660"/>
              <a:gd name="connsiteX4" fmla="*/ 3398293 w 4326340"/>
              <a:gd name="connsiteY4" fmla="*/ 95534 h 245660"/>
              <a:gd name="connsiteX5" fmla="*/ 3275463 w 4326340"/>
              <a:gd name="connsiteY5" fmla="*/ 122830 h 245660"/>
              <a:gd name="connsiteX6" fmla="*/ 3166281 w 4326340"/>
              <a:gd name="connsiteY6" fmla="*/ 150125 h 245660"/>
              <a:gd name="connsiteX7" fmla="*/ 2947917 w 4326340"/>
              <a:gd name="connsiteY7" fmla="*/ 177421 h 245660"/>
              <a:gd name="connsiteX8" fmla="*/ 2825087 w 4326340"/>
              <a:gd name="connsiteY8" fmla="*/ 204716 h 245660"/>
              <a:gd name="connsiteX9" fmla="*/ 2442949 w 4326340"/>
              <a:gd name="connsiteY9" fmla="*/ 245660 h 245660"/>
              <a:gd name="connsiteX10" fmla="*/ 614149 w 4326340"/>
              <a:gd name="connsiteY10" fmla="*/ 232012 h 245660"/>
              <a:gd name="connsiteX11" fmla="*/ 573206 w 4326340"/>
              <a:gd name="connsiteY11" fmla="*/ 218364 h 245660"/>
              <a:gd name="connsiteX12" fmla="*/ 464024 w 4326340"/>
              <a:gd name="connsiteY12" fmla="*/ 177421 h 245660"/>
              <a:gd name="connsiteX13" fmla="*/ 395785 w 4326340"/>
              <a:gd name="connsiteY13" fmla="*/ 163773 h 245660"/>
              <a:gd name="connsiteX14" fmla="*/ 341194 w 4326340"/>
              <a:gd name="connsiteY14" fmla="*/ 136477 h 245660"/>
              <a:gd name="connsiteX15" fmla="*/ 286603 w 4326340"/>
              <a:gd name="connsiteY15" fmla="*/ 122830 h 245660"/>
              <a:gd name="connsiteX16" fmla="*/ 245660 w 4326340"/>
              <a:gd name="connsiteY16" fmla="*/ 95534 h 245660"/>
              <a:gd name="connsiteX17" fmla="*/ 163773 w 4326340"/>
              <a:gd name="connsiteY17" fmla="*/ 68239 h 245660"/>
              <a:gd name="connsiteX18" fmla="*/ 122830 w 4326340"/>
              <a:gd name="connsiteY18" fmla="*/ 54591 h 245660"/>
              <a:gd name="connsiteX19" fmla="*/ 40943 w 4326340"/>
              <a:gd name="connsiteY19" fmla="*/ 13648 h 245660"/>
              <a:gd name="connsiteX20" fmla="*/ 0 w 4326340"/>
              <a:gd name="connsiteY20" fmla="*/ 0 h 24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26340" h="245660">
                <a:moveTo>
                  <a:pt x="4326340" y="13648"/>
                </a:moveTo>
                <a:lnTo>
                  <a:pt x="3875964" y="27295"/>
                </a:lnTo>
                <a:cubicBezTo>
                  <a:pt x="3839330" y="29082"/>
                  <a:pt x="3803235" y="36893"/>
                  <a:pt x="3766782" y="40943"/>
                </a:cubicBezTo>
                <a:cubicBezTo>
                  <a:pt x="3721342" y="45992"/>
                  <a:pt x="3675797" y="50042"/>
                  <a:pt x="3630305" y="54591"/>
                </a:cubicBezTo>
                <a:cubicBezTo>
                  <a:pt x="3277634" y="132961"/>
                  <a:pt x="3718774" y="38978"/>
                  <a:pt x="3398293" y="95534"/>
                </a:cubicBezTo>
                <a:cubicBezTo>
                  <a:pt x="3356989" y="102823"/>
                  <a:pt x="3316290" y="113224"/>
                  <a:pt x="3275463" y="122830"/>
                </a:cubicBezTo>
                <a:cubicBezTo>
                  <a:pt x="3238946" y="131422"/>
                  <a:pt x="3203285" y="143958"/>
                  <a:pt x="3166281" y="150125"/>
                </a:cubicBezTo>
                <a:cubicBezTo>
                  <a:pt x="3093925" y="162184"/>
                  <a:pt x="3019525" y="161508"/>
                  <a:pt x="2947917" y="177421"/>
                </a:cubicBezTo>
                <a:cubicBezTo>
                  <a:pt x="2906974" y="186519"/>
                  <a:pt x="2866576" y="198569"/>
                  <a:pt x="2825087" y="204716"/>
                </a:cubicBezTo>
                <a:cubicBezTo>
                  <a:pt x="2757906" y="214669"/>
                  <a:pt x="2537154" y="236239"/>
                  <a:pt x="2442949" y="245660"/>
                </a:cubicBezTo>
                <a:lnTo>
                  <a:pt x="614149" y="232012"/>
                </a:lnTo>
                <a:cubicBezTo>
                  <a:pt x="599765" y="231802"/>
                  <a:pt x="587038" y="222316"/>
                  <a:pt x="573206" y="218364"/>
                </a:cubicBezTo>
                <a:cubicBezTo>
                  <a:pt x="212792" y="115386"/>
                  <a:pt x="845694" y="304643"/>
                  <a:pt x="464024" y="177421"/>
                </a:cubicBezTo>
                <a:cubicBezTo>
                  <a:pt x="442018" y="170086"/>
                  <a:pt x="418531" y="168322"/>
                  <a:pt x="395785" y="163773"/>
                </a:cubicBezTo>
                <a:cubicBezTo>
                  <a:pt x="377588" y="154674"/>
                  <a:pt x="360244" y="143621"/>
                  <a:pt x="341194" y="136477"/>
                </a:cubicBezTo>
                <a:cubicBezTo>
                  <a:pt x="323631" y="129891"/>
                  <a:pt x="303843" y="130219"/>
                  <a:pt x="286603" y="122830"/>
                </a:cubicBezTo>
                <a:cubicBezTo>
                  <a:pt x="271527" y="116369"/>
                  <a:pt x="260649" y="102196"/>
                  <a:pt x="245660" y="95534"/>
                </a:cubicBezTo>
                <a:cubicBezTo>
                  <a:pt x="219368" y="83849"/>
                  <a:pt x="191069" y="77337"/>
                  <a:pt x="163773" y="68239"/>
                </a:cubicBezTo>
                <a:lnTo>
                  <a:pt x="122830" y="54591"/>
                </a:lnTo>
                <a:cubicBezTo>
                  <a:pt x="19919" y="20287"/>
                  <a:pt x="146770" y="66561"/>
                  <a:pt x="40943" y="13648"/>
                </a:cubicBezTo>
                <a:cubicBezTo>
                  <a:pt x="28076" y="7214"/>
                  <a:pt x="0" y="0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40025" y="627095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38015" y="223596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372265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  <p:bldP spid="6" grpId="0" animBg="1"/>
      <p:bldP spid="7" grpId="0" animBg="1"/>
      <p:bldP spid="12" grpId="0"/>
      <p:bldP spid="13" grpId="0"/>
      <p:bldP spid="16" grpId="0"/>
      <p:bldP spid="24" grpId="0"/>
      <p:bldP spid="25" grpId="0"/>
      <p:bldP spid="28" grpId="0"/>
      <p:bldP spid="29" grpId="0"/>
      <p:bldP spid="32" grpId="0" animBg="1"/>
      <p:bldP spid="33" grpId="0" animBg="1"/>
      <p:bldP spid="34" grpId="0" animBg="1"/>
      <p:bldP spid="38" grpId="0" animBg="1"/>
      <p:bldP spid="39" grpId="0"/>
      <p:bldP spid="41" grpId="0"/>
      <p:bldP spid="42" grpId="0"/>
      <p:bldP spid="48" grpId="0" animBg="1"/>
      <p:bldP spid="49" grpId="0"/>
      <p:bldP spid="5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Problems – 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Draw a DFA that accepts a language L over input alphabets ∑ = {0, 1} such that L is the set of all strings starting with ’00’.</a:t>
            </a:r>
          </a:p>
        </p:txBody>
      </p:sp>
      <p:pic>
        <p:nvPicPr>
          <p:cNvPr id="73730" name="Picture 2" descr="https://www.gatevidyalay.com/wp-content/uploads/2018/07/DFA-Solved-Examples-Problem-04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42"/>
          <a:stretch/>
        </p:blipFill>
        <p:spPr bwMode="auto">
          <a:xfrm>
            <a:off x="2279176" y="2429302"/>
            <a:ext cx="6441743" cy="40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76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– </a:t>
            </a:r>
            <a:r>
              <a:rPr lang="en-IN" sz="4000" dirty="0">
                <a:solidFill>
                  <a:srgbClr val="000099"/>
                </a:solidFill>
              </a:rPr>
              <a:t>DFA to Language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183"/>
            <a:ext cx="10515600" cy="528368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Consider DFA with the following transition table. Find the language accepted by DFA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IN" sz="2400" dirty="0">
                <a:ea typeface="Calibri" panose="020F0502020204030204" pitchFamily="34" charset="0"/>
                <a:cs typeface="Times New Roman" panose="02020603050405020304" pitchFamily="18" charset="0"/>
              </a:rPr>
              <a:t>onsider the following DFA and find language accepted by DFA.</a:t>
            </a:r>
          </a:p>
          <a:p>
            <a:pPr marL="0" indent="0">
              <a:buNone/>
            </a:pPr>
            <a:endParaRPr lang="en-IN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3612926" y="2439222"/>
            <a:ext cx="215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168260"/>
              </p:ext>
            </p:extLst>
          </p:nvPr>
        </p:nvGraphicFramePr>
        <p:xfrm>
          <a:off x="3720614" y="1844131"/>
          <a:ext cx="1328064" cy="1366972"/>
        </p:xfrm>
        <a:graphic>
          <a:graphicData uri="http://schemas.openxmlformats.org/drawingml/2006/table">
            <a:tbl>
              <a:tblPr firstRow="1" bandRow="1"/>
              <a:tblGrid>
                <a:gridCol w="479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80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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0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86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0300707" y="3998277"/>
          <a:ext cx="1053093" cy="1489456"/>
        </p:xfrm>
        <a:graphic>
          <a:graphicData uri="http://schemas.openxmlformats.org/drawingml/2006/table">
            <a:tbl>
              <a:tblPr firstRow="1" bandRow="1"/>
              <a:tblGrid>
                <a:gridCol w="403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51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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1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*b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51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>
            <a:off x="10072034" y="4605580"/>
            <a:ext cx="215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2157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891-8FB7-0442-516A-0510CF46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C8A4-CDAB-8C39-FD46-44B98485F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99"/>
                </a:solidFill>
                <a:cs typeface="Times New Roman" panose="02020603050405020304" pitchFamily="18" charset="0"/>
              </a:rPr>
              <a:t>Problem 1</a:t>
            </a:r>
          </a:p>
          <a:p>
            <a:r>
              <a:rPr lang="en-US" dirty="0" err="1">
                <a:solidFill>
                  <a:srgbClr val="000099"/>
                </a:solidFill>
                <a:cs typeface="Times New Roman" panose="02020603050405020304" pitchFamily="18" charset="0"/>
              </a:rPr>
              <a:t>Soln</a:t>
            </a:r>
            <a:r>
              <a:rPr lang="en-US" dirty="0"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The language, L = { w | w is the string with odd number of 1’s}</a:t>
            </a:r>
          </a:p>
          <a:p>
            <a:endParaRPr lang="en-IN" dirty="0"/>
          </a:p>
          <a:p>
            <a:r>
              <a:rPr lang="en-IN" dirty="0"/>
              <a:t>Problem 2: </a:t>
            </a:r>
          </a:p>
          <a:p>
            <a:r>
              <a:rPr lang="en-US" dirty="0" err="1">
                <a:solidFill>
                  <a:srgbClr val="000099"/>
                </a:solidFill>
                <a:cs typeface="Times New Roman" panose="02020603050405020304" pitchFamily="18" charset="0"/>
              </a:rPr>
              <a:t>Soln</a:t>
            </a:r>
            <a:r>
              <a:rPr lang="en-US" dirty="0"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The language, L = { w | w set of strings ends with 1 and has odd number of 1’s}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2663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200" dirty="0"/>
              <a:t>Non-Deterministic Finite Automata (NFA)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902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3200" dirty="0"/>
              <a:t>The transition function that takes </a:t>
            </a:r>
            <a:r>
              <a:rPr lang="en-IN" sz="3200" dirty="0">
                <a:solidFill>
                  <a:srgbClr val="FF0000"/>
                </a:solidFill>
              </a:rPr>
              <a:t>a state </a:t>
            </a:r>
            <a:r>
              <a:rPr lang="en-IN" sz="3200" dirty="0"/>
              <a:t>and </a:t>
            </a:r>
            <a:r>
              <a:rPr lang="en-IN" sz="3200" dirty="0">
                <a:solidFill>
                  <a:srgbClr val="FF0000"/>
                </a:solidFill>
              </a:rPr>
              <a:t>input symbol as arguments</a:t>
            </a:r>
            <a:r>
              <a:rPr lang="en-IN" sz="3200" dirty="0"/>
              <a:t> then returns </a:t>
            </a:r>
            <a:r>
              <a:rPr lang="en-IN" sz="3200" dirty="0">
                <a:solidFill>
                  <a:srgbClr val="FF0000"/>
                </a:solidFill>
              </a:rPr>
              <a:t>zero or more states</a:t>
            </a:r>
            <a:r>
              <a:rPr lang="en-IN" sz="32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solidFill>
                  <a:srgbClr val="000099"/>
                </a:solidFill>
              </a:rPr>
              <a:t>Example</a:t>
            </a:r>
          </a:p>
        </p:txBody>
      </p:sp>
      <p:sp>
        <p:nvSpPr>
          <p:cNvPr id="4" name="Oval 3"/>
          <p:cNvSpPr/>
          <p:nvPr/>
        </p:nvSpPr>
        <p:spPr>
          <a:xfrm>
            <a:off x="3826328" y="436181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6109768" y="436181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6" name="Straight Arrow Connector 5"/>
          <p:cNvCxnSpPr>
            <a:endCxn id="4" idx="2"/>
          </p:cNvCxnSpPr>
          <p:nvPr/>
        </p:nvCxnSpPr>
        <p:spPr>
          <a:xfrm>
            <a:off x="2444208" y="4819010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740728" y="4819010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85968" y="4428911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1245" y="4098207"/>
            <a:ext cx="59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0, 1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4078" y="438221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1417" y="4428911"/>
            <a:ext cx="80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Freeform 11"/>
          <p:cNvSpPr/>
          <p:nvPr/>
        </p:nvSpPr>
        <p:spPr>
          <a:xfrm>
            <a:off x="4182486" y="4123291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6498446" y="4079818"/>
            <a:ext cx="450376" cy="342101"/>
          </a:xfrm>
          <a:custGeom>
            <a:avLst/>
            <a:gdLst>
              <a:gd name="connsiteX0" fmla="*/ 0 w 450376"/>
              <a:gd name="connsiteY0" fmla="*/ 300872 h 342101"/>
              <a:gd name="connsiteX1" fmla="*/ 13647 w 450376"/>
              <a:gd name="connsiteY1" fmla="*/ 178042 h 342101"/>
              <a:gd name="connsiteX2" fmla="*/ 27295 w 450376"/>
              <a:gd name="connsiteY2" fmla="*/ 137099 h 342101"/>
              <a:gd name="connsiteX3" fmla="*/ 68238 w 450376"/>
              <a:gd name="connsiteY3" fmla="*/ 123451 h 342101"/>
              <a:gd name="connsiteX4" fmla="*/ 150125 w 450376"/>
              <a:gd name="connsiteY4" fmla="*/ 68860 h 342101"/>
              <a:gd name="connsiteX5" fmla="*/ 191068 w 450376"/>
              <a:gd name="connsiteY5" fmla="*/ 41565 h 342101"/>
              <a:gd name="connsiteX6" fmla="*/ 245659 w 450376"/>
              <a:gd name="connsiteY6" fmla="*/ 27917 h 342101"/>
              <a:gd name="connsiteX7" fmla="*/ 286603 w 450376"/>
              <a:gd name="connsiteY7" fmla="*/ 622 h 342101"/>
              <a:gd name="connsiteX8" fmla="*/ 382137 w 450376"/>
              <a:gd name="connsiteY8" fmla="*/ 41565 h 342101"/>
              <a:gd name="connsiteX9" fmla="*/ 423080 w 450376"/>
              <a:gd name="connsiteY9" fmla="*/ 178042 h 342101"/>
              <a:gd name="connsiteX10" fmla="*/ 436728 w 450376"/>
              <a:gd name="connsiteY10" fmla="*/ 218986 h 342101"/>
              <a:gd name="connsiteX11" fmla="*/ 450376 w 450376"/>
              <a:gd name="connsiteY11" fmla="*/ 273577 h 342101"/>
              <a:gd name="connsiteX12" fmla="*/ 436728 w 450376"/>
              <a:gd name="connsiteY12" fmla="*/ 314520 h 342101"/>
              <a:gd name="connsiteX13" fmla="*/ 368489 w 450376"/>
              <a:gd name="connsiteY13" fmla="*/ 341816 h 34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76" h="342101">
                <a:moveTo>
                  <a:pt x="0" y="300872"/>
                </a:moveTo>
                <a:cubicBezTo>
                  <a:pt x="4549" y="259929"/>
                  <a:pt x="6875" y="218677"/>
                  <a:pt x="13647" y="178042"/>
                </a:cubicBezTo>
                <a:cubicBezTo>
                  <a:pt x="16012" y="163852"/>
                  <a:pt x="17123" y="147271"/>
                  <a:pt x="27295" y="137099"/>
                </a:cubicBezTo>
                <a:cubicBezTo>
                  <a:pt x="37467" y="126927"/>
                  <a:pt x="55662" y="130437"/>
                  <a:pt x="68238" y="123451"/>
                </a:cubicBezTo>
                <a:cubicBezTo>
                  <a:pt x="96915" y="107519"/>
                  <a:pt x="122829" y="87057"/>
                  <a:pt x="150125" y="68860"/>
                </a:cubicBezTo>
                <a:cubicBezTo>
                  <a:pt x="163773" y="59762"/>
                  <a:pt x="175155" y="45543"/>
                  <a:pt x="191068" y="41565"/>
                </a:cubicBezTo>
                <a:lnTo>
                  <a:pt x="245659" y="27917"/>
                </a:lnTo>
                <a:cubicBezTo>
                  <a:pt x="259307" y="18819"/>
                  <a:pt x="270365" y="2942"/>
                  <a:pt x="286603" y="622"/>
                </a:cubicBezTo>
                <a:cubicBezTo>
                  <a:pt x="322894" y="-4562"/>
                  <a:pt x="355506" y="23811"/>
                  <a:pt x="382137" y="41565"/>
                </a:cubicBezTo>
                <a:cubicBezTo>
                  <a:pt x="431928" y="116252"/>
                  <a:pt x="397988" y="52584"/>
                  <a:pt x="423080" y="178042"/>
                </a:cubicBezTo>
                <a:cubicBezTo>
                  <a:pt x="425901" y="192149"/>
                  <a:pt x="432776" y="205153"/>
                  <a:pt x="436728" y="218986"/>
                </a:cubicBezTo>
                <a:cubicBezTo>
                  <a:pt x="441881" y="237021"/>
                  <a:pt x="445827" y="255380"/>
                  <a:pt x="450376" y="273577"/>
                </a:cubicBezTo>
                <a:cubicBezTo>
                  <a:pt x="445827" y="287225"/>
                  <a:pt x="445715" y="303286"/>
                  <a:pt x="436728" y="314520"/>
                </a:cubicBezTo>
                <a:cubicBezTo>
                  <a:pt x="410854" y="346863"/>
                  <a:pt x="399629" y="341816"/>
                  <a:pt x="368489" y="341816"/>
                </a:cubicBezTo>
              </a:path>
            </a:pathLst>
          </a:cu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8728" y="4012878"/>
            <a:ext cx="54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0, 1</a:t>
            </a:r>
          </a:p>
        </p:txBody>
      </p:sp>
    </p:spTree>
    <p:extLst>
      <p:ext uri="{BB962C8B-B14F-4D97-AF65-F5344CB8AC3E}">
        <p14:creationId xmlns:p14="http://schemas.microsoft.com/office/powerpoint/2010/main" val="24165194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of NFA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dirty="0"/>
              <a:t>A NFA can be represented as, 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074460" y="2338512"/>
          <a:ext cx="3594865" cy="689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28600" progId="Equation.3">
                  <p:embed/>
                </p:oleObj>
              </mc:Choice>
              <mc:Fallback>
                <p:oleObj name="Equation" r:id="rId2" imgW="1180800" imgH="2286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460" y="2338512"/>
                        <a:ext cx="3594865" cy="689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330583" y="3274536"/>
          <a:ext cx="236748" cy="313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520560" progId="Equation.3">
                  <p:embed/>
                </p:oleObj>
              </mc:Choice>
              <mc:Fallback>
                <p:oleObj name="Equation" r:id="rId4" imgW="393480" imgH="520560" progId="Equation.3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583" y="3274536"/>
                        <a:ext cx="236748" cy="313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333766" y="3929113"/>
          <a:ext cx="246265" cy="293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120" imgH="393480" progId="Equation.3">
                  <p:embed/>
                </p:oleObj>
              </mc:Choice>
              <mc:Fallback>
                <p:oleObj name="Equation" r:id="rId6" imgW="330120" imgH="393480" progId="Equation.3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766" y="3929113"/>
                        <a:ext cx="246265" cy="293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334163" y="4816143"/>
          <a:ext cx="247454" cy="311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20" imgH="419040" progId="Equation.3">
                  <p:embed/>
                </p:oleObj>
              </mc:Choice>
              <mc:Fallback>
                <p:oleObj name="Equation" r:id="rId8" imgW="330120" imgH="419040" progId="Equation.3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163" y="4816143"/>
                        <a:ext cx="247454" cy="311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296153" y="5425046"/>
          <a:ext cx="361663" cy="437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400" imgH="583920" progId="Equation.3">
                  <p:embed/>
                </p:oleObj>
              </mc:Choice>
              <mc:Fallback>
                <p:oleObj name="Equation" r:id="rId10" imgW="482400" imgH="583920" progId="Equation.3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153" y="5425046"/>
                        <a:ext cx="361663" cy="437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244912" y="6361558"/>
          <a:ext cx="303369" cy="295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393480" progId="Equation.3">
                  <p:embed/>
                </p:oleObj>
              </mc:Choice>
              <mc:Fallback>
                <p:oleObj name="Equation" r:id="rId12" imgW="406080" imgH="393480" progId="Equation.3">
                  <p:embed/>
                  <p:pic>
                    <p:nvPicPr>
                      <p:cNvPr id="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912" y="6361558"/>
                        <a:ext cx="303369" cy="295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611185" y="3179073"/>
            <a:ext cx="27606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: Finite set of states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611186" y="3926387"/>
            <a:ext cx="40382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: Finite  set of Input symbols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2611185" y="4779273"/>
            <a:ext cx="6696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: Transition function, Q X {</a:t>
            </a:r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  <a:sym typeface="Symbol" panose="05050102010706020507" pitchFamily="18" charset="2"/>
              </a:rPr>
              <a:t>  {}} </a:t>
            </a:r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 2</a:t>
            </a:r>
            <a:r>
              <a:rPr lang="en-US" sz="2400" baseline="30000" dirty="0">
                <a:solidFill>
                  <a:srgbClr val="000099"/>
                </a:solidFill>
                <a:latin typeface="Palatino Linotype" panose="02040502050505030304" pitchFamily="18" charset="0"/>
                <a:sym typeface="Wingdings" panose="05000000000000000000" pitchFamily="2" charset="2"/>
              </a:rPr>
              <a:t>Q</a:t>
            </a:r>
            <a:endParaRPr lang="en-US" sz="2400" baseline="30000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611186" y="5526587"/>
            <a:ext cx="27494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: Initial / Start state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2611185" y="6288587"/>
            <a:ext cx="33137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: Set of accepting states</a:t>
            </a:r>
          </a:p>
        </p:txBody>
      </p:sp>
    </p:spTree>
    <p:extLst>
      <p:ext uri="{BB962C8B-B14F-4D97-AF65-F5344CB8AC3E}">
        <p14:creationId xmlns:p14="http://schemas.microsoft.com/office/powerpoint/2010/main" val="7999807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Moves on a Chessboard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762921"/>
            <a:ext cx="4071938" cy="4793461"/>
          </a:xfrm>
        </p:spPr>
        <p:txBody>
          <a:bodyPr>
            <a:normAutofit/>
          </a:bodyPr>
          <a:lstStyle/>
          <a:p>
            <a:r>
              <a:rPr lang="en-US" dirty="0"/>
              <a:t>States = squares.</a:t>
            </a:r>
          </a:p>
          <a:p>
            <a:endParaRPr lang="en-US" dirty="0"/>
          </a:p>
          <a:p>
            <a:r>
              <a:rPr lang="en-US" dirty="0"/>
              <a:t>Inputs = r (move to an adjacent red square) and b (move to an adjacent black square).</a:t>
            </a:r>
          </a:p>
          <a:p>
            <a:endParaRPr lang="en-US" dirty="0"/>
          </a:p>
          <a:p>
            <a:r>
              <a:rPr lang="en-US" dirty="0"/>
              <a:t>Start state, final state are in opposite corners.</a:t>
            </a: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5181600" y="1766887"/>
            <a:ext cx="2286000" cy="2286000"/>
            <a:chOff x="912" y="1344"/>
            <a:chExt cx="1440" cy="144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912" y="1344"/>
              <a:ext cx="480" cy="480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392" y="1344"/>
              <a:ext cx="480" cy="4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392" y="1824"/>
              <a:ext cx="480" cy="480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912" y="2304"/>
              <a:ext cx="480" cy="480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872" y="2304"/>
              <a:ext cx="480" cy="480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1872" y="1344"/>
              <a:ext cx="480" cy="480"/>
            </a:xfrm>
            <a:prstGeom prst="rect">
              <a:avLst/>
            </a:prstGeom>
            <a:solidFill>
              <a:srgbClr val="00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912" y="1824"/>
              <a:ext cx="480" cy="4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392" y="2304"/>
              <a:ext cx="480" cy="4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872" y="1824"/>
              <a:ext cx="480" cy="480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  <p:grpSp>
        <p:nvGrpSpPr>
          <p:cNvPr id="14" name="Group 56"/>
          <p:cNvGrpSpPr>
            <a:grpSpLocks/>
          </p:cNvGrpSpPr>
          <p:nvPr/>
        </p:nvGrpSpPr>
        <p:grpSpPr bwMode="auto">
          <a:xfrm>
            <a:off x="4724400" y="4357690"/>
            <a:ext cx="2744788" cy="750888"/>
            <a:chOff x="288" y="2736"/>
            <a:chExt cx="1729" cy="473"/>
          </a:xfrm>
        </p:grpSpPr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288" y="297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576" y="2736"/>
              <a:ext cx="1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</a:t>
              </a:r>
            </a:p>
          </p:txBody>
        </p:sp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1200" y="2736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18" name="Text Box 23"/>
            <p:cNvSpPr txBox="1">
              <a:spLocks noChangeArrowheads="1"/>
            </p:cNvSpPr>
            <p:nvPr/>
          </p:nvSpPr>
          <p:spPr bwMode="auto">
            <a:xfrm>
              <a:off x="1824" y="2736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grpSp>
        <p:nvGrpSpPr>
          <p:cNvPr id="19" name="Group 37"/>
          <p:cNvGrpSpPr>
            <a:grpSpLocks/>
          </p:cNvGrpSpPr>
          <p:nvPr/>
        </p:nvGrpSpPr>
        <p:grpSpPr bwMode="auto">
          <a:xfrm>
            <a:off x="5105401" y="4738690"/>
            <a:ext cx="835025" cy="750888"/>
            <a:chOff x="528" y="2976"/>
            <a:chExt cx="526" cy="473"/>
          </a:xfrm>
        </p:grpSpPr>
        <p:sp>
          <p:nvSpPr>
            <p:cNvPr id="20" name="Text Box 27"/>
            <p:cNvSpPr txBox="1">
              <a:spLocks noChangeArrowheads="1"/>
            </p:cNvSpPr>
            <p:nvPr/>
          </p:nvSpPr>
          <p:spPr bwMode="auto">
            <a:xfrm>
              <a:off x="864" y="321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21" name="Text Box 29"/>
            <p:cNvSpPr txBox="1">
              <a:spLocks noChangeArrowheads="1"/>
            </p:cNvSpPr>
            <p:nvPr/>
          </p:nvSpPr>
          <p:spPr bwMode="auto">
            <a:xfrm>
              <a:off x="864" y="297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22" name="Line 35"/>
            <p:cNvSpPr>
              <a:spLocks noChangeShapeType="1"/>
            </p:cNvSpPr>
            <p:nvPr/>
          </p:nvSpPr>
          <p:spPr bwMode="auto">
            <a:xfrm>
              <a:off x="528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Line 36"/>
            <p:cNvSpPr>
              <a:spLocks noChangeShapeType="1"/>
            </p:cNvSpPr>
            <p:nvPr/>
          </p:nvSpPr>
          <p:spPr bwMode="auto">
            <a:xfrm>
              <a:off x="528" y="3120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41"/>
          <p:cNvGrpSpPr>
            <a:grpSpLocks/>
          </p:cNvGrpSpPr>
          <p:nvPr/>
        </p:nvGrpSpPr>
        <p:grpSpPr bwMode="auto">
          <a:xfrm>
            <a:off x="6019800" y="4738689"/>
            <a:ext cx="911225" cy="1131888"/>
            <a:chOff x="1104" y="2976"/>
            <a:chExt cx="574" cy="713"/>
          </a:xfrm>
        </p:grpSpPr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488" y="297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1488" y="345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1488" y="321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28" name="Line 38"/>
            <p:cNvSpPr>
              <a:spLocks noChangeShapeType="1"/>
            </p:cNvSpPr>
            <p:nvPr/>
          </p:nvSpPr>
          <p:spPr bwMode="auto">
            <a:xfrm>
              <a:off x="1104" y="307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Line 39"/>
            <p:cNvSpPr>
              <a:spLocks noChangeShapeType="1"/>
            </p:cNvSpPr>
            <p:nvPr/>
          </p:nvSpPr>
          <p:spPr bwMode="auto">
            <a:xfrm>
              <a:off x="1104" y="312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Line 40"/>
            <p:cNvSpPr>
              <a:spLocks noChangeShapeType="1"/>
            </p:cNvSpPr>
            <p:nvPr/>
          </p:nvSpPr>
          <p:spPr bwMode="auto">
            <a:xfrm>
              <a:off x="1104" y="316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45"/>
          <p:cNvGrpSpPr>
            <a:grpSpLocks/>
          </p:cNvGrpSpPr>
          <p:nvPr/>
        </p:nvGrpSpPr>
        <p:grpSpPr bwMode="auto">
          <a:xfrm>
            <a:off x="6019800" y="4967289"/>
            <a:ext cx="911225" cy="1284288"/>
            <a:chOff x="1104" y="3120"/>
            <a:chExt cx="574" cy="809"/>
          </a:xfrm>
        </p:grpSpPr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488" y="369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V="1">
              <a:off x="1104" y="3120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Line 43"/>
            <p:cNvSpPr>
              <a:spLocks noChangeShapeType="1"/>
            </p:cNvSpPr>
            <p:nvPr/>
          </p:nvSpPr>
          <p:spPr bwMode="auto">
            <a:xfrm>
              <a:off x="1104" y="3360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Line 44"/>
            <p:cNvSpPr>
              <a:spLocks noChangeShapeType="1"/>
            </p:cNvSpPr>
            <p:nvPr/>
          </p:nvSpPr>
          <p:spPr bwMode="auto">
            <a:xfrm>
              <a:off x="1104" y="340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47"/>
          <p:cNvGrpSpPr>
            <a:grpSpLocks/>
          </p:cNvGrpSpPr>
          <p:nvPr/>
        </p:nvGrpSpPr>
        <p:grpSpPr bwMode="auto">
          <a:xfrm>
            <a:off x="7010400" y="4738693"/>
            <a:ext cx="987425" cy="369888"/>
            <a:chOff x="1728" y="2976"/>
            <a:chExt cx="622" cy="233"/>
          </a:xfrm>
        </p:grpSpPr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2160" y="2976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38" name="Line 46"/>
            <p:cNvSpPr>
              <a:spLocks noChangeShapeType="1"/>
            </p:cNvSpPr>
            <p:nvPr/>
          </p:nvSpPr>
          <p:spPr bwMode="auto">
            <a:xfrm>
              <a:off x="1728" y="307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Line 48"/>
          <p:cNvSpPr>
            <a:spLocks noChangeShapeType="1"/>
          </p:cNvSpPr>
          <p:nvPr/>
        </p:nvSpPr>
        <p:spPr bwMode="auto">
          <a:xfrm flipV="1">
            <a:off x="7010400" y="4967287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0" name="Group 54"/>
          <p:cNvGrpSpPr>
            <a:grpSpLocks/>
          </p:cNvGrpSpPr>
          <p:nvPr/>
        </p:nvGrpSpPr>
        <p:grpSpPr bwMode="auto">
          <a:xfrm>
            <a:off x="7010400" y="5119689"/>
            <a:ext cx="987425" cy="1512888"/>
            <a:chOff x="1728" y="3312"/>
            <a:chExt cx="622" cy="953"/>
          </a:xfrm>
        </p:grpSpPr>
        <p:sp>
          <p:nvSpPr>
            <p:cNvPr id="41" name="Text Box 25"/>
            <p:cNvSpPr txBox="1">
              <a:spLocks noChangeArrowheads="1"/>
            </p:cNvSpPr>
            <p:nvPr/>
          </p:nvSpPr>
          <p:spPr bwMode="auto">
            <a:xfrm>
              <a:off x="2160" y="3312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42" name="Text Box 32"/>
            <p:cNvSpPr txBox="1">
              <a:spLocks noChangeArrowheads="1"/>
            </p:cNvSpPr>
            <p:nvPr/>
          </p:nvSpPr>
          <p:spPr bwMode="auto">
            <a:xfrm>
              <a:off x="2160" y="3552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43" name="Text Box 33"/>
            <p:cNvSpPr txBox="1">
              <a:spLocks noChangeArrowheads="1"/>
            </p:cNvSpPr>
            <p:nvPr/>
          </p:nvSpPr>
          <p:spPr bwMode="auto">
            <a:xfrm>
              <a:off x="2160" y="4032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9</a:t>
              </a:r>
            </a:p>
          </p:txBody>
        </p:sp>
        <p:sp>
          <p:nvSpPr>
            <p:cNvPr id="44" name="Text Box 34"/>
            <p:cNvSpPr txBox="1">
              <a:spLocks noChangeArrowheads="1"/>
            </p:cNvSpPr>
            <p:nvPr/>
          </p:nvSpPr>
          <p:spPr bwMode="auto">
            <a:xfrm>
              <a:off x="2160" y="3792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7</a:t>
              </a:r>
            </a:p>
          </p:txBody>
        </p:sp>
        <p:sp>
          <p:nvSpPr>
            <p:cNvPr id="45" name="Line 50"/>
            <p:cNvSpPr>
              <a:spLocks noChangeShapeType="1"/>
            </p:cNvSpPr>
            <p:nvPr/>
          </p:nvSpPr>
          <p:spPr bwMode="auto">
            <a:xfrm flipV="1">
              <a:off x="1728" y="3456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Line 51"/>
            <p:cNvSpPr>
              <a:spLocks noChangeShapeType="1"/>
            </p:cNvSpPr>
            <p:nvPr/>
          </p:nvSpPr>
          <p:spPr bwMode="auto">
            <a:xfrm flipV="1">
              <a:off x="1728" y="36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1728" y="3744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Line 53"/>
            <p:cNvSpPr>
              <a:spLocks noChangeShapeType="1"/>
            </p:cNvSpPr>
            <p:nvPr/>
          </p:nvSpPr>
          <p:spPr bwMode="auto">
            <a:xfrm>
              <a:off x="1728" y="3792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Line 55"/>
          <p:cNvSpPr>
            <a:spLocks noChangeShapeType="1"/>
          </p:cNvSpPr>
          <p:nvPr/>
        </p:nvSpPr>
        <p:spPr bwMode="auto">
          <a:xfrm flipV="1">
            <a:off x="7010400" y="5043487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0" name="Group 62"/>
          <p:cNvGrpSpPr>
            <a:grpSpLocks/>
          </p:cNvGrpSpPr>
          <p:nvPr/>
        </p:nvGrpSpPr>
        <p:grpSpPr bwMode="auto">
          <a:xfrm>
            <a:off x="8839200" y="1690688"/>
            <a:ext cx="3200400" cy="3819525"/>
            <a:chOff x="2880" y="1035"/>
            <a:chExt cx="2016" cy="2406"/>
          </a:xfrm>
        </p:grpSpPr>
        <p:sp>
          <p:nvSpPr>
            <p:cNvPr id="51" name="Text Box 15"/>
            <p:cNvSpPr txBox="1">
              <a:spLocks noChangeArrowheads="1"/>
            </p:cNvSpPr>
            <p:nvPr/>
          </p:nvSpPr>
          <p:spPr bwMode="auto">
            <a:xfrm>
              <a:off x="3168" y="1056"/>
              <a:ext cx="1707" cy="2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>
                  <a:latin typeface="Tahoma" panose="020B0604030504040204" pitchFamily="34" charset="0"/>
                </a:rPr>
                <a:t>       r         b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2,4       5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4,6       1,3,5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2,6       5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2,8       1,5,7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2,4,6,8  1,3,7,9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2,8        3,5,9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4,8        5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4,6        5,7,9</a:t>
              </a:r>
            </a:p>
            <a:p>
              <a:pPr>
                <a:buFontTx/>
                <a:buAutoNum type="arabicPlain"/>
              </a:pPr>
              <a:r>
                <a:rPr lang="en-US">
                  <a:latin typeface="Tahoma" panose="020B0604030504040204" pitchFamily="34" charset="0"/>
                </a:rPr>
                <a:t>6,8        5</a:t>
              </a:r>
            </a:p>
          </p:txBody>
        </p:sp>
        <p:sp>
          <p:nvSpPr>
            <p:cNvPr id="52" name="Rectangle 16"/>
            <p:cNvSpPr>
              <a:spLocks noChangeArrowheads="1"/>
            </p:cNvSpPr>
            <p:nvPr/>
          </p:nvSpPr>
          <p:spPr bwMode="auto">
            <a:xfrm>
              <a:off x="3120" y="1035"/>
              <a:ext cx="1776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Line 17"/>
            <p:cNvSpPr>
              <a:spLocks noChangeShapeType="1"/>
            </p:cNvSpPr>
            <p:nvPr/>
          </p:nvSpPr>
          <p:spPr bwMode="auto">
            <a:xfrm>
              <a:off x="3408" y="1035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Line 18"/>
            <p:cNvSpPr>
              <a:spLocks noChangeShapeType="1"/>
            </p:cNvSpPr>
            <p:nvPr/>
          </p:nvSpPr>
          <p:spPr bwMode="auto">
            <a:xfrm>
              <a:off x="4128" y="1035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Line 19"/>
            <p:cNvSpPr>
              <a:spLocks noChangeShapeType="1"/>
            </p:cNvSpPr>
            <p:nvPr/>
          </p:nvSpPr>
          <p:spPr bwMode="auto">
            <a:xfrm>
              <a:off x="3120" y="1323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Line 57"/>
            <p:cNvSpPr>
              <a:spLocks noChangeShapeType="1"/>
            </p:cNvSpPr>
            <p:nvPr/>
          </p:nvSpPr>
          <p:spPr bwMode="auto">
            <a:xfrm>
              <a:off x="2880" y="14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 Box 58"/>
            <p:cNvSpPr txBox="1">
              <a:spLocks noChangeArrowheads="1"/>
            </p:cNvSpPr>
            <p:nvPr/>
          </p:nvSpPr>
          <p:spPr bwMode="auto">
            <a:xfrm>
              <a:off x="2880" y="3168"/>
              <a:ext cx="1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*</a:t>
              </a:r>
            </a:p>
          </p:txBody>
        </p:sp>
      </p:grpSp>
      <p:grpSp>
        <p:nvGrpSpPr>
          <p:cNvPr id="58" name="Group 61"/>
          <p:cNvGrpSpPr>
            <a:grpSpLocks/>
          </p:cNvGrpSpPr>
          <p:nvPr/>
        </p:nvGrpSpPr>
        <p:grpSpPr bwMode="auto">
          <a:xfrm>
            <a:off x="8153401" y="6186495"/>
            <a:ext cx="3430588" cy="369888"/>
            <a:chOff x="2448" y="3888"/>
            <a:chExt cx="2161" cy="233"/>
          </a:xfrm>
        </p:grpSpPr>
        <p:sp>
          <p:nvSpPr>
            <p:cNvPr id="59" name="Text Box 59"/>
            <p:cNvSpPr txBox="1">
              <a:spLocks noChangeArrowheads="1"/>
            </p:cNvSpPr>
            <p:nvPr/>
          </p:nvSpPr>
          <p:spPr bwMode="auto">
            <a:xfrm>
              <a:off x="2592" y="3888"/>
              <a:ext cx="20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Accept, since final state reached</a:t>
              </a:r>
            </a:p>
          </p:txBody>
        </p:sp>
        <p:sp>
          <p:nvSpPr>
            <p:cNvPr id="60" name="Line 60"/>
            <p:cNvSpPr>
              <a:spLocks noChangeShapeType="1"/>
            </p:cNvSpPr>
            <p:nvPr/>
          </p:nvSpPr>
          <p:spPr bwMode="auto">
            <a:xfrm flipH="1">
              <a:off x="2448" y="403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874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– Construction of NFA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71579" cy="491636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Construct NFA for set of all strings {0, 1} that end with string </a:t>
            </a:r>
            <a:r>
              <a:rPr lang="en-IN" dirty="0">
                <a:solidFill>
                  <a:srgbClr val="FF0000"/>
                </a:solidFill>
              </a:rPr>
              <a:t>00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0099"/>
                </a:solidFill>
              </a:rPr>
              <a:t>Soln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sz="2400" dirty="0"/>
              <a:t>Step 1: Language, L = {w | w is set of all strings that end with string 00}</a:t>
            </a:r>
          </a:p>
          <a:p>
            <a:pPr marL="0" indent="0">
              <a:buNone/>
            </a:pPr>
            <a:r>
              <a:rPr lang="en-IN" sz="2400" dirty="0"/>
              <a:t>Step 2: Alphabet, </a:t>
            </a:r>
            <a:r>
              <a:rPr lang="en-IN" sz="2400" dirty="0">
                <a:sym typeface="Symbol" panose="05050102010706020507" pitchFamily="18" charset="2"/>
              </a:rPr>
              <a:t> = {0, 1}</a:t>
            </a: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3: Transition Diagram</a:t>
            </a: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4: NFA, N = [{q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1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}, {0, 1}, , 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{q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}]</a:t>
            </a:r>
            <a:endParaRPr lang="en-IN" sz="2400" baseline="-25000" dirty="0"/>
          </a:p>
          <a:p>
            <a:pPr marL="0" indent="0">
              <a:buNone/>
            </a:pPr>
            <a:endParaRPr lang="en-IN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47507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D872-239D-FE68-258E-688906CEE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070EF-8085-853B-9DEE-5811F046C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nfa</a:t>
            </a:r>
            <a:r>
              <a:rPr lang="en-IN" dirty="0"/>
              <a:t> for the same is: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92F94-7892-85F5-20B7-3EE52E1E5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829" y="2863821"/>
            <a:ext cx="3740342" cy="113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328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100" y="91025"/>
            <a:ext cx="10515600" cy="1136711"/>
          </a:xfrm>
        </p:spPr>
        <p:txBody>
          <a:bodyPr/>
          <a:lstStyle/>
          <a:p>
            <a:r>
              <a:rPr lang="en-IN" dirty="0"/>
              <a:t>Problems – Construction of NFA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110" y="1416191"/>
            <a:ext cx="10871579" cy="49163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IN" dirty="0"/>
              <a:t>Construct NFA with </a:t>
            </a:r>
            <a:r>
              <a:rPr lang="en-IN" dirty="0" err="1">
                <a:solidFill>
                  <a:srgbClr val="FF0000"/>
                </a:solidFill>
              </a:rPr>
              <a:t>abb</a:t>
            </a:r>
            <a:r>
              <a:rPr lang="en-IN" dirty="0"/>
              <a:t> as substring.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000099"/>
                </a:solidFill>
              </a:rPr>
              <a:t>Soln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sz="2400" dirty="0"/>
              <a:t>Step 1: Language, L = {x | x is set of all strings with </a:t>
            </a:r>
            <a:r>
              <a:rPr lang="en-IN" sz="2400" dirty="0" err="1"/>
              <a:t>abb</a:t>
            </a:r>
            <a:r>
              <a:rPr lang="en-IN" sz="2400" dirty="0"/>
              <a:t> as substring}</a:t>
            </a:r>
          </a:p>
          <a:p>
            <a:pPr marL="0" indent="0">
              <a:buNone/>
            </a:pPr>
            <a:r>
              <a:rPr lang="en-IN" sz="2400" dirty="0"/>
              <a:t>Step 2: Alphabet, </a:t>
            </a:r>
            <a:r>
              <a:rPr lang="en-IN" sz="2400" dirty="0">
                <a:sym typeface="Symbol" panose="05050102010706020507" pitchFamily="18" charset="2"/>
              </a:rPr>
              <a:t> = {a, b}</a:t>
            </a: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3: Transition Diagram</a:t>
            </a: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4: NFA, N = [{q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1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 , q</a:t>
            </a:r>
            <a:r>
              <a:rPr lang="en-IN" sz="2400" baseline="-25000" dirty="0">
                <a:sym typeface="Symbol" panose="05050102010706020507" pitchFamily="18" charset="2"/>
              </a:rPr>
              <a:t>3</a:t>
            </a:r>
            <a:r>
              <a:rPr lang="en-IN" sz="2400" dirty="0">
                <a:sym typeface="Symbol" panose="05050102010706020507" pitchFamily="18" charset="2"/>
              </a:rPr>
              <a:t>}, {a, b}, , 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{q</a:t>
            </a:r>
            <a:r>
              <a:rPr lang="en-IN" sz="2400" baseline="-25000" dirty="0">
                <a:sym typeface="Symbol" panose="05050102010706020507" pitchFamily="18" charset="2"/>
              </a:rPr>
              <a:t>3</a:t>
            </a:r>
            <a:r>
              <a:rPr lang="en-IN" sz="2400" dirty="0">
                <a:sym typeface="Symbol" panose="05050102010706020507" pitchFamily="18" charset="2"/>
              </a:rPr>
              <a:t>}]</a:t>
            </a:r>
            <a:endParaRPr lang="en-IN" sz="2400" baseline="-25000" dirty="0"/>
          </a:p>
          <a:p>
            <a:pPr marL="0" indent="0">
              <a:buNone/>
            </a:pPr>
            <a:endParaRPr lang="en-IN" sz="2400" baseline="-25000" dirty="0"/>
          </a:p>
        </p:txBody>
      </p:sp>
      <p:sp>
        <p:nvSpPr>
          <p:cNvPr id="4" name="Oval 3"/>
          <p:cNvSpPr/>
          <p:nvPr/>
        </p:nvSpPr>
        <p:spPr>
          <a:xfrm>
            <a:off x="2243492" y="4416405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4540012" y="4416405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9094010" y="4431574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>
            <a:endCxn id="4" idx="2"/>
          </p:cNvCxnSpPr>
          <p:nvPr/>
        </p:nvCxnSpPr>
        <p:spPr>
          <a:xfrm>
            <a:off x="1675973" y="4873605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3157892" y="4873605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454412" y="4873605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70210" y="4498675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5996" y="450427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7762" y="4436805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5101" y="4483506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a</a:t>
            </a:r>
          </a:p>
        </p:txBody>
      </p:sp>
      <p:sp>
        <p:nvSpPr>
          <p:cNvPr id="16" name="Freeform 15"/>
          <p:cNvSpPr/>
          <p:nvPr/>
        </p:nvSpPr>
        <p:spPr>
          <a:xfrm>
            <a:off x="9708587" y="4299656"/>
            <a:ext cx="354958" cy="448430"/>
          </a:xfrm>
          <a:custGeom>
            <a:avLst/>
            <a:gdLst>
              <a:gd name="connsiteX0" fmla="*/ 0 w 354958"/>
              <a:gd name="connsiteY0" fmla="*/ 123743 h 448430"/>
              <a:gd name="connsiteX1" fmla="*/ 341194 w 354958"/>
              <a:gd name="connsiteY1" fmla="*/ 14561 h 448430"/>
              <a:gd name="connsiteX2" fmla="*/ 286603 w 354958"/>
              <a:gd name="connsiteY2" fmla="*/ 410346 h 448430"/>
              <a:gd name="connsiteX3" fmla="*/ 272955 w 354958"/>
              <a:gd name="connsiteY3" fmla="*/ 410346 h 44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958" h="448430">
                <a:moveTo>
                  <a:pt x="0" y="123743"/>
                </a:moveTo>
                <a:cubicBezTo>
                  <a:pt x="146713" y="45268"/>
                  <a:pt x="293427" y="-33206"/>
                  <a:pt x="341194" y="14561"/>
                </a:cubicBezTo>
                <a:cubicBezTo>
                  <a:pt x="388961" y="62328"/>
                  <a:pt x="297976" y="344382"/>
                  <a:pt x="286603" y="410346"/>
                </a:cubicBezTo>
                <a:cubicBezTo>
                  <a:pt x="275230" y="476310"/>
                  <a:pt x="274092" y="443328"/>
                  <a:pt x="272955" y="410346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10084611" y="4267308"/>
            <a:ext cx="59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a, b</a:t>
            </a:r>
          </a:p>
        </p:txBody>
      </p:sp>
      <p:sp>
        <p:nvSpPr>
          <p:cNvPr id="20" name="Freeform 19"/>
          <p:cNvSpPr/>
          <p:nvPr/>
        </p:nvSpPr>
        <p:spPr>
          <a:xfrm>
            <a:off x="2402005" y="4119476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2809022" y="4077141"/>
            <a:ext cx="55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a, b</a:t>
            </a:r>
          </a:p>
        </p:txBody>
      </p:sp>
      <p:sp>
        <p:nvSpPr>
          <p:cNvPr id="22" name="Oval 21"/>
          <p:cNvSpPr/>
          <p:nvPr/>
        </p:nvSpPr>
        <p:spPr>
          <a:xfrm>
            <a:off x="6817892" y="440535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732292" y="486255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19218" y="4436808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6401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/>
      <p:bldP spid="12" grpId="0"/>
      <p:bldP spid="13" grpId="0"/>
      <p:bldP spid="16" grpId="0" animBg="1"/>
      <p:bldP spid="17" grpId="0"/>
      <p:bldP spid="20" grpId="0" animBg="1"/>
      <p:bldP spid="21" grpId="0"/>
      <p:bldP spid="22" grpId="0" animBg="1"/>
      <p:bldP spid="2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IN" dirty="0"/>
              <a:t>Construct NFA with 101 as substring.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rabicPeriod" startAt="4"/>
            </a:pPr>
            <a:r>
              <a:rPr lang="en-IN" dirty="0"/>
              <a:t>Construct NFA for set of all strings that ends with three consecutive 1’s at its end.</a:t>
            </a:r>
          </a:p>
        </p:txBody>
      </p:sp>
      <p:sp>
        <p:nvSpPr>
          <p:cNvPr id="4" name="Oval 3"/>
          <p:cNvSpPr/>
          <p:nvPr/>
        </p:nvSpPr>
        <p:spPr>
          <a:xfrm>
            <a:off x="2107014" y="291515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4403534" y="291515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8957532" y="293032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>
            <a:endCxn id="4" idx="2"/>
          </p:cNvCxnSpPr>
          <p:nvPr/>
        </p:nvCxnSpPr>
        <p:spPr>
          <a:xfrm>
            <a:off x="1539495" y="3372351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3021414" y="337235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317934" y="337235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033732" y="2997421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9518" y="300301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284" y="293555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8623" y="298225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4" name="Freeform 13"/>
          <p:cNvSpPr/>
          <p:nvPr/>
        </p:nvSpPr>
        <p:spPr>
          <a:xfrm>
            <a:off x="9572109" y="2798402"/>
            <a:ext cx="354958" cy="448430"/>
          </a:xfrm>
          <a:custGeom>
            <a:avLst/>
            <a:gdLst>
              <a:gd name="connsiteX0" fmla="*/ 0 w 354958"/>
              <a:gd name="connsiteY0" fmla="*/ 123743 h 448430"/>
              <a:gd name="connsiteX1" fmla="*/ 341194 w 354958"/>
              <a:gd name="connsiteY1" fmla="*/ 14561 h 448430"/>
              <a:gd name="connsiteX2" fmla="*/ 286603 w 354958"/>
              <a:gd name="connsiteY2" fmla="*/ 410346 h 448430"/>
              <a:gd name="connsiteX3" fmla="*/ 272955 w 354958"/>
              <a:gd name="connsiteY3" fmla="*/ 410346 h 44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958" h="448430">
                <a:moveTo>
                  <a:pt x="0" y="123743"/>
                </a:moveTo>
                <a:cubicBezTo>
                  <a:pt x="146713" y="45268"/>
                  <a:pt x="293427" y="-33206"/>
                  <a:pt x="341194" y="14561"/>
                </a:cubicBezTo>
                <a:cubicBezTo>
                  <a:pt x="388961" y="62328"/>
                  <a:pt x="297976" y="344382"/>
                  <a:pt x="286603" y="410346"/>
                </a:cubicBezTo>
                <a:cubicBezTo>
                  <a:pt x="275230" y="476310"/>
                  <a:pt x="274092" y="443328"/>
                  <a:pt x="272955" y="410346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9948133" y="2766054"/>
            <a:ext cx="59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1, 0</a:t>
            </a:r>
          </a:p>
        </p:txBody>
      </p:sp>
      <p:sp>
        <p:nvSpPr>
          <p:cNvPr id="16" name="Freeform 15"/>
          <p:cNvSpPr/>
          <p:nvPr/>
        </p:nvSpPr>
        <p:spPr>
          <a:xfrm>
            <a:off x="2265527" y="2618222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672544" y="2575887"/>
            <a:ext cx="55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1, 0</a:t>
            </a:r>
          </a:p>
        </p:txBody>
      </p:sp>
      <p:sp>
        <p:nvSpPr>
          <p:cNvPr id="18" name="Oval 17"/>
          <p:cNvSpPr/>
          <p:nvPr/>
        </p:nvSpPr>
        <p:spPr>
          <a:xfrm>
            <a:off x="6681414" y="290409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7595814" y="3361297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82740" y="2935554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2316991" y="569343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22" name="Oval 21"/>
          <p:cNvSpPr/>
          <p:nvPr/>
        </p:nvSpPr>
        <p:spPr>
          <a:xfrm>
            <a:off x="4613511" y="569343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9167509" y="570860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24" name="Straight Arrow Connector 23"/>
          <p:cNvCxnSpPr>
            <a:endCxn id="21" idx="2"/>
          </p:cNvCxnSpPr>
          <p:nvPr/>
        </p:nvCxnSpPr>
        <p:spPr>
          <a:xfrm>
            <a:off x="1749472" y="6150633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1" idx="6"/>
            <a:endCxn id="22" idx="2"/>
          </p:cNvCxnSpPr>
          <p:nvPr/>
        </p:nvCxnSpPr>
        <p:spPr>
          <a:xfrm>
            <a:off x="3231391" y="6150633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527911" y="6150633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243709" y="5775703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9495" y="57813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1261" y="5713833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8600" y="5760534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1" name="Freeform 30"/>
          <p:cNvSpPr/>
          <p:nvPr/>
        </p:nvSpPr>
        <p:spPr>
          <a:xfrm>
            <a:off x="9782086" y="5576684"/>
            <a:ext cx="354958" cy="448430"/>
          </a:xfrm>
          <a:custGeom>
            <a:avLst/>
            <a:gdLst>
              <a:gd name="connsiteX0" fmla="*/ 0 w 354958"/>
              <a:gd name="connsiteY0" fmla="*/ 123743 h 448430"/>
              <a:gd name="connsiteX1" fmla="*/ 341194 w 354958"/>
              <a:gd name="connsiteY1" fmla="*/ 14561 h 448430"/>
              <a:gd name="connsiteX2" fmla="*/ 286603 w 354958"/>
              <a:gd name="connsiteY2" fmla="*/ 410346 h 448430"/>
              <a:gd name="connsiteX3" fmla="*/ 272955 w 354958"/>
              <a:gd name="connsiteY3" fmla="*/ 410346 h 44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958" h="448430">
                <a:moveTo>
                  <a:pt x="0" y="123743"/>
                </a:moveTo>
                <a:cubicBezTo>
                  <a:pt x="146713" y="45268"/>
                  <a:pt x="293427" y="-33206"/>
                  <a:pt x="341194" y="14561"/>
                </a:cubicBezTo>
                <a:cubicBezTo>
                  <a:pt x="388961" y="62328"/>
                  <a:pt x="297976" y="344382"/>
                  <a:pt x="286603" y="410346"/>
                </a:cubicBezTo>
                <a:cubicBezTo>
                  <a:pt x="275230" y="476310"/>
                  <a:pt x="274092" y="443328"/>
                  <a:pt x="272955" y="410346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/>
          <p:cNvSpPr txBox="1"/>
          <p:nvPr/>
        </p:nvSpPr>
        <p:spPr>
          <a:xfrm>
            <a:off x="10158110" y="5544336"/>
            <a:ext cx="59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3" name="Freeform 32"/>
          <p:cNvSpPr/>
          <p:nvPr/>
        </p:nvSpPr>
        <p:spPr>
          <a:xfrm>
            <a:off x="2475504" y="5396504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2882521" y="5354169"/>
            <a:ext cx="55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1, 0</a:t>
            </a:r>
          </a:p>
        </p:txBody>
      </p:sp>
      <p:sp>
        <p:nvSpPr>
          <p:cNvPr id="35" name="Oval 34"/>
          <p:cNvSpPr/>
          <p:nvPr/>
        </p:nvSpPr>
        <p:spPr>
          <a:xfrm>
            <a:off x="6891391" y="5682379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7805791" y="6139579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92717" y="5713836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783068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378" y="231794"/>
            <a:ext cx="10515600" cy="813119"/>
          </a:xfrm>
        </p:spPr>
        <p:txBody>
          <a:bodyPr>
            <a:normAutofit/>
          </a:bodyPr>
          <a:lstStyle/>
          <a:p>
            <a:r>
              <a:rPr lang="en-IN" sz="4000" dirty="0"/>
              <a:t>Problem 1 – Checking acceptance of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5721"/>
            <a:ext cx="10515600" cy="5515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Construct an NFA for the set of strings with {0, 1} ending with 01 and draw the transition table for the same and check whether the input string 00101 is accepted by NFA.</a:t>
            </a:r>
          </a:p>
          <a:p>
            <a:pPr marL="0" indent="0">
              <a:buNone/>
            </a:pPr>
            <a:r>
              <a:rPr lang="en-IN" sz="2400" dirty="0" err="1">
                <a:solidFill>
                  <a:srgbClr val="FF0000"/>
                </a:solidFill>
              </a:rPr>
              <a:t>Soln</a:t>
            </a:r>
            <a:r>
              <a:rPr lang="en-IN" sz="2400" dirty="0"/>
              <a:t>: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99"/>
                </a:solidFill>
              </a:rPr>
              <a:t>Step 1:</a:t>
            </a:r>
            <a:r>
              <a:rPr lang="en-IN" sz="2400" dirty="0"/>
              <a:t> Language, L = {x | x is set of all strings ending with 01}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99"/>
                </a:solidFill>
              </a:rPr>
              <a:t>Step 2:</a:t>
            </a:r>
            <a:r>
              <a:rPr lang="en-IN" sz="2400" dirty="0"/>
              <a:t> Alphabet, </a:t>
            </a:r>
            <a:r>
              <a:rPr lang="en-IN" sz="2400" dirty="0">
                <a:sym typeface="Symbol" panose="05050102010706020507" pitchFamily="18" charset="2"/>
              </a:rPr>
              <a:t> = {0, 1}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0099"/>
                </a:solidFill>
                <a:sym typeface="Symbol" panose="05050102010706020507" pitchFamily="18" charset="2"/>
              </a:rPr>
              <a:t>Step 3:</a:t>
            </a:r>
            <a:r>
              <a:rPr lang="en-IN" sz="2400" dirty="0">
                <a:sym typeface="Symbol" panose="05050102010706020507" pitchFamily="18" charset="2"/>
              </a:rPr>
              <a:t> Transition Diagram</a:t>
            </a: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000099"/>
                </a:solidFill>
                <a:sym typeface="Symbol" panose="05050102010706020507" pitchFamily="18" charset="2"/>
              </a:rPr>
              <a:t>Step 4: </a:t>
            </a:r>
            <a:r>
              <a:rPr lang="en-IN" sz="2400" dirty="0">
                <a:sym typeface="Symbol" panose="05050102010706020507" pitchFamily="18" charset="2"/>
              </a:rPr>
              <a:t>NFA, N = [{q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1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}, {a, b}, , 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{q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}]</a:t>
            </a:r>
            <a:endParaRPr lang="en-IN" sz="2400" baseline="-25000" dirty="0"/>
          </a:p>
          <a:p>
            <a:pPr marL="0" indent="0">
              <a:buNone/>
            </a:pPr>
            <a:endParaRPr lang="en-IN" sz="2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2107442" y="4295506"/>
            <a:ext cx="6271856" cy="1757933"/>
            <a:chOff x="2107442" y="4295506"/>
            <a:chExt cx="6271856" cy="1757933"/>
          </a:xfrm>
        </p:grpSpPr>
        <p:sp>
          <p:nvSpPr>
            <p:cNvPr id="4" name="Oval 3"/>
            <p:cNvSpPr/>
            <p:nvPr/>
          </p:nvSpPr>
          <p:spPr>
            <a:xfrm>
              <a:off x="2884938" y="463477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</a:t>
              </a:r>
              <a:r>
                <a:rPr lang="en-IN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0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5181458" y="463477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</a:t>
              </a:r>
              <a:r>
                <a:rPr lang="en-IN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7464898" y="463477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atin typeface="Palatino Linotype" panose="02040502050505030304" pitchFamily="18" charset="0"/>
              </a:endParaRPr>
            </a:p>
          </p:txBody>
        </p:sp>
        <p:cxnSp>
          <p:nvCxnSpPr>
            <p:cNvPr id="7" name="Straight Arrow Connector 6"/>
            <p:cNvCxnSpPr>
              <a:endCxn id="4" idx="2"/>
            </p:cNvCxnSpPr>
            <p:nvPr/>
          </p:nvCxnSpPr>
          <p:spPr>
            <a:xfrm>
              <a:off x="2317419" y="5091970"/>
              <a:ext cx="56751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4" idx="6"/>
              <a:endCxn id="5" idx="2"/>
            </p:cNvCxnSpPr>
            <p:nvPr/>
          </p:nvCxnSpPr>
          <p:spPr>
            <a:xfrm>
              <a:off x="3799338" y="5091970"/>
              <a:ext cx="13821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6095858" y="5091970"/>
              <a:ext cx="13821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7541098" y="4701871"/>
              <a:ext cx="762000" cy="7801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</a:t>
              </a:r>
              <a:r>
                <a:rPr lang="en-IN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07442" y="4722637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start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49208" y="4655170"/>
              <a:ext cx="289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36547" y="4701871"/>
              <a:ext cx="289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</a:t>
              </a:r>
            </a:p>
          </p:txBody>
        </p:sp>
        <p:sp>
          <p:nvSpPr>
            <p:cNvPr id="14" name="Freeform 13"/>
            <p:cNvSpPr/>
            <p:nvPr/>
          </p:nvSpPr>
          <p:spPr>
            <a:xfrm>
              <a:off x="3548418" y="5554643"/>
              <a:ext cx="4326340" cy="245660"/>
            </a:xfrm>
            <a:custGeom>
              <a:avLst/>
              <a:gdLst>
                <a:gd name="connsiteX0" fmla="*/ 4326340 w 4326340"/>
                <a:gd name="connsiteY0" fmla="*/ 13648 h 245660"/>
                <a:gd name="connsiteX1" fmla="*/ 3875964 w 4326340"/>
                <a:gd name="connsiteY1" fmla="*/ 27295 h 245660"/>
                <a:gd name="connsiteX2" fmla="*/ 3766782 w 4326340"/>
                <a:gd name="connsiteY2" fmla="*/ 40943 h 245660"/>
                <a:gd name="connsiteX3" fmla="*/ 3630305 w 4326340"/>
                <a:gd name="connsiteY3" fmla="*/ 54591 h 245660"/>
                <a:gd name="connsiteX4" fmla="*/ 3398293 w 4326340"/>
                <a:gd name="connsiteY4" fmla="*/ 95534 h 245660"/>
                <a:gd name="connsiteX5" fmla="*/ 3275463 w 4326340"/>
                <a:gd name="connsiteY5" fmla="*/ 122830 h 245660"/>
                <a:gd name="connsiteX6" fmla="*/ 3166281 w 4326340"/>
                <a:gd name="connsiteY6" fmla="*/ 150125 h 245660"/>
                <a:gd name="connsiteX7" fmla="*/ 2947917 w 4326340"/>
                <a:gd name="connsiteY7" fmla="*/ 177421 h 245660"/>
                <a:gd name="connsiteX8" fmla="*/ 2825087 w 4326340"/>
                <a:gd name="connsiteY8" fmla="*/ 204716 h 245660"/>
                <a:gd name="connsiteX9" fmla="*/ 2442949 w 4326340"/>
                <a:gd name="connsiteY9" fmla="*/ 245660 h 245660"/>
                <a:gd name="connsiteX10" fmla="*/ 614149 w 4326340"/>
                <a:gd name="connsiteY10" fmla="*/ 232012 h 245660"/>
                <a:gd name="connsiteX11" fmla="*/ 573206 w 4326340"/>
                <a:gd name="connsiteY11" fmla="*/ 218364 h 245660"/>
                <a:gd name="connsiteX12" fmla="*/ 464024 w 4326340"/>
                <a:gd name="connsiteY12" fmla="*/ 177421 h 245660"/>
                <a:gd name="connsiteX13" fmla="*/ 395785 w 4326340"/>
                <a:gd name="connsiteY13" fmla="*/ 163773 h 245660"/>
                <a:gd name="connsiteX14" fmla="*/ 341194 w 4326340"/>
                <a:gd name="connsiteY14" fmla="*/ 136477 h 245660"/>
                <a:gd name="connsiteX15" fmla="*/ 286603 w 4326340"/>
                <a:gd name="connsiteY15" fmla="*/ 122830 h 245660"/>
                <a:gd name="connsiteX16" fmla="*/ 245660 w 4326340"/>
                <a:gd name="connsiteY16" fmla="*/ 95534 h 245660"/>
                <a:gd name="connsiteX17" fmla="*/ 163773 w 4326340"/>
                <a:gd name="connsiteY17" fmla="*/ 68239 h 245660"/>
                <a:gd name="connsiteX18" fmla="*/ 122830 w 4326340"/>
                <a:gd name="connsiteY18" fmla="*/ 54591 h 245660"/>
                <a:gd name="connsiteX19" fmla="*/ 40943 w 4326340"/>
                <a:gd name="connsiteY19" fmla="*/ 13648 h 245660"/>
                <a:gd name="connsiteX20" fmla="*/ 0 w 4326340"/>
                <a:gd name="connsiteY20" fmla="*/ 0 h 245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26340" h="245660">
                  <a:moveTo>
                    <a:pt x="4326340" y="13648"/>
                  </a:moveTo>
                  <a:lnTo>
                    <a:pt x="3875964" y="27295"/>
                  </a:lnTo>
                  <a:cubicBezTo>
                    <a:pt x="3839330" y="29082"/>
                    <a:pt x="3803235" y="36893"/>
                    <a:pt x="3766782" y="40943"/>
                  </a:cubicBezTo>
                  <a:cubicBezTo>
                    <a:pt x="3721342" y="45992"/>
                    <a:pt x="3675797" y="50042"/>
                    <a:pt x="3630305" y="54591"/>
                  </a:cubicBezTo>
                  <a:cubicBezTo>
                    <a:pt x="3277634" y="132961"/>
                    <a:pt x="3718774" y="38978"/>
                    <a:pt x="3398293" y="95534"/>
                  </a:cubicBezTo>
                  <a:cubicBezTo>
                    <a:pt x="3356989" y="102823"/>
                    <a:pt x="3316290" y="113224"/>
                    <a:pt x="3275463" y="122830"/>
                  </a:cubicBezTo>
                  <a:cubicBezTo>
                    <a:pt x="3238946" y="131422"/>
                    <a:pt x="3203285" y="143958"/>
                    <a:pt x="3166281" y="150125"/>
                  </a:cubicBezTo>
                  <a:cubicBezTo>
                    <a:pt x="3093925" y="162184"/>
                    <a:pt x="3019525" y="161508"/>
                    <a:pt x="2947917" y="177421"/>
                  </a:cubicBezTo>
                  <a:cubicBezTo>
                    <a:pt x="2906974" y="186519"/>
                    <a:pt x="2866576" y="198569"/>
                    <a:pt x="2825087" y="204716"/>
                  </a:cubicBezTo>
                  <a:cubicBezTo>
                    <a:pt x="2757906" y="214669"/>
                    <a:pt x="2537154" y="236239"/>
                    <a:pt x="2442949" y="245660"/>
                  </a:cubicBezTo>
                  <a:lnTo>
                    <a:pt x="614149" y="232012"/>
                  </a:lnTo>
                  <a:cubicBezTo>
                    <a:pt x="599765" y="231802"/>
                    <a:pt x="587038" y="222316"/>
                    <a:pt x="573206" y="218364"/>
                  </a:cubicBezTo>
                  <a:cubicBezTo>
                    <a:pt x="212792" y="115386"/>
                    <a:pt x="845694" y="304643"/>
                    <a:pt x="464024" y="177421"/>
                  </a:cubicBezTo>
                  <a:cubicBezTo>
                    <a:pt x="442018" y="170086"/>
                    <a:pt x="418531" y="168322"/>
                    <a:pt x="395785" y="163773"/>
                  </a:cubicBezTo>
                  <a:cubicBezTo>
                    <a:pt x="377588" y="154674"/>
                    <a:pt x="360244" y="143621"/>
                    <a:pt x="341194" y="136477"/>
                  </a:cubicBezTo>
                  <a:cubicBezTo>
                    <a:pt x="323631" y="129891"/>
                    <a:pt x="303843" y="130219"/>
                    <a:pt x="286603" y="122830"/>
                  </a:cubicBezTo>
                  <a:cubicBezTo>
                    <a:pt x="271527" y="116369"/>
                    <a:pt x="260649" y="102196"/>
                    <a:pt x="245660" y="95534"/>
                  </a:cubicBezTo>
                  <a:cubicBezTo>
                    <a:pt x="219368" y="83849"/>
                    <a:pt x="191069" y="77337"/>
                    <a:pt x="163773" y="68239"/>
                  </a:cubicBezTo>
                  <a:lnTo>
                    <a:pt x="122830" y="54591"/>
                  </a:lnTo>
                  <a:cubicBezTo>
                    <a:pt x="19919" y="20287"/>
                    <a:pt x="146770" y="66561"/>
                    <a:pt x="40943" y="13648"/>
                  </a:cubicBezTo>
                  <a:cubicBezTo>
                    <a:pt x="28076" y="7214"/>
                    <a:pt x="0" y="0"/>
                    <a:pt x="0" y="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49207" y="5684107"/>
              <a:ext cx="538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0, 1</a:t>
              </a:r>
            </a:p>
          </p:txBody>
        </p:sp>
        <p:sp>
          <p:nvSpPr>
            <p:cNvPr id="20" name="Freeform 19"/>
            <p:cNvSpPr/>
            <p:nvPr/>
          </p:nvSpPr>
          <p:spPr>
            <a:xfrm>
              <a:off x="3043451" y="4337841"/>
              <a:ext cx="423081" cy="438879"/>
            </a:xfrm>
            <a:custGeom>
              <a:avLst/>
              <a:gdLst>
                <a:gd name="connsiteX0" fmla="*/ 423081 w 423081"/>
                <a:gd name="connsiteY0" fmla="*/ 302402 h 438879"/>
                <a:gd name="connsiteX1" fmla="*/ 95534 w 423081"/>
                <a:gd name="connsiteY1" fmla="*/ 2151 h 438879"/>
                <a:gd name="connsiteX2" fmla="*/ 0 w 423081"/>
                <a:gd name="connsiteY2" fmla="*/ 438879 h 438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081" h="438879">
                  <a:moveTo>
                    <a:pt x="423081" y="302402"/>
                  </a:moveTo>
                  <a:cubicBezTo>
                    <a:pt x="294564" y="140903"/>
                    <a:pt x="166047" y="-20595"/>
                    <a:pt x="95534" y="2151"/>
                  </a:cubicBezTo>
                  <a:cubicBezTo>
                    <a:pt x="25021" y="24897"/>
                    <a:pt x="12510" y="231888"/>
                    <a:pt x="0" y="438879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50468" y="4295506"/>
              <a:ext cx="554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0, 1</a:t>
              </a:r>
            </a:p>
          </p:txBody>
        </p:sp>
        <p:sp>
          <p:nvSpPr>
            <p:cNvPr id="22" name="Freeform 21"/>
            <p:cNvSpPr/>
            <p:nvPr/>
          </p:nvSpPr>
          <p:spPr>
            <a:xfrm>
              <a:off x="5283959" y="4355195"/>
              <a:ext cx="423081" cy="438879"/>
            </a:xfrm>
            <a:custGeom>
              <a:avLst/>
              <a:gdLst>
                <a:gd name="connsiteX0" fmla="*/ 423081 w 423081"/>
                <a:gd name="connsiteY0" fmla="*/ 302402 h 438879"/>
                <a:gd name="connsiteX1" fmla="*/ 95534 w 423081"/>
                <a:gd name="connsiteY1" fmla="*/ 2151 h 438879"/>
                <a:gd name="connsiteX2" fmla="*/ 0 w 423081"/>
                <a:gd name="connsiteY2" fmla="*/ 438879 h 438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081" h="438879">
                  <a:moveTo>
                    <a:pt x="423081" y="302402"/>
                  </a:moveTo>
                  <a:cubicBezTo>
                    <a:pt x="294564" y="140903"/>
                    <a:pt x="166047" y="-20595"/>
                    <a:pt x="95534" y="2151"/>
                  </a:cubicBezTo>
                  <a:cubicBezTo>
                    <a:pt x="25021" y="24897"/>
                    <a:pt x="12510" y="231888"/>
                    <a:pt x="0" y="438879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690976" y="4312860"/>
              <a:ext cx="554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48421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6287"/>
          </a:xfrm>
        </p:spPr>
        <p:txBody>
          <a:bodyPr>
            <a:normAutofit/>
          </a:bodyPr>
          <a:lstStyle/>
          <a:p>
            <a:r>
              <a:rPr lang="en-IN" sz="4000" dirty="0" err="1"/>
              <a:t>Cont</a:t>
            </a:r>
            <a:r>
              <a:rPr lang="en-IN" sz="4000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5219"/>
            <a:ext cx="10515600" cy="59367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Step 5: </a:t>
            </a:r>
            <a:r>
              <a:rPr lang="en-IN" dirty="0"/>
              <a:t>Input String = 00101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ym typeface="Symbol" panose="05050102010706020507" pitchFamily="18" charset="2"/>
              </a:rPr>
              <a:t>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) 	= 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0) 	= (q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0)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00) 	= (’(q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0), 0) = ({q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}, 0) 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	= (q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0)  (q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0)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 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001) 	= (’(q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00), 1) = ({q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}, 1) 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	= (q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1)  (q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1)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0010)  = (’(q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001), 0) = ({q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}, 0)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	= (q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0)  (q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, 0)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 defTabSz="804863">
              <a:buNone/>
              <a:tabLst>
                <a:tab pos="723900" algn="l"/>
              </a:tabLst>
            </a:pPr>
            <a:r>
              <a:rPr lang="en-IN" dirty="0">
                <a:sym typeface="Symbol" panose="05050102010706020507" pitchFamily="18" charset="2"/>
              </a:rPr>
              <a:t>		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00101) = (’(q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0010), 1) = ({q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}, 1)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	= (q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1)  (q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1)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5665029" y="117320"/>
            <a:ext cx="6271856" cy="1757933"/>
            <a:chOff x="2107442" y="4295506"/>
            <a:chExt cx="6271856" cy="1757933"/>
          </a:xfrm>
        </p:grpSpPr>
        <p:sp>
          <p:nvSpPr>
            <p:cNvPr id="5" name="Oval 4"/>
            <p:cNvSpPr/>
            <p:nvPr/>
          </p:nvSpPr>
          <p:spPr>
            <a:xfrm>
              <a:off x="2884938" y="463477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</a:t>
              </a:r>
              <a:r>
                <a:rPr lang="en-IN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0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181458" y="463477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</a:t>
              </a:r>
              <a:r>
                <a:rPr lang="en-IN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464898" y="463477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atin typeface="Palatino Linotype" panose="02040502050505030304" pitchFamily="18" charset="0"/>
              </a:endParaRPr>
            </a:p>
          </p:txBody>
        </p:sp>
        <p:cxnSp>
          <p:nvCxnSpPr>
            <p:cNvPr id="8" name="Straight Arrow Connector 7"/>
            <p:cNvCxnSpPr>
              <a:endCxn id="5" idx="2"/>
            </p:cNvCxnSpPr>
            <p:nvPr/>
          </p:nvCxnSpPr>
          <p:spPr>
            <a:xfrm>
              <a:off x="2317419" y="5091970"/>
              <a:ext cx="56751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5" idx="6"/>
              <a:endCxn id="6" idx="2"/>
            </p:cNvCxnSpPr>
            <p:nvPr/>
          </p:nvCxnSpPr>
          <p:spPr>
            <a:xfrm>
              <a:off x="3799338" y="5091970"/>
              <a:ext cx="13821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6095858" y="5091970"/>
              <a:ext cx="13821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7541098" y="4701871"/>
              <a:ext cx="762000" cy="7801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q</a:t>
              </a:r>
              <a:r>
                <a:rPr lang="en-IN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07442" y="4722637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start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9208" y="4655170"/>
              <a:ext cx="289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36547" y="4701871"/>
              <a:ext cx="289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</a:t>
              </a:r>
            </a:p>
          </p:txBody>
        </p:sp>
        <p:sp>
          <p:nvSpPr>
            <p:cNvPr id="15" name="Freeform 14"/>
            <p:cNvSpPr/>
            <p:nvPr/>
          </p:nvSpPr>
          <p:spPr>
            <a:xfrm>
              <a:off x="3548418" y="5554643"/>
              <a:ext cx="4326340" cy="245660"/>
            </a:xfrm>
            <a:custGeom>
              <a:avLst/>
              <a:gdLst>
                <a:gd name="connsiteX0" fmla="*/ 4326340 w 4326340"/>
                <a:gd name="connsiteY0" fmla="*/ 13648 h 245660"/>
                <a:gd name="connsiteX1" fmla="*/ 3875964 w 4326340"/>
                <a:gd name="connsiteY1" fmla="*/ 27295 h 245660"/>
                <a:gd name="connsiteX2" fmla="*/ 3766782 w 4326340"/>
                <a:gd name="connsiteY2" fmla="*/ 40943 h 245660"/>
                <a:gd name="connsiteX3" fmla="*/ 3630305 w 4326340"/>
                <a:gd name="connsiteY3" fmla="*/ 54591 h 245660"/>
                <a:gd name="connsiteX4" fmla="*/ 3398293 w 4326340"/>
                <a:gd name="connsiteY4" fmla="*/ 95534 h 245660"/>
                <a:gd name="connsiteX5" fmla="*/ 3275463 w 4326340"/>
                <a:gd name="connsiteY5" fmla="*/ 122830 h 245660"/>
                <a:gd name="connsiteX6" fmla="*/ 3166281 w 4326340"/>
                <a:gd name="connsiteY6" fmla="*/ 150125 h 245660"/>
                <a:gd name="connsiteX7" fmla="*/ 2947917 w 4326340"/>
                <a:gd name="connsiteY7" fmla="*/ 177421 h 245660"/>
                <a:gd name="connsiteX8" fmla="*/ 2825087 w 4326340"/>
                <a:gd name="connsiteY8" fmla="*/ 204716 h 245660"/>
                <a:gd name="connsiteX9" fmla="*/ 2442949 w 4326340"/>
                <a:gd name="connsiteY9" fmla="*/ 245660 h 245660"/>
                <a:gd name="connsiteX10" fmla="*/ 614149 w 4326340"/>
                <a:gd name="connsiteY10" fmla="*/ 232012 h 245660"/>
                <a:gd name="connsiteX11" fmla="*/ 573206 w 4326340"/>
                <a:gd name="connsiteY11" fmla="*/ 218364 h 245660"/>
                <a:gd name="connsiteX12" fmla="*/ 464024 w 4326340"/>
                <a:gd name="connsiteY12" fmla="*/ 177421 h 245660"/>
                <a:gd name="connsiteX13" fmla="*/ 395785 w 4326340"/>
                <a:gd name="connsiteY13" fmla="*/ 163773 h 245660"/>
                <a:gd name="connsiteX14" fmla="*/ 341194 w 4326340"/>
                <a:gd name="connsiteY14" fmla="*/ 136477 h 245660"/>
                <a:gd name="connsiteX15" fmla="*/ 286603 w 4326340"/>
                <a:gd name="connsiteY15" fmla="*/ 122830 h 245660"/>
                <a:gd name="connsiteX16" fmla="*/ 245660 w 4326340"/>
                <a:gd name="connsiteY16" fmla="*/ 95534 h 245660"/>
                <a:gd name="connsiteX17" fmla="*/ 163773 w 4326340"/>
                <a:gd name="connsiteY17" fmla="*/ 68239 h 245660"/>
                <a:gd name="connsiteX18" fmla="*/ 122830 w 4326340"/>
                <a:gd name="connsiteY18" fmla="*/ 54591 h 245660"/>
                <a:gd name="connsiteX19" fmla="*/ 40943 w 4326340"/>
                <a:gd name="connsiteY19" fmla="*/ 13648 h 245660"/>
                <a:gd name="connsiteX20" fmla="*/ 0 w 4326340"/>
                <a:gd name="connsiteY20" fmla="*/ 0 h 245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26340" h="245660">
                  <a:moveTo>
                    <a:pt x="4326340" y="13648"/>
                  </a:moveTo>
                  <a:lnTo>
                    <a:pt x="3875964" y="27295"/>
                  </a:lnTo>
                  <a:cubicBezTo>
                    <a:pt x="3839330" y="29082"/>
                    <a:pt x="3803235" y="36893"/>
                    <a:pt x="3766782" y="40943"/>
                  </a:cubicBezTo>
                  <a:cubicBezTo>
                    <a:pt x="3721342" y="45992"/>
                    <a:pt x="3675797" y="50042"/>
                    <a:pt x="3630305" y="54591"/>
                  </a:cubicBezTo>
                  <a:cubicBezTo>
                    <a:pt x="3277634" y="132961"/>
                    <a:pt x="3718774" y="38978"/>
                    <a:pt x="3398293" y="95534"/>
                  </a:cubicBezTo>
                  <a:cubicBezTo>
                    <a:pt x="3356989" y="102823"/>
                    <a:pt x="3316290" y="113224"/>
                    <a:pt x="3275463" y="122830"/>
                  </a:cubicBezTo>
                  <a:cubicBezTo>
                    <a:pt x="3238946" y="131422"/>
                    <a:pt x="3203285" y="143958"/>
                    <a:pt x="3166281" y="150125"/>
                  </a:cubicBezTo>
                  <a:cubicBezTo>
                    <a:pt x="3093925" y="162184"/>
                    <a:pt x="3019525" y="161508"/>
                    <a:pt x="2947917" y="177421"/>
                  </a:cubicBezTo>
                  <a:cubicBezTo>
                    <a:pt x="2906974" y="186519"/>
                    <a:pt x="2866576" y="198569"/>
                    <a:pt x="2825087" y="204716"/>
                  </a:cubicBezTo>
                  <a:cubicBezTo>
                    <a:pt x="2757906" y="214669"/>
                    <a:pt x="2537154" y="236239"/>
                    <a:pt x="2442949" y="245660"/>
                  </a:cubicBezTo>
                  <a:lnTo>
                    <a:pt x="614149" y="232012"/>
                  </a:lnTo>
                  <a:cubicBezTo>
                    <a:pt x="599765" y="231802"/>
                    <a:pt x="587038" y="222316"/>
                    <a:pt x="573206" y="218364"/>
                  </a:cubicBezTo>
                  <a:cubicBezTo>
                    <a:pt x="212792" y="115386"/>
                    <a:pt x="845694" y="304643"/>
                    <a:pt x="464024" y="177421"/>
                  </a:cubicBezTo>
                  <a:cubicBezTo>
                    <a:pt x="442018" y="170086"/>
                    <a:pt x="418531" y="168322"/>
                    <a:pt x="395785" y="163773"/>
                  </a:cubicBezTo>
                  <a:cubicBezTo>
                    <a:pt x="377588" y="154674"/>
                    <a:pt x="360244" y="143621"/>
                    <a:pt x="341194" y="136477"/>
                  </a:cubicBezTo>
                  <a:cubicBezTo>
                    <a:pt x="323631" y="129891"/>
                    <a:pt x="303843" y="130219"/>
                    <a:pt x="286603" y="122830"/>
                  </a:cubicBezTo>
                  <a:cubicBezTo>
                    <a:pt x="271527" y="116369"/>
                    <a:pt x="260649" y="102196"/>
                    <a:pt x="245660" y="95534"/>
                  </a:cubicBezTo>
                  <a:cubicBezTo>
                    <a:pt x="219368" y="83849"/>
                    <a:pt x="191069" y="77337"/>
                    <a:pt x="163773" y="68239"/>
                  </a:cubicBezTo>
                  <a:lnTo>
                    <a:pt x="122830" y="54591"/>
                  </a:lnTo>
                  <a:cubicBezTo>
                    <a:pt x="19919" y="20287"/>
                    <a:pt x="146770" y="66561"/>
                    <a:pt x="40943" y="13648"/>
                  </a:cubicBezTo>
                  <a:cubicBezTo>
                    <a:pt x="28076" y="7214"/>
                    <a:pt x="0" y="0"/>
                    <a:pt x="0" y="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b="1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49207" y="5684107"/>
              <a:ext cx="538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0, 1</a:t>
              </a:r>
            </a:p>
          </p:txBody>
        </p:sp>
        <p:sp>
          <p:nvSpPr>
            <p:cNvPr id="17" name="Freeform 16"/>
            <p:cNvSpPr/>
            <p:nvPr/>
          </p:nvSpPr>
          <p:spPr>
            <a:xfrm>
              <a:off x="3043451" y="4337841"/>
              <a:ext cx="423081" cy="438879"/>
            </a:xfrm>
            <a:custGeom>
              <a:avLst/>
              <a:gdLst>
                <a:gd name="connsiteX0" fmla="*/ 423081 w 423081"/>
                <a:gd name="connsiteY0" fmla="*/ 302402 h 438879"/>
                <a:gd name="connsiteX1" fmla="*/ 95534 w 423081"/>
                <a:gd name="connsiteY1" fmla="*/ 2151 h 438879"/>
                <a:gd name="connsiteX2" fmla="*/ 0 w 423081"/>
                <a:gd name="connsiteY2" fmla="*/ 438879 h 438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081" h="438879">
                  <a:moveTo>
                    <a:pt x="423081" y="302402"/>
                  </a:moveTo>
                  <a:cubicBezTo>
                    <a:pt x="294564" y="140903"/>
                    <a:pt x="166047" y="-20595"/>
                    <a:pt x="95534" y="2151"/>
                  </a:cubicBezTo>
                  <a:cubicBezTo>
                    <a:pt x="25021" y="24897"/>
                    <a:pt x="12510" y="231888"/>
                    <a:pt x="0" y="438879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50468" y="4295506"/>
              <a:ext cx="554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0, 1</a:t>
              </a:r>
            </a:p>
          </p:txBody>
        </p:sp>
        <p:sp>
          <p:nvSpPr>
            <p:cNvPr id="19" name="Freeform 18"/>
            <p:cNvSpPr/>
            <p:nvPr/>
          </p:nvSpPr>
          <p:spPr>
            <a:xfrm>
              <a:off x="5283959" y="4355195"/>
              <a:ext cx="423081" cy="438879"/>
            </a:xfrm>
            <a:custGeom>
              <a:avLst/>
              <a:gdLst>
                <a:gd name="connsiteX0" fmla="*/ 423081 w 423081"/>
                <a:gd name="connsiteY0" fmla="*/ 302402 h 438879"/>
                <a:gd name="connsiteX1" fmla="*/ 95534 w 423081"/>
                <a:gd name="connsiteY1" fmla="*/ 2151 h 438879"/>
                <a:gd name="connsiteX2" fmla="*/ 0 w 423081"/>
                <a:gd name="connsiteY2" fmla="*/ 438879 h 438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081" h="438879">
                  <a:moveTo>
                    <a:pt x="423081" y="302402"/>
                  </a:moveTo>
                  <a:cubicBezTo>
                    <a:pt x="294564" y="140903"/>
                    <a:pt x="166047" y="-20595"/>
                    <a:pt x="95534" y="2151"/>
                  </a:cubicBezTo>
                  <a:cubicBezTo>
                    <a:pt x="25021" y="24897"/>
                    <a:pt x="12510" y="231888"/>
                    <a:pt x="0" y="438879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90976" y="4312860"/>
              <a:ext cx="554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Palatino Linotype" panose="0204050205050503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691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Step 6:</a:t>
            </a:r>
          </a:p>
          <a:p>
            <a:pPr marL="0" indent="0">
              <a:buNone/>
            </a:pPr>
            <a:r>
              <a:rPr lang="en-IN" dirty="0"/>
              <a:t>To check the acceptance of the string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00101)  F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 {q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= {q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Therefore, the string 00101 is accepted.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127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5374"/>
            <a:ext cx="10515600" cy="4351338"/>
          </a:xfrm>
        </p:spPr>
        <p:txBody>
          <a:bodyPr/>
          <a:lstStyle/>
          <a:p>
            <a:r>
              <a:rPr lang="en-IN" dirty="0"/>
              <a:t>Consider the given NFA and check whether the input ‘</a:t>
            </a:r>
            <a:r>
              <a:rPr lang="en-IN" dirty="0" err="1"/>
              <a:t>abaab</a:t>
            </a:r>
            <a:r>
              <a:rPr lang="en-IN" dirty="0"/>
              <a:t>’ is accepted or not.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5708" y="2301920"/>
          <a:ext cx="3427104" cy="2515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29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latin typeface="Palatino Linotype" panose="02040502050505030304" pitchFamily="18" charset="0"/>
                          <a:sym typeface="Symbol" panose="05050102010706020507" pitchFamily="18" charset="2"/>
                        </a:rPr>
                        <a:t></a:t>
                      </a:r>
                      <a:endParaRPr lang="en-IN" b="1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Palatino Linotype" panose="02040502050505030304" pitchFamily="18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Palatino Linotype" panose="02040502050505030304" pitchFamily="18" charset="0"/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9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IN" b="1" dirty="0">
                          <a:latin typeface="Palatino Linotype" panose="02040502050505030304" pitchFamily="18" charset="0"/>
                        </a:rPr>
                        <a:t>q0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{q0, q1}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{q0, q3}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9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latin typeface="Palatino Linotype" panose="02040502050505030304" pitchFamily="18" charset="0"/>
                        </a:rPr>
                        <a:t>q1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{q2}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  <a:sym typeface="Symbol" panose="05050102010706020507" pitchFamily="18" charset="2"/>
                        </a:rPr>
                        <a:t></a:t>
                      </a:r>
                      <a:endParaRPr lang="en-IN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9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latin typeface="Palatino Linotype" panose="02040502050505030304" pitchFamily="18" charset="0"/>
                        </a:rPr>
                        <a:t>*q2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{q2}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{q2}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9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latin typeface="Palatino Linotype" panose="02040502050505030304" pitchFamily="18" charset="0"/>
                        </a:rPr>
                        <a:t>q3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alatino Linotype" panose="02040502050505030304" pitchFamily="18" charset="0"/>
                          <a:sym typeface="Symbol" panose="05050102010706020507" pitchFamily="18" charset="2"/>
                        </a:rPr>
                        <a:t></a:t>
                      </a:r>
                      <a:endParaRPr lang="en-IN" dirty="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{q4}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9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latin typeface="Palatino Linotype" panose="02040502050505030304" pitchFamily="18" charset="0"/>
                        </a:rPr>
                        <a:t>*q4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{q4}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{q4}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7641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NFA with </a:t>
            </a:r>
            <a:r>
              <a:rPr lang="en-IN" dirty="0">
                <a:sym typeface="Symbol" panose="05050102010706020507" pitchFamily="18" charset="2"/>
              </a:rPr>
              <a:t> - </a:t>
            </a:r>
            <a:r>
              <a:rPr lang="en-IN" dirty="0"/>
              <a:t>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NFA can be extended to </a:t>
            </a:r>
            <a:r>
              <a:rPr lang="en-IN" dirty="0">
                <a:solidFill>
                  <a:srgbClr val="000099"/>
                </a:solidFill>
              </a:rPr>
              <a:t>NFA-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</a:t>
            </a:r>
            <a:r>
              <a:rPr lang="en-IN" dirty="0">
                <a:solidFill>
                  <a:srgbClr val="000099"/>
                </a:solidFill>
              </a:rPr>
              <a:t> transition for an empty string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NFA-</a:t>
            </a:r>
            <a:r>
              <a:rPr lang="en-IN" dirty="0">
                <a:sym typeface="Symbol" panose="05050102010706020507" pitchFamily="18" charset="2"/>
              </a:rPr>
              <a:t></a:t>
            </a:r>
            <a:r>
              <a:rPr lang="en-IN" dirty="0"/>
              <a:t> has 5-tuples, M=(Q, </a:t>
            </a:r>
            <a:r>
              <a:rPr lang="en-IN" dirty="0">
                <a:sym typeface="Symbol" panose="05050102010706020507" pitchFamily="18" charset="2"/>
              </a:rPr>
              <a:t>, , S, F) [Identical to NFA]</a:t>
            </a:r>
          </a:p>
          <a:p>
            <a:pPr>
              <a:lnSpc>
                <a:spcPct val="150000"/>
              </a:lnSpc>
            </a:pPr>
            <a:r>
              <a:rPr lang="en-IN" dirty="0">
                <a:sym typeface="Symbol" panose="05050102010706020507" pitchFamily="18" charset="2"/>
              </a:rPr>
              <a:t>In NFA-, 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there will be a state transition on an input symbol </a:t>
            </a:r>
          </a:p>
          <a:p>
            <a:pPr>
              <a:lnSpc>
                <a:spcPct val="150000"/>
              </a:lnSpc>
            </a:pPr>
            <a:endParaRPr lang="en-IN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en-IN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en-IN" dirty="0">
              <a:sym typeface="Symbol" panose="05050102010706020507" pitchFamily="18" charset="2"/>
            </a:endParaRPr>
          </a:p>
        </p:txBody>
      </p:sp>
      <p:sp>
        <p:nvSpPr>
          <p:cNvPr id="4" name="Oval 3"/>
          <p:cNvSpPr/>
          <p:nvPr/>
        </p:nvSpPr>
        <p:spPr>
          <a:xfrm>
            <a:off x="3957775" y="4755795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6241215" y="4755795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872175" y="5212995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317415" y="4822896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8" name="Freeform 7"/>
          <p:cNvSpPr/>
          <p:nvPr/>
        </p:nvSpPr>
        <p:spPr>
          <a:xfrm>
            <a:off x="4060276" y="4476220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400493" y="5212996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90516" y="4843663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4924" y="483188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38847" y="436569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79874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– </a:t>
            </a:r>
            <a:r>
              <a:rPr lang="en-IN" sz="3600" dirty="0">
                <a:solidFill>
                  <a:srgbClr val="000099"/>
                </a:solidFill>
              </a:rPr>
              <a:t>Construction of NFA-</a:t>
            </a:r>
            <a:r>
              <a:rPr lang="en-IN" sz="3600" dirty="0">
                <a:solidFill>
                  <a:srgbClr val="000099"/>
                </a:solidFill>
                <a:sym typeface="Symbol" panose="05050102010706020507" pitchFamily="18" charset="2"/>
              </a:rPr>
              <a:t></a:t>
            </a:r>
            <a:endParaRPr lang="en-IN" sz="3600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/>
              <a:t>Construct NFA-</a:t>
            </a:r>
            <a:r>
              <a:rPr lang="en-IN" sz="2400" dirty="0">
                <a:sym typeface="Symbol" panose="05050102010706020507" pitchFamily="18" charset="2"/>
              </a:rPr>
              <a:t> that end with string </a:t>
            </a:r>
            <a:r>
              <a:rPr lang="en-IN" sz="2400" dirty="0">
                <a:solidFill>
                  <a:srgbClr val="FF0000"/>
                </a:solidFill>
                <a:sym typeface="Symbol" panose="05050102010706020507" pitchFamily="18" charset="2"/>
              </a:rPr>
              <a:t>11</a:t>
            </a:r>
            <a:r>
              <a:rPr lang="en-IN" sz="2400" dirty="0">
                <a:sym typeface="Symbol" panose="05050102010706020507" pitchFamily="18" charset="2"/>
              </a:rPr>
              <a:t> for the set of all strings {0, 1}</a:t>
            </a:r>
          </a:p>
          <a:p>
            <a:pPr marL="0" indent="0">
              <a:buNone/>
            </a:pPr>
            <a:r>
              <a:rPr lang="en-IN" sz="2400" dirty="0" err="1">
                <a:solidFill>
                  <a:srgbClr val="000099"/>
                </a:solidFill>
              </a:rPr>
              <a:t>Soln</a:t>
            </a:r>
            <a:r>
              <a:rPr lang="en-IN" sz="2400" dirty="0"/>
              <a:t>:</a:t>
            </a:r>
          </a:p>
          <a:p>
            <a:pPr marL="0" indent="0">
              <a:buNone/>
            </a:pPr>
            <a:r>
              <a:rPr lang="en-IN" sz="2400" dirty="0"/>
              <a:t>Step 1: Language, L = {w | w is set of all strings that end with string 11}</a:t>
            </a:r>
          </a:p>
          <a:p>
            <a:pPr marL="0" indent="0">
              <a:buNone/>
            </a:pPr>
            <a:r>
              <a:rPr lang="en-IN" sz="2400" dirty="0"/>
              <a:t>Step 2: Alphabet, </a:t>
            </a:r>
            <a:r>
              <a:rPr lang="en-IN" sz="2400" dirty="0">
                <a:sym typeface="Symbol" panose="05050102010706020507" pitchFamily="18" charset="2"/>
              </a:rPr>
              <a:t> = {0, 1}</a:t>
            </a: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3: Transition Diagram</a:t>
            </a: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4: NFA-</a:t>
            </a:r>
            <a:r>
              <a:rPr lang="en-IN" sz="2400" b="1" dirty="0">
                <a:sym typeface="Symbol" panose="05050102010706020507" pitchFamily="18" charset="2"/>
              </a:rPr>
              <a:t></a:t>
            </a:r>
            <a:r>
              <a:rPr lang="en-IN" sz="2400" dirty="0">
                <a:sym typeface="Symbol" panose="05050102010706020507" pitchFamily="18" charset="2"/>
              </a:rPr>
              <a:t>, NE = [{q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1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}, {0, 1}, , 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{q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}]</a:t>
            </a:r>
            <a:endParaRPr lang="en-IN" sz="2400" baseline="-25000" dirty="0"/>
          </a:p>
          <a:p>
            <a:endParaRPr lang="en-IN" sz="2400" dirty="0"/>
          </a:p>
        </p:txBody>
      </p:sp>
      <p:sp>
        <p:nvSpPr>
          <p:cNvPr id="4" name="Oval 3"/>
          <p:cNvSpPr/>
          <p:nvPr/>
        </p:nvSpPr>
        <p:spPr>
          <a:xfrm>
            <a:off x="2884938" y="425825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5181458" y="425825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7464898" y="4258252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317419" y="4715452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3799338" y="4715452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095858" y="4715452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541098" y="4325353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442" y="434611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9208" y="427865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6547" y="4325353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6" name="Freeform 15"/>
          <p:cNvSpPr/>
          <p:nvPr/>
        </p:nvSpPr>
        <p:spPr>
          <a:xfrm>
            <a:off x="3043451" y="3961323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3450468" y="3918988"/>
            <a:ext cx="55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0, 1</a:t>
            </a:r>
          </a:p>
        </p:txBody>
      </p:sp>
      <p:sp>
        <p:nvSpPr>
          <p:cNvPr id="20" name="Freeform 19"/>
          <p:cNvSpPr/>
          <p:nvPr/>
        </p:nvSpPr>
        <p:spPr>
          <a:xfrm>
            <a:off x="3617259" y="4975412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017534" y="5042513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52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/>
      <p:bldP spid="12" grpId="0"/>
      <p:bldP spid="13" grpId="0"/>
      <p:bldP spid="16" grpId="0" animBg="1"/>
      <p:bldP spid="17" grpId="0"/>
      <p:bldP spid="20" grpId="0" animBg="1"/>
      <p:bldP spid="2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60210" y="1792709"/>
            <a:ext cx="10871579" cy="49163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IN" dirty="0"/>
              <a:t>Construct NFA-</a:t>
            </a:r>
            <a:r>
              <a:rPr lang="en-IN" dirty="0">
                <a:sym typeface="Symbol" panose="05050102010706020507" pitchFamily="18" charset="2"/>
              </a:rPr>
              <a:t></a:t>
            </a:r>
            <a:r>
              <a:rPr lang="en-IN" dirty="0"/>
              <a:t> with </a:t>
            </a:r>
            <a:r>
              <a:rPr lang="en-IN" dirty="0">
                <a:solidFill>
                  <a:srgbClr val="FF0000"/>
                </a:solidFill>
              </a:rPr>
              <a:t>011</a:t>
            </a:r>
            <a:r>
              <a:rPr lang="en-IN" dirty="0"/>
              <a:t> as substring for set of all strings {0, 1}.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000099"/>
                </a:solidFill>
              </a:rPr>
              <a:t>Soln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sz="2400" dirty="0"/>
              <a:t>Step 1: Language, L = {x | x is set of all strings with 011 as substring}</a:t>
            </a:r>
          </a:p>
          <a:p>
            <a:pPr marL="0" indent="0">
              <a:buNone/>
            </a:pPr>
            <a:r>
              <a:rPr lang="en-IN" sz="2400" dirty="0"/>
              <a:t>Step 2: Alphabet, </a:t>
            </a:r>
            <a:r>
              <a:rPr lang="en-IN" sz="2400" dirty="0">
                <a:sym typeface="Symbol" panose="05050102010706020507" pitchFamily="18" charset="2"/>
              </a:rPr>
              <a:t> = {a, b}</a:t>
            </a: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3: Transition Diagram</a:t>
            </a: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sz="2400" dirty="0">
                <a:sym typeface="Symbol" panose="05050102010706020507" pitchFamily="18" charset="2"/>
              </a:rPr>
              <a:t>Step 4: NFA-, NE = [{q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1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2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3</a:t>
            </a:r>
            <a:r>
              <a:rPr lang="en-IN" sz="2400" dirty="0">
                <a:sym typeface="Symbol" panose="05050102010706020507" pitchFamily="18" charset="2"/>
              </a:rPr>
              <a:t>, q</a:t>
            </a:r>
            <a:r>
              <a:rPr lang="en-IN" sz="2400" baseline="-25000" dirty="0">
                <a:sym typeface="Symbol" panose="05050102010706020507" pitchFamily="18" charset="2"/>
              </a:rPr>
              <a:t>4</a:t>
            </a:r>
            <a:r>
              <a:rPr lang="en-IN" sz="2400" dirty="0">
                <a:sym typeface="Symbol" panose="05050102010706020507" pitchFamily="18" charset="2"/>
              </a:rPr>
              <a:t>}, {0, 1}, , q</a:t>
            </a:r>
            <a:r>
              <a:rPr lang="en-IN" sz="2400" baseline="-25000" dirty="0">
                <a:sym typeface="Symbol" panose="05050102010706020507" pitchFamily="18" charset="2"/>
              </a:rPr>
              <a:t>0</a:t>
            </a:r>
            <a:r>
              <a:rPr lang="en-IN" sz="2400" dirty="0">
                <a:sym typeface="Symbol" panose="05050102010706020507" pitchFamily="18" charset="2"/>
              </a:rPr>
              <a:t>, {q</a:t>
            </a:r>
            <a:r>
              <a:rPr lang="en-IN" sz="2400" baseline="-25000" dirty="0">
                <a:sym typeface="Symbol" panose="05050102010706020507" pitchFamily="18" charset="2"/>
              </a:rPr>
              <a:t>3</a:t>
            </a:r>
            <a:r>
              <a:rPr lang="en-IN" sz="2400" dirty="0">
                <a:sym typeface="Symbol" panose="05050102010706020507" pitchFamily="18" charset="2"/>
              </a:rPr>
              <a:t>}]</a:t>
            </a:r>
            <a:endParaRPr lang="en-IN" sz="2400" baseline="-25000" dirty="0"/>
          </a:p>
          <a:p>
            <a:pPr marL="0" indent="0">
              <a:buNone/>
            </a:pPr>
            <a:endParaRPr lang="en-IN" sz="2400" baseline="-25000" dirty="0"/>
          </a:p>
        </p:txBody>
      </p:sp>
      <p:sp>
        <p:nvSpPr>
          <p:cNvPr id="5" name="Oval 4"/>
          <p:cNvSpPr/>
          <p:nvPr/>
        </p:nvSpPr>
        <p:spPr>
          <a:xfrm>
            <a:off x="2256939" y="459121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6" name="Oval 5"/>
          <p:cNvSpPr/>
          <p:nvPr/>
        </p:nvSpPr>
        <p:spPr>
          <a:xfrm>
            <a:off x="4553459" y="459121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9107457" y="4606386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8" name="Straight Arrow Connector 7"/>
          <p:cNvCxnSpPr>
            <a:endCxn id="5" idx="2"/>
          </p:cNvCxnSpPr>
          <p:nvPr/>
        </p:nvCxnSpPr>
        <p:spPr>
          <a:xfrm>
            <a:off x="1689420" y="5048417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171339" y="5048417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467859" y="5048417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83657" y="4673487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9443" y="4679084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9252" y="4654386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8548" y="4658318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15" name="Freeform 14"/>
          <p:cNvSpPr/>
          <p:nvPr/>
        </p:nvSpPr>
        <p:spPr>
          <a:xfrm>
            <a:off x="9722034" y="4474468"/>
            <a:ext cx="354958" cy="448430"/>
          </a:xfrm>
          <a:custGeom>
            <a:avLst/>
            <a:gdLst>
              <a:gd name="connsiteX0" fmla="*/ 0 w 354958"/>
              <a:gd name="connsiteY0" fmla="*/ 123743 h 448430"/>
              <a:gd name="connsiteX1" fmla="*/ 341194 w 354958"/>
              <a:gd name="connsiteY1" fmla="*/ 14561 h 448430"/>
              <a:gd name="connsiteX2" fmla="*/ 286603 w 354958"/>
              <a:gd name="connsiteY2" fmla="*/ 410346 h 448430"/>
              <a:gd name="connsiteX3" fmla="*/ 272955 w 354958"/>
              <a:gd name="connsiteY3" fmla="*/ 410346 h 44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958" h="448430">
                <a:moveTo>
                  <a:pt x="0" y="123743"/>
                </a:moveTo>
                <a:cubicBezTo>
                  <a:pt x="146713" y="45268"/>
                  <a:pt x="293427" y="-33206"/>
                  <a:pt x="341194" y="14561"/>
                </a:cubicBezTo>
                <a:cubicBezTo>
                  <a:pt x="388961" y="62328"/>
                  <a:pt x="297976" y="344382"/>
                  <a:pt x="286603" y="410346"/>
                </a:cubicBezTo>
                <a:cubicBezTo>
                  <a:pt x="275230" y="476310"/>
                  <a:pt x="274092" y="443328"/>
                  <a:pt x="272955" y="410346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10098058" y="4442120"/>
            <a:ext cx="59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1, 0</a:t>
            </a:r>
          </a:p>
        </p:txBody>
      </p:sp>
      <p:sp>
        <p:nvSpPr>
          <p:cNvPr id="17" name="Freeform 16"/>
          <p:cNvSpPr/>
          <p:nvPr/>
        </p:nvSpPr>
        <p:spPr>
          <a:xfrm>
            <a:off x="2415452" y="4294288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2822469" y="4251953"/>
            <a:ext cx="55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1, 0</a:t>
            </a:r>
          </a:p>
        </p:txBody>
      </p:sp>
      <p:sp>
        <p:nvSpPr>
          <p:cNvPr id="19" name="Oval 18"/>
          <p:cNvSpPr/>
          <p:nvPr/>
        </p:nvSpPr>
        <p:spPr>
          <a:xfrm>
            <a:off x="6831339" y="4580163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745739" y="5037363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32665" y="4611620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22" name="Freeform 21"/>
          <p:cNvSpPr/>
          <p:nvPr/>
        </p:nvSpPr>
        <p:spPr>
          <a:xfrm>
            <a:off x="3018481" y="5332303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3418756" y="5399404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46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2" grpId="0"/>
      <p:bldP spid="13" grpId="0"/>
      <p:bldP spid="14" grpId="0"/>
      <p:bldP spid="15" grpId="0" animBg="1"/>
      <p:bldP spid="16" grpId="0"/>
      <p:bldP spid="17" grpId="0" animBg="1"/>
      <p:bldP spid="18" grpId="0"/>
      <p:bldP spid="19" grpId="0" animBg="1"/>
      <p:bldP spid="21" grpId="0"/>
      <p:bldP spid="22" grpId="0" animBg="1"/>
      <p:bldP spid="2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815" y="428"/>
            <a:ext cx="10515600" cy="1325563"/>
          </a:xfrm>
        </p:spPr>
        <p:txBody>
          <a:bodyPr/>
          <a:lstStyle/>
          <a:p>
            <a:r>
              <a:rPr lang="en-IN" dirty="0"/>
              <a:t>Problems – </a:t>
            </a:r>
            <a:r>
              <a:rPr lang="en-IN" sz="3600" dirty="0">
                <a:solidFill>
                  <a:srgbClr val="000099"/>
                </a:solidFill>
              </a:rPr>
              <a:t>Acceptance of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097" y="1141180"/>
            <a:ext cx="10659035" cy="571681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sym typeface="Symbol" panose="05050102010706020507" pitchFamily="18" charset="2"/>
              </a:rPr>
              <a:t>-closure: 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the -closure of q</a:t>
            </a:r>
            <a:r>
              <a:rPr lang="en-IN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 [-closure(q</a:t>
            </a:r>
            <a:r>
              <a:rPr lang="en-IN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)] denotes the set of all states ‘P’ such that there is a path or transitions from q</a:t>
            </a:r>
            <a:r>
              <a:rPr lang="en-IN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 to P on .</a:t>
            </a:r>
          </a:p>
          <a:p>
            <a:pPr lvl="1"/>
            <a:r>
              <a:rPr lang="en-IN" dirty="0">
                <a:solidFill>
                  <a:srgbClr val="FF0000"/>
                </a:solidFill>
                <a:sym typeface="Symbol" panose="05050102010706020507" pitchFamily="18" charset="2"/>
              </a:rPr>
              <a:t>Path from current state to set of states that  has ‘’ transitions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ym typeface="Symbol" panose="05050102010706020507" pitchFamily="18" charset="2"/>
              </a:rPr>
              <a:t>Consider the following NFA- and find the -closure for each state and check whether the string ‘</a:t>
            </a:r>
            <a:r>
              <a:rPr lang="en-IN" dirty="0" err="1">
                <a:sym typeface="Symbol" panose="05050102010706020507" pitchFamily="18" charset="2"/>
              </a:rPr>
              <a:t>abb</a:t>
            </a:r>
            <a:r>
              <a:rPr lang="en-IN" dirty="0">
                <a:sym typeface="Symbol" panose="05050102010706020507" pitchFamily="18" charset="2"/>
              </a:rPr>
              <a:t>’ is accepted or not.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r>
              <a:rPr lang="en-IN" b="1" dirty="0" err="1"/>
              <a:t>Soln</a:t>
            </a:r>
            <a:r>
              <a:rPr lang="en-IN" dirty="0"/>
              <a:t>:</a:t>
            </a:r>
          </a:p>
          <a:p>
            <a:pPr marL="457200" lvl="1" indent="0">
              <a:buNone/>
            </a:pPr>
            <a:r>
              <a:rPr lang="en-IN" dirty="0">
                <a:sym typeface="Symbol" panose="05050102010706020507" pitchFamily="18" charset="2"/>
              </a:rPr>
              <a:t>-closure(q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)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</a:t>
            </a:r>
            <a:r>
              <a:rPr lang="en-IN" sz="1800" dirty="0">
                <a:sym typeface="Symbol" panose="05050102010706020507" pitchFamily="18" charset="2"/>
              </a:rPr>
              <a:t>[</a:t>
            </a:r>
            <a:r>
              <a:rPr lang="en-IN" sz="1800" dirty="0">
                <a:solidFill>
                  <a:srgbClr val="FF0000"/>
                </a:solidFill>
                <a:sym typeface="Symbol" panose="05050102010706020507" pitchFamily="18" charset="2"/>
              </a:rPr>
              <a:t>Path from current state to set of states that  has ‘’ transitions]</a:t>
            </a:r>
            <a:endParaRPr lang="en-IN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IN" dirty="0">
                <a:sym typeface="Symbol" panose="05050102010706020507" pitchFamily="18" charset="2"/>
              </a:rPr>
              <a:t>-closure(q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) =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457200" lvl="1" indent="0">
              <a:buNone/>
            </a:pPr>
            <a:r>
              <a:rPr lang="en-IN" dirty="0">
                <a:sym typeface="Symbol" panose="05050102010706020507" pitchFamily="18" charset="2"/>
              </a:rPr>
              <a:t>-closure(q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) = {q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3086644" y="373381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5383164" y="373381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7666604" y="3733817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519125" y="4191017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4001044" y="4191017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297564" y="4191017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742804" y="3800918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9148" y="3821684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914" y="375421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38253" y="3800918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3245157" y="3436888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3652175" y="3394553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a</a:t>
            </a:r>
          </a:p>
        </p:txBody>
      </p:sp>
      <p:sp>
        <p:nvSpPr>
          <p:cNvPr id="16" name="Freeform 15"/>
          <p:cNvSpPr/>
          <p:nvPr/>
        </p:nvSpPr>
        <p:spPr>
          <a:xfrm>
            <a:off x="3818965" y="4450977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4219240" y="4518078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a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5486268" y="3455663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5893286" y="3413328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b</a:t>
            </a:r>
          </a:p>
        </p:txBody>
      </p:sp>
      <p:sp>
        <p:nvSpPr>
          <p:cNvPr id="20" name="Freeform 19"/>
          <p:cNvSpPr/>
          <p:nvPr/>
        </p:nvSpPr>
        <p:spPr>
          <a:xfrm>
            <a:off x="7756701" y="3444587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8163719" y="3402252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c</a:t>
            </a:r>
          </a:p>
        </p:txBody>
      </p:sp>
      <p:sp>
        <p:nvSpPr>
          <p:cNvPr id="22" name="Freeform 21"/>
          <p:cNvSpPr/>
          <p:nvPr/>
        </p:nvSpPr>
        <p:spPr>
          <a:xfrm>
            <a:off x="6077539" y="4463552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6477814" y="4530653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b</a:t>
            </a:r>
            <a:endParaRPr lang="en-IN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8708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094" y="1"/>
            <a:ext cx="10515600" cy="806824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23" y="806824"/>
            <a:ext cx="10515600" cy="5943599"/>
          </a:xfrm>
        </p:spPr>
        <p:txBody>
          <a:bodyPr>
            <a:normAutofit/>
          </a:bodyPr>
          <a:lstStyle/>
          <a:p>
            <a:r>
              <a:rPr lang="en-IN" dirty="0"/>
              <a:t>Input string: ‘abb’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) = -closure(q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) 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a)	= -closure((’ 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), a))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-closure(({q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}, a))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-closure((q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,a)  (q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,a)  (q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,a))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    )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})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-closure(q</a:t>
            </a:r>
            <a:r>
              <a:rPr lang="en-IN" baseline="-25000" dirty="0">
                <a:sym typeface="Symbol" panose="05050102010706020507" pitchFamily="18" charset="2"/>
              </a:rPr>
              <a:t>0)</a:t>
            </a:r>
            <a:r>
              <a:rPr lang="en-IN" dirty="0">
                <a:sym typeface="Symbol" panose="05050102010706020507" pitchFamily="18" charset="2"/>
              </a:rPr>
              <a:t>  -closure(q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 		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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639462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869114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097458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827102" y="904681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7309021" y="90468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605541" y="90468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050781" y="514582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7125" y="53534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8891" y="46788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46230" y="51458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6553134" y="150552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6960152" y="108217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a</a:t>
            </a:r>
          </a:p>
        </p:txBody>
      </p:sp>
      <p:sp>
        <p:nvSpPr>
          <p:cNvPr id="16" name="Freeform 15"/>
          <p:cNvSpPr/>
          <p:nvPr/>
        </p:nvSpPr>
        <p:spPr>
          <a:xfrm>
            <a:off x="7126942" y="1164641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7527217" y="123174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a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8794245" y="169327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9201263" y="126992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b</a:t>
            </a:r>
          </a:p>
        </p:txBody>
      </p:sp>
      <p:sp>
        <p:nvSpPr>
          <p:cNvPr id="20" name="Freeform 19"/>
          <p:cNvSpPr/>
          <p:nvPr/>
        </p:nvSpPr>
        <p:spPr>
          <a:xfrm>
            <a:off x="11064678" y="158251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11471696" y="115916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c</a:t>
            </a:r>
          </a:p>
        </p:txBody>
      </p:sp>
      <p:sp>
        <p:nvSpPr>
          <p:cNvPr id="22" name="Freeform 21"/>
          <p:cNvSpPr/>
          <p:nvPr/>
        </p:nvSpPr>
        <p:spPr>
          <a:xfrm>
            <a:off x="9385516" y="1177216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785791" y="124431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b</a:t>
            </a:r>
            <a:endParaRPr lang="en-IN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60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094" y="1"/>
            <a:ext cx="10515600" cy="806824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23" y="806824"/>
            <a:ext cx="10515600" cy="59435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ab)	= -closure( (’ 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a), b))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-closure(({q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}, b))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-closure((q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,b)  (q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,b)  (q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,b))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-closure( 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 )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)  -closure(q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 		= {q1,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 {q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639462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869114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097458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827102" y="904681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7309021" y="90468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605541" y="90468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050781" y="514582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7125" y="53534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8891" y="46788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46230" y="51458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6553134" y="150552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6960152" y="108217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a</a:t>
            </a:r>
          </a:p>
        </p:txBody>
      </p:sp>
      <p:sp>
        <p:nvSpPr>
          <p:cNvPr id="16" name="Freeform 15"/>
          <p:cNvSpPr/>
          <p:nvPr/>
        </p:nvSpPr>
        <p:spPr>
          <a:xfrm>
            <a:off x="7126942" y="1164641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7527217" y="123174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a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8794245" y="169327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9201263" y="126992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b</a:t>
            </a:r>
          </a:p>
        </p:txBody>
      </p:sp>
      <p:sp>
        <p:nvSpPr>
          <p:cNvPr id="20" name="Freeform 19"/>
          <p:cNvSpPr/>
          <p:nvPr/>
        </p:nvSpPr>
        <p:spPr>
          <a:xfrm>
            <a:off x="11064678" y="158251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11471696" y="115916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c</a:t>
            </a:r>
          </a:p>
        </p:txBody>
      </p:sp>
      <p:sp>
        <p:nvSpPr>
          <p:cNvPr id="22" name="Freeform 21"/>
          <p:cNvSpPr/>
          <p:nvPr/>
        </p:nvSpPr>
        <p:spPr>
          <a:xfrm>
            <a:off x="9385516" y="1177216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785791" y="124431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b</a:t>
            </a:r>
            <a:endParaRPr lang="en-IN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4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061" y="201917"/>
            <a:ext cx="10515600" cy="806824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981" y="720014"/>
            <a:ext cx="10515600" cy="5943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’(q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abb)	= -closure((’ (q</a:t>
            </a:r>
            <a:r>
              <a:rPr lang="en-IN" baseline="-25000" dirty="0">
                <a:sym typeface="Symbol" panose="05050102010706020507" pitchFamily="18" charset="2"/>
              </a:rPr>
              <a:t>0</a:t>
            </a:r>
            <a:r>
              <a:rPr lang="en-IN" dirty="0">
                <a:sym typeface="Symbol" panose="05050102010706020507" pitchFamily="18" charset="2"/>
              </a:rPr>
              <a:t>, ab), b))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-closure(({q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}, b))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-closure((q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,b)  (q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,b))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 )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-closure(q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)  -closure(q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)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 		=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 {q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		=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</a:t>
            </a:r>
          </a:p>
          <a:p>
            <a:pPr marL="0" indent="0">
              <a:buNone/>
            </a:pP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Final State, F = {q</a:t>
            </a:r>
            <a:r>
              <a:rPr lang="en-IN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2</a:t>
            </a:r>
            <a:r>
              <a:rPr lang="en-IN" dirty="0">
                <a:solidFill>
                  <a:srgbClr val="000099"/>
                </a:solidFill>
                <a:sym typeface="Symbol" panose="05050102010706020507" pitchFamily="18" charset="2"/>
              </a:rPr>
              <a:t>}</a:t>
            </a:r>
          </a:p>
          <a:p>
            <a:pPr marL="0" indent="0">
              <a:buNone/>
            </a:pPr>
            <a:r>
              <a:rPr lang="en-IN" dirty="0">
                <a:sym typeface="Symbol" panose="05050102010706020507" pitchFamily="18" charset="2"/>
              </a:rPr>
              <a:t>Therefore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 F = {q</a:t>
            </a:r>
            <a:r>
              <a:rPr lang="en-IN" baseline="-25000" dirty="0">
                <a:sym typeface="Symbol" panose="05050102010706020507" pitchFamily="18" charset="2"/>
              </a:rPr>
              <a:t>1</a:t>
            </a:r>
            <a:r>
              <a:rPr lang="en-IN" dirty="0">
                <a:sym typeface="Symbol" panose="05050102010706020507" pitchFamily="18" charset="2"/>
              </a:rPr>
              <a:t>, 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 {q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= {q</a:t>
            </a:r>
            <a:r>
              <a:rPr lang="en-IN" baseline="-25000" dirty="0">
                <a:sym typeface="Symbol" panose="05050102010706020507" pitchFamily="18" charset="2"/>
              </a:rPr>
              <a:t>2</a:t>
            </a:r>
            <a:r>
              <a:rPr lang="en-IN" dirty="0">
                <a:sym typeface="Symbol" panose="05050102010706020507" pitchFamily="18" charset="2"/>
              </a:rPr>
              <a:t>} </a:t>
            </a:r>
            <a:r>
              <a:rPr lang="en-IN" dirty="0">
                <a:sym typeface="Wingdings" panose="05000000000000000000" pitchFamily="2" charset="2"/>
              </a:rPr>
              <a:t>==&gt; </a:t>
            </a:r>
            <a:r>
              <a:rPr lang="en-IN" sz="2000" dirty="0">
                <a:sym typeface="Wingdings" panose="05000000000000000000" pitchFamily="2" charset="2"/>
              </a:rPr>
              <a:t>member in final state</a:t>
            </a:r>
          </a:p>
          <a:p>
            <a:pPr marL="0" indent="0">
              <a:buNone/>
            </a:pPr>
            <a:endParaRPr lang="en-IN" sz="2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sym typeface="Wingdings" panose="05000000000000000000" pitchFamily="2" charset="2"/>
              </a:rPr>
              <a:t>So, the string ‘</a:t>
            </a:r>
            <a:r>
              <a:rPr lang="en-IN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abb</a:t>
            </a:r>
            <a:r>
              <a:rPr lang="en-IN" sz="2400" dirty="0">
                <a:solidFill>
                  <a:srgbClr val="FF0000"/>
                </a:solidFill>
                <a:sym typeface="Wingdings" panose="05000000000000000000" pitchFamily="2" charset="2"/>
              </a:rPr>
              <a:t>’ is accepted by NFA-</a:t>
            </a:r>
            <a:r>
              <a:rPr lang="en-IN" sz="2400" dirty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" name="Oval 3"/>
          <p:cNvSpPr/>
          <p:nvPr/>
        </p:nvSpPr>
        <p:spPr>
          <a:xfrm>
            <a:off x="639462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5" name="Oval 4"/>
          <p:cNvSpPr/>
          <p:nvPr/>
        </p:nvSpPr>
        <p:spPr>
          <a:xfrm>
            <a:off x="869114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0974581" y="447481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Palatino Linotype" panose="02040502050505030304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827102" y="904681"/>
            <a:ext cx="5675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7309021" y="90468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605541" y="904681"/>
            <a:ext cx="13821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050781" y="514582"/>
            <a:ext cx="762000" cy="7801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q</a:t>
            </a:r>
            <a:r>
              <a:rPr lang="en-IN" b="1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7125" y="53534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8891" y="467881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46230" y="51458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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6553134" y="150552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6960152" y="108217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a</a:t>
            </a:r>
          </a:p>
        </p:txBody>
      </p:sp>
      <p:sp>
        <p:nvSpPr>
          <p:cNvPr id="16" name="Freeform 15"/>
          <p:cNvSpPr/>
          <p:nvPr/>
        </p:nvSpPr>
        <p:spPr>
          <a:xfrm>
            <a:off x="7126942" y="1164641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7527217" y="1231742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a</a:t>
            </a:r>
            <a:endParaRPr lang="en-IN" b="1" dirty="0">
              <a:latin typeface="Palatino Linotype" panose="02040502050505030304" pitchFamily="18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8794245" y="169327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9201263" y="126992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b</a:t>
            </a:r>
          </a:p>
        </p:txBody>
      </p:sp>
      <p:sp>
        <p:nvSpPr>
          <p:cNvPr id="20" name="Freeform 19"/>
          <p:cNvSpPr/>
          <p:nvPr/>
        </p:nvSpPr>
        <p:spPr>
          <a:xfrm>
            <a:off x="11064678" y="158251"/>
            <a:ext cx="423081" cy="438879"/>
          </a:xfrm>
          <a:custGeom>
            <a:avLst/>
            <a:gdLst>
              <a:gd name="connsiteX0" fmla="*/ 423081 w 423081"/>
              <a:gd name="connsiteY0" fmla="*/ 302402 h 438879"/>
              <a:gd name="connsiteX1" fmla="*/ 95534 w 423081"/>
              <a:gd name="connsiteY1" fmla="*/ 2151 h 438879"/>
              <a:gd name="connsiteX2" fmla="*/ 0 w 423081"/>
              <a:gd name="connsiteY2" fmla="*/ 438879 h 438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81" h="438879">
                <a:moveTo>
                  <a:pt x="423081" y="302402"/>
                </a:moveTo>
                <a:cubicBezTo>
                  <a:pt x="294564" y="140903"/>
                  <a:pt x="166047" y="-20595"/>
                  <a:pt x="95534" y="2151"/>
                </a:cubicBezTo>
                <a:cubicBezTo>
                  <a:pt x="25021" y="24897"/>
                  <a:pt x="12510" y="231888"/>
                  <a:pt x="0" y="43887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11471696" y="115916"/>
            <a:ext cx="36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</a:rPr>
              <a:t>c</a:t>
            </a:r>
          </a:p>
        </p:txBody>
      </p:sp>
      <p:sp>
        <p:nvSpPr>
          <p:cNvPr id="22" name="Freeform 21"/>
          <p:cNvSpPr/>
          <p:nvPr/>
        </p:nvSpPr>
        <p:spPr>
          <a:xfrm>
            <a:off x="9385516" y="1177216"/>
            <a:ext cx="1667435" cy="431987"/>
          </a:xfrm>
          <a:custGeom>
            <a:avLst/>
            <a:gdLst>
              <a:gd name="connsiteX0" fmla="*/ 0 w 1667435"/>
              <a:gd name="connsiteY0" fmla="*/ 121023 h 431987"/>
              <a:gd name="connsiteX1" fmla="*/ 645459 w 1667435"/>
              <a:gd name="connsiteY1" fmla="*/ 430306 h 431987"/>
              <a:gd name="connsiteX2" fmla="*/ 1667435 w 1667435"/>
              <a:gd name="connsiteY2" fmla="*/ 0 h 43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7435" h="431987">
                <a:moveTo>
                  <a:pt x="0" y="121023"/>
                </a:moveTo>
                <a:cubicBezTo>
                  <a:pt x="183776" y="285750"/>
                  <a:pt x="367553" y="450477"/>
                  <a:pt x="645459" y="430306"/>
                </a:cubicBezTo>
                <a:cubicBezTo>
                  <a:pt x="923365" y="410136"/>
                  <a:pt x="1295400" y="205068"/>
                  <a:pt x="1667435" y="0"/>
                </a:cubicBezTo>
              </a:path>
            </a:pathLst>
          </a:cu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785791" y="1244317"/>
            <a:ext cx="2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alatino Linotype" panose="02040502050505030304" pitchFamily="18" charset="0"/>
                <a:sym typeface="Symbol" panose="05050102010706020507" pitchFamily="18" charset="2"/>
              </a:rPr>
              <a:t>b</a:t>
            </a:r>
            <a:endParaRPr lang="en-IN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79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55E5-955F-E099-4CFD-97589360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Minimization of Finite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BAF4D-C03F-CD00-3AC3-51B4D48B28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Step 1: </a:t>
                </a:r>
              </a:p>
              <a:p>
                <a:r>
                  <a:rPr lang="en-US" b="1" dirty="0"/>
                  <a:t>Remove unreachable states:</a:t>
                </a:r>
                <a:r>
                  <a:rPr lang="en-US" dirty="0"/>
                  <a:t> Eliminate any states that cannot be reached from the initial state.</a:t>
                </a:r>
              </a:p>
              <a:p>
                <a:r>
                  <a:rPr lang="en-US" b="1" dirty="0"/>
                  <a:t>Remove dead states: </a:t>
                </a:r>
                <a:r>
                  <a:rPr lang="en-US" dirty="0"/>
                  <a:t>Remove any non-final states that transition to themselves for all input symbols. </a:t>
                </a:r>
              </a:p>
              <a:p>
                <a:r>
                  <a:rPr lang="en-US" b="1" dirty="0"/>
                  <a:t>Step 2: Partitioning (Equivalence or Partition Method)</a:t>
                </a:r>
              </a:p>
              <a:p>
                <a:r>
                  <a:rPr lang="en-US" dirty="0"/>
                  <a:t>This method works by repeatedly partitioning the set of states based on their </a:t>
                </a:r>
                <a:r>
                  <a:rPr lang="en-IN" dirty="0" err="1"/>
                  <a:t>behavior</a:t>
                </a:r>
                <a:r>
                  <a:rPr lang="en-IN" dirty="0"/>
                  <a:t>. </a:t>
                </a:r>
              </a:p>
              <a:p>
                <a:r>
                  <a:rPr lang="en-US" dirty="0"/>
                  <a:t>Initial partition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: Create an initial partition by separating all states into two groups: final states and non-final states.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BAF4D-C03F-CD00-3AC3-51B4D48B28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431C00D7-7203-DAD8-B3FF-CE8238D92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Remove dead states: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Remove any non-final states that transition to themselves for all input symbols.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1883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B320-A8C0-D03A-8536-2C15B2F0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649511-E4E9-EA4B-06C4-CD52728FD4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Iterative partitioning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dirty="0"/>
                  <a:t>For each partition in the previous step, create a new partition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To do this, examine each set in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  <a:r>
                  <a:rPr lang="en-US" dirty="0"/>
                  <a:t>and split it further based on state transitions.</a:t>
                </a:r>
              </a:p>
              <a:p>
                <a:r>
                  <a:rPr lang="en-US" dirty="0"/>
                  <a:t>Two states are considered distinguishable (and should be in different sets) if, for any input symbol, they transition to states that are in different sets in the previous partition,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Termination: Continue this process until the new partition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u="sng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i="1" u="sng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 u="sng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u="sng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 u="sng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i="1" u="sng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 u="sng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u="sng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identical to the previous one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, meaning no further states can be merged. 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649511-E4E9-EA4B-06C4-CD52728FD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275" b="-4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0652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6CDE-E41B-C2E8-5799-FB0B7C11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F49D00-108F-74B2-F599-0713CE9875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Step 3: Constructing the minimized DFA</a:t>
                </a:r>
              </a:p>
              <a:p>
                <a:r>
                  <a:rPr lang="en-IN" b="1" dirty="0"/>
                  <a:t>C</a:t>
                </a:r>
                <a:r>
                  <a:rPr lang="en-US" b="1" dirty="0" err="1"/>
                  <a:t>reate</a:t>
                </a:r>
                <a:r>
                  <a:rPr lang="en-US" b="1" dirty="0"/>
                  <a:t> new states: </a:t>
                </a:r>
                <a:r>
                  <a:rPr lang="en-US" dirty="0"/>
                  <a:t>Each set in the final partition represents a single state in the new, minimized DFA.</a:t>
                </a:r>
              </a:p>
              <a:p>
                <a:r>
                  <a:rPr lang="en-US" b="1" dirty="0"/>
                  <a:t>Define new transitions: </a:t>
                </a:r>
              </a:p>
              <a:p>
                <a:r>
                  <a:rPr lang="en-US" dirty="0"/>
                  <a:t>For a state X in the new DFA (which corresponds to a set of states from the final partition), and an input symbol 'a', the new transition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will be the new state (Y) that contains the states that the original states in (X) transition to on input 'a’. </a:t>
                </a:r>
              </a:p>
              <a:p>
                <a:r>
                  <a:rPr lang="en-US" dirty="0"/>
                  <a:t>The initial state of the new DFA is the new state containing the original start state. </a:t>
                </a:r>
              </a:p>
              <a:p>
                <a:r>
                  <a:rPr lang="en-US" dirty="0"/>
                  <a:t>The final states are the new states containing any of the original final states. 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F49D00-108F-74B2-F599-0713CE9875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1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4401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0902-FA73-B13F-BBFB-517557D0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</a:p>
        </p:txBody>
      </p:sp>
      <p:pic>
        <p:nvPicPr>
          <p:cNvPr id="5" name="Content Placeholder 4" descr="A diagram on a piece of paper&#10;&#10;AI-generated content may be incorrect.">
            <a:extLst>
              <a:ext uri="{FF2B5EF4-FFF2-40B4-BE49-F238E27FC236}">
                <a16:creationId xmlns:a16="http://schemas.microsoft.com/office/drawing/2014/main" id="{03755E53-7839-8C62-6429-47BA46376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886408" y="19805"/>
            <a:ext cx="4352925" cy="7964560"/>
          </a:xfrm>
        </p:spPr>
      </p:pic>
    </p:spTree>
    <p:extLst>
      <p:ext uri="{BB962C8B-B14F-4D97-AF65-F5344CB8AC3E}">
        <p14:creationId xmlns:p14="http://schemas.microsoft.com/office/powerpoint/2010/main" val="17835883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6D2C-081B-449C-C727-0209264B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D7D016-515A-86A4-F7F4-A799C1DE53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Reachable states from q0: q0 → {q1,q2} → q3,q1,q4 etc. All states {q0,q1,q2,q3,q4} are reachable.</a:t>
                </a:r>
              </a:p>
              <a:p>
                <a:r>
                  <a:rPr lang="en-IN" b="1" dirty="0"/>
                  <a:t>Step 2  - Partitioning (Equivalence / Partition Method)</a:t>
                </a:r>
              </a:p>
              <a:p>
                <a:r>
                  <a:rPr lang="en-IN" b="1" dirty="0"/>
                  <a:t>Initial partition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final vs non-final):</a:t>
                </a:r>
              </a:p>
              <a:p>
                <a:r>
                  <a:rPr lang="en-IN" dirty="0"/>
                  <a:t>Finals: { q4 }</a:t>
                </a:r>
              </a:p>
              <a:p>
                <a:r>
                  <a:rPr lang="en-IN" dirty="0"/>
                  <a:t>Non-finals: { q0, q1, q2, q3 }</a:t>
                </a:r>
              </a:p>
              <a:p>
                <a:r>
                  <a:rPr lang="en-IN" dirty="0"/>
                  <a:t>So</a:t>
                </a:r>
                <a:br>
                  <a:rPr lang="en-IN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ar-AE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</m:e>
                      <m:e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{ 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3 </m:t>
                        </m:r>
                        <m:r>
                          <m:rPr>
                            <m:nor/>
                          </m:rPr>
                          <a:rPr lang="en-IN" b="1" dirty="0">
                            <a:solidFill>
                              <a:srgbClr val="FF0000"/>
                            </a:solidFill>
                          </a:rPr>
                          <m:t>} </m:t>
                        </m:r>
                      </m:e>
                    </m:d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D7D016-515A-86A4-F7F4-A799C1DE5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7215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48814-6D6C-7DE0-C595-AD3D3F96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32951C-53BC-C77E-018F-69468A3E5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Compute signatures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q0: a→q1 (non), b→q2 (non) → (non, non)</a:t>
                </a:r>
              </a:p>
              <a:p>
                <a:r>
                  <a:rPr lang="en-IN" dirty="0"/>
                  <a:t>q1: a→q1 (non), b→q3 (non) → (non, non)</a:t>
                </a:r>
              </a:p>
              <a:p>
                <a:r>
                  <a:rPr lang="en-IN" dirty="0"/>
                  <a:t>q2: a→q1 (non), b→q2 (non) → (non, non)</a:t>
                </a:r>
              </a:p>
              <a:p>
                <a:r>
                  <a:rPr lang="en-IN" dirty="0"/>
                  <a:t>q3: a→q1 (non), b→q4 (final) → (non, final)</a:t>
                </a:r>
              </a:p>
              <a:p>
                <a:r>
                  <a:rPr lang="en-IN" dirty="0"/>
                  <a:t>q3 differs → split it out.</a:t>
                </a:r>
              </a:p>
              <a:p>
                <a:pPr algn="ctr"/>
                <a:r>
                  <a:rPr lang="en-IN" b="1" dirty="0">
                    <a:solidFill>
                      <a:srgbClr val="FF0000"/>
                    </a:solidFill>
                  </a:rPr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ar-AE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{"/>
                        <m:endChr m:val="}"/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I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}, {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ar-AE" b="1" dirty="0">
                    <a:solidFill>
                      <a:srgbClr val="FF0000"/>
                    </a:solidFill>
                  </a:rPr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32951C-53BC-C77E-018F-69468A3E5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81279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4E15-0349-F4D6-8267-90B0EED1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F2FD-3E41-5097-F8B6-F912EEC3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Refine to 𝑃2	​ (relative to 𝑃1	​)</a:t>
            </a:r>
          </a:p>
          <a:p>
            <a:r>
              <a:rPr lang="en-IN" dirty="0"/>
              <a:t>Label blocks: X1={q4}, X2={q3}, X3={q0,q1,q2}.</a:t>
            </a:r>
          </a:p>
          <a:p>
            <a:r>
              <a:rPr lang="en-IN" dirty="0"/>
              <a:t>Compute signatures (targets mapped to X1/X2/X3):</a:t>
            </a:r>
          </a:p>
          <a:p>
            <a:r>
              <a:rPr lang="en-IN" dirty="0"/>
              <a:t>q0: a→q1 ∈ X3, b→q2 ∈ X3 → (X3, X3)</a:t>
            </a:r>
          </a:p>
          <a:p>
            <a:r>
              <a:rPr lang="en-IN" dirty="0"/>
              <a:t>q1: a→q1 ∈ X3, b→q3 ∈ X2 → (X3, X2)</a:t>
            </a:r>
          </a:p>
          <a:p>
            <a:r>
              <a:rPr lang="en-IN" dirty="0"/>
              <a:t>q2: a→q1 ∈ X3, b→q2 ∈ X3 → (X3, X3)</a:t>
            </a:r>
          </a:p>
          <a:p>
            <a:r>
              <a:rPr lang="en-IN" dirty="0"/>
              <a:t>So q1 is distinct within X3. Split it.</a:t>
            </a:r>
          </a:p>
          <a:p>
            <a:r>
              <a:rPr lang="en-IN" dirty="0"/>
              <a:t>Thus </a:t>
            </a:r>
            <a:r>
              <a:rPr lang="en-IN" b="1" dirty="0">
                <a:solidFill>
                  <a:srgbClr val="FF0000"/>
                </a:solidFill>
              </a:rPr>
              <a:t>𝑃2={{𝑞4}, {𝑞3}, {𝑞1}, {𝑞0,𝑞2}}</a:t>
            </a:r>
          </a:p>
        </p:txBody>
      </p:sp>
    </p:spTree>
    <p:extLst>
      <p:ext uri="{BB962C8B-B14F-4D97-AF65-F5344CB8AC3E}">
        <p14:creationId xmlns:p14="http://schemas.microsoft.com/office/powerpoint/2010/main" val="39894234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B296-E8D2-0CBA-DE9D-02062BD8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B83B7-3144-7CD2-AA2C-D04AF492C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Check stability (next refinement)</a:t>
            </a:r>
          </a:p>
          <a:p>
            <a:r>
              <a:rPr lang="en-IN" dirty="0"/>
              <a:t>Label Y1={q4}, Y2={q3}, Y3={q1}, Y4={q0,q2}. </a:t>
            </a:r>
          </a:p>
          <a:p>
            <a:r>
              <a:rPr lang="en-IN" dirty="0"/>
              <a:t>Compute signatures:</a:t>
            </a:r>
          </a:p>
          <a:p>
            <a:r>
              <a:rPr lang="en-IN" dirty="0"/>
              <a:t>q0: a→q1 ∈ Y3, b→q2 ∈ Y4 → (Y3, Y4)</a:t>
            </a:r>
          </a:p>
          <a:p>
            <a:r>
              <a:rPr lang="en-IN" dirty="0"/>
              <a:t>q2: a→q1 ∈ Y3, b→q2 ∈ Y4 → (Y3, Y4) (same as q0)</a:t>
            </a:r>
          </a:p>
          <a:p>
            <a:r>
              <a:rPr lang="en-IN" dirty="0"/>
              <a:t>q1: a→q1 ∈ Y3, b→q3 ∈ Y2 → (Y3, Y2)</a:t>
            </a:r>
          </a:p>
          <a:p>
            <a:r>
              <a:rPr lang="en-IN" dirty="0"/>
              <a:t>q3: a→q1 ∈ Y3, b→q4 ∈ Y1 → (Y3, Y1)</a:t>
            </a:r>
          </a:p>
          <a:p>
            <a:r>
              <a:rPr lang="en-IN" dirty="0"/>
              <a:t>q4: a→q1 ∈ Y3, b→q2 ∈ Y4 → (Y3, Y4)</a:t>
            </a:r>
          </a:p>
          <a:p>
            <a:r>
              <a:rPr lang="en-IN" dirty="0"/>
              <a:t>No further splits (each block’s members share signatures). So 𝑃2	​ is the final partition. Final partition:{{𝑞4}, {𝑞3}, {𝑞1}, {𝑞0,𝑞2}}.</a:t>
            </a:r>
          </a:p>
        </p:txBody>
      </p:sp>
    </p:spTree>
    <p:extLst>
      <p:ext uri="{BB962C8B-B14F-4D97-AF65-F5344CB8AC3E}">
        <p14:creationId xmlns:p14="http://schemas.microsoft.com/office/powerpoint/2010/main" val="41473029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6B3F-A442-3AEA-E086-E8317341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E0AC-42F1-6052-2070-B6A8AB7CF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Construct the Minimized DFA.</a:t>
            </a:r>
          </a:p>
          <a:p>
            <a:r>
              <a:rPr lang="en-IN" dirty="0"/>
              <a:t>Each final block becomes one state. Let’s name them:𝐴=[𝑞0,𝑞2] - start state (contains q0)</a:t>
            </a:r>
          </a:p>
          <a:p>
            <a:r>
              <a:rPr lang="en-IN" dirty="0"/>
              <a:t>𝐵=[𝑞1]</a:t>
            </a:r>
          </a:p>
          <a:p>
            <a:r>
              <a:rPr lang="en-IN" dirty="0"/>
              <a:t>𝐶=[𝑞3]</a:t>
            </a:r>
          </a:p>
          <a:p>
            <a:r>
              <a:rPr lang="en-IN" dirty="0"/>
              <a:t>𝐷=[𝑞4] - final</a:t>
            </a:r>
          </a:p>
          <a:p>
            <a:r>
              <a:rPr lang="en-IN" dirty="0"/>
              <a:t>Compute transitions (pick representative from each block):</a:t>
            </a:r>
          </a:p>
          <a:p>
            <a:r>
              <a:rPr lang="en-IN" dirty="0"/>
              <a:t>From A (use q0):on a: q0 → q1 ∈ B ⇒ </a:t>
            </a:r>
            <a:r>
              <a:rPr lang="el-GR" dirty="0"/>
              <a:t>δ'(</a:t>
            </a:r>
            <a:r>
              <a:rPr lang="en-IN" dirty="0" err="1"/>
              <a:t>A,a</a:t>
            </a:r>
            <a:r>
              <a:rPr lang="en-IN" dirty="0"/>
              <a:t>)=B</a:t>
            </a:r>
          </a:p>
          <a:p>
            <a:r>
              <a:rPr lang="en-IN" dirty="0"/>
              <a:t>on b: q0 → q2 ∈ A ⇒ </a:t>
            </a:r>
            <a:r>
              <a:rPr lang="el-GR" dirty="0"/>
              <a:t>δ'(</a:t>
            </a:r>
            <a:r>
              <a:rPr lang="en-IN" dirty="0" err="1"/>
              <a:t>A,b</a:t>
            </a:r>
            <a:r>
              <a:rPr lang="en-IN" dirty="0"/>
              <a:t>)=A</a:t>
            </a:r>
          </a:p>
        </p:txBody>
      </p:sp>
    </p:spTree>
    <p:extLst>
      <p:ext uri="{BB962C8B-B14F-4D97-AF65-F5344CB8AC3E}">
        <p14:creationId xmlns:p14="http://schemas.microsoft.com/office/powerpoint/2010/main" val="223194322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A485-775A-574A-785B-588FBBEB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222D-2499-BFB3-89F8-1F13C28C0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From B (q1):</a:t>
            </a:r>
          </a:p>
          <a:p>
            <a:r>
              <a:rPr lang="en-IN" dirty="0"/>
              <a:t>on a: q1 → q1 ∈ B ⇒ </a:t>
            </a:r>
            <a:r>
              <a:rPr lang="el-GR" dirty="0"/>
              <a:t>δ'(</a:t>
            </a:r>
            <a:r>
              <a:rPr lang="en-IN" dirty="0" err="1"/>
              <a:t>B,a</a:t>
            </a:r>
            <a:r>
              <a:rPr lang="en-IN" dirty="0"/>
              <a:t>)=B</a:t>
            </a:r>
          </a:p>
          <a:p>
            <a:r>
              <a:rPr lang="en-IN" dirty="0"/>
              <a:t>on b: q1 → q3 ∈ C ⇒ </a:t>
            </a:r>
            <a:r>
              <a:rPr lang="el-GR" dirty="0"/>
              <a:t>δ'(</a:t>
            </a:r>
            <a:r>
              <a:rPr lang="en-IN" dirty="0" err="1"/>
              <a:t>B,b</a:t>
            </a:r>
            <a:r>
              <a:rPr lang="en-IN" dirty="0"/>
              <a:t>)=C</a:t>
            </a:r>
          </a:p>
          <a:p>
            <a:r>
              <a:rPr lang="en-IN" dirty="0"/>
              <a:t>From C </a:t>
            </a:r>
          </a:p>
          <a:p>
            <a:r>
              <a:rPr lang="en-IN" dirty="0"/>
              <a:t>(q3):on a: q3 → q1 ∈ B ⇒ </a:t>
            </a:r>
            <a:r>
              <a:rPr lang="el-GR" dirty="0"/>
              <a:t>δ'(</a:t>
            </a:r>
            <a:r>
              <a:rPr lang="en-IN" dirty="0" err="1"/>
              <a:t>C,a</a:t>
            </a:r>
            <a:r>
              <a:rPr lang="en-IN" dirty="0"/>
              <a:t>)=B</a:t>
            </a:r>
          </a:p>
          <a:p>
            <a:r>
              <a:rPr lang="en-IN" dirty="0"/>
              <a:t>on b: q3 → q4 ∈ D ⇒ </a:t>
            </a:r>
            <a:r>
              <a:rPr lang="el-GR" dirty="0"/>
              <a:t>δ'(</a:t>
            </a:r>
            <a:r>
              <a:rPr lang="en-IN" dirty="0" err="1"/>
              <a:t>C,b</a:t>
            </a:r>
            <a:r>
              <a:rPr lang="en-IN" dirty="0"/>
              <a:t>)=D</a:t>
            </a:r>
          </a:p>
          <a:p>
            <a:r>
              <a:rPr lang="en-IN" dirty="0"/>
              <a:t>From D (q4):</a:t>
            </a:r>
          </a:p>
          <a:p>
            <a:r>
              <a:rPr lang="en-IN" dirty="0"/>
              <a:t>on a: q4 → q1 ∈ B ⇒ </a:t>
            </a:r>
            <a:r>
              <a:rPr lang="el-GR" dirty="0"/>
              <a:t>δ'(</a:t>
            </a:r>
            <a:r>
              <a:rPr lang="en-IN" dirty="0" err="1"/>
              <a:t>D,a</a:t>
            </a:r>
            <a:r>
              <a:rPr lang="en-IN" dirty="0"/>
              <a:t>)=B</a:t>
            </a:r>
          </a:p>
          <a:p>
            <a:r>
              <a:rPr lang="en-IN" dirty="0"/>
              <a:t>on b: q4 → q2 ∈ A ⇒ </a:t>
            </a:r>
            <a:r>
              <a:rPr lang="el-GR" dirty="0"/>
              <a:t>δ'(</a:t>
            </a:r>
            <a:r>
              <a:rPr lang="en-IN" dirty="0" err="1"/>
              <a:t>D,b</a:t>
            </a:r>
            <a:r>
              <a:rPr lang="en-IN" dirty="0"/>
              <a:t>)=A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4593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C34E-2B72-86BC-3A6F-AE992A7C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964F-E5D8-F3FA-E5AD-77FD0FB5A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Minimized DFA summary States: { A, B, C, D }Start state: A Final states: { D }Transition table: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EDBE64-6DF8-DE7C-E797-241CD09A0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712411"/>
              </p:ext>
            </p:extLst>
          </p:nvPr>
        </p:nvGraphicFramePr>
        <p:xfrm>
          <a:off x="1793461" y="3171319"/>
          <a:ext cx="8127999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2774499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108000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74605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on `a`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 on `b`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92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650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10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937487"/>
                  </a:ext>
                </a:extLst>
              </a:tr>
              <a:tr h="24862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797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6561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C3F4-0DB5-C794-F063-CF0518B83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Expressions (REs)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2D8C8-A1AF-FB1B-629C-D747D3ED6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notation used to define formal languages.</a:t>
            </a:r>
          </a:p>
          <a:p>
            <a:r>
              <a:rPr lang="en-US" dirty="0"/>
              <a:t>Can be viewed as a simple programming language for describing patterns in text.</a:t>
            </a:r>
          </a:p>
          <a:p>
            <a:r>
              <a:rPr lang="en-US" dirty="0"/>
              <a:t>Widely used in:</a:t>
            </a:r>
          </a:p>
          <a:p>
            <a:r>
              <a:rPr lang="en-US" dirty="0"/>
              <a:t>Text-search applications</a:t>
            </a:r>
          </a:p>
          <a:p>
            <a:r>
              <a:rPr lang="en-US" dirty="0"/>
              <a:t>Compiler design</a:t>
            </a:r>
          </a:p>
          <a:p>
            <a:r>
              <a:rPr lang="en-US" dirty="0"/>
              <a:t>Software components</a:t>
            </a:r>
          </a:p>
          <a:p>
            <a:r>
              <a:rPr lang="en-US" dirty="0"/>
              <a:t>Regular expressions define </a:t>
            </a:r>
            <a:r>
              <a:rPr lang="en-US" b="1" dirty="0"/>
              <a:t>exactly the same languages</a:t>
            </a:r>
            <a:r>
              <a:rPr lang="en-US" dirty="0"/>
              <a:t> as finite automata.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91194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338"/>
            <a:ext cx="10515600" cy="1325563"/>
          </a:xfrm>
        </p:spPr>
        <p:txBody>
          <a:bodyPr/>
          <a:lstStyle/>
          <a:p>
            <a:r>
              <a:rPr lang="en-IN" dirty="0"/>
              <a:t>Regular Expressions (REs)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901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Used to describe about the structure of data</a:t>
            </a:r>
          </a:p>
          <a:p>
            <a:r>
              <a:rPr lang="en-IN" dirty="0">
                <a:solidFill>
                  <a:srgbClr val="000099"/>
                </a:solidFill>
              </a:rPr>
              <a:t>Regular Language </a:t>
            </a:r>
            <a:r>
              <a:rPr lang="en-IN" dirty="0"/>
              <a:t>- Languages defined by the regular expression</a:t>
            </a:r>
          </a:p>
          <a:p>
            <a:r>
              <a:rPr lang="en-IN" dirty="0"/>
              <a:t>REs gives the declarative ways to express / represent the strings</a:t>
            </a:r>
          </a:p>
        </p:txBody>
      </p:sp>
    </p:spTree>
    <p:extLst>
      <p:ext uri="{BB962C8B-B14F-4D97-AF65-F5344CB8AC3E}">
        <p14:creationId xmlns:p14="http://schemas.microsoft.com/office/powerpoint/2010/main" val="352721968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2B8B-EEC2-DA9A-B669-6F009448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AA6F1-D8D6-1B1A-A827-3C27AD8A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b="1" dirty="0"/>
              <a:t>01* + 10*</a:t>
            </a:r>
            <a:br>
              <a:rPr lang="en-US" dirty="0"/>
            </a:br>
            <a:r>
              <a:rPr lang="en-US" dirty="0"/>
              <a:t>represents all strings that are either:</a:t>
            </a:r>
          </a:p>
          <a:p>
            <a:r>
              <a:rPr lang="en-US" dirty="0"/>
              <a:t>A single </a:t>
            </a:r>
            <a:r>
              <a:rPr lang="en-US" b="1" dirty="0"/>
              <a:t>0</a:t>
            </a:r>
            <a:r>
              <a:rPr lang="en-US" dirty="0"/>
              <a:t> followed by any number of </a:t>
            </a:r>
            <a:r>
              <a:rPr lang="en-US" b="1" dirty="0"/>
              <a:t>1s</a:t>
            </a:r>
            <a:r>
              <a:rPr lang="en-US" dirty="0"/>
              <a:t>, or</a:t>
            </a:r>
          </a:p>
          <a:p>
            <a:r>
              <a:rPr lang="en-US" dirty="0"/>
              <a:t>A single </a:t>
            </a:r>
            <a:r>
              <a:rPr lang="en-US" b="1" dirty="0"/>
              <a:t>1</a:t>
            </a:r>
            <a:r>
              <a:rPr lang="en-US" dirty="0"/>
              <a:t> followed by any number of </a:t>
            </a:r>
            <a:r>
              <a:rPr lang="en-US" b="1" dirty="0"/>
              <a:t>0s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7129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510063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Union (U):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The union of two languages L and M, denoted L U M is </a:t>
            </a:r>
            <a:r>
              <a:rPr lang="en-IN" dirty="0">
                <a:solidFill>
                  <a:srgbClr val="FF0000"/>
                </a:solidFill>
              </a:rPr>
              <a:t>the set of strings that are in either L or M or both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Ex: L = {001, 10, 11} and M = {</a:t>
            </a:r>
            <a:r>
              <a:rPr lang="en-IN" dirty="0">
                <a:sym typeface="Symbol" panose="05050102010706020507" pitchFamily="18" charset="2"/>
              </a:rPr>
              <a:t></a:t>
            </a:r>
            <a:r>
              <a:rPr lang="en-IN" dirty="0"/>
              <a:t>, 001} and L U M = {</a:t>
            </a:r>
            <a:r>
              <a:rPr lang="en-IN" dirty="0">
                <a:sym typeface="Symbol" panose="05050102010706020507" pitchFamily="18" charset="2"/>
              </a:rPr>
              <a:t></a:t>
            </a:r>
            <a:r>
              <a:rPr lang="en-IN" dirty="0"/>
              <a:t>, 10, 11, 001}</a:t>
            </a:r>
          </a:p>
          <a:p>
            <a:pPr lvl="1">
              <a:lnSpc>
                <a:spcPct val="100000"/>
              </a:lnSpc>
            </a:pPr>
            <a:endParaRPr lang="en-IN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Concatenation (.):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The concatenation of languages L and M is the </a:t>
            </a:r>
            <a:r>
              <a:rPr lang="en-IN" dirty="0">
                <a:solidFill>
                  <a:srgbClr val="FF0000"/>
                </a:solidFill>
              </a:rPr>
              <a:t>set of strings that can be formed by taking in any string in L and concatenating it with any string in M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Ex: L = {001, 10, 11} and M = {</a:t>
            </a:r>
            <a:r>
              <a:rPr lang="en-IN" dirty="0">
                <a:sym typeface="Symbol" panose="05050102010706020507" pitchFamily="18" charset="2"/>
              </a:rPr>
              <a:t></a:t>
            </a:r>
            <a:r>
              <a:rPr lang="en-IN" dirty="0"/>
              <a:t>, 001} and L . M = {</a:t>
            </a:r>
            <a:r>
              <a:rPr lang="en-IN" dirty="0">
                <a:sym typeface="Symbol" panose="05050102010706020507" pitchFamily="18" charset="2"/>
              </a:rPr>
              <a:t>001, 10, 11, 001001, 10001, 11001</a:t>
            </a:r>
            <a:r>
              <a:rPr lang="en-IN" dirty="0"/>
              <a:t>}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31033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C056-0B1B-DAF7-B696-B4AE8F90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89540-931C-FA31-E9C3-501B67E56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000099"/>
                </a:solidFill>
              </a:rPr>
              <a:t>3. The closure (or star, or Kleene closure) </a:t>
            </a:r>
          </a:p>
          <a:p>
            <a:r>
              <a:rPr lang="en-US" dirty="0"/>
              <a:t>The closure (or star, or Kleene closure) of a language L is written as L*.</a:t>
            </a:r>
          </a:p>
          <a:p>
            <a:r>
              <a:rPr lang="en-US" dirty="0"/>
              <a:t>It represents all strings that can be formed by:</a:t>
            </a:r>
          </a:p>
          <a:p>
            <a:r>
              <a:rPr lang="en-US" dirty="0"/>
              <a:t>Taking any number of strings from L (including zero strings),Repetition allowed, Concatenating them in any order</a:t>
            </a:r>
          </a:p>
          <a:p>
            <a:r>
              <a:rPr lang="en-IN" dirty="0"/>
              <a:t>L* Includes</a:t>
            </a:r>
          </a:p>
          <a:p>
            <a:r>
              <a:rPr lang="en-US" b="1" dirty="0"/>
              <a:t>ε (empty string)</a:t>
            </a:r>
            <a:endParaRPr lang="en-US" dirty="0"/>
          </a:p>
          <a:p>
            <a:r>
              <a:rPr lang="en-US" dirty="0"/>
              <a:t>Selecting zero strings from </a:t>
            </a:r>
            <a:r>
              <a:rPr lang="en-US" b="1" dirty="0"/>
              <a:t>L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3513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5636-8447-7DF5-27BF-5AC27786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6800E-14C2-2A61-81AA-8C400FFB0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All strings formed using 1 choice from L</a:t>
            </a:r>
            <a:endParaRPr lang="en-US" dirty="0"/>
          </a:p>
          <a:p>
            <a:r>
              <a:rPr lang="en-US" dirty="0"/>
              <a:t>This is </a:t>
            </a:r>
            <a:r>
              <a:rPr lang="en-US" b="1" dirty="0"/>
              <a:t>L¹ = L</a:t>
            </a:r>
            <a:r>
              <a:rPr lang="en-US" dirty="0"/>
              <a:t>.</a:t>
            </a:r>
          </a:p>
          <a:p>
            <a:r>
              <a:rPr lang="en-US" b="1" dirty="0"/>
              <a:t>All strings formed using 2 choices from L</a:t>
            </a:r>
            <a:endParaRPr lang="en-US" dirty="0"/>
          </a:p>
          <a:p>
            <a:r>
              <a:rPr lang="en-US" dirty="0"/>
              <a:t>This is </a:t>
            </a:r>
            <a:r>
              <a:rPr lang="en-US" b="1" dirty="0"/>
              <a:t>L² = L · L</a:t>
            </a:r>
            <a:r>
              <a:rPr lang="en-US" dirty="0"/>
              <a:t> (concatenation).</a:t>
            </a:r>
          </a:p>
          <a:p>
            <a:r>
              <a:rPr lang="en-US" b="1" dirty="0"/>
              <a:t>All strings formed using any number of choices</a:t>
            </a:r>
            <a:endParaRPr lang="en-US" dirty="0"/>
          </a:p>
          <a:p>
            <a:r>
              <a:rPr lang="en-US" b="1" dirty="0"/>
              <a:t>L³, L⁴, …</a:t>
            </a:r>
            <a:r>
              <a:rPr lang="en-US" dirty="0"/>
              <a:t> and so on.</a:t>
            </a:r>
          </a:p>
          <a:p>
            <a:r>
              <a:rPr lang="en-US" dirty="0"/>
              <a:t>Therefore:</a:t>
            </a:r>
            <a:br>
              <a:rPr lang="en-US" dirty="0"/>
            </a:br>
            <a:r>
              <a:rPr lang="en-US" b="1" dirty="0"/>
              <a:t>L* = {ε} ∪ L¹ ∪ L² ∪ L³ ∪ 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4136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DEE3-0731-A3E1-0E30-DBDAEB18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1915E-4CF1-0895-5C7E-0A95B2F83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Example: L = {0, 11}</a:t>
            </a:r>
          </a:p>
          <a:p>
            <a:r>
              <a:rPr lang="en-IN" b="1" dirty="0"/>
              <a:t>L⁰ = {</a:t>
            </a:r>
            <a:r>
              <a:rPr lang="el-GR" b="1" dirty="0"/>
              <a:t>ε}</a:t>
            </a:r>
            <a:br>
              <a:rPr lang="el-GR" dirty="0"/>
            </a:br>
            <a:r>
              <a:rPr lang="el-GR" dirty="0"/>
              <a:t>(</a:t>
            </a:r>
            <a:r>
              <a:rPr lang="en-IN" dirty="0"/>
              <a:t>select zero strings)</a:t>
            </a:r>
          </a:p>
          <a:p>
            <a:r>
              <a:rPr lang="en-IN" b="1" dirty="0"/>
              <a:t>L¹ = L = {0, 11}</a:t>
            </a:r>
            <a:endParaRPr lang="en-IN" dirty="0"/>
          </a:p>
          <a:p>
            <a:r>
              <a:rPr lang="en-IN" b="1" dirty="0"/>
              <a:t>L²</a:t>
            </a:r>
            <a:r>
              <a:rPr lang="en-IN" dirty="0"/>
              <a:t>: pick two strings from L (repetition allowed)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{00, 011, 110, 1111}</a:t>
            </a:r>
            <a:endParaRPr lang="en-IN" dirty="0"/>
          </a:p>
          <a:p>
            <a:r>
              <a:rPr lang="en-IN" b="1" dirty="0"/>
              <a:t>L³</a:t>
            </a:r>
            <a:r>
              <a:rPr lang="en-IN" dirty="0"/>
              <a:t>: pick three strings from L</a:t>
            </a:r>
            <a:br>
              <a:rPr lang="en-IN" dirty="0"/>
            </a:br>
            <a:r>
              <a:rPr lang="en-IN" dirty="0"/>
              <a:t>→ </a:t>
            </a:r>
            <a:r>
              <a:rPr lang="en-IN" b="1" dirty="0"/>
              <a:t>{000, 0011, 0110, 1100, 01111, 11011, 11110, 111111}</a:t>
            </a:r>
            <a:endParaRPr lang="en-IN" dirty="0"/>
          </a:p>
          <a:p>
            <a:r>
              <a:rPr lang="en-US" dirty="0"/>
              <a:t>To compute L*, take the union of L⁰, L¹, L², L³, …Each Lᶦ is finite (2ᶦ strings),but the union of infinitely many Lᶦ gives an infinite language.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27626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5A34-F723-AD53-C210-47B322CF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CC86-D8FA-6EB5-68DB-3E5A74570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Example: L = set of all strings of 0’s</a:t>
            </a:r>
          </a:p>
          <a:p>
            <a:r>
              <a:rPr lang="en-US" dirty="0"/>
              <a:t>L is </a:t>
            </a:r>
            <a:r>
              <a:rPr lang="en-US" b="1" dirty="0"/>
              <a:t>infinite</a:t>
            </a:r>
            <a:r>
              <a:rPr lang="en-US" dirty="0"/>
              <a:t>.</a:t>
            </a:r>
          </a:p>
          <a:p>
            <a:r>
              <a:rPr lang="en-US" b="1" dirty="0"/>
              <a:t>L⁰ = {ε}</a:t>
            </a:r>
            <a:endParaRPr lang="en-US" dirty="0"/>
          </a:p>
          <a:p>
            <a:r>
              <a:rPr lang="en-US" b="1" dirty="0"/>
              <a:t>L¹ = L</a:t>
            </a:r>
            <a:r>
              <a:rPr lang="en-US" dirty="0"/>
              <a:t> (all strings of 0’s)</a:t>
            </a:r>
          </a:p>
          <a:p>
            <a:r>
              <a:rPr lang="en-US" b="1" dirty="0"/>
              <a:t>L²</a:t>
            </a:r>
            <a:r>
              <a:rPr lang="en-US" dirty="0"/>
              <a:t> = concatenation of two strings of 0’s ⇒ still all strings of 0’s</a:t>
            </a:r>
          </a:p>
          <a:p>
            <a:r>
              <a:rPr lang="en-US" dirty="0"/>
              <a:t>Therefore,</a:t>
            </a:r>
            <a:br>
              <a:rPr lang="en-US" dirty="0"/>
            </a:br>
            <a:r>
              <a:rPr lang="en-US" b="1" dirty="0"/>
              <a:t>L* = L ∪ {ε}</a:t>
            </a:r>
            <a:r>
              <a:rPr lang="en-US" dirty="0"/>
              <a:t> = all strings of 0’s including ε.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81711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6D5D-1223-D310-85DE-FFB23BAF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01482-30B8-4324-80EA-2BD9050C9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Building Regular Expressions</a:t>
            </a:r>
          </a:p>
          <a:p>
            <a:r>
              <a:rPr lang="en-US" b="1" dirty="0"/>
              <a:t>1. Starting with Basic Elements</a:t>
            </a:r>
          </a:p>
          <a:p>
            <a:r>
              <a:rPr lang="en-US" dirty="0"/>
              <a:t>All algebras begin with </a:t>
            </a:r>
            <a:r>
              <a:rPr lang="en-US" b="1" dirty="0"/>
              <a:t>elementary expressions</a:t>
            </a:r>
            <a:r>
              <a:rPr lang="en-US" dirty="0"/>
              <a:t> such as:</a:t>
            </a:r>
          </a:p>
          <a:p>
            <a:pPr lvl="1"/>
            <a:r>
              <a:rPr lang="en-US" dirty="0"/>
              <a:t>Constants</a:t>
            </a:r>
          </a:p>
          <a:p>
            <a:pPr lvl="1"/>
            <a:r>
              <a:rPr lang="en-US" dirty="0"/>
              <a:t>Variables</a:t>
            </a:r>
          </a:p>
          <a:p>
            <a:r>
              <a:rPr lang="en-US" dirty="0"/>
              <a:t>Complex expressions are built using </a:t>
            </a:r>
            <a:r>
              <a:rPr lang="en-US" b="1" dirty="0"/>
              <a:t>operators</a:t>
            </a:r>
            <a:r>
              <a:rPr lang="en-US" dirty="0"/>
              <a:t> and </a:t>
            </a:r>
            <a:r>
              <a:rPr lang="en-US" b="1" dirty="0"/>
              <a:t>grouping symbols</a:t>
            </a:r>
            <a:r>
              <a:rPr lang="en-US" dirty="0"/>
              <a:t> (e.g., parentheses).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13543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78DF-7330-775B-80A8-830736D5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45041-2D55-96AB-BDFC-537CC1CC8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Regular Expression Algebra</a:t>
            </a:r>
          </a:p>
          <a:p>
            <a:r>
              <a:rPr lang="en-US" dirty="0"/>
              <a:t>Follows the same idea as arithmetic algebra.</a:t>
            </a:r>
          </a:p>
          <a:p>
            <a:r>
              <a:rPr lang="en-US" dirty="0"/>
              <a:t>Uses:</a:t>
            </a:r>
          </a:p>
          <a:p>
            <a:pPr lvl="1"/>
            <a:r>
              <a:rPr lang="en-US" b="1" dirty="0"/>
              <a:t>Constants / variables</a:t>
            </a:r>
            <a:r>
              <a:rPr lang="en-US" dirty="0"/>
              <a:t> that denote </a:t>
            </a:r>
            <a:r>
              <a:rPr lang="en-US" b="1" dirty="0"/>
              <a:t>languages</a:t>
            </a:r>
            <a:endParaRPr lang="en-US" dirty="0"/>
          </a:p>
          <a:p>
            <a:pPr lvl="1"/>
            <a:r>
              <a:rPr lang="en-US" dirty="0"/>
              <a:t>Operators:</a:t>
            </a:r>
          </a:p>
          <a:p>
            <a:pPr lvl="2"/>
            <a:r>
              <a:rPr lang="en-US" b="1" dirty="0"/>
              <a:t>Union ( + )</a:t>
            </a:r>
            <a:endParaRPr lang="en-US" dirty="0"/>
          </a:p>
          <a:p>
            <a:pPr lvl="2"/>
            <a:r>
              <a:rPr lang="en-US" b="1" dirty="0"/>
              <a:t>Concatenation ( ⋅ )</a:t>
            </a:r>
            <a:endParaRPr lang="en-US" dirty="0"/>
          </a:p>
          <a:p>
            <a:pPr lvl="2"/>
            <a:r>
              <a:rPr lang="en-US" b="1" dirty="0"/>
              <a:t>Kleene Star ( * )</a:t>
            </a:r>
            <a:endParaRPr lang="en-US" dirty="0"/>
          </a:p>
          <a:p>
            <a:r>
              <a:rPr lang="en-US" dirty="0"/>
              <a:t>Regular expressions are defined </a:t>
            </a:r>
            <a:r>
              <a:rPr lang="en-US" b="1" dirty="0"/>
              <a:t>recursively</a:t>
            </a:r>
            <a:r>
              <a:rPr lang="en-US" dirty="0"/>
              <a:t>.</a:t>
            </a:r>
          </a:p>
          <a:p>
            <a:r>
              <a:rPr lang="en-US" dirty="0"/>
              <a:t>For each regular expression </a:t>
            </a:r>
            <a:r>
              <a:rPr lang="en-US" b="1" dirty="0"/>
              <a:t>E</a:t>
            </a:r>
            <a:r>
              <a:rPr lang="en-US" dirty="0"/>
              <a:t>, the language it represents is written as </a:t>
            </a:r>
            <a:r>
              <a:rPr lang="en-US" b="1" dirty="0"/>
              <a:t>L(E)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86641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8861-6550-293A-E51E-CDAB64A6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7273E-9187-56A6-88DB-4091B8A3F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Use of the Star Operator</a:t>
            </a:r>
          </a:p>
          <a:p>
            <a:r>
              <a:rPr lang="en-US" dirty="0"/>
              <a:t>Similar to using </a:t>
            </a:r>
            <a:r>
              <a:rPr lang="en-US" b="1" dirty="0"/>
              <a:t>Σ*</a:t>
            </a:r>
            <a:r>
              <a:rPr lang="en-US" dirty="0"/>
              <a:t> on an alphabet:</a:t>
            </a:r>
            <a:br>
              <a:rPr lang="en-US" dirty="0"/>
            </a:br>
            <a:r>
              <a:rPr lang="en-US" dirty="0"/>
              <a:t>Forms all strings from symbols of Σ.</a:t>
            </a:r>
          </a:p>
          <a:p>
            <a:r>
              <a:rPr lang="en-US" dirty="0"/>
              <a:t>Kleene star on a language </a:t>
            </a:r>
            <a:r>
              <a:rPr lang="en-US" b="1" dirty="0"/>
              <a:t>L*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Builds all strings formed from any number of strings in </a:t>
            </a:r>
            <a:r>
              <a:rPr lang="en-US" b="1" dirty="0"/>
              <a:t>L</a:t>
            </a:r>
            <a:r>
              <a:rPr lang="en-US" dirty="0"/>
              <a:t>.</a:t>
            </a:r>
          </a:p>
          <a:p>
            <a:r>
              <a:rPr lang="en-US" dirty="0"/>
              <a:t>Important distinction: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= set of strings</a:t>
            </a:r>
          </a:p>
          <a:p>
            <a:pPr lvl="1"/>
            <a:r>
              <a:rPr lang="en-US" b="1" dirty="0"/>
              <a:t>Σ</a:t>
            </a:r>
            <a:r>
              <a:rPr lang="en-US" dirty="0"/>
              <a:t> = set of symbols</a:t>
            </a:r>
          </a:p>
          <a:p>
            <a:pPr lvl="1"/>
            <a:r>
              <a:rPr lang="en-US" dirty="0"/>
              <a:t>But </a:t>
            </a:r>
            <a:r>
              <a:rPr lang="en-US" b="1" dirty="0"/>
              <a:t>L*</a:t>
            </a:r>
            <a:r>
              <a:rPr lang="en-US" dirty="0"/>
              <a:t> behaves like </a:t>
            </a:r>
            <a:r>
              <a:rPr lang="en-US" b="1" dirty="0"/>
              <a:t>Σ*</a:t>
            </a:r>
            <a:r>
              <a:rPr lang="en-US" dirty="0"/>
              <a:t> when L contains all strings of length 1 from Σ.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74171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4E46-1414-FCB2-EFBB-1EE09D16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08443-7E5A-3800-3A7F-634BC21A6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BASIS (Building Blocks of Regular Expressions)</a:t>
            </a:r>
          </a:p>
          <a:p>
            <a:r>
              <a:rPr lang="en-US" b="1" dirty="0"/>
              <a:t>Constants</a:t>
            </a:r>
            <a:endParaRPr lang="en-US" dirty="0"/>
          </a:p>
          <a:p>
            <a:pPr lvl="1"/>
            <a:r>
              <a:rPr lang="en-US" b="1" dirty="0"/>
              <a:t>ε</a:t>
            </a:r>
            <a:r>
              <a:rPr lang="en-US" dirty="0"/>
              <a:t> and </a:t>
            </a:r>
            <a:r>
              <a:rPr lang="en-US" b="1" dirty="0"/>
              <a:t>∅</a:t>
            </a:r>
            <a:r>
              <a:rPr lang="en-US" dirty="0"/>
              <a:t> are regular expressions.</a:t>
            </a:r>
          </a:p>
          <a:p>
            <a:pPr lvl="1"/>
            <a:r>
              <a:rPr lang="en-US" b="1" dirty="0"/>
              <a:t>L(ε) = {ε}</a:t>
            </a:r>
            <a:r>
              <a:rPr lang="en-US" dirty="0"/>
              <a:t>, </a:t>
            </a:r>
            <a:r>
              <a:rPr lang="en-US" b="1" dirty="0"/>
              <a:t>L(∅) = ∅</a:t>
            </a:r>
            <a:r>
              <a:rPr lang="en-US" dirty="0"/>
              <a:t>.</a:t>
            </a:r>
          </a:p>
          <a:p>
            <a:r>
              <a:rPr lang="en-US" b="1" dirty="0"/>
              <a:t>Symbols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b="1" dirty="0"/>
              <a:t>a</a:t>
            </a:r>
            <a:r>
              <a:rPr lang="en-US" dirty="0"/>
              <a:t> is a symbol, then </a:t>
            </a:r>
            <a:r>
              <a:rPr lang="en-US" b="1" dirty="0"/>
              <a:t>a</a:t>
            </a:r>
            <a:r>
              <a:rPr lang="en-US" dirty="0"/>
              <a:t> is a regular expression.</a:t>
            </a:r>
          </a:p>
          <a:p>
            <a:pPr lvl="1"/>
            <a:r>
              <a:rPr lang="en-US" dirty="0"/>
              <a:t>Represents the language </a:t>
            </a:r>
            <a:r>
              <a:rPr lang="en-US" b="1" dirty="0"/>
              <a:t>{a}</a:t>
            </a:r>
            <a:r>
              <a:rPr lang="en-US" dirty="0"/>
              <a:t>, i.e., </a:t>
            </a:r>
            <a:r>
              <a:rPr lang="en-US" b="1" dirty="0"/>
              <a:t>L(a) = {a}</a:t>
            </a:r>
            <a:r>
              <a:rPr lang="en-US" dirty="0"/>
              <a:t>.</a:t>
            </a:r>
          </a:p>
          <a:p>
            <a:r>
              <a:rPr lang="en-US" b="1" dirty="0"/>
              <a:t>Variables</a:t>
            </a:r>
            <a:endParaRPr lang="en-US" dirty="0"/>
          </a:p>
          <a:p>
            <a:pPr lvl="1"/>
            <a:r>
              <a:rPr lang="en-US" dirty="0"/>
              <a:t>A capital italic letter like </a:t>
            </a:r>
            <a:r>
              <a:rPr lang="en-US" b="1" dirty="0"/>
              <a:t>L</a:t>
            </a:r>
            <a:r>
              <a:rPr lang="en-US" dirty="0"/>
              <a:t> represents </a:t>
            </a:r>
            <a:r>
              <a:rPr lang="en-US" b="1" dirty="0"/>
              <a:t>any language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25864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C3F3-A19C-68D6-0C3E-BCE026A9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1A28D-A6D6-11CD-17ED-2DA699144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INDUCTIVE RULES (Constructing Complex Regular Expressions)</a:t>
            </a:r>
          </a:p>
          <a:p>
            <a:r>
              <a:rPr lang="en-US" b="1" dirty="0"/>
              <a:t>Union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b="1" dirty="0"/>
              <a:t>E</a:t>
            </a:r>
            <a:r>
              <a:rPr lang="en-US" dirty="0"/>
              <a:t> and </a:t>
            </a:r>
            <a:r>
              <a:rPr lang="en-US" b="1" dirty="0"/>
              <a:t>F</a:t>
            </a:r>
            <a:r>
              <a:rPr lang="en-US" dirty="0"/>
              <a:t> are regular expressions,</a:t>
            </a:r>
            <a:br>
              <a:rPr lang="en-US" dirty="0"/>
            </a:br>
            <a:r>
              <a:rPr lang="en-US" b="1" dirty="0"/>
              <a:t>E + F</a:t>
            </a:r>
            <a:r>
              <a:rPr lang="en-US" dirty="0"/>
              <a:t> is also a regular expression.</a:t>
            </a:r>
          </a:p>
          <a:p>
            <a:pPr lvl="1"/>
            <a:r>
              <a:rPr lang="en-US" b="1" dirty="0"/>
              <a:t>L(E + F) = L(E) ∪ L(F)</a:t>
            </a:r>
            <a:r>
              <a:rPr lang="en-US" dirty="0"/>
              <a:t>.</a:t>
            </a:r>
          </a:p>
          <a:p>
            <a:r>
              <a:rPr lang="en-US" b="1" dirty="0"/>
              <a:t>Concatenation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b="1" dirty="0"/>
              <a:t>E</a:t>
            </a:r>
            <a:r>
              <a:rPr lang="en-US" dirty="0"/>
              <a:t> and </a:t>
            </a:r>
            <a:r>
              <a:rPr lang="en-US" b="1" dirty="0"/>
              <a:t>F</a:t>
            </a:r>
            <a:r>
              <a:rPr lang="en-US" dirty="0"/>
              <a:t> are regular expressions,</a:t>
            </a:r>
            <a:br>
              <a:rPr lang="en-US" dirty="0"/>
            </a:br>
            <a:r>
              <a:rPr lang="en-US" b="1" dirty="0"/>
              <a:t>EF</a:t>
            </a:r>
            <a:r>
              <a:rPr lang="en-US" dirty="0"/>
              <a:t> is a regular expression.</a:t>
            </a:r>
          </a:p>
          <a:p>
            <a:pPr lvl="1"/>
            <a:r>
              <a:rPr lang="en-US" b="1" dirty="0"/>
              <a:t>L(EF) = L(E) L(F)</a:t>
            </a:r>
            <a:r>
              <a:rPr lang="en-US" dirty="0"/>
              <a:t> (concatenation of languages).</a:t>
            </a:r>
          </a:p>
          <a:p>
            <a:r>
              <a:rPr lang="en-US" b="1" dirty="0"/>
              <a:t>Kleene Star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b="1" dirty="0"/>
              <a:t>E</a:t>
            </a:r>
            <a:r>
              <a:rPr lang="en-US" dirty="0"/>
              <a:t> is a regular expression, </a:t>
            </a:r>
            <a:r>
              <a:rPr lang="en-US" b="1" dirty="0"/>
              <a:t>E*</a:t>
            </a:r>
            <a:r>
              <a:rPr lang="en-US" dirty="0"/>
              <a:t> is also a regular expression.</a:t>
            </a:r>
          </a:p>
          <a:p>
            <a:pPr lvl="1"/>
            <a:r>
              <a:rPr lang="en-US" b="1" dirty="0"/>
              <a:t>L(E*) = (L(E))*</a:t>
            </a:r>
            <a:r>
              <a:rPr lang="en-US" dirty="0"/>
              <a:t>.</a:t>
            </a:r>
          </a:p>
          <a:p>
            <a:r>
              <a:rPr lang="en-US" b="1" dirty="0"/>
              <a:t>Parentheses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b="1" dirty="0"/>
              <a:t>E</a:t>
            </a:r>
            <a:r>
              <a:rPr lang="en-US" dirty="0"/>
              <a:t> is a regular expression, then </a:t>
            </a:r>
            <a:r>
              <a:rPr lang="en-US" b="1" dirty="0"/>
              <a:t>(E)</a:t>
            </a:r>
            <a:r>
              <a:rPr lang="en-US" dirty="0"/>
              <a:t> is also a regular expression.</a:t>
            </a:r>
          </a:p>
          <a:p>
            <a:pPr lvl="1"/>
            <a:r>
              <a:rPr lang="en-US" dirty="0"/>
              <a:t>Represents the same language: </a:t>
            </a:r>
            <a:r>
              <a:rPr lang="en-US" b="1" dirty="0"/>
              <a:t>L((E)) = L(E)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7806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CC5A-7A8E-CBD6-9415-FCDE141D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2645-AC3F-0C78-48D3-E65E4CD64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 – Build a regular expression for strings with alternating </a:t>
            </a:r>
            <a:r>
              <a:rPr lang="en-US" b="1" dirty="0"/>
              <a:t>0</a:t>
            </a:r>
            <a:r>
              <a:rPr lang="en-US" dirty="0"/>
              <a:t> and </a:t>
            </a:r>
            <a:r>
              <a:rPr lang="en-US" b="1" dirty="0"/>
              <a:t>1</a:t>
            </a:r>
            <a:r>
              <a:rPr lang="en-US" dirty="0"/>
              <a:t>.</a:t>
            </a:r>
          </a:p>
          <a:p>
            <a:r>
              <a:rPr lang="en-US" b="1" dirty="0"/>
              <a:t>Step 1: Start with the basic alternating unit</a:t>
            </a:r>
          </a:p>
          <a:p>
            <a:r>
              <a:rPr lang="en-US" dirty="0"/>
              <a:t>Single alternating block = </a:t>
            </a:r>
            <a:r>
              <a:rPr lang="en-US" b="1" dirty="0"/>
              <a:t>01</a:t>
            </a:r>
            <a:endParaRPr lang="en-US" dirty="0"/>
          </a:p>
          <a:p>
            <a:r>
              <a:rPr lang="en-US" dirty="0"/>
              <a:t>By basis rules:</a:t>
            </a:r>
          </a:p>
          <a:p>
            <a:pPr lvl="1"/>
            <a:r>
              <a:rPr lang="en-US" b="1" dirty="0"/>
              <a:t>0</a:t>
            </a:r>
            <a:r>
              <a:rPr lang="en-US" dirty="0"/>
              <a:t> represents {0}</a:t>
            </a:r>
          </a:p>
          <a:p>
            <a:pPr lvl="1"/>
            <a:r>
              <a:rPr lang="en-US" b="1" dirty="0"/>
              <a:t>1</a:t>
            </a:r>
            <a:r>
              <a:rPr lang="en-US" dirty="0"/>
              <a:t> represents {1}</a:t>
            </a:r>
          </a:p>
          <a:p>
            <a:r>
              <a:rPr lang="en-US" dirty="0"/>
              <a:t>Concatenation gives the expression </a:t>
            </a:r>
            <a:r>
              <a:rPr lang="en-US" b="1" dirty="0"/>
              <a:t>01</a:t>
            </a:r>
            <a:r>
              <a:rPr lang="en-US" dirty="0"/>
              <a:t>, representing {01}.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7829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BA55D-C473-3508-4747-A3B20B8D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CDBE-31C1-6D40-D638-35E7CB5E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Get multiple occurrences</a:t>
            </a:r>
          </a:p>
          <a:p>
            <a:r>
              <a:rPr lang="en-US" dirty="0"/>
              <a:t>To generate strings like:</a:t>
            </a:r>
            <a:br>
              <a:rPr lang="en-US" dirty="0"/>
            </a:br>
            <a:r>
              <a:rPr lang="en-US" b="1" dirty="0"/>
              <a:t>01, 0101, 010101, …</a:t>
            </a:r>
            <a:br>
              <a:rPr lang="en-US" dirty="0"/>
            </a:br>
            <a:r>
              <a:rPr lang="en-US" dirty="0"/>
              <a:t>we apply the </a:t>
            </a:r>
            <a:r>
              <a:rPr lang="en-US" b="1" dirty="0"/>
              <a:t>Kleene star</a:t>
            </a:r>
            <a:r>
              <a:rPr lang="en-US" dirty="0"/>
              <a:t>:</a:t>
            </a:r>
          </a:p>
          <a:p>
            <a:r>
              <a:rPr lang="en-US" b="1" dirty="0"/>
              <a:t>(01)*</a:t>
            </a:r>
            <a:endParaRPr lang="en-US" dirty="0"/>
          </a:p>
          <a:p>
            <a:r>
              <a:rPr lang="en-US" dirty="0"/>
              <a:t>Parentheses are needed:</a:t>
            </a:r>
          </a:p>
          <a:p>
            <a:pPr lvl="1"/>
            <a:r>
              <a:rPr lang="en-US" b="1" dirty="0"/>
              <a:t>01*</a:t>
            </a:r>
            <a:r>
              <a:rPr lang="en-US" dirty="0"/>
              <a:t> means “0 followed by any number of 1’s,”</a:t>
            </a:r>
            <a:br>
              <a:rPr lang="en-US" dirty="0"/>
            </a:br>
            <a:r>
              <a:rPr lang="en-US" dirty="0"/>
              <a:t>which is different.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43328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DFEF-54D0-7A6F-CA2D-952E93E1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C8485-F317-13E9-C513-48BDBDAA5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Strings with alternating 0’s and 1’s can fall into four categories:</a:t>
            </a:r>
          </a:p>
          <a:p>
            <a:r>
              <a:rPr lang="en-IN" dirty="0"/>
              <a:t>Start with </a:t>
            </a:r>
            <a:r>
              <a:rPr lang="en-IN" b="1" dirty="0"/>
              <a:t>0</a:t>
            </a:r>
            <a:r>
              <a:rPr lang="en-IN" dirty="0"/>
              <a:t> → end with </a:t>
            </a:r>
            <a:r>
              <a:rPr lang="en-IN" b="1" dirty="0"/>
              <a:t>1</a:t>
            </a:r>
            <a:r>
              <a:rPr lang="en-IN" dirty="0"/>
              <a:t> → (01)*</a:t>
            </a:r>
          </a:p>
          <a:p>
            <a:r>
              <a:rPr lang="en-IN" dirty="0"/>
              <a:t>Start with </a:t>
            </a:r>
            <a:r>
              <a:rPr lang="en-IN" b="1" dirty="0"/>
              <a:t>1</a:t>
            </a:r>
            <a:r>
              <a:rPr lang="en-IN" dirty="0"/>
              <a:t> → end with </a:t>
            </a:r>
            <a:r>
              <a:rPr lang="en-IN" b="1" dirty="0"/>
              <a:t>0</a:t>
            </a:r>
            <a:r>
              <a:rPr lang="en-IN" dirty="0"/>
              <a:t> → (10)*</a:t>
            </a:r>
          </a:p>
          <a:p>
            <a:r>
              <a:rPr lang="en-IN" dirty="0"/>
              <a:t>Start with </a:t>
            </a:r>
            <a:r>
              <a:rPr lang="en-IN" b="1" dirty="0"/>
              <a:t>0</a:t>
            </a:r>
            <a:r>
              <a:rPr lang="en-IN" dirty="0"/>
              <a:t> → end with </a:t>
            </a:r>
            <a:r>
              <a:rPr lang="en-IN" b="1" dirty="0"/>
              <a:t>0</a:t>
            </a:r>
            <a:r>
              <a:rPr lang="en-IN" dirty="0"/>
              <a:t> → 0(10)*</a:t>
            </a:r>
          </a:p>
          <a:p>
            <a:r>
              <a:rPr lang="en-IN" dirty="0"/>
              <a:t>Start with </a:t>
            </a:r>
            <a:r>
              <a:rPr lang="en-IN" b="1" dirty="0"/>
              <a:t>1</a:t>
            </a:r>
            <a:r>
              <a:rPr lang="en-IN" dirty="0"/>
              <a:t> → end with </a:t>
            </a:r>
            <a:r>
              <a:rPr lang="en-IN" b="1" dirty="0"/>
              <a:t>1</a:t>
            </a:r>
            <a:r>
              <a:rPr lang="en-IN" dirty="0"/>
              <a:t> → 1(01)*</a:t>
            </a:r>
          </a:p>
          <a:p>
            <a:r>
              <a:rPr lang="en-IN" b="1" dirty="0"/>
              <a:t>Combined Regular Expression</a:t>
            </a:r>
          </a:p>
          <a:p>
            <a:r>
              <a:rPr lang="en-IN" dirty="0"/>
              <a:t>(01)∗+(10)∗+0(10)∗+1(01)∗</a:t>
            </a:r>
            <a:endParaRPr lang="ar-AE" dirty="0"/>
          </a:p>
          <a:p>
            <a:r>
              <a:rPr lang="en-IN" dirty="0"/>
              <a:t>This union covers </a:t>
            </a:r>
            <a:r>
              <a:rPr lang="en-IN" b="1" dirty="0"/>
              <a:t>all</a:t>
            </a:r>
            <a:r>
              <a:rPr lang="en-IN" dirty="0"/>
              <a:t> alternating 0–1 strings of </a:t>
            </a:r>
            <a:r>
              <a:rPr lang="en-IN" b="1" dirty="0"/>
              <a:t>any length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40148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89E6-B5ED-121E-9702-88AE9C6B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5E0E65-D866-6F36-E966-39D868196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Instead of listing all four cases, we start with (01)* and allow:</a:t>
                </a:r>
              </a:p>
              <a:p>
                <a:r>
                  <a:rPr lang="en-IN" dirty="0"/>
                  <a:t>Optional </a:t>
                </a:r>
                <a:r>
                  <a:rPr lang="en-IN" b="1" dirty="0"/>
                  <a:t>1</a:t>
                </a:r>
                <a:r>
                  <a:rPr lang="en-IN" dirty="0"/>
                  <a:t> at the beginning → concatenate with </a:t>
                </a:r>
                <a:r>
                  <a:rPr lang="el-GR" b="1" dirty="0"/>
                  <a:t>ε + 1</a:t>
                </a:r>
                <a:endParaRPr lang="el-GR" dirty="0"/>
              </a:p>
              <a:p>
                <a:r>
                  <a:rPr lang="en-IN" dirty="0"/>
                  <a:t>Optional </a:t>
                </a:r>
                <a:r>
                  <a:rPr lang="en-IN" b="1" dirty="0"/>
                  <a:t>0</a:t>
                </a:r>
                <a:r>
                  <a:rPr lang="en-IN" dirty="0"/>
                  <a:t> at the end → concatenate with </a:t>
                </a:r>
                <a:r>
                  <a:rPr lang="el-GR" b="1" dirty="0"/>
                  <a:t>ε + 0</a:t>
                </a:r>
                <a:endParaRPr lang="el-GR" dirty="0"/>
              </a:p>
              <a:p>
                <a:r>
                  <a:rPr lang="en-IN" dirty="0"/>
                  <a:t>Using: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IN" dirty="0"/>
              </a:p>
              <a:p>
                <a:r>
                  <a:rPr lang="en-IN" dirty="0"/>
                  <a:t>So, it can also be written as  (</a:t>
                </a:r>
                <a:r>
                  <a:rPr lang="el-GR" b="1" dirty="0"/>
                  <a:t>ε + 1</a:t>
                </a:r>
                <a:r>
                  <a:rPr lang="en-IN" b="1" dirty="0"/>
                  <a:t>)(01)</a:t>
                </a:r>
                <a:r>
                  <a:rPr lang="en-IN" dirty="0"/>
                  <a:t> * (</a:t>
                </a:r>
                <a:r>
                  <a:rPr lang="el-GR" b="1" dirty="0"/>
                  <a:t>ε + 0</a:t>
                </a:r>
                <a:r>
                  <a:rPr lang="en-IN" b="1" dirty="0"/>
                  <a:t>)</a:t>
                </a:r>
                <a:endParaRPr lang="el-GR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5E0E65-D866-6F36-E966-39D868196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512309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Precedence of Regular Expression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Closure operator (*)</a:t>
            </a:r>
          </a:p>
          <a:p>
            <a:r>
              <a:rPr lang="en-IN" dirty="0"/>
              <a:t>Dot Operator (.)</a:t>
            </a:r>
          </a:p>
          <a:p>
            <a:r>
              <a:rPr lang="en-IN" dirty="0"/>
              <a:t>Union operator (+)</a:t>
            </a:r>
          </a:p>
          <a:p>
            <a:r>
              <a:rPr lang="en-IN" dirty="0"/>
              <a:t>Note:</a:t>
            </a:r>
          </a:p>
          <a:p>
            <a:pPr lvl="1"/>
            <a:r>
              <a:rPr lang="en-IN" dirty="0"/>
              <a:t>Operator are grouped from left to right</a:t>
            </a:r>
          </a:p>
          <a:p>
            <a:pPr lvl="1"/>
            <a:r>
              <a:rPr lang="en-IN" dirty="0"/>
              <a:t>Ex: 012 can be grouped as (01) 2 by default</a:t>
            </a:r>
          </a:p>
          <a:p>
            <a:pPr lvl="1"/>
            <a:r>
              <a:rPr lang="en-IN" dirty="0"/>
              <a:t>Use parenthesis to override 0(12)</a:t>
            </a:r>
          </a:p>
          <a:p>
            <a:pPr lvl="1"/>
            <a:r>
              <a:rPr lang="en-IN" dirty="0"/>
              <a:t>Ex: The expression 01*+1 is grouped as: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586288" y="5214938"/>
            <a:ext cx="57150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500563" y="5657850"/>
            <a:ext cx="471487" cy="519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7" name="Straight Arrow Connector 6"/>
          <p:cNvCxnSpPr>
            <a:endCxn id="8" idx="0"/>
          </p:cNvCxnSpPr>
          <p:nvPr/>
        </p:nvCxnSpPr>
        <p:spPr>
          <a:xfrm flipH="1">
            <a:off x="4129089" y="5274470"/>
            <a:ext cx="221455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893345" y="5674520"/>
            <a:ext cx="471487" cy="519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79182" y="5214938"/>
            <a:ext cx="471487" cy="366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207794" y="5624515"/>
            <a:ext cx="471487" cy="519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5248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775" y="0"/>
            <a:ext cx="10515600" cy="1325563"/>
          </a:xfrm>
        </p:spPr>
        <p:txBody>
          <a:bodyPr/>
          <a:lstStyle/>
          <a:p>
            <a:r>
              <a:rPr lang="en-IN" dirty="0"/>
              <a:t>Regular Expression to Language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42938" y="1166813"/>
          <a:ext cx="10544178" cy="554223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0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65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Regular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1*</a:t>
                      </a:r>
                      <a:r>
                        <a:rPr lang="en-IN" sz="2000" baseline="0" dirty="0">
                          <a:latin typeface="Palatino Linotype" panose="02040502050505030304" pitchFamily="18" charset="0"/>
                        </a:rPr>
                        <a:t> or 0*</a:t>
                      </a:r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Any number of 1s or any number</a:t>
                      </a:r>
                      <a:r>
                        <a:rPr lang="en-IN" sz="2000" baseline="0" dirty="0">
                          <a:latin typeface="Palatino Linotype" panose="02040502050505030304" pitchFamily="18" charset="0"/>
                        </a:rPr>
                        <a:t> of 0s</a:t>
                      </a:r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1 or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One occurrence of 1 (or)</a:t>
                      </a:r>
                      <a:r>
                        <a:rPr lang="en-IN" sz="2000" baseline="0" dirty="0">
                          <a:latin typeface="Palatino Linotype" panose="02040502050505030304" pitchFamily="18" charset="0"/>
                        </a:rPr>
                        <a:t> 0</a:t>
                      </a:r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917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No other 0’s and 1’s except the string 01 [i.e., 01 appears only once]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(01)*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All strings that repeat</a:t>
                      </a:r>
                      <a:r>
                        <a:rPr lang="en-IN" sz="2000" baseline="0" dirty="0">
                          <a:latin typeface="Palatino Linotype" panose="02040502050505030304" pitchFamily="18" charset="0"/>
                        </a:rPr>
                        <a:t> 01 zero or more time</a:t>
                      </a:r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01*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String consists of 0 followed by any number of 1’s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0 + 1</a:t>
                      </a:r>
                    </a:p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[Ex:</a:t>
                      </a:r>
                      <a:r>
                        <a:rPr lang="en-IN" sz="2000" baseline="0" dirty="0">
                          <a:latin typeface="Palatino Linotype" panose="02040502050505030304" pitchFamily="18" charset="0"/>
                        </a:rPr>
                        <a:t> 01, 0 , 1]</a:t>
                      </a:r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String consisting of one 0 or string consisting of one 1 or sting consisting of 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(a + b)* </a:t>
                      </a:r>
                    </a:p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[Ex: { ε, a, b, aa, ab, bb, </a:t>
                      </a:r>
                      <a:r>
                        <a:rPr lang="en-IN" sz="2000" dirty="0" err="1">
                          <a:latin typeface="Palatino Linotype" panose="02040502050505030304" pitchFamily="18" charset="0"/>
                        </a:rPr>
                        <a:t>ba</a:t>
                      </a:r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n-IN" sz="2000" dirty="0" err="1">
                          <a:latin typeface="Palatino Linotype" panose="02040502050505030304" pitchFamily="18" charset="0"/>
                        </a:rPr>
                        <a:t>aaa</a:t>
                      </a:r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…….}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Set of strings of a’s and b’s of any length including the null 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0</a:t>
                      </a:r>
                      <a:r>
                        <a:rPr lang="en-IN" sz="2000" baseline="0" dirty="0">
                          <a:latin typeface="Palatino Linotype" panose="02040502050505030304" pitchFamily="18" charset="0"/>
                        </a:rPr>
                        <a:t> + 1*</a:t>
                      </a:r>
                      <a:endParaRPr lang="en-IN" sz="20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Palatino Linotype" panose="02040502050505030304" pitchFamily="18" charset="0"/>
                        </a:rPr>
                        <a:t>String consisting of 0 or any number of 1’s [String may or may not have Zero]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8680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637" y="171451"/>
            <a:ext cx="10515600" cy="971550"/>
          </a:xfrm>
        </p:spPr>
        <p:txBody>
          <a:bodyPr/>
          <a:lstStyle/>
          <a:p>
            <a:r>
              <a:rPr lang="en-IN" dirty="0"/>
              <a:t>Language to Regular Expression 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909637" y="1143000"/>
          <a:ext cx="9958621" cy="489661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7770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2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Regular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all strings of Zero or more a’s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all strings of a’s and b’s of length two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IN" sz="2400" dirty="0" err="1">
                          <a:latin typeface="Palatino Linotype" panose="02040502050505030304" pitchFamily="18" charset="0"/>
                        </a:rPr>
                        <a:t>a+b</a:t>
                      </a: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) (</a:t>
                      </a:r>
                      <a:r>
                        <a:rPr lang="en-IN" sz="2400" dirty="0" err="1">
                          <a:latin typeface="Palatino Linotype" panose="02040502050505030304" pitchFamily="18" charset="0"/>
                        </a:rPr>
                        <a:t>a+b</a:t>
                      </a: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89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all strings over {a, b} ending with ‘aba’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IN" sz="2400" dirty="0" err="1">
                          <a:latin typeface="Palatino Linotype" panose="02040502050505030304" pitchFamily="18" charset="0"/>
                        </a:rPr>
                        <a:t>a+b</a:t>
                      </a: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)* aba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all strings over {0, 1} starting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and ending with 0</a:t>
                      </a:r>
                      <a:endParaRPr lang="en-IN" sz="24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0 (0+1)*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0</a:t>
                      </a:r>
                      <a:endParaRPr lang="en-IN" sz="24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8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all strings over {a, b, c} with any number of a’s followed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by any number of b’s followed any number of c’s</a:t>
                      </a:r>
                      <a:endParaRPr lang="en-IN" sz="24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a*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b* c*</a:t>
                      </a:r>
                      <a:endParaRPr lang="en-IN" sz="24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9975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Language to Regular Expression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77691"/>
              </p:ext>
            </p:extLst>
          </p:nvPr>
        </p:nvGraphicFramePr>
        <p:xfrm>
          <a:off x="738187" y="1860449"/>
          <a:ext cx="10887458" cy="416342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7477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65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Regular Expression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all strings over {a, b, c} with at least one ‘a’ followed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by </a:t>
                      </a: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at least one ‘b’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followed </a:t>
                      </a:r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at least one ‘c’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a</a:t>
                      </a:r>
                      <a:r>
                        <a:rPr lang="en-IN" sz="2400" baseline="30000" dirty="0">
                          <a:latin typeface="Palatino Linotype" panose="02040502050505030304" pitchFamily="18" charset="0"/>
                        </a:rPr>
                        <a:t>+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b</a:t>
                      </a:r>
                      <a:r>
                        <a:rPr lang="en-IN" sz="2400" baseline="30000" dirty="0">
                          <a:latin typeface="Palatino Linotype" panose="02040502050505030304" pitchFamily="18" charset="0"/>
                        </a:rPr>
                        <a:t>+ 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c</a:t>
                      </a:r>
                      <a:r>
                        <a:rPr lang="en-IN" sz="2400" baseline="30000" dirty="0">
                          <a:latin typeface="Palatino Linotype" panose="02040502050505030304" pitchFamily="18" charset="0"/>
                        </a:rPr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all strings with zero or more instances of a or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(a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+ b)* or (a* b*)*</a:t>
                      </a:r>
                      <a:endParaRPr lang="en-IN" sz="24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containing the string 0 and all strings consisting of zero or more 0’s followed by single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0 + 0*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Set of string over {1}</a:t>
                      </a:r>
                      <a:r>
                        <a:rPr lang="en-IN" sz="2400" baseline="0" dirty="0">
                          <a:latin typeface="Palatino Linotype" panose="02040502050505030304" pitchFamily="18" charset="0"/>
                        </a:rPr>
                        <a:t> having odd length of 1</a:t>
                      </a:r>
                      <a:endParaRPr lang="en-IN" sz="240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1 (11)*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r>
                        <a:rPr lang="en-US" sz="2400" dirty="0"/>
                        <a:t>Set of all strings over 0 and 1 that </a:t>
                      </a:r>
                      <a:r>
                        <a:rPr lang="en-US" sz="2400" b="0" dirty="0"/>
                        <a:t>contain the substring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111</a:t>
                      </a:r>
                      <a:r>
                        <a:rPr lang="en-US" sz="2400" b="0" dirty="0"/>
                        <a:t> </a:t>
                      </a:r>
                      <a:endParaRPr lang="en-IN" sz="2400" b="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Palatino Linotype" panose="02040502050505030304" pitchFamily="18" charset="0"/>
                        </a:rPr>
                        <a:t>(0+1)* 111 (0+1)*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98473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286B-B8E3-E78A-A328-12EA5482F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C2006-3BC4-73F4-7C87-2B99BEEF2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a) Strings over {a, b, c} with at least one a and at least one b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Answer:</a:t>
            </a:r>
          </a:p>
          <a:p>
            <a:r>
              <a:rPr lang="pt-BR" dirty="0"/>
              <a:t>(a+b+c)</a:t>
            </a:r>
            <a:r>
              <a:rPr lang="pt-BR" baseline="30000" dirty="0"/>
              <a:t>∗</a:t>
            </a:r>
            <a:r>
              <a:rPr lang="pt-BR" dirty="0"/>
              <a:t>a(a+b+c)</a:t>
            </a:r>
            <a:r>
              <a:rPr lang="pt-BR" baseline="30000" dirty="0"/>
              <a:t>∗</a:t>
            </a:r>
            <a:r>
              <a:rPr lang="pt-BR" dirty="0"/>
              <a:t>b(a+b+c)</a:t>
            </a:r>
            <a:r>
              <a:rPr lang="pt-BR" baseline="30000" dirty="0"/>
              <a:t>∗</a:t>
            </a:r>
            <a:r>
              <a:rPr lang="pt-BR" dirty="0"/>
              <a:t>+(a+b+c)</a:t>
            </a:r>
            <a:r>
              <a:rPr lang="pt-BR" baseline="30000" dirty="0"/>
              <a:t>∗</a:t>
            </a:r>
            <a:r>
              <a:rPr lang="pt-BR" dirty="0"/>
              <a:t>b(a+b+c)</a:t>
            </a:r>
            <a:r>
              <a:rPr lang="pt-BR" baseline="30000" dirty="0"/>
              <a:t>∗</a:t>
            </a:r>
            <a:r>
              <a:rPr lang="pt-BR" dirty="0"/>
              <a:t>a(a+b+c)</a:t>
            </a:r>
            <a:r>
              <a:rPr lang="pt-BR" baseline="30000" dirty="0"/>
              <a:t>∗</a:t>
            </a:r>
            <a:endParaRPr lang="en-IN" dirty="0"/>
          </a:p>
          <a:p>
            <a:pPr marL="0" indent="0">
              <a:buNone/>
            </a:pPr>
            <a:r>
              <a:rPr lang="pt-BR" b="1" dirty="0">
                <a:solidFill>
                  <a:srgbClr val="FF0000"/>
                </a:solidFill>
              </a:rPr>
              <a:t>b) </a:t>
            </a:r>
            <a:r>
              <a:rPr lang="en-US" b="1" dirty="0">
                <a:solidFill>
                  <a:srgbClr val="FF0000"/>
                </a:solidFill>
              </a:rPr>
              <a:t>Strings of 0’s and 1’s whose 10th symbol from the right is 1</a:t>
            </a:r>
          </a:p>
          <a:p>
            <a:pPr marL="0" indent="0">
              <a:buNone/>
            </a:pPr>
            <a:r>
              <a:rPr lang="en-IN" b="1">
                <a:solidFill>
                  <a:schemeClr val="tx2">
                    <a:lumMod val="75000"/>
                    <a:lumOff val="25000"/>
                  </a:schemeClr>
                </a:solidFill>
              </a:rPr>
              <a:t>Answer:</a:t>
            </a:r>
          </a:p>
          <a:p>
            <a:r>
              <a:rPr lang="en-IN"/>
              <a:t>(</a:t>
            </a:r>
            <a:r>
              <a:rPr lang="en-IN" dirty="0"/>
              <a:t>0+1)</a:t>
            </a:r>
            <a:r>
              <a:rPr lang="en-IN" baseline="30000" dirty="0"/>
              <a:t>∗</a:t>
            </a:r>
            <a:r>
              <a:rPr lang="en-IN" dirty="0"/>
              <a:t>1(0+1)</a:t>
            </a:r>
            <a:r>
              <a:rPr lang="en-IN" baseline="30000" dirty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16235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Converting Regular Expression to Finite Automata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Construct the FA for the regular expression, R = 01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Construct the FA for the regular expression, R = 0+1</a:t>
            </a:r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14" y="2355342"/>
            <a:ext cx="5267374" cy="11757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766" y="4408715"/>
            <a:ext cx="5463824" cy="190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2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RE to FA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6963"/>
            <a:ext cx="10515600" cy="4351338"/>
          </a:xfrm>
        </p:spPr>
        <p:txBody>
          <a:bodyPr/>
          <a:lstStyle/>
          <a:p>
            <a:r>
              <a:rPr lang="en-IN" dirty="0"/>
              <a:t>Construct the FA for the regular expression, R = 0*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Construct the FA for the regular expression, R = (0+1)*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1610518"/>
            <a:ext cx="5082089" cy="17764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712" y="4171950"/>
            <a:ext cx="5379871" cy="26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2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 to FA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Construct the FA for the regular expression, R = (01)* + 1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2453887"/>
            <a:ext cx="7263024" cy="313252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971675" y="4514850"/>
            <a:ext cx="428625" cy="14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20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DEBA-523A-D06B-9F64-D83D860F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Regular Languages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63FEC-1652-7849-234F-78838C89F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Regular languages are the class of languages that can be represented using finite automata, regular expressions, or regular grammar. These languages have predictable patterns and are computationally efficient to recognize.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64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736D-FF4C-08B3-DDD5-CAABE413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Properties of Regular Languages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2896B-D08B-7FD5-EF0D-4E388458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languages are closed under operations like union, concatenation, and Kleene star.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Complementation</a:t>
            </a:r>
          </a:p>
          <a:p>
            <a:pPr lvl="1"/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language L is regular its complement L' is regular.</a:t>
            </a:r>
            <a:endParaRPr lang="en-US" sz="28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  <a:p>
            <a:pPr lvl="1"/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are regular, then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∪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regular.</a:t>
            </a:r>
            <a:endParaRPr lang="en-US" sz="28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</a:p>
          <a:p>
            <a:pPr lvl="1"/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are regular, then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∩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regular.</a:t>
            </a:r>
            <a:endParaRPr lang="en-US" sz="28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</a:t>
            </a:r>
          </a:p>
          <a:p>
            <a:pPr lvl="1"/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are regular, then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regular.</a:t>
            </a:r>
            <a:endParaRPr lang="en-US" sz="28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36651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67831-A843-99C4-35AC-33B06AE09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8052"/>
            <a:ext cx="10515600" cy="585891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Kleene star</a:t>
            </a:r>
          </a:p>
          <a:p>
            <a:pPr lvl="1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 is regular, then L* is regular.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</a:p>
          <a:p>
            <a:pPr lvl="1"/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are regular, then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L</a:t>
            </a:r>
            <a:r>
              <a:rPr lang="en-US" sz="2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regular.</a:t>
            </a:r>
            <a:endParaRPr lang="en-US" sz="28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</a:p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 is regular, then L</a:t>
            </a:r>
            <a:r>
              <a:rPr lang="en-US" b="1" baseline="30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regular.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DFA(L) denote the DFA of L. Make the following modifications to construct DFA(L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start state of DFA(L) to the final state. Change the final state of DFA(L) to the start state.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there are more than one final state in DFA(L), first add a new final state and add ε- transitions from the final states (which now cease to be final states any more) and perform this step.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the direction of the arrows.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441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13964</TotalTime>
  <Words>7215</Words>
  <Application>Microsoft Office PowerPoint</Application>
  <PresentationFormat>Widescreen</PresentationFormat>
  <Paragraphs>1074</Paragraphs>
  <Slides>127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41" baseType="lpstr">
      <vt:lpstr>Aptos</vt:lpstr>
      <vt:lpstr>Aptos Display</vt:lpstr>
      <vt:lpstr>Arial</vt:lpstr>
      <vt:lpstr>Calibri</vt:lpstr>
      <vt:lpstr>Cambria Math</vt:lpstr>
      <vt:lpstr>Google Sans</vt:lpstr>
      <vt:lpstr>Noto Sans Symbols</vt:lpstr>
      <vt:lpstr>Palatino Linotype</vt:lpstr>
      <vt:lpstr>Symbol</vt:lpstr>
      <vt:lpstr>Tahoma</vt:lpstr>
      <vt:lpstr>Times New Roman</vt:lpstr>
      <vt:lpstr>Wingdings</vt:lpstr>
      <vt:lpstr>Office Theme</vt:lpstr>
      <vt:lpstr>Equation</vt:lpstr>
      <vt:lpstr>20CYS315 AUTOMATA THEORY AND COMPILER DESIGN</vt:lpstr>
      <vt:lpstr> Course Objectives </vt:lpstr>
      <vt:lpstr>Course Outcomes</vt:lpstr>
      <vt:lpstr>PowerPoint Presentation</vt:lpstr>
      <vt:lpstr>Syllabus</vt:lpstr>
      <vt:lpstr>PowerPoint Presentation</vt:lpstr>
      <vt:lpstr>PowerPoint Presentation</vt:lpstr>
      <vt:lpstr>Theory of Computing</vt:lpstr>
      <vt:lpstr>Automata Theory</vt:lpstr>
      <vt:lpstr>Computability Theory</vt:lpstr>
      <vt:lpstr>Complexity Theory</vt:lpstr>
      <vt:lpstr>Automata</vt:lpstr>
      <vt:lpstr>PowerPoint Presentation</vt:lpstr>
      <vt:lpstr>Finite Automata</vt:lpstr>
      <vt:lpstr>Finite Automata</vt:lpstr>
      <vt:lpstr>PowerPoint Presentation</vt:lpstr>
      <vt:lpstr>PowerPoint Presentation</vt:lpstr>
      <vt:lpstr>PowerPoint Presentation</vt:lpstr>
      <vt:lpstr>Powers of Σ </vt:lpstr>
      <vt:lpstr>PowerPoint Presentation</vt:lpstr>
      <vt:lpstr>PowerPoint Presentation</vt:lpstr>
      <vt:lpstr>Working Principle of FA</vt:lpstr>
      <vt:lpstr>Deterministic Finite Automaton (DFA)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Initial Configuration</vt:lpstr>
      <vt:lpstr>Scanning the Input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</vt:lpstr>
      <vt:lpstr>PowerPoint Presentation</vt:lpstr>
      <vt:lpstr>Another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 – String acceptance</vt:lpstr>
      <vt:lpstr>Example 1 – cont…</vt:lpstr>
      <vt:lpstr> Example 2</vt:lpstr>
      <vt:lpstr>PowerPoint Presentation</vt:lpstr>
      <vt:lpstr>PowerPoint Presentation</vt:lpstr>
      <vt:lpstr>PowerPoint Presentation</vt:lpstr>
      <vt:lpstr>Problems – Construction of DFA</vt:lpstr>
      <vt:lpstr>Problem 1 – cont…</vt:lpstr>
      <vt:lpstr>Problem </vt:lpstr>
      <vt:lpstr>Problem  – cont…</vt:lpstr>
      <vt:lpstr>Problems</vt:lpstr>
      <vt:lpstr>Problems – cont…</vt:lpstr>
      <vt:lpstr>Problems – cont..</vt:lpstr>
      <vt:lpstr>Problems – DFA to Language</vt:lpstr>
      <vt:lpstr>PowerPoint Presentation</vt:lpstr>
      <vt:lpstr>Non-Deterministic Finite Automata (NFA)</vt:lpstr>
      <vt:lpstr>Representation of NFA</vt:lpstr>
      <vt:lpstr>Example: Moves on a Chessboard</vt:lpstr>
      <vt:lpstr>Problems – Construction of NFA</vt:lpstr>
      <vt:lpstr>PowerPoint Presentation</vt:lpstr>
      <vt:lpstr>Problems – Construction of NFA</vt:lpstr>
      <vt:lpstr>Problems – Cont…</vt:lpstr>
      <vt:lpstr>Problem 1 – Checking acceptance of string</vt:lpstr>
      <vt:lpstr>Cont…</vt:lpstr>
      <vt:lpstr>Cont..</vt:lpstr>
      <vt:lpstr>Problem 2</vt:lpstr>
      <vt:lpstr>NFA with  - transition</vt:lpstr>
      <vt:lpstr>Problems – Construction of NFA-</vt:lpstr>
      <vt:lpstr>Problems – cont…</vt:lpstr>
      <vt:lpstr>Problems – Acceptance of strings</vt:lpstr>
      <vt:lpstr>Cont (1)</vt:lpstr>
      <vt:lpstr>Cont (2)</vt:lpstr>
      <vt:lpstr>Cont (3)</vt:lpstr>
      <vt:lpstr>Minimization of Finite Automata</vt:lpstr>
      <vt:lpstr>PowerPoint Presentation</vt:lpstr>
      <vt:lpstr>PowerPoint Presentation</vt:lpstr>
      <vt:lpstr>Problem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Regular Expressions (REs)</vt:lpstr>
      <vt:lpstr>Regular Expressions (REs)</vt:lpstr>
      <vt:lpstr>PowerPoint Presentation</vt:lpstr>
      <vt:lpstr>Operations on 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Precedence of Regular Expression Operators</vt:lpstr>
      <vt:lpstr>Regular Expression to Language</vt:lpstr>
      <vt:lpstr>Language to Regular Expression </vt:lpstr>
      <vt:lpstr>Language to Regular Expression – cont…</vt:lpstr>
      <vt:lpstr>PowerPoint Presentation</vt:lpstr>
      <vt:lpstr>Converting Regular Expression to Finite Automata</vt:lpstr>
      <vt:lpstr>RE to FA – cont…</vt:lpstr>
      <vt:lpstr>RE to FA – cont…</vt:lpstr>
      <vt:lpstr>Regular Languages </vt:lpstr>
      <vt:lpstr>Properties of Regular Languages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Anusuya R</dc:creator>
  <cp:lastModifiedBy>Anusuya R</cp:lastModifiedBy>
  <cp:revision>1</cp:revision>
  <dcterms:created xsi:type="dcterms:W3CDTF">2025-11-13T03:23:16Z</dcterms:created>
  <dcterms:modified xsi:type="dcterms:W3CDTF">2025-12-09T07:13:44Z</dcterms:modified>
</cp:coreProperties>
</file>