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8D47-A95D-64B3-97EA-B13DDB31C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E3E15-431E-E6CA-48E5-C3E793F6F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3C945-47B4-0009-3D1A-9C6C4C53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04289-CD02-EDF4-57AC-4AE68E18D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CCD5B-913F-20EF-9D89-BCD53625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83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0187-A44A-8293-70D5-34A52AD70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529B5-32C9-41ED-0A30-6BD690E38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67931-B50D-EDB4-4575-770B702BD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4B205-3D0D-7951-1853-84880668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F426-55F0-458D-4E92-FA8D8D7D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35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A68C-010C-D37E-7266-F3719B420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F362-5A67-724B-2830-FF177C99E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09EB8-5825-519A-21E8-7BD3612E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C8D10-D116-6B11-6FE6-84585B9B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48332-0A3E-F43B-85B8-95D260B7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706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5631-28CB-4754-6E27-38DC8B3F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E99D1-DC10-8C72-8C29-96B9654CF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AEC4E-EF91-81C6-CBE9-814CFDE8D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547B8-B033-8CBB-91E0-5A412F51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68B4A-C704-D28E-DDB7-02A41F03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CA955-501A-8219-CCBC-2BD118DD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01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0C48-FCFA-3DEF-C97A-B4AB27EDD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A875C-B5A2-775F-1BC4-DD053F8D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3F631-155F-800F-117A-85CF329CB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CD8D5-847A-37C1-E704-C298E5B8F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F39CD-64DA-BB20-DD5B-050470BED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FC4B9-F191-8F73-9DA8-40E44E16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29869C-837C-14BB-6BF8-021E7A7F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D4DC05-6029-9413-D65A-3080D64E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5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496B-070B-06C4-2591-E9520774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1A1A9-B305-F565-DF2F-4A4D0AD2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35173-DD2F-A57D-2E4A-407A8ED1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0C484-1926-E366-8478-A40273BA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77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3DECD-E9E1-17A1-5603-30B084074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9EDDF-3271-234B-FCD5-067A7E6C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35DD5-46CE-AE51-53B6-69E68714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74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8438-7713-5368-1DA2-3AFD6E222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53E30-4F76-F530-9E5A-5E2A3826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CA96E-A889-AC30-FA93-29CF19031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BE98E-ED49-F81E-EC79-83D2AE8F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9F23A-4001-CA1E-155F-BD92239F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C117E-2740-2AFF-4D11-79D4F5D8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48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F1D94-2B4B-1076-FBCA-A74C5B54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AD752-19AB-6B47-0270-CDBF74012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921B4-8270-516B-718C-78ACE24A4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5584E-F16E-0E8B-FFAC-B2EDE9BCF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6325F-F29E-66A8-038F-F7E1FE10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8042A-0EDE-4274-D821-1A7E44A8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32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B04D-370D-350A-5E47-898217E6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976F1-794F-32E5-56A5-A5A687BB4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7D2BC-E9A0-959B-5BE0-145CBE144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548FF-5410-FD7B-6B6C-8E0264A4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E85AB-7339-04EB-2D5E-49D94060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37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3C4AB-DCC6-89E2-0052-9CC391BEF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D30E0-C8A0-508D-8E3C-841B8F2C0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8D28A-D1D3-6AD7-383C-9DEDBF5EE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B4D2E-0AAC-CBD4-B116-314ED31B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BCC6B-D20A-0CA0-5C35-17A87ED7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20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543BA-BBDE-D812-79DB-16AF1B53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78C26-C99F-036C-DC3B-6829DB1B4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4BBD4-5E66-A4BB-EBF8-8B7030EA1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4B580-76FC-458A-899B-ECFE207675B7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05B34-5D9A-6C67-99E8-AB636ADB4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C8B9-056F-35C3-4C36-681A6119E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84334-84E7-4E18-AB2C-ED9661611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92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awbhoomi.com/classification-of-cyber-crimes/" TargetMode="External"/><Relationship Id="rId2" Type="http://schemas.openxmlformats.org/officeDocument/2006/relationships/hyperlink" Target="https://blog.ipleaders.in/all-about-classifications-of-cyber-crime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EE4B6-A382-5579-695A-B08D4C880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Cyber Forensics</a:t>
            </a:r>
            <a:br>
              <a:rPr lang="en-IN" dirty="0"/>
            </a:br>
            <a:r>
              <a:rPr lang="en-IN" dirty="0"/>
              <a:t>Classification of Cyber Crimes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E31CC-258F-96C7-59CD-B714A41C65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-Saurabh Shrivastava</a:t>
            </a:r>
          </a:p>
          <a:p>
            <a:r>
              <a:rPr lang="en-IN" dirty="0"/>
              <a:t>Assistant Professor</a:t>
            </a:r>
          </a:p>
          <a:p>
            <a:r>
              <a:rPr lang="en-IN" dirty="0"/>
              <a:t>TIFAC-CORE in Cyber Security</a:t>
            </a:r>
          </a:p>
          <a:p>
            <a:r>
              <a:rPr lang="en-IN" dirty="0"/>
              <a:t>Amrita Vishwa </a:t>
            </a:r>
            <a:r>
              <a:rPr lang="en-IN" dirty="0" err="1"/>
              <a:t>Vidyapeetham,Coimbatore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42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7AC0-F8CA-744B-7C28-6CC3D28B2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Cyber Crimes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08309-1DB9-056F-A883-31682F998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Crimes that involve criminal activities done through cyberspace by devices connected to internet.</a:t>
            </a:r>
          </a:p>
          <a:p>
            <a:r>
              <a:rPr lang="en-IN" dirty="0"/>
              <a:t>Cyber crimes tend to seriously harm the reputation, finances, and privacy of the targeted person/organization.</a:t>
            </a:r>
          </a:p>
        </p:txBody>
      </p:sp>
    </p:spTree>
    <p:extLst>
      <p:ext uri="{BB962C8B-B14F-4D97-AF65-F5344CB8AC3E}">
        <p14:creationId xmlns:p14="http://schemas.microsoft.com/office/powerpoint/2010/main" val="4014744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E52F-F8A7-BC8B-AACB-2DFB4E0BC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Cyber Crimes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1BB6-BD10-DB2D-2186-1544DBC77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Cyber crimes against individual</a:t>
            </a:r>
          </a:p>
          <a:p>
            <a:r>
              <a:rPr lang="en-IN" dirty="0"/>
              <a:t>Cyber crimes against organizations</a:t>
            </a:r>
          </a:p>
          <a:p>
            <a:r>
              <a:rPr lang="en-IN" dirty="0"/>
              <a:t>Cyber crime against Society/country</a:t>
            </a:r>
          </a:p>
        </p:txBody>
      </p:sp>
    </p:spTree>
    <p:extLst>
      <p:ext uri="{BB962C8B-B14F-4D97-AF65-F5344CB8AC3E}">
        <p14:creationId xmlns:p14="http://schemas.microsoft.com/office/powerpoint/2010/main" val="268449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4ABCD-4EEA-C173-2158-EE1014E6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Cyber Crime against Individual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7E23D-29A5-C479-86B1-599630096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Cyberbullying</a:t>
            </a:r>
          </a:p>
          <a:p>
            <a:r>
              <a:rPr lang="en-IN" dirty="0"/>
              <a:t>Cyberstalking</a:t>
            </a:r>
          </a:p>
          <a:p>
            <a:r>
              <a:rPr lang="en-IN" dirty="0"/>
              <a:t>Cyber defamation</a:t>
            </a:r>
          </a:p>
          <a:p>
            <a:pPr lvl="1"/>
            <a:r>
              <a:rPr lang="en-IN" dirty="0"/>
              <a:t>Libel (written)</a:t>
            </a:r>
          </a:p>
          <a:p>
            <a:pPr lvl="1"/>
            <a:r>
              <a:rPr lang="en-IN" dirty="0"/>
              <a:t>Slander (verbal)</a:t>
            </a:r>
          </a:p>
          <a:p>
            <a:r>
              <a:rPr lang="en-IN" dirty="0"/>
              <a:t>Phishing</a:t>
            </a:r>
          </a:p>
          <a:p>
            <a:r>
              <a:rPr lang="en-IN" dirty="0"/>
              <a:t>Cyber Fraud</a:t>
            </a:r>
          </a:p>
          <a:p>
            <a:r>
              <a:rPr lang="en-IN" dirty="0"/>
              <a:t>Cyber Theft</a:t>
            </a:r>
          </a:p>
          <a:p>
            <a:r>
              <a:rPr lang="en-IN" dirty="0"/>
              <a:t>Spyware</a:t>
            </a:r>
          </a:p>
        </p:txBody>
      </p:sp>
    </p:spTree>
    <p:extLst>
      <p:ext uri="{BB962C8B-B14F-4D97-AF65-F5344CB8AC3E}">
        <p14:creationId xmlns:p14="http://schemas.microsoft.com/office/powerpoint/2010/main" val="201475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5BE69-D7E9-18FB-0235-7BDA0EA3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Cyber Crimes against Organizations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B866C-A42D-83F9-92F9-B31A4703A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Attacks by malware</a:t>
            </a:r>
          </a:p>
          <a:p>
            <a:r>
              <a:rPr lang="en-IN" dirty="0"/>
              <a:t>Salami attack</a:t>
            </a:r>
          </a:p>
          <a:p>
            <a:r>
              <a:rPr lang="en-IN" dirty="0"/>
              <a:t>Web Jacking</a:t>
            </a:r>
          </a:p>
          <a:p>
            <a:r>
              <a:rPr lang="en-IN" dirty="0"/>
              <a:t>DoS</a:t>
            </a:r>
          </a:p>
          <a:p>
            <a:r>
              <a:rPr lang="en-IN" dirty="0"/>
              <a:t>Data Diddling</a:t>
            </a:r>
          </a:p>
        </p:txBody>
      </p:sp>
    </p:spTree>
    <p:extLst>
      <p:ext uri="{BB962C8B-B14F-4D97-AF65-F5344CB8AC3E}">
        <p14:creationId xmlns:p14="http://schemas.microsoft.com/office/powerpoint/2010/main" val="196625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5D4A-B2CA-682D-4C07-05EA00C9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Cyber Crimes against Society/Country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E296E-C405-F9BD-BF93-BF7CC7E2A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Cyber Pornography</a:t>
            </a:r>
          </a:p>
          <a:p>
            <a:r>
              <a:rPr lang="en-IN" dirty="0"/>
              <a:t>Cyber Terrorism</a:t>
            </a:r>
          </a:p>
          <a:p>
            <a:r>
              <a:rPr lang="en-IN" dirty="0"/>
              <a:t>Cyber Espionage</a:t>
            </a:r>
          </a:p>
        </p:txBody>
      </p:sp>
    </p:spTree>
    <p:extLst>
      <p:ext uri="{BB962C8B-B14F-4D97-AF65-F5344CB8AC3E}">
        <p14:creationId xmlns:p14="http://schemas.microsoft.com/office/powerpoint/2010/main" val="3749706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98DB-1EA7-233D-5539-7B3FCC33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Cyber Laws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396BD-C23A-05E5-B10E-6DA127837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Information Technology Act, 2000</a:t>
            </a:r>
          </a:p>
          <a:p>
            <a:pPr lvl="1"/>
            <a:r>
              <a:rPr lang="en-IN" dirty="0"/>
              <a:t>Section 67, 67A, 67B</a:t>
            </a:r>
          </a:p>
          <a:p>
            <a:pPr lvl="1"/>
            <a:r>
              <a:rPr lang="en-IN" dirty="0"/>
              <a:t>Section 66A, 66C, 66E and 66F</a:t>
            </a:r>
          </a:p>
          <a:p>
            <a:pPr lvl="1"/>
            <a:r>
              <a:rPr lang="en-IN" dirty="0"/>
              <a:t>Section 507</a:t>
            </a:r>
          </a:p>
          <a:p>
            <a:pPr lvl="1"/>
            <a:r>
              <a:rPr lang="en-IN" dirty="0"/>
              <a:t>Section 420</a:t>
            </a:r>
          </a:p>
          <a:p>
            <a:pPr lvl="1"/>
            <a:r>
              <a:rPr lang="en-IN" dirty="0"/>
              <a:t>Section 43</a:t>
            </a:r>
          </a:p>
          <a:p>
            <a:pPr lvl="1"/>
            <a:r>
              <a:rPr lang="en-IN" dirty="0"/>
              <a:t>Section 383, 384</a:t>
            </a:r>
          </a:p>
          <a:p>
            <a:pPr lvl="1"/>
            <a:r>
              <a:rPr lang="en-IN" dirty="0"/>
              <a:t>Section 65</a:t>
            </a:r>
          </a:p>
          <a:p>
            <a:pPr lvl="1"/>
            <a:r>
              <a:rPr lang="en-IN" dirty="0"/>
              <a:t>Section 120A, 120B and 121</a:t>
            </a:r>
          </a:p>
          <a:p>
            <a:r>
              <a:rPr lang="en-IN" dirty="0"/>
              <a:t>Indian Penal Code, 1860</a:t>
            </a:r>
          </a:p>
          <a:p>
            <a:pPr lvl="1"/>
            <a:r>
              <a:rPr lang="en-IN" dirty="0"/>
              <a:t>Section 354D</a:t>
            </a:r>
          </a:p>
        </p:txBody>
      </p:sp>
    </p:spTree>
    <p:extLst>
      <p:ext uri="{BB962C8B-B14F-4D97-AF65-F5344CB8AC3E}">
        <p14:creationId xmlns:p14="http://schemas.microsoft.com/office/powerpoint/2010/main" val="3550971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A112-5606-B3EA-B697-C92AC6BF7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CA7F0-97B9-C9AF-4719-8963FE84A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https://blog.ipleaders.in/all-about-classifications-of-cyber-crimes/</a:t>
            </a:r>
            <a:endParaRPr lang="en-IN" dirty="0"/>
          </a:p>
          <a:p>
            <a:r>
              <a:rPr lang="en-IN" dirty="0">
                <a:hlinkClick r:id="rId3"/>
              </a:rPr>
              <a:t>https://lawbhoomi.com/classification-of-cyber-crimes/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64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D7CE3FF63BDE499B7C6127612C1189" ma:contentTypeVersion="0" ma:contentTypeDescription="Create a new document." ma:contentTypeScope="" ma:versionID="10e792067acb940b30a01329baceb8f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76ef529c39306168521fdb1fa67254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BCD90B8-D544-448A-9C9A-5E4E59484517}"/>
</file>

<file path=customXml/itemProps2.xml><?xml version="1.0" encoding="utf-8"?>
<ds:datastoreItem xmlns:ds="http://schemas.openxmlformats.org/officeDocument/2006/customXml" ds:itemID="{9FDBE04E-72F8-40CB-8994-42EB98B4680A}"/>
</file>

<file path=customXml/itemProps3.xml><?xml version="1.0" encoding="utf-8"?>
<ds:datastoreItem xmlns:ds="http://schemas.openxmlformats.org/officeDocument/2006/customXml" ds:itemID="{36E95829-0E97-4301-8DCC-9D119ED8B0AE}"/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189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Cyber Forensics Classification of Cyber Crimes</vt:lpstr>
      <vt:lpstr>Cyber Crimes</vt:lpstr>
      <vt:lpstr>Classification of Cyber Crimes </vt:lpstr>
      <vt:lpstr>Cyber Crime against Individual</vt:lpstr>
      <vt:lpstr>Cyber Crimes against Organizations</vt:lpstr>
      <vt:lpstr>Cyber Crimes against Society/Country</vt:lpstr>
      <vt:lpstr>Cyber Laws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Shrivastava - [Cyber Security]</dc:creator>
  <cp:lastModifiedBy>Saurabh Shrivastava - [Cyber Security]</cp:lastModifiedBy>
  <cp:revision>2</cp:revision>
  <dcterms:created xsi:type="dcterms:W3CDTF">2025-11-16T16:37:20Z</dcterms:created>
  <dcterms:modified xsi:type="dcterms:W3CDTF">2025-11-16T17:03:22Z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0x0101002BD7CE3FF63BDE499B7C6127612C1189</vt:lpwstr>
  </property>
</Properties>
</file>