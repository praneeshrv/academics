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89"/>
  </p:handout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  <p:sldId id="272" r:id="rId17"/>
    <p:sldId id="273" r:id="rId18"/>
    <p:sldId id="274" r:id="rId19"/>
    <p:sldId id="275" r:id="rId20"/>
    <p:sldId id="506" r:id="rId21"/>
    <p:sldId id="276" r:id="rId22"/>
    <p:sldId id="507" r:id="rId23"/>
    <p:sldId id="508" r:id="rId24"/>
    <p:sldId id="509" r:id="rId25"/>
    <p:sldId id="510" r:id="rId26"/>
    <p:sldId id="513" r:id="rId27"/>
    <p:sldId id="514" r:id="rId28"/>
    <p:sldId id="515" r:id="rId29"/>
    <p:sldId id="516" r:id="rId30"/>
    <p:sldId id="517" r:id="rId31"/>
    <p:sldId id="518" r:id="rId32"/>
    <p:sldId id="519" r:id="rId33"/>
    <p:sldId id="520" r:id="rId34"/>
    <p:sldId id="521" r:id="rId35"/>
    <p:sldId id="530" r:id="rId36"/>
    <p:sldId id="522" r:id="rId37"/>
    <p:sldId id="523" r:id="rId38"/>
    <p:sldId id="524" r:id="rId39"/>
    <p:sldId id="525" r:id="rId40"/>
    <p:sldId id="526" r:id="rId41"/>
    <p:sldId id="527" r:id="rId42"/>
    <p:sldId id="528" r:id="rId43"/>
    <p:sldId id="529" r:id="rId44"/>
    <p:sldId id="531" r:id="rId45"/>
    <p:sldId id="532" r:id="rId46"/>
    <p:sldId id="533" r:id="rId47"/>
    <p:sldId id="534" r:id="rId48"/>
    <p:sldId id="535" r:id="rId49"/>
    <p:sldId id="536" r:id="rId50"/>
    <p:sldId id="537" r:id="rId51"/>
    <p:sldId id="538" r:id="rId52"/>
    <p:sldId id="539" r:id="rId53"/>
    <p:sldId id="540" r:id="rId54"/>
    <p:sldId id="541" r:id="rId55"/>
    <p:sldId id="542" r:id="rId56"/>
    <p:sldId id="543" r:id="rId57"/>
    <p:sldId id="544" r:id="rId58"/>
    <p:sldId id="546" r:id="rId59"/>
    <p:sldId id="547" r:id="rId60"/>
    <p:sldId id="548" r:id="rId61"/>
    <p:sldId id="549" r:id="rId62"/>
    <p:sldId id="550" r:id="rId63"/>
    <p:sldId id="551" r:id="rId64"/>
    <p:sldId id="552" r:id="rId65"/>
    <p:sldId id="553" r:id="rId66"/>
    <p:sldId id="555" r:id="rId67"/>
    <p:sldId id="556" r:id="rId68"/>
    <p:sldId id="558" r:id="rId69"/>
    <p:sldId id="559" r:id="rId70"/>
    <p:sldId id="560" r:id="rId71"/>
    <p:sldId id="561" r:id="rId72"/>
    <p:sldId id="562" r:id="rId73"/>
    <p:sldId id="563" r:id="rId74"/>
    <p:sldId id="564" r:id="rId75"/>
    <p:sldId id="565" r:id="rId76"/>
    <p:sldId id="566" r:id="rId77"/>
    <p:sldId id="567" r:id="rId78"/>
    <p:sldId id="568" r:id="rId79"/>
    <p:sldId id="569" r:id="rId80"/>
    <p:sldId id="570" r:id="rId81"/>
    <p:sldId id="571" r:id="rId82"/>
    <p:sldId id="572" r:id="rId83"/>
    <p:sldId id="573" r:id="rId84"/>
    <p:sldId id="574" r:id="rId85"/>
    <p:sldId id="576" r:id="rId86"/>
    <p:sldId id="577" r:id="rId87"/>
    <p:sldId id="575" r:id="rId8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95166F3-1952-47D4-9821-C4C19E70EC7C}" v="193" dt="2026-02-10T09:58:15.16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48" d="100"/>
          <a:sy n="48" d="100"/>
        </p:scale>
        <p:origin x="1292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45" d="100"/>
          <a:sy n="45" d="100"/>
        </p:scale>
        <p:origin x="2760" y="6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handoutMaster" Target="handoutMasters/handoutMaster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presProps" Target="presProps.xml"/><Relationship Id="rId95" Type="http://schemas.microsoft.com/office/2015/10/relationships/revisionInfo" Target="revisionInfo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theme" Target="theme/theme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usuya R" userId="85eefe040dbd19ca" providerId="LiveId" clId="{F6C0FBD5-51B7-4E53-9C14-EFF993B86CB3}"/>
    <pc:docChg chg="undo redo custSel addSld delSld modSld">
      <pc:chgData name="Anusuya R" userId="85eefe040dbd19ca" providerId="LiveId" clId="{F6C0FBD5-51B7-4E53-9C14-EFF993B86CB3}" dt="2026-02-10T10:04:00.017" v="2306" actId="47"/>
      <pc:docMkLst>
        <pc:docMk/>
      </pc:docMkLst>
      <pc:sldChg chg="modSp mod">
        <pc:chgData name="Anusuya R" userId="85eefe040dbd19ca" providerId="LiveId" clId="{F6C0FBD5-51B7-4E53-9C14-EFF993B86CB3}" dt="2026-01-30T03:15:52.807" v="56" actId="20577"/>
        <pc:sldMkLst>
          <pc:docMk/>
          <pc:sldMk cId="644190091" sldId="263"/>
        </pc:sldMkLst>
        <pc:spChg chg="mod">
          <ac:chgData name="Anusuya R" userId="85eefe040dbd19ca" providerId="LiveId" clId="{F6C0FBD5-51B7-4E53-9C14-EFF993B86CB3}" dt="2026-01-30T03:15:52.807" v="56" actId="20577"/>
          <ac:spMkLst>
            <pc:docMk/>
            <pc:sldMk cId="644190091" sldId="263"/>
            <ac:spMk id="3" creationId="{C6F1BCAC-1343-259E-8F76-41AAAFF63EA8}"/>
          </ac:spMkLst>
        </pc:spChg>
      </pc:sldChg>
      <pc:sldChg chg="delSp modSp mod">
        <pc:chgData name="Anusuya R" userId="85eefe040dbd19ca" providerId="LiveId" clId="{F6C0FBD5-51B7-4E53-9C14-EFF993B86CB3}" dt="2026-01-30T03:16:11.316" v="59" actId="5793"/>
        <pc:sldMkLst>
          <pc:docMk/>
          <pc:sldMk cId="2757389708" sldId="264"/>
        </pc:sldMkLst>
        <pc:spChg chg="mod">
          <ac:chgData name="Anusuya R" userId="85eefe040dbd19ca" providerId="LiveId" clId="{F6C0FBD5-51B7-4E53-9C14-EFF993B86CB3}" dt="2026-01-30T03:16:11.316" v="59" actId="5793"/>
          <ac:spMkLst>
            <pc:docMk/>
            <pc:sldMk cId="2757389708" sldId="264"/>
            <ac:spMk id="3" creationId="{FC160A14-B009-39A7-C12B-F8EC9CD4C850}"/>
          </ac:spMkLst>
        </pc:spChg>
      </pc:sldChg>
      <pc:sldChg chg="addSp delSp modSp mod">
        <pc:chgData name="Anusuya R" userId="85eefe040dbd19ca" providerId="LiveId" clId="{F6C0FBD5-51B7-4E53-9C14-EFF993B86CB3}" dt="2026-01-29T10:33:39.282" v="4" actId="14100"/>
        <pc:sldMkLst>
          <pc:docMk/>
          <pc:sldMk cId="2626358140" sldId="514"/>
        </pc:sldMkLst>
        <pc:spChg chg="mod">
          <ac:chgData name="Anusuya R" userId="85eefe040dbd19ca" providerId="LiveId" clId="{F6C0FBD5-51B7-4E53-9C14-EFF993B86CB3}" dt="2026-01-29T10:33:14.541" v="0"/>
          <ac:spMkLst>
            <pc:docMk/>
            <pc:sldMk cId="2626358140" sldId="514"/>
            <ac:spMk id="2" creationId="{61999EAF-6F43-A19B-3A65-8F985C3D187F}"/>
          </ac:spMkLst>
        </pc:spChg>
        <pc:picChg chg="add mod ord">
          <ac:chgData name="Anusuya R" userId="85eefe040dbd19ca" providerId="LiveId" clId="{F6C0FBD5-51B7-4E53-9C14-EFF993B86CB3}" dt="2026-01-29T10:33:39.282" v="4" actId="14100"/>
          <ac:picMkLst>
            <pc:docMk/>
            <pc:sldMk cId="2626358140" sldId="514"/>
            <ac:picMk id="7" creationId="{5BCB4AD6-CA59-D83D-C1DB-2FEF9476B83A}"/>
          </ac:picMkLst>
        </pc:picChg>
      </pc:sldChg>
      <pc:sldChg chg="addSp delSp modSp new mod">
        <pc:chgData name="Anusuya R" userId="85eefe040dbd19ca" providerId="LiveId" clId="{F6C0FBD5-51B7-4E53-9C14-EFF993B86CB3}" dt="2026-02-03T08:36:07.908" v="682" actId="113"/>
        <pc:sldMkLst>
          <pc:docMk/>
          <pc:sldMk cId="3316006567" sldId="515"/>
        </pc:sldMkLst>
        <pc:spChg chg="mod">
          <ac:chgData name="Anusuya R" userId="85eefe040dbd19ca" providerId="LiveId" clId="{F6C0FBD5-51B7-4E53-9C14-EFF993B86CB3}" dt="2026-01-29T10:33:49.369" v="6"/>
          <ac:spMkLst>
            <pc:docMk/>
            <pc:sldMk cId="3316006567" sldId="515"/>
            <ac:spMk id="2" creationId="{EAD79C3E-6493-4F93-BD6B-007C16F63A5B}"/>
          </ac:spMkLst>
        </pc:spChg>
        <pc:spChg chg="mod">
          <ac:chgData name="Anusuya R" userId="85eefe040dbd19ca" providerId="LiveId" clId="{F6C0FBD5-51B7-4E53-9C14-EFF993B86CB3}" dt="2026-02-03T08:36:07.908" v="682" actId="113"/>
          <ac:spMkLst>
            <pc:docMk/>
            <pc:sldMk cId="3316006567" sldId="515"/>
            <ac:spMk id="3" creationId="{30D51F4D-C68B-66F3-CEBF-467BD76F68C9}"/>
          </ac:spMkLst>
        </pc:spChg>
      </pc:sldChg>
      <pc:sldChg chg="addSp delSp modSp new mod setBg">
        <pc:chgData name="Anusuya R" userId="85eefe040dbd19ca" providerId="LiveId" clId="{F6C0FBD5-51B7-4E53-9C14-EFF993B86CB3}" dt="2026-01-29T10:44:34.889" v="35" actId="1076"/>
        <pc:sldMkLst>
          <pc:docMk/>
          <pc:sldMk cId="2921731228" sldId="516"/>
        </pc:sldMkLst>
        <pc:grpChg chg="add">
          <ac:chgData name="Anusuya R" userId="85eefe040dbd19ca" providerId="LiveId" clId="{F6C0FBD5-51B7-4E53-9C14-EFF993B86CB3}" dt="2026-01-29T10:42:55.527" v="19" actId="26606"/>
          <ac:grpSpMkLst>
            <pc:docMk/>
            <pc:sldMk cId="2921731228" sldId="516"/>
            <ac:grpSpMk id="10" creationId="{D4D7444E-8572-6DFD-CB75-0984238C716D}"/>
          </ac:grpSpMkLst>
        </pc:grpChg>
        <pc:picChg chg="add mod ord">
          <ac:chgData name="Anusuya R" userId="85eefe040dbd19ca" providerId="LiveId" clId="{F6C0FBD5-51B7-4E53-9C14-EFF993B86CB3}" dt="2026-01-29T10:44:34.889" v="35" actId="1076"/>
          <ac:picMkLst>
            <pc:docMk/>
            <pc:sldMk cId="2921731228" sldId="516"/>
            <ac:picMk id="9" creationId="{60F12752-306F-AB59-6043-61942235111C}"/>
          </ac:picMkLst>
        </pc:picChg>
      </pc:sldChg>
      <pc:sldChg chg="modSp new mod">
        <pc:chgData name="Anusuya R" userId="85eefe040dbd19ca" providerId="LiveId" clId="{F6C0FBD5-51B7-4E53-9C14-EFF993B86CB3}" dt="2026-02-03T08:36:19.322" v="684" actId="113"/>
        <pc:sldMkLst>
          <pc:docMk/>
          <pc:sldMk cId="3443425415" sldId="517"/>
        </pc:sldMkLst>
        <pc:spChg chg="mod">
          <ac:chgData name="Anusuya R" userId="85eefe040dbd19ca" providerId="LiveId" clId="{F6C0FBD5-51B7-4E53-9C14-EFF993B86CB3}" dt="2026-01-29T10:42:12.756" v="14" actId="20577"/>
          <ac:spMkLst>
            <pc:docMk/>
            <pc:sldMk cId="3443425415" sldId="517"/>
            <ac:spMk id="2" creationId="{0B33C32C-4B47-2320-A1D9-BE4B87B0FDA3}"/>
          </ac:spMkLst>
        </pc:spChg>
        <pc:spChg chg="mod">
          <ac:chgData name="Anusuya R" userId="85eefe040dbd19ca" providerId="LiveId" clId="{F6C0FBD5-51B7-4E53-9C14-EFF993B86CB3}" dt="2026-02-03T08:36:19.322" v="684" actId="113"/>
          <ac:spMkLst>
            <pc:docMk/>
            <pc:sldMk cId="3443425415" sldId="517"/>
            <ac:spMk id="3" creationId="{2F9A8AD4-89A9-A6AF-A5EB-AB4E713564CC}"/>
          </ac:spMkLst>
        </pc:spChg>
      </pc:sldChg>
      <pc:sldChg chg="addSp delSp modSp new mod setBg">
        <pc:chgData name="Anusuya R" userId="85eefe040dbd19ca" providerId="LiveId" clId="{F6C0FBD5-51B7-4E53-9C14-EFF993B86CB3}" dt="2026-01-29T10:45:30.070" v="39" actId="14100"/>
        <pc:sldMkLst>
          <pc:docMk/>
          <pc:sldMk cId="2741156213" sldId="518"/>
        </pc:sldMkLst>
        <pc:grpChg chg="add">
          <ac:chgData name="Anusuya R" userId="85eefe040dbd19ca" providerId="LiveId" clId="{F6C0FBD5-51B7-4E53-9C14-EFF993B86CB3}" dt="2026-01-29T10:45:26.138" v="38" actId="26606"/>
          <ac:grpSpMkLst>
            <pc:docMk/>
            <pc:sldMk cId="2741156213" sldId="518"/>
            <ac:grpSpMk id="17" creationId="{D4D7444E-8572-6DFD-CB75-0984238C716D}"/>
          </ac:grpSpMkLst>
        </pc:grpChg>
        <pc:picChg chg="add mod">
          <ac:chgData name="Anusuya R" userId="85eefe040dbd19ca" providerId="LiveId" clId="{F6C0FBD5-51B7-4E53-9C14-EFF993B86CB3}" dt="2026-01-29T10:45:30.070" v="39" actId="14100"/>
          <ac:picMkLst>
            <pc:docMk/>
            <pc:sldMk cId="2741156213" sldId="518"/>
            <ac:picMk id="9" creationId="{E17D775A-1FFB-DA42-368F-ED1492E380BA}"/>
          </ac:picMkLst>
        </pc:picChg>
      </pc:sldChg>
      <pc:sldChg chg="modSp new mod">
        <pc:chgData name="Anusuya R" userId="85eefe040dbd19ca" providerId="LiveId" clId="{F6C0FBD5-51B7-4E53-9C14-EFF993B86CB3}" dt="2026-01-29T10:46:14.154" v="48"/>
        <pc:sldMkLst>
          <pc:docMk/>
          <pc:sldMk cId="1596581346" sldId="519"/>
        </pc:sldMkLst>
        <pc:spChg chg="mod">
          <ac:chgData name="Anusuya R" userId="85eefe040dbd19ca" providerId="LiveId" clId="{F6C0FBD5-51B7-4E53-9C14-EFF993B86CB3}" dt="2026-01-29T10:45:53.363" v="42" actId="20577"/>
          <ac:spMkLst>
            <pc:docMk/>
            <pc:sldMk cId="1596581346" sldId="519"/>
            <ac:spMk id="2" creationId="{9D336AF2-9665-9A16-3D17-7CEEF8958413}"/>
          </ac:spMkLst>
        </pc:spChg>
        <pc:spChg chg="mod">
          <ac:chgData name="Anusuya R" userId="85eefe040dbd19ca" providerId="LiveId" clId="{F6C0FBD5-51B7-4E53-9C14-EFF993B86CB3}" dt="2026-01-29T10:46:14.154" v="48"/>
          <ac:spMkLst>
            <pc:docMk/>
            <pc:sldMk cId="1596581346" sldId="519"/>
            <ac:spMk id="3" creationId="{6A5E47F3-9511-97B6-1D3F-9F0E58ACE649}"/>
          </ac:spMkLst>
        </pc:spChg>
      </pc:sldChg>
      <pc:sldChg chg="addSp delSp modSp new mod">
        <pc:chgData name="Anusuya R" userId="85eefe040dbd19ca" providerId="LiveId" clId="{F6C0FBD5-51B7-4E53-9C14-EFF993B86CB3}" dt="2026-01-29T10:46:36.141" v="50" actId="22"/>
        <pc:sldMkLst>
          <pc:docMk/>
          <pc:sldMk cId="2405540757" sldId="520"/>
        </pc:sldMkLst>
        <pc:picChg chg="add mod ord">
          <ac:chgData name="Anusuya R" userId="85eefe040dbd19ca" providerId="LiveId" clId="{F6C0FBD5-51B7-4E53-9C14-EFF993B86CB3}" dt="2026-01-29T10:46:36.141" v="50" actId="22"/>
          <ac:picMkLst>
            <pc:docMk/>
            <pc:sldMk cId="2405540757" sldId="520"/>
            <ac:picMk id="5" creationId="{1D827D2E-9D00-98B7-495B-E165D6D61468}"/>
          </ac:picMkLst>
        </pc:picChg>
      </pc:sldChg>
      <pc:sldChg chg="modSp new mod">
        <pc:chgData name="Anusuya R" userId="85eefe040dbd19ca" providerId="LiveId" clId="{F6C0FBD5-51B7-4E53-9C14-EFF993B86CB3}" dt="2026-02-03T07:06:12.704" v="650" actId="123"/>
        <pc:sldMkLst>
          <pc:docMk/>
          <pc:sldMk cId="1566514455" sldId="521"/>
        </pc:sldMkLst>
        <pc:spChg chg="mod">
          <ac:chgData name="Anusuya R" userId="85eefe040dbd19ca" providerId="LiveId" clId="{F6C0FBD5-51B7-4E53-9C14-EFF993B86CB3}" dt="2026-02-03T07:06:12.704" v="650" actId="123"/>
          <ac:spMkLst>
            <pc:docMk/>
            <pc:sldMk cId="1566514455" sldId="521"/>
            <ac:spMk id="3" creationId="{13EDDEBB-6A93-9233-1E33-0B41745EB38B}"/>
          </ac:spMkLst>
        </pc:spChg>
      </pc:sldChg>
      <pc:sldChg chg="addSp modSp new mod">
        <pc:chgData name="Anusuya R" userId="85eefe040dbd19ca" providerId="LiveId" clId="{F6C0FBD5-51B7-4E53-9C14-EFF993B86CB3}" dt="2026-02-03T06:22:23.415" v="198" actId="122"/>
        <pc:sldMkLst>
          <pc:docMk/>
          <pc:sldMk cId="2513922394" sldId="522"/>
        </pc:sldMkLst>
        <pc:spChg chg="mod">
          <ac:chgData name="Anusuya R" userId="85eefe040dbd19ca" providerId="LiveId" clId="{F6C0FBD5-51B7-4E53-9C14-EFF993B86CB3}" dt="2026-02-03T06:18:39.073" v="80" actId="20577"/>
          <ac:spMkLst>
            <pc:docMk/>
            <pc:sldMk cId="2513922394" sldId="522"/>
            <ac:spMk id="2" creationId="{CE3B05AF-2C20-6629-0D14-CFB2C6319F66}"/>
          </ac:spMkLst>
        </pc:spChg>
        <pc:spChg chg="mod">
          <ac:chgData name="Anusuya R" userId="85eefe040dbd19ca" providerId="LiveId" clId="{F6C0FBD5-51B7-4E53-9C14-EFF993B86CB3}" dt="2026-02-03T06:22:23.415" v="198" actId="122"/>
          <ac:spMkLst>
            <pc:docMk/>
            <pc:sldMk cId="2513922394" sldId="522"/>
            <ac:spMk id="3" creationId="{60637F74-5FBF-3D0A-5071-30143308A535}"/>
          </ac:spMkLst>
        </pc:spChg>
      </pc:sldChg>
      <pc:sldChg chg="addSp delSp modSp new mod">
        <pc:chgData name="Anusuya R" userId="85eefe040dbd19ca" providerId="LiveId" clId="{F6C0FBD5-51B7-4E53-9C14-EFF993B86CB3}" dt="2026-02-03T06:26:42.391" v="280" actId="14100"/>
        <pc:sldMkLst>
          <pc:docMk/>
          <pc:sldMk cId="803522051" sldId="523"/>
        </pc:sldMkLst>
        <pc:spChg chg="mod">
          <ac:chgData name="Anusuya R" userId="85eefe040dbd19ca" providerId="LiveId" clId="{F6C0FBD5-51B7-4E53-9C14-EFF993B86CB3}" dt="2026-02-03T06:26:33.981" v="277" actId="20577"/>
          <ac:spMkLst>
            <pc:docMk/>
            <pc:sldMk cId="803522051" sldId="523"/>
            <ac:spMk id="3" creationId="{4BB9ADA6-786F-99FA-9512-4EDF4D06B7B1}"/>
          </ac:spMkLst>
        </pc:spChg>
        <pc:picChg chg="add mod">
          <ac:chgData name="Anusuya R" userId="85eefe040dbd19ca" providerId="LiveId" clId="{F6C0FBD5-51B7-4E53-9C14-EFF993B86CB3}" dt="2026-02-03T06:26:42.391" v="280" actId="14100"/>
          <ac:picMkLst>
            <pc:docMk/>
            <pc:sldMk cId="803522051" sldId="523"/>
            <ac:picMk id="7" creationId="{7ABD23C9-4E83-E0DC-5B94-1A5A3E5E511D}"/>
          </ac:picMkLst>
        </pc:picChg>
      </pc:sldChg>
      <pc:sldChg chg="modSp new mod">
        <pc:chgData name="Anusuya R" userId="85eefe040dbd19ca" providerId="LiveId" clId="{F6C0FBD5-51B7-4E53-9C14-EFF993B86CB3}" dt="2026-02-03T06:28:19.474" v="304" actId="122"/>
        <pc:sldMkLst>
          <pc:docMk/>
          <pc:sldMk cId="2577954672" sldId="524"/>
        </pc:sldMkLst>
        <pc:spChg chg="mod">
          <ac:chgData name="Anusuya R" userId="85eefe040dbd19ca" providerId="LiveId" clId="{F6C0FBD5-51B7-4E53-9C14-EFF993B86CB3}" dt="2026-02-03T06:28:19.474" v="304" actId="122"/>
          <ac:spMkLst>
            <pc:docMk/>
            <pc:sldMk cId="2577954672" sldId="524"/>
            <ac:spMk id="3" creationId="{312C7083-0B45-CD64-7AC6-19B97942AFB8}"/>
          </ac:spMkLst>
        </pc:spChg>
      </pc:sldChg>
      <pc:sldChg chg="addSp modSp new mod">
        <pc:chgData name="Anusuya R" userId="85eefe040dbd19ca" providerId="LiveId" clId="{F6C0FBD5-51B7-4E53-9C14-EFF993B86CB3}" dt="2026-02-03T06:37:25.920" v="409" actId="207"/>
        <pc:sldMkLst>
          <pc:docMk/>
          <pc:sldMk cId="1526808524" sldId="525"/>
        </pc:sldMkLst>
        <pc:spChg chg="mod">
          <ac:chgData name="Anusuya R" userId="85eefe040dbd19ca" providerId="LiveId" clId="{F6C0FBD5-51B7-4E53-9C14-EFF993B86CB3}" dt="2026-02-03T06:37:25.920" v="409" actId="207"/>
          <ac:spMkLst>
            <pc:docMk/>
            <pc:sldMk cId="1526808524" sldId="525"/>
            <ac:spMk id="3" creationId="{3C256CCE-205C-6A8F-185F-9345B791A11E}"/>
          </ac:spMkLst>
        </pc:spChg>
        <pc:picChg chg="add mod">
          <ac:chgData name="Anusuya R" userId="85eefe040dbd19ca" providerId="LiveId" clId="{F6C0FBD5-51B7-4E53-9C14-EFF993B86CB3}" dt="2026-02-03T06:30:45.871" v="319" actId="1076"/>
          <ac:picMkLst>
            <pc:docMk/>
            <pc:sldMk cId="1526808524" sldId="525"/>
            <ac:picMk id="5" creationId="{D4632479-A8C4-B25A-DBBC-65495525C3C6}"/>
          </ac:picMkLst>
        </pc:picChg>
      </pc:sldChg>
      <pc:sldChg chg="modSp new mod">
        <pc:chgData name="Anusuya R" userId="85eefe040dbd19ca" providerId="LiveId" clId="{F6C0FBD5-51B7-4E53-9C14-EFF993B86CB3}" dt="2026-02-03T06:42:31.736" v="505" actId="122"/>
        <pc:sldMkLst>
          <pc:docMk/>
          <pc:sldMk cId="2775640040" sldId="526"/>
        </pc:sldMkLst>
        <pc:spChg chg="mod">
          <ac:chgData name="Anusuya R" userId="85eefe040dbd19ca" providerId="LiveId" clId="{F6C0FBD5-51B7-4E53-9C14-EFF993B86CB3}" dt="2026-02-03T06:42:31.736" v="505" actId="122"/>
          <ac:spMkLst>
            <pc:docMk/>
            <pc:sldMk cId="2775640040" sldId="526"/>
            <ac:spMk id="3" creationId="{23BC3A5E-FFE2-3C9F-9C1C-288F1C6B6BFA}"/>
          </ac:spMkLst>
        </pc:spChg>
      </pc:sldChg>
      <pc:sldChg chg="modSp new mod">
        <pc:chgData name="Anusuya R" userId="85eefe040dbd19ca" providerId="LiveId" clId="{F6C0FBD5-51B7-4E53-9C14-EFF993B86CB3}" dt="2026-02-03T08:13:15.340" v="677" actId="113"/>
        <pc:sldMkLst>
          <pc:docMk/>
          <pc:sldMk cId="1990642247" sldId="527"/>
        </pc:sldMkLst>
        <pc:spChg chg="mod">
          <ac:chgData name="Anusuya R" userId="85eefe040dbd19ca" providerId="LiveId" clId="{F6C0FBD5-51B7-4E53-9C14-EFF993B86CB3}" dt="2026-02-03T08:13:15.340" v="677" actId="113"/>
          <ac:spMkLst>
            <pc:docMk/>
            <pc:sldMk cId="1990642247" sldId="527"/>
            <ac:spMk id="3" creationId="{89E2A847-D7A1-03BD-97B9-D7EB405422FF}"/>
          </ac:spMkLst>
        </pc:spChg>
      </pc:sldChg>
      <pc:sldChg chg="modSp new mod">
        <pc:chgData name="Anusuya R" userId="85eefe040dbd19ca" providerId="LiveId" clId="{F6C0FBD5-51B7-4E53-9C14-EFF993B86CB3}" dt="2026-02-03T08:14:59.171" v="679" actId="113"/>
        <pc:sldMkLst>
          <pc:docMk/>
          <pc:sldMk cId="490019155" sldId="528"/>
        </pc:sldMkLst>
        <pc:spChg chg="mod">
          <ac:chgData name="Anusuya R" userId="85eefe040dbd19ca" providerId="LiveId" clId="{F6C0FBD5-51B7-4E53-9C14-EFF993B86CB3}" dt="2026-02-03T08:14:59.171" v="679" actId="113"/>
          <ac:spMkLst>
            <pc:docMk/>
            <pc:sldMk cId="490019155" sldId="528"/>
            <ac:spMk id="3" creationId="{D9342CE4-55F9-D584-4FDF-DB36A675AC8C}"/>
          </ac:spMkLst>
        </pc:spChg>
      </pc:sldChg>
      <pc:sldChg chg="modSp new mod">
        <pc:chgData name="Anusuya R" userId="85eefe040dbd19ca" providerId="LiveId" clId="{F6C0FBD5-51B7-4E53-9C14-EFF993B86CB3}" dt="2026-02-03T06:58:35.398" v="649" actId="20577"/>
        <pc:sldMkLst>
          <pc:docMk/>
          <pc:sldMk cId="4126269445" sldId="529"/>
        </pc:sldMkLst>
        <pc:spChg chg="mod">
          <ac:chgData name="Anusuya R" userId="85eefe040dbd19ca" providerId="LiveId" clId="{F6C0FBD5-51B7-4E53-9C14-EFF993B86CB3}" dt="2026-02-03T06:58:35.398" v="649" actId="20577"/>
          <ac:spMkLst>
            <pc:docMk/>
            <pc:sldMk cId="4126269445" sldId="529"/>
            <ac:spMk id="3" creationId="{96075375-1676-79E4-B15F-5E250CE81534}"/>
          </ac:spMkLst>
        </pc:spChg>
      </pc:sldChg>
      <pc:sldChg chg="modSp new mod">
        <pc:chgData name="Anusuya R" userId="85eefe040dbd19ca" providerId="LiveId" clId="{F6C0FBD5-51B7-4E53-9C14-EFF993B86CB3}" dt="2026-02-03T07:06:27.325" v="675" actId="20577"/>
        <pc:sldMkLst>
          <pc:docMk/>
          <pc:sldMk cId="3016318045" sldId="530"/>
        </pc:sldMkLst>
        <pc:spChg chg="mod">
          <ac:chgData name="Anusuya R" userId="85eefe040dbd19ca" providerId="LiveId" clId="{F6C0FBD5-51B7-4E53-9C14-EFF993B86CB3}" dt="2026-02-03T07:06:27.325" v="675" actId="20577"/>
          <ac:spMkLst>
            <pc:docMk/>
            <pc:sldMk cId="3016318045" sldId="530"/>
            <ac:spMk id="2" creationId="{A027170D-487F-2565-7F41-2764D5EC2F99}"/>
          </ac:spMkLst>
        </pc:spChg>
        <pc:spChg chg="mod">
          <ac:chgData name="Anusuya R" userId="85eefe040dbd19ca" providerId="LiveId" clId="{F6C0FBD5-51B7-4E53-9C14-EFF993B86CB3}" dt="2026-02-03T07:06:18.605" v="652"/>
          <ac:spMkLst>
            <pc:docMk/>
            <pc:sldMk cId="3016318045" sldId="530"/>
            <ac:spMk id="3" creationId="{74E4F80D-517F-825C-DE4A-FDCC94C3B541}"/>
          </ac:spMkLst>
        </pc:spChg>
      </pc:sldChg>
      <pc:sldChg chg="modSp new mod">
        <pc:chgData name="Anusuya R" userId="85eefe040dbd19ca" providerId="LiveId" clId="{F6C0FBD5-51B7-4E53-9C14-EFF993B86CB3}" dt="2026-02-10T08:12:23.769" v="2083" actId="2711"/>
        <pc:sldMkLst>
          <pc:docMk/>
          <pc:sldMk cId="3936478027" sldId="531"/>
        </pc:sldMkLst>
        <pc:spChg chg="mod">
          <ac:chgData name="Anusuya R" userId="85eefe040dbd19ca" providerId="LiveId" clId="{F6C0FBD5-51B7-4E53-9C14-EFF993B86CB3}" dt="2026-02-10T03:41:47.245" v="726" actId="122"/>
          <ac:spMkLst>
            <pc:docMk/>
            <pc:sldMk cId="3936478027" sldId="531"/>
            <ac:spMk id="2" creationId="{B3FB216E-A269-DF02-18BC-2202C651C51D}"/>
          </ac:spMkLst>
        </pc:spChg>
        <pc:spChg chg="mod">
          <ac:chgData name="Anusuya R" userId="85eefe040dbd19ca" providerId="LiveId" clId="{F6C0FBD5-51B7-4E53-9C14-EFF993B86CB3}" dt="2026-02-10T08:12:23.769" v="2083" actId="2711"/>
          <ac:spMkLst>
            <pc:docMk/>
            <pc:sldMk cId="3936478027" sldId="531"/>
            <ac:spMk id="3" creationId="{962D21B3-B729-0D3E-E2D9-81BF173AD733}"/>
          </ac:spMkLst>
        </pc:spChg>
      </pc:sldChg>
      <pc:sldChg chg="modSp new mod">
        <pc:chgData name="Anusuya R" userId="85eefe040dbd19ca" providerId="LiveId" clId="{F6C0FBD5-51B7-4E53-9C14-EFF993B86CB3}" dt="2026-02-10T08:12:30.108" v="2084" actId="2711"/>
        <pc:sldMkLst>
          <pc:docMk/>
          <pc:sldMk cId="1197209266" sldId="532"/>
        </pc:sldMkLst>
        <pc:spChg chg="mod">
          <ac:chgData name="Anusuya R" userId="85eefe040dbd19ca" providerId="LiveId" clId="{F6C0FBD5-51B7-4E53-9C14-EFF993B86CB3}" dt="2026-02-10T03:45:31.078" v="767" actId="20577"/>
          <ac:spMkLst>
            <pc:docMk/>
            <pc:sldMk cId="1197209266" sldId="532"/>
            <ac:spMk id="2" creationId="{FED2DF96-2EC2-BA8F-BCA3-A8F53C06F3AD}"/>
          </ac:spMkLst>
        </pc:spChg>
        <pc:spChg chg="mod">
          <ac:chgData name="Anusuya R" userId="85eefe040dbd19ca" providerId="LiveId" clId="{F6C0FBD5-51B7-4E53-9C14-EFF993B86CB3}" dt="2026-02-10T08:12:30.108" v="2084" actId="2711"/>
          <ac:spMkLst>
            <pc:docMk/>
            <pc:sldMk cId="1197209266" sldId="532"/>
            <ac:spMk id="3" creationId="{6CEBC0E8-2C64-E791-B88E-ED667ECEEC8A}"/>
          </ac:spMkLst>
        </pc:spChg>
      </pc:sldChg>
      <pc:sldChg chg="modSp new mod">
        <pc:chgData name="Anusuya R" userId="85eefe040dbd19ca" providerId="LiveId" clId="{F6C0FBD5-51B7-4E53-9C14-EFF993B86CB3}" dt="2026-02-10T08:14:07.280" v="2085" actId="123"/>
        <pc:sldMkLst>
          <pc:docMk/>
          <pc:sldMk cId="1224195987" sldId="533"/>
        </pc:sldMkLst>
        <pc:spChg chg="mod">
          <ac:chgData name="Anusuya R" userId="85eefe040dbd19ca" providerId="LiveId" clId="{F6C0FBD5-51B7-4E53-9C14-EFF993B86CB3}" dt="2026-02-10T03:46:40.195" v="869"/>
          <ac:spMkLst>
            <pc:docMk/>
            <pc:sldMk cId="1224195987" sldId="533"/>
            <ac:spMk id="2" creationId="{9D9FE0A3-472D-5A63-1099-EE4BFE5ADFBA}"/>
          </ac:spMkLst>
        </pc:spChg>
        <pc:spChg chg="mod">
          <ac:chgData name="Anusuya R" userId="85eefe040dbd19ca" providerId="LiveId" clId="{F6C0FBD5-51B7-4E53-9C14-EFF993B86CB3}" dt="2026-02-10T08:14:07.280" v="2085" actId="123"/>
          <ac:spMkLst>
            <pc:docMk/>
            <pc:sldMk cId="1224195987" sldId="533"/>
            <ac:spMk id="3" creationId="{547122AD-56D3-357D-DEC0-D59A15A9F3C8}"/>
          </ac:spMkLst>
        </pc:spChg>
      </pc:sldChg>
      <pc:sldChg chg="modSp new mod">
        <pc:chgData name="Anusuya R" userId="85eefe040dbd19ca" providerId="LiveId" clId="{F6C0FBD5-51B7-4E53-9C14-EFF993B86CB3}" dt="2026-02-10T08:14:26.467" v="2095" actId="20577"/>
        <pc:sldMkLst>
          <pc:docMk/>
          <pc:sldMk cId="733356296" sldId="534"/>
        </pc:sldMkLst>
        <pc:spChg chg="mod">
          <ac:chgData name="Anusuya R" userId="85eefe040dbd19ca" providerId="LiveId" clId="{F6C0FBD5-51B7-4E53-9C14-EFF993B86CB3}" dt="2026-02-10T08:14:26.467" v="2095" actId="20577"/>
          <ac:spMkLst>
            <pc:docMk/>
            <pc:sldMk cId="733356296" sldId="534"/>
            <ac:spMk id="3" creationId="{EE029E21-E7CE-1217-66F9-41E7DBE38BEF}"/>
          </ac:spMkLst>
        </pc:spChg>
      </pc:sldChg>
      <pc:sldChg chg="modSp new mod">
        <pc:chgData name="Anusuya R" userId="85eefe040dbd19ca" providerId="LiveId" clId="{F6C0FBD5-51B7-4E53-9C14-EFF993B86CB3}" dt="2026-02-10T03:54:24.248" v="929" actId="123"/>
        <pc:sldMkLst>
          <pc:docMk/>
          <pc:sldMk cId="1373857823" sldId="535"/>
        </pc:sldMkLst>
        <pc:spChg chg="mod">
          <ac:chgData name="Anusuya R" userId="85eefe040dbd19ca" providerId="LiveId" clId="{F6C0FBD5-51B7-4E53-9C14-EFF993B86CB3}" dt="2026-02-10T03:52:43.330" v="886" actId="20577"/>
          <ac:spMkLst>
            <pc:docMk/>
            <pc:sldMk cId="1373857823" sldId="535"/>
            <ac:spMk id="2" creationId="{8BA59547-15B7-B9E3-F520-FCBFAFCDE620}"/>
          </ac:spMkLst>
        </pc:spChg>
        <pc:spChg chg="mod">
          <ac:chgData name="Anusuya R" userId="85eefe040dbd19ca" providerId="LiveId" clId="{F6C0FBD5-51B7-4E53-9C14-EFF993B86CB3}" dt="2026-02-10T03:54:24.248" v="929" actId="123"/>
          <ac:spMkLst>
            <pc:docMk/>
            <pc:sldMk cId="1373857823" sldId="535"/>
            <ac:spMk id="3" creationId="{D4B04F73-8601-F8FD-F861-95F5C89A7E45}"/>
          </ac:spMkLst>
        </pc:spChg>
      </pc:sldChg>
      <pc:sldChg chg="modSp new mod">
        <pc:chgData name="Anusuya R" userId="85eefe040dbd19ca" providerId="LiveId" clId="{F6C0FBD5-51B7-4E53-9C14-EFF993B86CB3}" dt="2026-02-10T08:14:41.113" v="2096" actId="2711"/>
        <pc:sldMkLst>
          <pc:docMk/>
          <pc:sldMk cId="4106434996" sldId="536"/>
        </pc:sldMkLst>
        <pc:spChg chg="mod">
          <ac:chgData name="Anusuya R" userId="85eefe040dbd19ca" providerId="LiveId" clId="{F6C0FBD5-51B7-4E53-9C14-EFF993B86CB3}" dt="2026-02-10T03:56:19.819" v="939" actId="20577"/>
          <ac:spMkLst>
            <pc:docMk/>
            <pc:sldMk cId="4106434996" sldId="536"/>
            <ac:spMk id="2" creationId="{BF7C1BA7-4916-7675-B38B-BE745468B108}"/>
          </ac:spMkLst>
        </pc:spChg>
        <pc:spChg chg="mod">
          <ac:chgData name="Anusuya R" userId="85eefe040dbd19ca" providerId="LiveId" clId="{F6C0FBD5-51B7-4E53-9C14-EFF993B86CB3}" dt="2026-02-10T08:14:41.113" v="2096" actId="2711"/>
          <ac:spMkLst>
            <pc:docMk/>
            <pc:sldMk cId="4106434996" sldId="536"/>
            <ac:spMk id="3" creationId="{A9B77F14-62A3-4D67-0FAF-07D37E477D56}"/>
          </ac:spMkLst>
        </pc:spChg>
      </pc:sldChg>
      <pc:sldChg chg="delSp modSp new mod">
        <pc:chgData name="Anusuya R" userId="85eefe040dbd19ca" providerId="LiveId" clId="{F6C0FBD5-51B7-4E53-9C14-EFF993B86CB3}" dt="2026-02-10T08:14:59.826" v="2103" actId="27636"/>
        <pc:sldMkLst>
          <pc:docMk/>
          <pc:sldMk cId="494862506" sldId="537"/>
        </pc:sldMkLst>
        <pc:spChg chg="del">
          <ac:chgData name="Anusuya R" userId="85eefe040dbd19ca" providerId="LiveId" clId="{F6C0FBD5-51B7-4E53-9C14-EFF993B86CB3}" dt="2026-02-10T08:14:53.769" v="2100" actId="478"/>
          <ac:spMkLst>
            <pc:docMk/>
            <pc:sldMk cId="494862506" sldId="537"/>
            <ac:spMk id="2" creationId="{C219A59B-44E1-A65A-CA57-5EC19CCA617C}"/>
          </ac:spMkLst>
        </pc:spChg>
        <pc:spChg chg="mod">
          <ac:chgData name="Anusuya R" userId="85eefe040dbd19ca" providerId="LiveId" clId="{F6C0FBD5-51B7-4E53-9C14-EFF993B86CB3}" dt="2026-02-10T08:14:59.826" v="2103" actId="27636"/>
          <ac:spMkLst>
            <pc:docMk/>
            <pc:sldMk cId="494862506" sldId="537"/>
            <ac:spMk id="3" creationId="{66326046-DA20-4AC6-1EFE-57638549058F}"/>
          </ac:spMkLst>
        </pc:spChg>
      </pc:sldChg>
      <pc:sldChg chg="modSp new mod">
        <pc:chgData name="Anusuya R" userId="85eefe040dbd19ca" providerId="LiveId" clId="{F6C0FBD5-51B7-4E53-9C14-EFF993B86CB3}" dt="2026-02-10T09:57:49.994" v="2289" actId="20577"/>
        <pc:sldMkLst>
          <pc:docMk/>
          <pc:sldMk cId="2538936224" sldId="538"/>
        </pc:sldMkLst>
        <pc:spChg chg="mod">
          <ac:chgData name="Anusuya R" userId="85eefe040dbd19ca" providerId="LiveId" clId="{F6C0FBD5-51B7-4E53-9C14-EFF993B86CB3}" dt="2026-02-10T04:05:20.031" v="1031" actId="20577"/>
          <ac:spMkLst>
            <pc:docMk/>
            <pc:sldMk cId="2538936224" sldId="538"/>
            <ac:spMk id="2" creationId="{BAD75C06-B9CC-3642-ECCC-B76519D47175}"/>
          </ac:spMkLst>
        </pc:spChg>
        <pc:spChg chg="mod">
          <ac:chgData name="Anusuya R" userId="85eefe040dbd19ca" providerId="LiveId" clId="{F6C0FBD5-51B7-4E53-9C14-EFF993B86CB3}" dt="2026-02-10T09:57:49.994" v="2289" actId="20577"/>
          <ac:spMkLst>
            <pc:docMk/>
            <pc:sldMk cId="2538936224" sldId="538"/>
            <ac:spMk id="3" creationId="{2FDA834B-B5DF-53F1-D1BE-9DFC05116760}"/>
          </ac:spMkLst>
        </pc:spChg>
      </pc:sldChg>
      <pc:sldChg chg="modSp new mod">
        <pc:chgData name="Anusuya R" userId="85eefe040dbd19ca" providerId="LiveId" clId="{F6C0FBD5-51B7-4E53-9C14-EFF993B86CB3}" dt="2026-02-10T09:58:20.473" v="2305" actId="20577"/>
        <pc:sldMkLst>
          <pc:docMk/>
          <pc:sldMk cId="2200301500" sldId="539"/>
        </pc:sldMkLst>
        <pc:spChg chg="mod">
          <ac:chgData name="Anusuya R" userId="85eefe040dbd19ca" providerId="LiveId" clId="{F6C0FBD5-51B7-4E53-9C14-EFF993B86CB3}" dt="2026-02-10T09:58:20.473" v="2305" actId="20577"/>
          <ac:spMkLst>
            <pc:docMk/>
            <pc:sldMk cId="2200301500" sldId="539"/>
            <ac:spMk id="3" creationId="{07B3F2D4-1A1C-D1F1-43A1-D8C6DED12084}"/>
          </ac:spMkLst>
        </pc:spChg>
      </pc:sldChg>
      <pc:sldChg chg="modSp new mod">
        <pc:chgData name="Anusuya R" userId="85eefe040dbd19ca" providerId="LiveId" clId="{F6C0FBD5-51B7-4E53-9C14-EFF993B86CB3}" dt="2026-02-10T04:27:00.161" v="1229" actId="20577"/>
        <pc:sldMkLst>
          <pc:docMk/>
          <pc:sldMk cId="3880232314" sldId="540"/>
        </pc:sldMkLst>
        <pc:spChg chg="mod">
          <ac:chgData name="Anusuya R" userId="85eefe040dbd19ca" providerId="LiveId" clId="{F6C0FBD5-51B7-4E53-9C14-EFF993B86CB3}" dt="2026-02-10T04:27:00.161" v="1229" actId="20577"/>
          <ac:spMkLst>
            <pc:docMk/>
            <pc:sldMk cId="3880232314" sldId="540"/>
            <ac:spMk id="2" creationId="{11FB3D76-E277-B54B-83BE-16E475045915}"/>
          </ac:spMkLst>
        </pc:spChg>
        <pc:spChg chg="mod">
          <ac:chgData name="Anusuya R" userId="85eefe040dbd19ca" providerId="LiveId" clId="{F6C0FBD5-51B7-4E53-9C14-EFF993B86CB3}" dt="2026-02-10T04:21:28.033" v="1171" actId="27636"/>
          <ac:spMkLst>
            <pc:docMk/>
            <pc:sldMk cId="3880232314" sldId="540"/>
            <ac:spMk id="3" creationId="{3F4C22F2-ADC9-2997-ADEF-E27CCC059BE9}"/>
          </ac:spMkLst>
        </pc:spChg>
      </pc:sldChg>
      <pc:sldChg chg="modSp new mod">
        <pc:chgData name="Anusuya R" userId="85eefe040dbd19ca" providerId="LiveId" clId="{F6C0FBD5-51B7-4E53-9C14-EFF993B86CB3}" dt="2026-02-10T08:15:46.761" v="2144" actId="27636"/>
        <pc:sldMkLst>
          <pc:docMk/>
          <pc:sldMk cId="3749949941" sldId="541"/>
        </pc:sldMkLst>
        <pc:spChg chg="mod">
          <ac:chgData name="Anusuya R" userId="85eefe040dbd19ca" providerId="LiveId" clId="{F6C0FBD5-51B7-4E53-9C14-EFF993B86CB3}" dt="2026-02-10T04:26:54.631" v="1217" actId="20577"/>
          <ac:spMkLst>
            <pc:docMk/>
            <pc:sldMk cId="3749949941" sldId="541"/>
            <ac:spMk id="2" creationId="{D79781DF-DACD-E7F4-0D96-CB777F00F5DA}"/>
          </ac:spMkLst>
        </pc:spChg>
        <pc:spChg chg="mod">
          <ac:chgData name="Anusuya R" userId="85eefe040dbd19ca" providerId="LiveId" clId="{F6C0FBD5-51B7-4E53-9C14-EFF993B86CB3}" dt="2026-02-10T08:15:46.761" v="2144" actId="27636"/>
          <ac:spMkLst>
            <pc:docMk/>
            <pc:sldMk cId="3749949941" sldId="541"/>
            <ac:spMk id="3" creationId="{51C48B07-6977-5613-8C12-453FCF93D540}"/>
          </ac:spMkLst>
        </pc:spChg>
      </pc:sldChg>
      <pc:sldChg chg="modSp new mod">
        <pc:chgData name="Anusuya R" userId="85eefe040dbd19ca" providerId="LiveId" clId="{F6C0FBD5-51B7-4E53-9C14-EFF993B86CB3}" dt="2026-02-10T08:15:54.143" v="2145" actId="2711"/>
        <pc:sldMkLst>
          <pc:docMk/>
          <pc:sldMk cId="439824866" sldId="542"/>
        </pc:sldMkLst>
        <pc:spChg chg="mod">
          <ac:chgData name="Anusuya R" userId="85eefe040dbd19ca" providerId="LiveId" clId="{F6C0FBD5-51B7-4E53-9C14-EFF993B86CB3}" dt="2026-02-10T04:30:35.294" v="1237" actId="20577"/>
          <ac:spMkLst>
            <pc:docMk/>
            <pc:sldMk cId="439824866" sldId="542"/>
            <ac:spMk id="2" creationId="{444DFFAE-1FA7-83AF-66F6-2BF19DF0378D}"/>
          </ac:spMkLst>
        </pc:spChg>
        <pc:spChg chg="mod">
          <ac:chgData name="Anusuya R" userId="85eefe040dbd19ca" providerId="LiveId" clId="{F6C0FBD5-51B7-4E53-9C14-EFF993B86CB3}" dt="2026-02-10T08:15:54.143" v="2145" actId="2711"/>
          <ac:spMkLst>
            <pc:docMk/>
            <pc:sldMk cId="439824866" sldId="542"/>
            <ac:spMk id="3" creationId="{74325C06-ACA3-9FDB-58D1-E31FDF680423}"/>
          </ac:spMkLst>
        </pc:spChg>
      </pc:sldChg>
      <pc:sldChg chg="modSp new mod">
        <pc:chgData name="Anusuya R" userId="85eefe040dbd19ca" providerId="LiveId" clId="{F6C0FBD5-51B7-4E53-9C14-EFF993B86CB3}" dt="2026-02-10T08:16:00.665" v="2146" actId="2711"/>
        <pc:sldMkLst>
          <pc:docMk/>
          <pc:sldMk cId="1365413661" sldId="543"/>
        </pc:sldMkLst>
        <pc:spChg chg="mod">
          <ac:chgData name="Anusuya R" userId="85eefe040dbd19ca" providerId="LiveId" clId="{F6C0FBD5-51B7-4E53-9C14-EFF993B86CB3}" dt="2026-02-10T04:44:49.771" v="1324" actId="20577"/>
          <ac:spMkLst>
            <pc:docMk/>
            <pc:sldMk cId="1365413661" sldId="543"/>
            <ac:spMk id="2" creationId="{04006B04-92FF-BC03-E97F-0B6544A37A96}"/>
          </ac:spMkLst>
        </pc:spChg>
        <pc:spChg chg="mod">
          <ac:chgData name="Anusuya R" userId="85eefe040dbd19ca" providerId="LiveId" clId="{F6C0FBD5-51B7-4E53-9C14-EFF993B86CB3}" dt="2026-02-10T08:16:00.665" v="2146" actId="2711"/>
          <ac:spMkLst>
            <pc:docMk/>
            <pc:sldMk cId="1365413661" sldId="543"/>
            <ac:spMk id="3" creationId="{5DD64BC1-ED7B-A42F-49A7-FDB292D853F2}"/>
          </ac:spMkLst>
        </pc:spChg>
      </pc:sldChg>
      <pc:sldChg chg="modSp new">
        <pc:chgData name="Anusuya R" userId="85eefe040dbd19ca" providerId="LiveId" clId="{F6C0FBD5-51B7-4E53-9C14-EFF993B86CB3}" dt="2026-02-10T04:45:38.583" v="1356"/>
        <pc:sldMkLst>
          <pc:docMk/>
          <pc:sldMk cId="4125888453" sldId="544"/>
        </pc:sldMkLst>
        <pc:spChg chg="mod">
          <ac:chgData name="Anusuya R" userId="85eefe040dbd19ca" providerId="LiveId" clId="{F6C0FBD5-51B7-4E53-9C14-EFF993B86CB3}" dt="2026-02-10T04:45:38.583" v="1356"/>
          <ac:spMkLst>
            <pc:docMk/>
            <pc:sldMk cId="4125888453" sldId="544"/>
            <ac:spMk id="3" creationId="{4A72E149-DA0F-1A91-6D12-157F0E0407FA}"/>
          </ac:spMkLst>
        </pc:spChg>
      </pc:sldChg>
      <pc:sldChg chg="modSp new del mod">
        <pc:chgData name="Anusuya R" userId="85eefe040dbd19ca" providerId="LiveId" clId="{F6C0FBD5-51B7-4E53-9C14-EFF993B86CB3}" dt="2026-02-10T10:04:00.017" v="2306" actId="47"/>
        <pc:sldMkLst>
          <pc:docMk/>
          <pc:sldMk cId="2060166580" sldId="545"/>
        </pc:sldMkLst>
        <pc:spChg chg="mod">
          <ac:chgData name="Anusuya R" userId="85eefe040dbd19ca" providerId="LiveId" clId="{F6C0FBD5-51B7-4E53-9C14-EFF993B86CB3}" dt="2026-02-10T04:53:23.633" v="1367"/>
          <ac:spMkLst>
            <pc:docMk/>
            <pc:sldMk cId="2060166580" sldId="545"/>
            <ac:spMk id="3" creationId="{87AECDCE-B529-583A-C442-2589958694BA}"/>
          </ac:spMkLst>
        </pc:spChg>
      </pc:sldChg>
      <pc:sldChg chg="modSp new mod">
        <pc:chgData name="Anusuya R" userId="85eefe040dbd19ca" providerId="LiveId" clId="{F6C0FBD5-51B7-4E53-9C14-EFF993B86CB3}" dt="2026-02-10T05:14:04.678" v="1430" actId="207"/>
        <pc:sldMkLst>
          <pc:docMk/>
          <pc:sldMk cId="341798071" sldId="546"/>
        </pc:sldMkLst>
        <pc:spChg chg="mod">
          <ac:chgData name="Anusuya R" userId="85eefe040dbd19ca" providerId="LiveId" clId="{F6C0FBD5-51B7-4E53-9C14-EFF993B86CB3}" dt="2026-02-10T05:01:48.960" v="1391" actId="20577"/>
          <ac:spMkLst>
            <pc:docMk/>
            <pc:sldMk cId="341798071" sldId="546"/>
            <ac:spMk id="2" creationId="{256D3BE9-E349-4101-63C3-8A0A98805DC7}"/>
          </ac:spMkLst>
        </pc:spChg>
        <pc:spChg chg="mod">
          <ac:chgData name="Anusuya R" userId="85eefe040dbd19ca" providerId="LiveId" clId="{F6C0FBD5-51B7-4E53-9C14-EFF993B86CB3}" dt="2026-02-10T05:14:04.678" v="1430" actId="207"/>
          <ac:spMkLst>
            <pc:docMk/>
            <pc:sldMk cId="341798071" sldId="546"/>
            <ac:spMk id="3" creationId="{A29C63BF-5A59-D74F-0714-215F80869CD9}"/>
          </ac:spMkLst>
        </pc:spChg>
      </pc:sldChg>
      <pc:sldChg chg="modSp new mod">
        <pc:chgData name="Anusuya R" userId="85eefe040dbd19ca" providerId="LiveId" clId="{F6C0FBD5-51B7-4E53-9C14-EFF993B86CB3}" dt="2026-02-10T08:16:11.580" v="2147" actId="2711"/>
        <pc:sldMkLst>
          <pc:docMk/>
          <pc:sldMk cId="3371668475" sldId="547"/>
        </pc:sldMkLst>
        <pc:spChg chg="mod">
          <ac:chgData name="Anusuya R" userId="85eefe040dbd19ca" providerId="LiveId" clId="{F6C0FBD5-51B7-4E53-9C14-EFF993B86CB3}" dt="2026-02-10T05:15:41.655" v="1485" actId="20577"/>
          <ac:spMkLst>
            <pc:docMk/>
            <pc:sldMk cId="3371668475" sldId="547"/>
            <ac:spMk id="2" creationId="{A8EFE9DD-405C-23B1-5143-4BD9D0D7416F}"/>
          </ac:spMkLst>
        </pc:spChg>
        <pc:spChg chg="mod">
          <ac:chgData name="Anusuya R" userId="85eefe040dbd19ca" providerId="LiveId" clId="{F6C0FBD5-51B7-4E53-9C14-EFF993B86CB3}" dt="2026-02-10T08:16:11.580" v="2147" actId="2711"/>
          <ac:spMkLst>
            <pc:docMk/>
            <pc:sldMk cId="3371668475" sldId="547"/>
            <ac:spMk id="3" creationId="{D11898ED-1383-7D23-5CA5-9B86D320FA62}"/>
          </ac:spMkLst>
        </pc:spChg>
      </pc:sldChg>
      <pc:sldChg chg="modSp new mod">
        <pc:chgData name="Anusuya R" userId="85eefe040dbd19ca" providerId="LiveId" clId="{F6C0FBD5-51B7-4E53-9C14-EFF993B86CB3}" dt="2026-02-10T08:16:26.005" v="2157" actId="20577"/>
        <pc:sldMkLst>
          <pc:docMk/>
          <pc:sldMk cId="1855536213" sldId="548"/>
        </pc:sldMkLst>
        <pc:spChg chg="mod">
          <ac:chgData name="Anusuya R" userId="85eefe040dbd19ca" providerId="LiveId" clId="{F6C0FBD5-51B7-4E53-9C14-EFF993B86CB3}" dt="2026-02-10T05:24:15.188" v="1518" actId="20577"/>
          <ac:spMkLst>
            <pc:docMk/>
            <pc:sldMk cId="1855536213" sldId="548"/>
            <ac:spMk id="2" creationId="{795BD2D7-57A9-DAC1-2E1D-6D37B53D0157}"/>
          </ac:spMkLst>
        </pc:spChg>
        <pc:spChg chg="mod">
          <ac:chgData name="Anusuya R" userId="85eefe040dbd19ca" providerId="LiveId" clId="{F6C0FBD5-51B7-4E53-9C14-EFF993B86CB3}" dt="2026-02-10T08:16:26.005" v="2157" actId="20577"/>
          <ac:spMkLst>
            <pc:docMk/>
            <pc:sldMk cId="1855536213" sldId="548"/>
            <ac:spMk id="3" creationId="{55A023B9-B576-7903-C136-5C68F3BBDA9F}"/>
          </ac:spMkLst>
        </pc:spChg>
      </pc:sldChg>
      <pc:sldChg chg="modSp new mod">
        <pc:chgData name="Anusuya R" userId="85eefe040dbd19ca" providerId="LiveId" clId="{F6C0FBD5-51B7-4E53-9C14-EFF993B86CB3}" dt="2026-02-10T08:16:35.919" v="2159" actId="20577"/>
        <pc:sldMkLst>
          <pc:docMk/>
          <pc:sldMk cId="1015441678" sldId="549"/>
        </pc:sldMkLst>
        <pc:spChg chg="mod">
          <ac:chgData name="Anusuya R" userId="85eefe040dbd19ca" providerId="LiveId" clId="{F6C0FBD5-51B7-4E53-9C14-EFF993B86CB3}" dt="2026-02-10T08:16:35.919" v="2159" actId="20577"/>
          <ac:spMkLst>
            <pc:docMk/>
            <pc:sldMk cId="1015441678" sldId="549"/>
            <ac:spMk id="3" creationId="{AED6FFBF-693D-1883-68D2-5071381999CB}"/>
          </ac:spMkLst>
        </pc:spChg>
      </pc:sldChg>
      <pc:sldChg chg="modSp new mod">
        <pc:chgData name="Anusuya R" userId="85eefe040dbd19ca" providerId="LiveId" clId="{F6C0FBD5-51B7-4E53-9C14-EFF993B86CB3}" dt="2026-02-10T08:16:43.654" v="2161" actId="12"/>
        <pc:sldMkLst>
          <pc:docMk/>
          <pc:sldMk cId="2691414953" sldId="550"/>
        </pc:sldMkLst>
        <pc:spChg chg="mod">
          <ac:chgData name="Anusuya R" userId="85eefe040dbd19ca" providerId="LiveId" clId="{F6C0FBD5-51B7-4E53-9C14-EFF993B86CB3}" dt="2026-02-10T05:27:50.399" v="1536" actId="20577"/>
          <ac:spMkLst>
            <pc:docMk/>
            <pc:sldMk cId="2691414953" sldId="550"/>
            <ac:spMk id="2" creationId="{1DCB5C3D-A6FE-D042-0BD1-979CA8A9212C}"/>
          </ac:spMkLst>
        </pc:spChg>
        <pc:spChg chg="mod">
          <ac:chgData name="Anusuya R" userId="85eefe040dbd19ca" providerId="LiveId" clId="{F6C0FBD5-51B7-4E53-9C14-EFF993B86CB3}" dt="2026-02-10T08:16:43.654" v="2161" actId="12"/>
          <ac:spMkLst>
            <pc:docMk/>
            <pc:sldMk cId="2691414953" sldId="550"/>
            <ac:spMk id="3" creationId="{8FCD10B1-4A80-F87D-9F61-C6C49105DAD3}"/>
          </ac:spMkLst>
        </pc:spChg>
      </pc:sldChg>
      <pc:sldChg chg="modSp new mod">
        <pc:chgData name="Anusuya R" userId="85eefe040dbd19ca" providerId="LiveId" clId="{F6C0FBD5-51B7-4E53-9C14-EFF993B86CB3}" dt="2026-02-10T08:16:49.189" v="2162" actId="12"/>
        <pc:sldMkLst>
          <pc:docMk/>
          <pc:sldMk cId="1804411310" sldId="551"/>
        </pc:sldMkLst>
        <pc:spChg chg="mod">
          <ac:chgData name="Anusuya R" userId="85eefe040dbd19ca" providerId="LiveId" clId="{F6C0FBD5-51B7-4E53-9C14-EFF993B86CB3}" dt="2026-02-10T08:16:49.189" v="2162" actId="12"/>
          <ac:spMkLst>
            <pc:docMk/>
            <pc:sldMk cId="1804411310" sldId="551"/>
            <ac:spMk id="3" creationId="{48FA3D70-EF48-3E65-12B7-A462EC166F46}"/>
          </ac:spMkLst>
        </pc:spChg>
      </pc:sldChg>
      <pc:sldChg chg="modSp new mod">
        <pc:chgData name="Anusuya R" userId="85eefe040dbd19ca" providerId="LiveId" clId="{F6C0FBD5-51B7-4E53-9C14-EFF993B86CB3}" dt="2026-02-10T05:37:05.548" v="1669" actId="27636"/>
        <pc:sldMkLst>
          <pc:docMk/>
          <pc:sldMk cId="3360049379" sldId="552"/>
        </pc:sldMkLst>
        <pc:spChg chg="mod">
          <ac:chgData name="Anusuya R" userId="85eefe040dbd19ca" providerId="LiveId" clId="{F6C0FBD5-51B7-4E53-9C14-EFF993B86CB3}" dt="2026-02-10T05:35:27.129" v="1650" actId="20577"/>
          <ac:spMkLst>
            <pc:docMk/>
            <pc:sldMk cId="3360049379" sldId="552"/>
            <ac:spMk id="2" creationId="{902758EA-71C0-0111-C1E4-99959D6F845A}"/>
          </ac:spMkLst>
        </pc:spChg>
        <pc:spChg chg="mod">
          <ac:chgData name="Anusuya R" userId="85eefe040dbd19ca" providerId="LiveId" clId="{F6C0FBD5-51B7-4E53-9C14-EFF993B86CB3}" dt="2026-02-10T05:37:05.548" v="1669" actId="27636"/>
          <ac:spMkLst>
            <pc:docMk/>
            <pc:sldMk cId="3360049379" sldId="552"/>
            <ac:spMk id="3" creationId="{B8B5F3D5-78D4-44FA-7872-E9E9466901E3}"/>
          </ac:spMkLst>
        </pc:spChg>
      </pc:sldChg>
      <pc:sldChg chg="addSp modSp new mod">
        <pc:chgData name="Anusuya R" userId="85eefe040dbd19ca" providerId="LiveId" clId="{F6C0FBD5-51B7-4E53-9C14-EFF993B86CB3}" dt="2026-02-10T05:58:34.533" v="1725" actId="1076"/>
        <pc:sldMkLst>
          <pc:docMk/>
          <pc:sldMk cId="2059150837" sldId="553"/>
        </pc:sldMkLst>
        <pc:spChg chg="mod">
          <ac:chgData name="Anusuya R" userId="85eefe040dbd19ca" providerId="LiveId" clId="{F6C0FBD5-51B7-4E53-9C14-EFF993B86CB3}" dt="2026-02-10T05:58:28.724" v="1723" actId="20577"/>
          <ac:spMkLst>
            <pc:docMk/>
            <pc:sldMk cId="2059150837" sldId="553"/>
            <ac:spMk id="3" creationId="{65864DB5-5A5A-2B74-C2FB-7D0B98176A28}"/>
          </ac:spMkLst>
        </pc:spChg>
        <pc:picChg chg="add mod">
          <ac:chgData name="Anusuya R" userId="85eefe040dbd19ca" providerId="LiveId" clId="{F6C0FBD5-51B7-4E53-9C14-EFF993B86CB3}" dt="2026-02-10T05:58:34.533" v="1725" actId="1076"/>
          <ac:picMkLst>
            <pc:docMk/>
            <pc:sldMk cId="2059150837" sldId="553"/>
            <ac:picMk id="5" creationId="{2212F4F8-4C8C-CA81-32FD-C1358E083029}"/>
          </ac:picMkLst>
        </pc:picChg>
      </pc:sldChg>
      <pc:sldChg chg="add del">
        <pc:chgData name="Anusuya R" userId="85eefe040dbd19ca" providerId="LiveId" clId="{F6C0FBD5-51B7-4E53-9C14-EFF993B86CB3}" dt="2026-02-10T05:58:53.681" v="1726" actId="47"/>
        <pc:sldMkLst>
          <pc:docMk/>
          <pc:sldMk cId="93598238" sldId="554"/>
        </pc:sldMkLst>
      </pc:sldChg>
      <pc:sldChg chg="modSp new mod">
        <pc:chgData name="Anusuya R" userId="85eefe040dbd19ca" providerId="LiveId" clId="{F6C0FBD5-51B7-4E53-9C14-EFF993B86CB3}" dt="2026-02-10T06:19:35.195" v="1743" actId="20577"/>
        <pc:sldMkLst>
          <pc:docMk/>
          <pc:sldMk cId="3285484889" sldId="555"/>
        </pc:sldMkLst>
        <pc:spChg chg="mod">
          <ac:chgData name="Anusuya R" userId="85eefe040dbd19ca" providerId="LiveId" clId="{F6C0FBD5-51B7-4E53-9C14-EFF993B86CB3}" dt="2026-02-10T06:19:35.195" v="1743" actId="20577"/>
          <ac:spMkLst>
            <pc:docMk/>
            <pc:sldMk cId="3285484889" sldId="555"/>
            <ac:spMk id="3" creationId="{43EBA102-947D-1CAC-F288-12CB350684F2}"/>
          </ac:spMkLst>
        </pc:spChg>
      </pc:sldChg>
      <pc:sldChg chg="modSp new">
        <pc:chgData name="Anusuya R" userId="85eefe040dbd19ca" providerId="LiveId" clId="{F6C0FBD5-51B7-4E53-9C14-EFF993B86CB3}" dt="2026-02-10T06:31:09.962" v="1746"/>
        <pc:sldMkLst>
          <pc:docMk/>
          <pc:sldMk cId="1335780989" sldId="556"/>
        </pc:sldMkLst>
        <pc:spChg chg="mod">
          <ac:chgData name="Anusuya R" userId="85eefe040dbd19ca" providerId="LiveId" clId="{F6C0FBD5-51B7-4E53-9C14-EFF993B86CB3}" dt="2026-02-10T06:31:05.375" v="1745"/>
          <ac:spMkLst>
            <pc:docMk/>
            <pc:sldMk cId="1335780989" sldId="556"/>
            <ac:spMk id="2" creationId="{4E7441DB-9AA2-C20A-4BDB-B576F5E684C4}"/>
          </ac:spMkLst>
        </pc:spChg>
        <pc:spChg chg="mod">
          <ac:chgData name="Anusuya R" userId="85eefe040dbd19ca" providerId="LiveId" clId="{F6C0FBD5-51B7-4E53-9C14-EFF993B86CB3}" dt="2026-02-10T06:31:09.962" v="1746"/>
          <ac:spMkLst>
            <pc:docMk/>
            <pc:sldMk cId="1335780989" sldId="556"/>
            <ac:spMk id="3" creationId="{F68A4A9D-FBE8-EEDF-539A-742931A37B77}"/>
          </ac:spMkLst>
        </pc:spChg>
      </pc:sldChg>
      <pc:sldChg chg="modSp new del">
        <pc:chgData name="Anusuya R" userId="85eefe040dbd19ca" providerId="LiveId" clId="{F6C0FBD5-51B7-4E53-9C14-EFF993B86CB3}" dt="2026-02-10T06:31:37.359" v="1751" actId="47"/>
        <pc:sldMkLst>
          <pc:docMk/>
          <pc:sldMk cId="8720214" sldId="557"/>
        </pc:sldMkLst>
        <pc:spChg chg="mod">
          <ac:chgData name="Anusuya R" userId="85eefe040dbd19ca" providerId="LiveId" clId="{F6C0FBD5-51B7-4E53-9C14-EFF993B86CB3}" dt="2026-02-10T06:31:24.064" v="1749"/>
          <ac:spMkLst>
            <pc:docMk/>
            <pc:sldMk cId="8720214" sldId="557"/>
            <ac:spMk id="2" creationId="{DD23BAB3-E385-9312-A270-4C15EA3EB5EC}"/>
          </ac:spMkLst>
        </pc:spChg>
        <pc:spChg chg="mod">
          <ac:chgData name="Anusuya R" userId="85eefe040dbd19ca" providerId="LiveId" clId="{F6C0FBD5-51B7-4E53-9C14-EFF993B86CB3}" dt="2026-02-10T06:31:21.685" v="1748"/>
          <ac:spMkLst>
            <pc:docMk/>
            <pc:sldMk cId="8720214" sldId="557"/>
            <ac:spMk id="3" creationId="{40E4C7C4-A453-91C4-C30B-DAE6C941C0CF}"/>
          </ac:spMkLst>
        </pc:spChg>
      </pc:sldChg>
      <pc:sldChg chg="add">
        <pc:chgData name="Anusuya R" userId="85eefe040dbd19ca" providerId="LiveId" clId="{F6C0FBD5-51B7-4E53-9C14-EFF993B86CB3}" dt="2026-02-10T06:31:34.536" v="1750"/>
        <pc:sldMkLst>
          <pc:docMk/>
          <pc:sldMk cId="2463783936" sldId="558"/>
        </pc:sldMkLst>
      </pc:sldChg>
      <pc:sldChg chg="add">
        <pc:chgData name="Anusuya R" userId="85eefe040dbd19ca" providerId="LiveId" clId="{F6C0FBD5-51B7-4E53-9C14-EFF993B86CB3}" dt="2026-02-10T06:31:56.472" v="1752"/>
        <pc:sldMkLst>
          <pc:docMk/>
          <pc:sldMk cId="3011373459" sldId="559"/>
        </pc:sldMkLst>
      </pc:sldChg>
      <pc:sldChg chg="modSp new mod">
        <pc:chgData name="Anusuya R" userId="85eefe040dbd19ca" providerId="LiveId" clId="{F6C0FBD5-51B7-4E53-9C14-EFF993B86CB3}" dt="2026-02-10T08:17:13.690" v="2163" actId="108"/>
        <pc:sldMkLst>
          <pc:docMk/>
          <pc:sldMk cId="244535354" sldId="560"/>
        </pc:sldMkLst>
        <pc:spChg chg="mod">
          <ac:chgData name="Anusuya R" userId="85eefe040dbd19ca" providerId="LiveId" clId="{F6C0FBD5-51B7-4E53-9C14-EFF993B86CB3}" dt="2026-02-10T06:34:38.919" v="1754"/>
          <ac:spMkLst>
            <pc:docMk/>
            <pc:sldMk cId="244535354" sldId="560"/>
            <ac:spMk id="2" creationId="{74771257-7B5E-A22A-DD73-897D0524A0D5}"/>
          </ac:spMkLst>
        </pc:spChg>
        <pc:spChg chg="mod">
          <ac:chgData name="Anusuya R" userId="85eefe040dbd19ca" providerId="LiveId" clId="{F6C0FBD5-51B7-4E53-9C14-EFF993B86CB3}" dt="2026-02-10T08:17:13.690" v="2163" actId="108"/>
          <ac:spMkLst>
            <pc:docMk/>
            <pc:sldMk cId="244535354" sldId="560"/>
            <ac:spMk id="3" creationId="{5E7BA930-8539-7367-17E8-331015D51010}"/>
          </ac:spMkLst>
        </pc:spChg>
      </pc:sldChg>
      <pc:sldChg chg="modSp new mod">
        <pc:chgData name="Anusuya R" userId="85eefe040dbd19ca" providerId="LiveId" clId="{F6C0FBD5-51B7-4E53-9C14-EFF993B86CB3}" dt="2026-02-10T08:17:36.559" v="2170" actId="120"/>
        <pc:sldMkLst>
          <pc:docMk/>
          <pc:sldMk cId="137400638" sldId="561"/>
        </pc:sldMkLst>
        <pc:spChg chg="mod">
          <ac:chgData name="Anusuya R" userId="85eefe040dbd19ca" providerId="LiveId" clId="{F6C0FBD5-51B7-4E53-9C14-EFF993B86CB3}" dt="2026-02-10T06:36:02.692" v="1764"/>
          <ac:spMkLst>
            <pc:docMk/>
            <pc:sldMk cId="137400638" sldId="561"/>
            <ac:spMk id="2" creationId="{F1224529-C979-367E-F279-CB32835E86F5}"/>
          </ac:spMkLst>
        </pc:spChg>
        <pc:spChg chg="mod">
          <ac:chgData name="Anusuya R" userId="85eefe040dbd19ca" providerId="LiveId" clId="{F6C0FBD5-51B7-4E53-9C14-EFF993B86CB3}" dt="2026-02-10T08:17:36.559" v="2170" actId="120"/>
          <ac:spMkLst>
            <pc:docMk/>
            <pc:sldMk cId="137400638" sldId="561"/>
            <ac:spMk id="3" creationId="{B905964C-4056-0191-11B1-3D26D7CEE2D6}"/>
          </ac:spMkLst>
        </pc:spChg>
      </pc:sldChg>
      <pc:sldChg chg="modSp new mod">
        <pc:chgData name="Anusuya R" userId="85eefe040dbd19ca" providerId="LiveId" clId="{F6C0FBD5-51B7-4E53-9C14-EFF993B86CB3}" dt="2026-02-10T08:17:54.513" v="2175" actId="2711"/>
        <pc:sldMkLst>
          <pc:docMk/>
          <pc:sldMk cId="228590519" sldId="562"/>
        </pc:sldMkLst>
        <pc:spChg chg="mod">
          <ac:chgData name="Anusuya R" userId="85eefe040dbd19ca" providerId="LiveId" clId="{F6C0FBD5-51B7-4E53-9C14-EFF993B86CB3}" dt="2026-02-10T08:17:54.513" v="2175" actId="2711"/>
          <ac:spMkLst>
            <pc:docMk/>
            <pc:sldMk cId="228590519" sldId="562"/>
            <ac:spMk id="3" creationId="{D7C75A05-9565-C066-AF71-E8EAF6092733}"/>
          </ac:spMkLst>
        </pc:spChg>
      </pc:sldChg>
      <pc:sldChg chg="modSp new mod">
        <pc:chgData name="Anusuya R" userId="85eefe040dbd19ca" providerId="LiveId" clId="{F6C0FBD5-51B7-4E53-9C14-EFF993B86CB3}" dt="2026-02-10T08:18:01.582" v="2178" actId="27636"/>
        <pc:sldMkLst>
          <pc:docMk/>
          <pc:sldMk cId="2609452550" sldId="563"/>
        </pc:sldMkLst>
        <pc:spChg chg="mod">
          <ac:chgData name="Anusuya R" userId="85eefe040dbd19ca" providerId="LiveId" clId="{F6C0FBD5-51B7-4E53-9C14-EFF993B86CB3}" dt="2026-02-10T08:18:01.582" v="2178" actId="27636"/>
          <ac:spMkLst>
            <pc:docMk/>
            <pc:sldMk cId="2609452550" sldId="563"/>
            <ac:spMk id="3" creationId="{4E998B0C-7B2E-8812-6142-F9980CA8BBAA}"/>
          </ac:spMkLst>
        </pc:spChg>
      </pc:sldChg>
      <pc:sldChg chg="modSp new mod">
        <pc:chgData name="Anusuya R" userId="85eefe040dbd19ca" providerId="LiveId" clId="{F6C0FBD5-51B7-4E53-9C14-EFF993B86CB3}" dt="2026-02-10T08:18:38.481" v="2187" actId="2711"/>
        <pc:sldMkLst>
          <pc:docMk/>
          <pc:sldMk cId="1576527082" sldId="564"/>
        </pc:sldMkLst>
        <pc:spChg chg="mod">
          <ac:chgData name="Anusuya R" userId="85eefe040dbd19ca" providerId="LiveId" clId="{F6C0FBD5-51B7-4E53-9C14-EFF993B86CB3}" dt="2026-02-10T06:45:32.094" v="1873" actId="20577"/>
          <ac:spMkLst>
            <pc:docMk/>
            <pc:sldMk cId="1576527082" sldId="564"/>
            <ac:spMk id="2" creationId="{DD20B37E-8C77-21F9-CD57-3CCB2529D15F}"/>
          </ac:spMkLst>
        </pc:spChg>
        <pc:spChg chg="mod">
          <ac:chgData name="Anusuya R" userId="85eefe040dbd19ca" providerId="LiveId" clId="{F6C0FBD5-51B7-4E53-9C14-EFF993B86CB3}" dt="2026-02-10T08:18:38.481" v="2187" actId="2711"/>
          <ac:spMkLst>
            <pc:docMk/>
            <pc:sldMk cId="1576527082" sldId="564"/>
            <ac:spMk id="3" creationId="{5DD97771-EF03-4513-3006-C16D6BE00D05}"/>
          </ac:spMkLst>
        </pc:spChg>
      </pc:sldChg>
      <pc:sldChg chg="modSp new mod">
        <pc:chgData name="Anusuya R" userId="85eefe040dbd19ca" providerId="LiveId" clId="{F6C0FBD5-51B7-4E53-9C14-EFF993B86CB3}" dt="2026-02-10T08:18:28.586" v="2184" actId="207"/>
        <pc:sldMkLst>
          <pc:docMk/>
          <pc:sldMk cId="231841949" sldId="565"/>
        </pc:sldMkLst>
        <pc:spChg chg="mod">
          <ac:chgData name="Anusuya R" userId="85eefe040dbd19ca" providerId="LiveId" clId="{F6C0FBD5-51B7-4E53-9C14-EFF993B86CB3}" dt="2026-02-10T08:18:28.586" v="2184" actId="207"/>
          <ac:spMkLst>
            <pc:docMk/>
            <pc:sldMk cId="231841949" sldId="565"/>
            <ac:spMk id="3" creationId="{A76C4816-99E1-E29E-C129-1FE587C4CCF3}"/>
          </ac:spMkLst>
        </pc:spChg>
      </pc:sldChg>
      <pc:sldChg chg="modSp new mod">
        <pc:chgData name="Anusuya R" userId="85eefe040dbd19ca" providerId="LiveId" clId="{F6C0FBD5-51B7-4E53-9C14-EFF993B86CB3}" dt="2026-02-10T06:51:47.510" v="1978" actId="20577"/>
        <pc:sldMkLst>
          <pc:docMk/>
          <pc:sldMk cId="1976653438" sldId="566"/>
        </pc:sldMkLst>
        <pc:spChg chg="mod">
          <ac:chgData name="Anusuya R" userId="85eefe040dbd19ca" providerId="LiveId" clId="{F6C0FBD5-51B7-4E53-9C14-EFF993B86CB3}" dt="2026-02-10T06:51:47.510" v="1978" actId="20577"/>
          <ac:spMkLst>
            <pc:docMk/>
            <pc:sldMk cId="1976653438" sldId="566"/>
            <ac:spMk id="3" creationId="{DF75FC32-5460-4BD8-DEB0-D32C67C6CDFF}"/>
          </ac:spMkLst>
        </pc:spChg>
      </pc:sldChg>
      <pc:sldChg chg="modSp new mod">
        <pc:chgData name="Anusuya R" userId="85eefe040dbd19ca" providerId="LiveId" clId="{F6C0FBD5-51B7-4E53-9C14-EFF993B86CB3}" dt="2026-02-10T06:57:03.370" v="1989"/>
        <pc:sldMkLst>
          <pc:docMk/>
          <pc:sldMk cId="1686696602" sldId="567"/>
        </pc:sldMkLst>
        <pc:spChg chg="mod">
          <ac:chgData name="Anusuya R" userId="85eefe040dbd19ca" providerId="LiveId" clId="{F6C0FBD5-51B7-4E53-9C14-EFF993B86CB3}" dt="2026-02-10T06:57:03.370" v="1989"/>
          <ac:spMkLst>
            <pc:docMk/>
            <pc:sldMk cId="1686696602" sldId="567"/>
            <ac:spMk id="3" creationId="{0FE923F4-B75F-1BCC-8440-77C5E1772BCE}"/>
          </ac:spMkLst>
        </pc:spChg>
      </pc:sldChg>
      <pc:sldChg chg="modSp new mod">
        <pc:chgData name="Anusuya R" userId="85eefe040dbd19ca" providerId="LiveId" clId="{F6C0FBD5-51B7-4E53-9C14-EFF993B86CB3}" dt="2026-02-10T08:18:53.188" v="2191" actId="2711"/>
        <pc:sldMkLst>
          <pc:docMk/>
          <pc:sldMk cId="2755268922" sldId="568"/>
        </pc:sldMkLst>
        <pc:spChg chg="mod">
          <ac:chgData name="Anusuya R" userId="85eefe040dbd19ca" providerId="LiveId" clId="{F6C0FBD5-51B7-4E53-9C14-EFF993B86CB3}" dt="2026-02-10T07:01:20.843" v="1991"/>
          <ac:spMkLst>
            <pc:docMk/>
            <pc:sldMk cId="2755268922" sldId="568"/>
            <ac:spMk id="2" creationId="{3054921A-07AB-2611-8E04-DB1005C3503C}"/>
          </ac:spMkLst>
        </pc:spChg>
        <pc:spChg chg="mod">
          <ac:chgData name="Anusuya R" userId="85eefe040dbd19ca" providerId="LiveId" clId="{F6C0FBD5-51B7-4E53-9C14-EFF993B86CB3}" dt="2026-02-10T08:18:53.188" v="2191" actId="2711"/>
          <ac:spMkLst>
            <pc:docMk/>
            <pc:sldMk cId="2755268922" sldId="568"/>
            <ac:spMk id="3" creationId="{BA04E56E-993E-37A8-D0F8-1C6ED6548037}"/>
          </ac:spMkLst>
        </pc:spChg>
      </pc:sldChg>
      <pc:sldChg chg="modSp new mod">
        <pc:chgData name="Anusuya R" userId="85eefe040dbd19ca" providerId="LiveId" clId="{F6C0FBD5-51B7-4E53-9C14-EFF993B86CB3}" dt="2026-02-10T08:19:08.579" v="2195" actId="2711"/>
        <pc:sldMkLst>
          <pc:docMk/>
          <pc:sldMk cId="2068824386" sldId="569"/>
        </pc:sldMkLst>
        <pc:spChg chg="mod">
          <ac:chgData name="Anusuya R" userId="85eefe040dbd19ca" providerId="LiveId" clId="{F6C0FBD5-51B7-4E53-9C14-EFF993B86CB3}" dt="2026-02-10T08:19:08.579" v="2195" actId="2711"/>
          <ac:spMkLst>
            <pc:docMk/>
            <pc:sldMk cId="2068824386" sldId="569"/>
            <ac:spMk id="3" creationId="{E6D4B060-C2CD-5653-981F-B4E6EA159898}"/>
          </ac:spMkLst>
        </pc:spChg>
      </pc:sldChg>
      <pc:sldChg chg="modSp new mod">
        <pc:chgData name="Anusuya R" userId="85eefe040dbd19ca" providerId="LiveId" clId="{F6C0FBD5-51B7-4E53-9C14-EFF993B86CB3}" dt="2026-02-10T08:19:30.677" v="2199" actId="108"/>
        <pc:sldMkLst>
          <pc:docMk/>
          <pc:sldMk cId="3847562047" sldId="570"/>
        </pc:sldMkLst>
        <pc:spChg chg="mod">
          <ac:chgData name="Anusuya R" userId="85eefe040dbd19ca" providerId="LiveId" clId="{F6C0FBD5-51B7-4E53-9C14-EFF993B86CB3}" dt="2026-02-10T08:19:30.677" v="2199" actId="108"/>
          <ac:spMkLst>
            <pc:docMk/>
            <pc:sldMk cId="3847562047" sldId="570"/>
            <ac:spMk id="3" creationId="{2072DC0B-DF5D-C9D3-2E0F-02B2A6D5DA60}"/>
          </ac:spMkLst>
        </pc:spChg>
      </pc:sldChg>
      <pc:sldChg chg="addSp delSp modSp new mod">
        <pc:chgData name="Anusuya R" userId="85eefe040dbd19ca" providerId="LiveId" clId="{F6C0FBD5-51B7-4E53-9C14-EFF993B86CB3}" dt="2026-02-10T08:19:52.610" v="2232" actId="20577"/>
        <pc:sldMkLst>
          <pc:docMk/>
          <pc:sldMk cId="3253169502" sldId="571"/>
        </pc:sldMkLst>
        <pc:spChg chg="mod">
          <ac:chgData name="Anusuya R" userId="85eefe040dbd19ca" providerId="LiveId" clId="{F6C0FBD5-51B7-4E53-9C14-EFF993B86CB3}" dt="2026-02-10T08:19:52.610" v="2232" actId="20577"/>
          <ac:spMkLst>
            <pc:docMk/>
            <pc:sldMk cId="3253169502" sldId="571"/>
            <ac:spMk id="2" creationId="{8D29C266-AEFC-9FE3-3757-DCB027A00783}"/>
          </ac:spMkLst>
        </pc:spChg>
        <pc:spChg chg="add del mod">
          <ac:chgData name="Anusuya R" userId="85eefe040dbd19ca" providerId="LiveId" clId="{F6C0FBD5-51B7-4E53-9C14-EFF993B86CB3}" dt="2026-02-10T08:19:40.759" v="2201" actId="27636"/>
          <ac:spMkLst>
            <pc:docMk/>
            <pc:sldMk cId="3253169502" sldId="571"/>
            <ac:spMk id="3" creationId="{86DBF0F4-A8B8-7A3B-C711-AE0F042972B2}"/>
          </ac:spMkLst>
        </pc:spChg>
        <pc:spChg chg="add mod">
          <ac:chgData name="Anusuya R" userId="85eefe040dbd19ca" providerId="LiveId" clId="{F6C0FBD5-51B7-4E53-9C14-EFF993B86CB3}" dt="2026-02-10T07:11:09.075" v="2056"/>
          <ac:spMkLst>
            <pc:docMk/>
            <pc:sldMk cId="3253169502" sldId="571"/>
            <ac:spMk id="4" creationId="{0ED5270A-F835-17BF-7978-83FF61A88831}"/>
          </ac:spMkLst>
        </pc:spChg>
      </pc:sldChg>
      <pc:sldChg chg="addSp modSp new mod">
        <pc:chgData name="Anusuya R" userId="85eefe040dbd19ca" providerId="LiveId" clId="{F6C0FBD5-51B7-4E53-9C14-EFF993B86CB3}" dt="2026-02-10T08:19:58.594" v="2233" actId="2711"/>
        <pc:sldMkLst>
          <pc:docMk/>
          <pc:sldMk cId="3847869413" sldId="572"/>
        </pc:sldMkLst>
        <pc:spChg chg="mod">
          <ac:chgData name="Anusuya R" userId="85eefe040dbd19ca" providerId="LiveId" clId="{F6C0FBD5-51B7-4E53-9C14-EFF993B86CB3}" dt="2026-02-10T08:19:58.594" v="2233" actId="2711"/>
          <ac:spMkLst>
            <pc:docMk/>
            <pc:sldMk cId="3847869413" sldId="572"/>
            <ac:spMk id="3" creationId="{4224CB15-AAC6-CA4E-59D6-F15EDC388480}"/>
          </ac:spMkLst>
        </pc:spChg>
        <pc:spChg chg="add">
          <ac:chgData name="Anusuya R" userId="85eefe040dbd19ca" providerId="LiveId" clId="{F6C0FBD5-51B7-4E53-9C14-EFF993B86CB3}" dt="2026-02-10T07:11:58.521" v="2074"/>
          <ac:spMkLst>
            <pc:docMk/>
            <pc:sldMk cId="3847869413" sldId="572"/>
            <ac:spMk id="4" creationId="{4DB14963-6B9B-B726-2C80-85248CC2AE9F}"/>
          </ac:spMkLst>
        </pc:spChg>
      </pc:sldChg>
      <pc:sldChg chg="add">
        <pc:chgData name="Anusuya R" userId="85eefe040dbd19ca" providerId="LiveId" clId="{F6C0FBD5-51B7-4E53-9C14-EFF993B86CB3}" dt="2026-02-10T07:12:41.807" v="2082"/>
        <pc:sldMkLst>
          <pc:docMk/>
          <pc:sldMk cId="1332416539" sldId="573"/>
        </pc:sldMkLst>
      </pc:sldChg>
      <pc:sldChg chg="modSp new mod">
        <pc:chgData name="Anusuya R" userId="85eefe040dbd19ca" providerId="LiveId" clId="{F6C0FBD5-51B7-4E53-9C14-EFF993B86CB3}" dt="2026-02-10T08:21:30.242" v="2243" actId="2711"/>
        <pc:sldMkLst>
          <pc:docMk/>
          <pc:sldMk cId="2285077175" sldId="574"/>
        </pc:sldMkLst>
        <pc:spChg chg="mod">
          <ac:chgData name="Anusuya R" userId="85eefe040dbd19ca" providerId="LiveId" clId="{F6C0FBD5-51B7-4E53-9C14-EFF993B86CB3}" dt="2026-02-10T08:21:14.116" v="2241" actId="2711"/>
          <ac:spMkLst>
            <pc:docMk/>
            <pc:sldMk cId="2285077175" sldId="574"/>
            <ac:spMk id="3" creationId="{E3A69AA8-CD94-18AC-09F1-990C18405BB6}"/>
          </ac:spMkLst>
        </pc:spChg>
        <pc:spChg chg="mod">
          <ac:chgData name="Anusuya R" userId="85eefe040dbd19ca" providerId="LiveId" clId="{F6C0FBD5-51B7-4E53-9C14-EFF993B86CB3}" dt="2026-02-10T08:21:30.242" v="2243" actId="2711"/>
          <ac:spMkLst>
            <pc:docMk/>
            <pc:sldMk cId="2285077175" sldId="574"/>
            <ac:spMk id="4" creationId="{3AC5774B-A9AE-5AD8-FC48-FFB30E4BD04D}"/>
          </ac:spMkLst>
        </pc:spChg>
      </pc:sldChg>
      <pc:sldChg chg="new">
        <pc:chgData name="Anusuya R" userId="85eefe040dbd19ca" providerId="LiveId" clId="{F6C0FBD5-51B7-4E53-9C14-EFF993B86CB3}" dt="2026-02-10T08:21:34.921" v="2244" actId="680"/>
        <pc:sldMkLst>
          <pc:docMk/>
          <pc:sldMk cId="2333255114" sldId="575"/>
        </pc:sldMkLst>
      </pc:sldChg>
      <pc:sldChg chg="modSp new mod">
        <pc:chgData name="Anusuya R" userId="85eefe040dbd19ca" providerId="LiveId" clId="{F6C0FBD5-51B7-4E53-9C14-EFF993B86CB3}" dt="2026-02-10T08:24:28.323" v="2250" actId="27636"/>
        <pc:sldMkLst>
          <pc:docMk/>
          <pc:sldMk cId="396228235" sldId="576"/>
        </pc:sldMkLst>
        <pc:spChg chg="mod">
          <ac:chgData name="Anusuya R" userId="85eefe040dbd19ca" providerId="LiveId" clId="{F6C0FBD5-51B7-4E53-9C14-EFF993B86CB3}" dt="2026-02-10T08:24:28.323" v="2250" actId="27636"/>
          <ac:spMkLst>
            <pc:docMk/>
            <pc:sldMk cId="396228235" sldId="576"/>
            <ac:spMk id="3" creationId="{5E9CB7B6-972C-9FB1-301A-66066B32397F}"/>
          </ac:spMkLst>
        </pc:spChg>
      </pc:sldChg>
      <pc:sldChg chg="modSp new">
        <pc:chgData name="Anusuya R" userId="85eefe040dbd19ca" providerId="LiveId" clId="{F6C0FBD5-51B7-4E53-9C14-EFF993B86CB3}" dt="2026-02-10T08:25:18.459" v="2252"/>
        <pc:sldMkLst>
          <pc:docMk/>
          <pc:sldMk cId="2259440203" sldId="577"/>
        </pc:sldMkLst>
        <pc:spChg chg="mod">
          <ac:chgData name="Anusuya R" userId="85eefe040dbd19ca" providerId="LiveId" clId="{F6C0FBD5-51B7-4E53-9C14-EFF993B86CB3}" dt="2026-02-10T08:25:18.459" v="2252"/>
          <ac:spMkLst>
            <pc:docMk/>
            <pc:sldMk cId="2259440203" sldId="577"/>
            <ac:spMk id="3" creationId="{9ED5BCFF-27BB-BF5F-C048-68EFC2DD81CE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36A52CC-A51D-18F6-4761-D1403261754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B9A6FA-55B5-FC4F-078A-59A4E003679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B11897-C6A2-430C-8230-DAB646028AB0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AC629F-472B-FADB-3673-6547145EF3E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918645-4094-38E3-8AFB-F5F4A74A2A0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C8865C-B814-4D8D-832D-3F9747268D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137883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486986-432D-96AA-E4CA-86401A538C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6CFF31-AE32-6D49-4D64-3A409EF7E1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9D1C8B-168F-B8B4-050F-0402BF5E45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16A8B-88AE-46F9-987C-7E5556C84DD1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53D8BC-F1B2-B877-41A3-907ECF96BF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D5A8D0-AFAE-30D7-A040-8085E9A8B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567F7-D335-431A-B7B4-FC307B05FD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23618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DBF30C-248F-987B-C66F-0D807DC5C3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7FD9A4-4B84-62C5-3152-8B3899C52A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92F89-CD93-3700-CE95-74478DECD2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16A8B-88AE-46F9-987C-7E5556C84DD1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E6BF7B-F1D5-03AD-8837-4F2535B685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18A392-B762-4990-78B7-3BB348772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567F7-D335-431A-B7B4-FC307B05FD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14734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C57203-20E9-321D-5344-781EFB7107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08B72E-B1D5-6D66-259B-59E692B5F3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CF816A-EBE2-A614-EE48-2FB2EE276D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16A8B-88AE-46F9-987C-7E5556C84DD1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C71532-513B-2C2F-587C-55A4234255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AEDB5B-E1D5-4D6E-B395-3865ED168B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567F7-D335-431A-B7B4-FC307B05FD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63457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937E92-713F-7B9C-1D0E-54B423279A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401E8E-72CC-ADA8-99EF-9D7D63F32E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74F50-28EA-8773-FD64-B6FC8C3E7C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CE8049-0998-6C74-6D7A-7E78F00C03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16A8B-88AE-46F9-987C-7E5556C84DD1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533B7A-2CFC-8F8A-1A87-9745D55850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F88145-43F4-F8C8-7E92-F252A0AA64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567F7-D335-431A-B7B4-FC307B05FD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8340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DC2FC0-D5B7-F683-30C2-C7CF788FCE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894935-8BAD-173D-02AE-DC00AA5328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596619-70C2-6E49-5ECB-C1C94E253F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F9B8CE-F72D-9DAF-83DD-3B34E1EAD9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811FD1-1655-D9C0-31BF-43C0C32C433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2D7B5C9-52CB-3B9C-3D1B-B12C883701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16A8B-88AE-46F9-987C-7E5556C84DD1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9B110CF-7D83-8A5F-9C06-F20044DF3A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FF42D82-2EA8-32C2-85B2-F32E25969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567F7-D335-431A-B7B4-FC307B05FD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80540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F08704-98F5-6ECA-3F58-20E990A342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DA58E2-0165-6EC1-9BCA-FC60D92484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16A8B-88AE-46F9-987C-7E5556C84DD1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1455E2-F0DA-82DB-31BA-D7516198A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BEABBC-E65E-4EE1-A88E-2B245CE1E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567F7-D335-431A-B7B4-FC307B05FD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28204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163D460-892C-BCF4-6EDF-706F6A46D3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16A8B-88AE-46F9-987C-7E5556C84DD1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5016575-4CC4-1272-009C-E5EC16496B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F9C5F6-F4A3-40AF-CC0C-D0C3AE19D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567F7-D335-431A-B7B4-FC307B05FD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31016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D5AFEA-D8F3-DE04-304E-9F4F49132B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15454E-4DFA-08A8-7711-CA4ACBB23E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552B3D-4C48-8F61-DDF9-CA2D9CBD2E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6BAA89-21E1-0D70-AF31-1D52238E8A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16A8B-88AE-46F9-987C-7E5556C84DD1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92491E-254A-6B42-32B8-29E46F3A83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066337-7730-5F30-2668-19AB5B446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567F7-D335-431A-B7B4-FC307B05FD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06951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6C6B83-7983-12BD-F9E1-1EE3D39F51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5EA9531-4E4D-9655-19F2-6AC15E1BFB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750130-811C-11CC-CE1C-D099219146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8EF855-B90B-AF83-D626-61999601E8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16A8B-88AE-46F9-987C-7E5556C84DD1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5085F9-80EC-3F8F-AA4F-D5A68E1FE6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B7C65E-0A43-A3AB-20A8-8E5348E83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567F7-D335-431A-B7B4-FC307B05FD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367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9C9FFA-5410-DD04-EA23-35CF9F647C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68AC73-3B62-4A2F-9517-AF2712DE23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34EE9C-7AB0-556B-CEE7-1BC5C083EA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16A8B-88AE-46F9-987C-7E5556C84DD1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B40047-4B45-7A10-C33F-7AC31C3DED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BFE9EF-813C-E368-5343-633CF76CB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567F7-D335-431A-B7B4-FC307B05FD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98879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DC1854-71C2-7DC1-23A9-ADE65E306A2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4286C3-36DC-57F9-3A06-60E7F87825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D13AD7-D69D-0FE6-FBC4-410D243D00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16A8B-88AE-46F9-987C-7E5556C84DD1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D54B40-EEED-D085-00FA-F2084BF2C3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3B3A21-22DE-9344-4D96-AD274F8C26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567F7-D335-431A-B7B4-FC307B05FD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28436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002B196-B612-EA2F-C834-324A841A34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71DB69-4184-0146-9797-E0AB316431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A6EB3D-754E-2E9D-FFB0-DEBE3A71CF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616A8B-88AE-46F9-987C-7E5556C84DD1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CBC930-3728-BF91-B8D8-54C0A0A13C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EEE506-481A-BDBD-9FF3-38CD7CE7F3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7567F7-D335-431A-B7B4-FC307B05FD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61031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hyperlink" Target="https://cstaleem.com/ambiguity-in-context-free-grammar" TargetMode="Externa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F8CF25-C538-98D3-6E2A-D92B821B39F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Context Free Grammar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09A2AB-21E0-E1B4-5E85-6C907734464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93625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C88265-94A2-DEA5-B1FB-F17404E34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1807E4-4337-FE39-444B-03BB8B2872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grammar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formal mechanism used to describe how </a:t>
            </a:r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strings of a language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generated using a set of rules called </a:t>
            </a:r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productions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consists of </a:t>
            </a:r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terminals, non-terminals, a start symbol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production rules.</a:t>
            </a:r>
          </a:p>
          <a:p>
            <a:pPr algn="just"/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regular grammar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the </a:t>
            </a:r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simplest type of grammar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where:</a:t>
            </a: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production has a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single non-terminal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 the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left-hand side</a:t>
            </a: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right-hand side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highly restricted (a terminal followed by at most one non-terminal)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Regular grammars generate </a:t>
            </a:r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regular languages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which can be recognized by </a:t>
            </a:r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finite automata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0575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92A9B8-9B51-4FFC-9455-B625420AA6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50707B-77DC-6EEB-0F1A-A5B457E21A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a </a:t>
            </a:r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regular grammar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productions are restricted in two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ways:the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left-hand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side must be a </a:t>
            </a:r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single variable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the </a:t>
            </a:r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right-hand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side has a </a:t>
            </a:r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special restricted form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restrictions limit the power of regular grammars in describing complex languages.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generate </a:t>
            </a:r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more powerful grammars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some restrictions must be relaxed.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</a:t>
            </a:r>
            <a:r>
              <a:rPr lang="en-US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retaining the restriction on the left-hand side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(single non-terminal)and </a:t>
            </a:r>
            <a:r>
              <a:rPr lang="en-US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allowing any form on the right-hand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side, we obtain </a:t>
            </a:r>
            <a:r>
              <a:rPr lang="en-US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Context-Free Grammars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01919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E53932-A1D3-30D5-8914-204906154B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Formal Definition of Context-Free Grammar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FA5F23-55D0-A7CD-8426-51866DB6E9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grammar </a:t>
            </a:r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 = (V, T, S, P)</a:t>
            </a:r>
            <a:r>
              <a:rPr 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said to be </a:t>
            </a:r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context-free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if </a:t>
            </a:r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 productions in P</a:t>
            </a:r>
            <a:r>
              <a:rPr 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of the form:</a:t>
            </a:r>
          </a:p>
          <a:p>
            <a:pPr marL="457200" lvl="1" indent="0">
              <a:buNone/>
            </a:pPr>
            <a:r>
              <a:rPr lang="en-US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→ x</a:t>
            </a:r>
            <a:endParaRPr lang="en-US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where:</a:t>
            </a:r>
          </a:p>
          <a:p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∈ V</a:t>
            </a:r>
            <a:r>
              <a:rPr 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 is a single non-terminal)</a:t>
            </a:r>
          </a:p>
          <a:p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 ∈ (V ∪ T)*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(x can be any string of terminals and/or non-terminals, including ε)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language </a:t>
            </a:r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called </a:t>
            </a:r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context-free</a:t>
            </a:r>
            <a:r>
              <a:rPr 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and only if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there exists a context-free grammar </a:t>
            </a:r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such that:</a:t>
            </a:r>
          </a:p>
          <a:p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 = L(G)</a:t>
            </a:r>
            <a:endParaRPr lang="en-US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562466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6B13CC-2540-DEED-576D-23625FD5B1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047A4B-A6ED-9645-18E0-F9F7E7D1E4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Every regular grammar is context-free, but not every context-free grammar is regular.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Examples of Regular Grammar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Grammar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US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 → </a:t>
            </a:r>
            <a:r>
              <a:rPr lang="en-US" b="1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lang="en-US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| b</a:t>
            </a:r>
            <a:endParaRPr lang="en-US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is a </a:t>
            </a:r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regular grammar</a:t>
            </a:r>
            <a:r>
              <a:rPr 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because: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Left-hand side is a </a:t>
            </a:r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single non-terminal</a:t>
            </a:r>
            <a:endParaRPr lang="en-US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Right-hand side is of the form </a:t>
            </a:r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terminal</a:t>
            </a:r>
            <a:r>
              <a:rPr 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 </a:t>
            </a:r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terminal + non-terminal</a:t>
            </a:r>
            <a:endParaRPr lang="en-US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Language generated: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 = { aⁿb | n ≥ 0 }</a:t>
            </a:r>
            <a:endParaRPr lang="en-US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453105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7A198-7F00-57B5-2AF1-7ADDDE21CE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of a Context-Free Grammar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DFF5EA-082E-4341-B35F-6BAC2D50B0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Consider the grammar</a:t>
            </a:r>
            <a:br>
              <a:rPr lang="en-US" dirty="0"/>
            </a:br>
            <a:r>
              <a:rPr lang="en-US" b="1" dirty="0">
                <a:solidFill>
                  <a:schemeClr val="accent1"/>
                </a:solidFill>
              </a:rPr>
              <a:t>G = ({S}, {a, b}, S, P)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/>
              <a:t>with productions:</a:t>
            </a:r>
          </a:p>
          <a:p>
            <a:r>
              <a:rPr lang="en-US" b="1" dirty="0">
                <a:solidFill>
                  <a:srgbClr val="C00000"/>
                </a:solidFill>
              </a:rPr>
              <a:t>S → </a:t>
            </a:r>
            <a:r>
              <a:rPr lang="en-US" b="1" dirty="0" err="1">
                <a:solidFill>
                  <a:srgbClr val="C00000"/>
                </a:solidFill>
              </a:rPr>
              <a:t>aSa</a:t>
            </a:r>
            <a:endParaRPr lang="en-US" dirty="0">
              <a:solidFill>
                <a:srgbClr val="C00000"/>
              </a:solidFill>
            </a:endParaRPr>
          </a:p>
          <a:p>
            <a:r>
              <a:rPr lang="en-US" b="1" dirty="0">
                <a:solidFill>
                  <a:srgbClr val="C00000"/>
                </a:solidFill>
              </a:rPr>
              <a:t>S → </a:t>
            </a:r>
            <a:r>
              <a:rPr lang="en-US" b="1" dirty="0" err="1">
                <a:solidFill>
                  <a:srgbClr val="C00000"/>
                </a:solidFill>
              </a:rPr>
              <a:t>bSb</a:t>
            </a:r>
            <a:endParaRPr lang="en-US" dirty="0">
              <a:solidFill>
                <a:srgbClr val="C00000"/>
              </a:solidFill>
            </a:endParaRPr>
          </a:p>
          <a:p>
            <a:r>
              <a:rPr lang="en-US" b="1" dirty="0">
                <a:solidFill>
                  <a:srgbClr val="C00000"/>
                </a:solidFill>
              </a:rPr>
              <a:t>S → ε</a:t>
            </a:r>
          </a:p>
          <a:p>
            <a:r>
              <a:rPr lang="en-IN" b="1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Typical Derivation</a:t>
            </a:r>
          </a:p>
          <a:p>
            <a:r>
              <a:rPr lang="en-IN" b="1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 ⇒ </a:t>
            </a:r>
            <a:r>
              <a:rPr lang="en-IN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aSa</a:t>
            </a:r>
            <a:r>
              <a:rPr lang="en-IN" b="1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⇒ </a:t>
            </a:r>
            <a:r>
              <a:rPr lang="en-IN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aaSaa</a:t>
            </a:r>
            <a:r>
              <a:rPr lang="en-IN" b="1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⇒ </a:t>
            </a:r>
            <a:r>
              <a:rPr lang="en-IN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aabSbaa</a:t>
            </a:r>
            <a:r>
              <a:rPr lang="en-IN" b="1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⇒ </a:t>
            </a:r>
            <a:r>
              <a:rPr lang="en-IN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aabbaa</a:t>
            </a:r>
            <a:endParaRPr lang="en-US" dirty="0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r>
              <a:rPr lang="en-US" dirty="0"/>
              <a:t>This grammar is </a:t>
            </a:r>
            <a:r>
              <a:rPr lang="en-US" b="1" dirty="0">
                <a:solidFill>
                  <a:srgbClr val="C00000"/>
                </a:solidFill>
              </a:rPr>
              <a:t>context-free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because:</a:t>
            </a:r>
          </a:p>
          <a:p>
            <a:r>
              <a:rPr lang="en-US" dirty="0"/>
              <a:t>The left-hand side of every production is a </a:t>
            </a:r>
            <a:r>
              <a:rPr lang="en-US" b="1" dirty="0">
                <a:solidFill>
                  <a:srgbClr val="C00000"/>
                </a:solidFill>
              </a:rPr>
              <a:t>single non-terminal</a:t>
            </a:r>
            <a:endParaRPr lang="en-US" dirty="0">
              <a:solidFill>
                <a:srgbClr val="C00000"/>
              </a:solidFill>
            </a:endParaRPr>
          </a:p>
          <a:p>
            <a:r>
              <a:rPr lang="en-US" dirty="0"/>
              <a:t>The right-hand side can be any string of terminals and/or non-terminals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738330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BAD9D3-C7D8-342B-D5E7-ED0FA8052C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76432F7-2788-89D8-2B1A-61447606BC3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IN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Language Generated</a:t>
                </a:r>
              </a:p>
              <a:p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𝑤</m:t>
                        </m:r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sup>
                        </m:sSup>
                        <m:r>
                          <a:rPr lang="ar-AE"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∈</m:t>
                        </m:r>
                        <m:d>
                          <m:dPr>
                            <m:begChr m:val="{"/>
                            <m:endChr m:val="}"/>
                            <m:sepChr m:val=",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  <m:sSup>
                              <m:sSup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begChr m:val=""/>
                                    <m:endChr m:val=""/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}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</m:e>
                        </m:d>
                      </m:e>
                    </m:d>
                  </m:oMath>
                </a14:m>
                <a:endParaRPr lang="ar-AE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That is, the set of </a:t>
                </a:r>
                <a:r>
                  <a:rPr lang="en-IN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palindromes over {a, b}</a:t>
                </a:r>
                <a:r>
                  <a:rPr lang="en-IN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76432F7-2788-89D8-2B1A-61447606BC3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08046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9BB3FA-B94F-BADA-1FC1-6C5E90BF04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27A906-ACCA-4076-DBE2-447DA45067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F1BCAC-1343-259E-8F76-41AAAFF63E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b="1" dirty="0"/>
              <a:t>Given Grammar</a:t>
            </a:r>
          </a:p>
          <a:p>
            <a:pPr marL="457200" lvl="1" indent="0">
              <a:buNone/>
            </a:pPr>
            <a:r>
              <a:rPr lang="en-IN" b="1" dirty="0"/>
              <a:t>S → </a:t>
            </a:r>
            <a:r>
              <a:rPr lang="en-IN" b="1" dirty="0" err="1"/>
              <a:t>abB</a:t>
            </a:r>
            <a:endParaRPr lang="en-IN" dirty="0"/>
          </a:p>
          <a:p>
            <a:pPr marL="457200" lvl="1" indent="0">
              <a:buNone/>
            </a:pPr>
            <a:r>
              <a:rPr lang="en-IN" b="1" dirty="0"/>
              <a:t>A → </a:t>
            </a:r>
            <a:r>
              <a:rPr lang="en-IN" b="1" dirty="0" err="1"/>
              <a:t>aaBb</a:t>
            </a:r>
            <a:r>
              <a:rPr lang="en-IN" b="1" dirty="0"/>
              <a:t> | </a:t>
            </a:r>
            <a:r>
              <a:rPr lang="el-GR" b="1" dirty="0"/>
              <a:t>ε</a:t>
            </a:r>
            <a:endParaRPr lang="el-GR" dirty="0"/>
          </a:p>
          <a:p>
            <a:pPr marL="457200" lvl="1" indent="0">
              <a:buNone/>
            </a:pPr>
            <a:r>
              <a:rPr lang="en-IN" b="1" dirty="0"/>
              <a:t>B → </a:t>
            </a:r>
            <a:r>
              <a:rPr lang="en-IN" b="1" dirty="0" err="1"/>
              <a:t>bbAa</a:t>
            </a:r>
            <a:endParaRPr lang="en-IN" dirty="0"/>
          </a:p>
          <a:p>
            <a:r>
              <a:rPr lang="en-IN" dirty="0"/>
              <a:t>Start with the start symbol </a:t>
            </a:r>
            <a:r>
              <a:rPr lang="en-IN" b="1" dirty="0"/>
              <a:t>S</a:t>
            </a:r>
            <a:r>
              <a:rPr lang="en-IN" dirty="0"/>
              <a:t>:</a:t>
            </a:r>
          </a:p>
          <a:p>
            <a:pPr marL="457200" lvl="1" indent="0">
              <a:buNone/>
            </a:pPr>
            <a:r>
              <a:rPr lang="en-IN" sz="28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S ⇒ </a:t>
            </a:r>
            <a:r>
              <a:rPr lang="en-IN" sz="2800" b="1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abB</a:t>
            </a:r>
            <a:endParaRPr lang="en-IN" sz="28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pPr marL="457200" lvl="1" indent="0">
              <a:buNone/>
            </a:pPr>
            <a:r>
              <a:rPr lang="en-IN" sz="28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⇒ </a:t>
            </a:r>
            <a:r>
              <a:rPr lang="en-IN" sz="2800" b="1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ab</a:t>
            </a:r>
            <a:r>
              <a:rPr lang="en-IN" sz="2800" b="1" dirty="0" err="1">
                <a:solidFill>
                  <a:schemeClr val="accent2"/>
                </a:solidFill>
              </a:rPr>
              <a:t>bbAa</a:t>
            </a:r>
            <a:r>
              <a:rPr lang="en-IN" sz="28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  (using </a:t>
            </a:r>
            <a:r>
              <a:rPr lang="en-IN" sz="28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B → </a:t>
            </a:r>
            <a:r>
              <a:rPr lang="en-IN" sz="2800" b="1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bbAa</a:t>
            </a:r>
            <a:r>
              <a:rPr lang="en-IN" sz="28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)</a:t>
            </a:r>
          </a:p>
          <a:p>
            <a:pPr marL="457200" lvl="1" indent="0">
              <a:buNone/>
            </a:pPr>
            <a:r>
              <a:rPr lang="en-IN" sz="28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⇒ </a:t>
            </a:r>
            <a:r>
              <a:rPr lang="en-IN" sz="2800" b="1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abbb</a:t>
            </a:r>
            <a:r>
              <a:rPr lang="en-IN" sz="2800" b="1" dirty="0" err="1">
                <a:solidFill>
                  <a:schemeClr val="accent2"/>
                </a:solidFill>
              </a:rPr>
              <a:t>aaBb</a:t>
            </a:r>
            <a:r>
              <a:rPr lang="en-IN" sz="2800" b="1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a</a:t>
            </a:r>
            <a:r>
              <a:rPr lang="en-IN" sz="28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 (using </a:t>
            </a:r>
            <a:r>
              <a:rPr lang="en-IN" sz="28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A → </a:t>
            </a:r>
            <a:r>
              <a:rPr lang="en-IN" sz="2800" b="1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aaBb</a:t>
            </a:r>
            <a:r>
              <a:rPr lang="en-IN" sz="28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)</a:t>
            </a:r>
          </a:p>
          <a:p>
            <a:pPr marL="457200" lvl="1" indent="0">
              <a:buNone/>
            </a:pPr>
            <a:r>
              <a:rPr lang="en-IN" sz="28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⇒  </a:t>
            </a:r>
            <a:r>
              <a:rPr lang="en-IN" sz="2800" b="1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abbbaa</a:t>
            </a:r>
            <a:r>
              <a:rPr lang="en-IN" sz="2800" b="1" dirty="0" err="1">
                <a:solidFill>
                  <a:schemeClr val="accent2"/>
                </a:solidFill>
              </a:rPr>
              <a:t>bbAa</a:t>
            </a:r>
            <a:r>
              <a:rPr lang="en-IN" sz="2800" b="1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ba</a:t>
            </a:r>
            <a:r>
              <a:rPr lang="en-IN" sz="28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 (using </a:t>
            </a:r>
            <a:r>
              <a:rPr lang="en-IN" sz="28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B → </a:t>
            </a:r>
            <a:r>
              <a:rPr lang="en-IN" sz="2800" b="1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bbAa</a:t>
            </a:r>
            <a:r>
              <a:rPr lang="en-IN" sz="28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)</a:t>
            </a:r>
          </a:p>
          <a:p>
            <a:pPr marL="457200" lvl="1" indent="0">
              <a:buNone/>
            </a:pPr>
            <a:r>
              <a:rPr lang="en-IN" sz="28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⇒  </a:t>
            </a:r>
            <a:r>
              <a:rPr lang="en-IN" sz="2800" b="1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abbbaabbaba</a:t>
            </a:r>
            <a:r>
              <a:rPr lang="en-IN" sz="28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  (using </a:t>
            </a:r>
            <a:r>
              <a:rPr lang="en-IN" sz="28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A → </a:t>
            </a:r>
            <a:r>
              <a:rPr lang="el-GR" sz="28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ε</a:t>
            </a:r>
            <a:r>
              <a:rPr lang="el-GR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6441900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237B2A-3C78-F90D-93BE-B16CB31121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C160A14-B009-39A7-C12B-F8EC9CD4C85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endParaRPr lang="en-IN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Language Generated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ar-AE" i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 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𝑎𝑏</m:t>
                          </m:r>
                          <m:d>
                            <m:dPr>
                              <m:endChr m:val=""/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𝑏𝑏𝑎𝑎</m:t>
                              </m:r>
                              <m:sSup>
                                <m:sSup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"/>
                                      <m:endChr m:val=""/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ar-AE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  <m:r>
                                <m:rPr>
                                  <m:nor/>
                                </m:rPr>
                                <a:rPr lang="ar-AE" i="1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 </m:t>
                              </m:r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𝑏𝑏𝑎</m:t>
                              </m:r>
                              <m:r>
                                <m:rPr>
                                  <m:nor/>
                                </m:rPr>
                                <a:rPr lang="ar-AE" i="1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 </m:t>
                              </m:r>
                              <m:d>
                                <m:dPr>
                                  <m:endChr m:val="}"/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𝑏𝑎</m:t>
                                  </m:r>
                                  <m:sSup>
                                    <m:sSupPr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begChr m:val=""/>
                                          <m:endChr m:val=""/>
                                          <m:ctrlPr>
                                            <a:rPr lang="ar-AE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ar-AE">
                                              <a:latin typeface="Cambria Math" panose="02040503050406030204" pitchFamily="18" charset="0"/>
                                            </a:rPr>
                                            <m:t>)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p>
                                  </m:sSup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∣</m:t>
                                  </m:r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≥</m:t>
                                  </m:r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  <m:r>
                                    <m:rPr>
                                      <m:nor/>
                                    </m:rPr>
                                    <a:rPr lang="ar-AE" i="1">
                                      <a:latin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 </m:t>
                                  </m:r>
                                </m:e>
                              </m:d>
                            </m:e>
                          </m:d>
                        </m:e>
                      </m:d>
                    </m:oMath>
                  </m:oMathPara>
                </a14:m>
                <a:endParaRPr lang="ar-AE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C160A14-B009-39A7-C12B-F8EC9CD4C85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573897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10C34A-2D8D-BF97-4BD1-8A4854DE72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Derivation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E15EB8-31AE-EA52-A458-51F8FB5F3E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b="1" dirty="0"/>
              <a:t>Grammar G</a:t>
            </a:r>
          </a:p>
          <a:p>
            <a:r>
              <a:rPr lang="en-IN" b="1" dirty="0"/>
              <a:t>S → NP VP</a:t>
            </a:r>
            <a:endParaRPr lang="en-IN" dirty="0"/>
          </a:p>
          <a:p>
            <a:r>
              <a:rPr lang="en-IN" b="1" dirty="0"/>
              <a:t>NP → Det N</a:t>
            </a:r>
            <a:endParaRPr lang="en-IN" dirty="0"/>
          </a:p>
          <a:p>
            <a:r>
              <a:rPr lang="en-IN" b="1" dirty="0"/>
              <a:t>VP → V NP</a:t>
            </a:r>
            <a:endParaRPr lang="en-IN" dirty="0"/>
          </a:p>
          <a:p>
            <a:r>
              <a:rPr lang="en-IN" b="1" dirty="0"/>
              <a:t>Det → the | a</a:t>
            </a:r>
            <a:endParaRPr lang="en-IN" dirty="0"/>
          </a:p>
          <a:p>
            <a:r>
              <a:rPr lang="en-IN" b="1" dirty="0"/>
              <a:t>N → boy | girl</a:t>
            </a:r>
            <a:endParaRPr lang="en-IN" dirty="0"/>
          </a:p>
          <a:p>
            <a:r>
              <a:rPr lang="en-IN" b="1" dirty="0"/>
              <a:t>V → sees | likes</a:t>
            </a:r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r>
              <a:rPr lang="en-IN" b="1" dirty="0"/>
              <a:t>Derive the sentence </a:t>
            </a:r>
            <a:r>
              <a:rPr lang="en-IN" b="1" dirty="0">
                <a:solidFill>
                  <a:schemeClr val="accent2"/>
                </a:solidFill>
              </a:rPr>
              <a:t>“the boy sees a girl”</a:t>
            </a:r>
          </a:p>
          <a:p>
            <a:endParaRPr lang="en-IN" dirty="0">
              <a:solidFill>
                <a:schemeClr val="accent2"/>
              </a:solidFill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444424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B5CD31-7261-42FF-B585-550BAC3E6D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56552A-AA71-280C-5C11-21C74624FD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dirty="0"/>
              <a:t>Start with </a:t>
            </a:r>
            <a:r>
              <a:rPr lang="en-IN" b="1" dirty="0"/>
              <a:t>S</a:t>
            </a:r>
            <a:r>
              <a:rPr lang="en-IN" dirty="0"/>
              <a:t>:</a:t>
            </a:r>
          </a:p>
          <a:p>
            <a:r>
              <a:rPr lang="en-IN" b="1" dirty="0"/>
              <a:t>S ⇒ NP VP</a:t>
            </a:r>
            <a:endParaRPr lang="en-IN" dirty="0"/>
          </a:p>
          <a:p>
            <a:r>
              <a:rPr lang="en-IN" b="1" dirty="0"/>
              <a:t>⇒ Det N VP</a:t>
            </a:r>
            <a:endParaRPr lang="en-IN" dirty="0"/>
          </a:p>
          <a:p>
            <a:r>
              <a:rPr lang="en-IN" b="1" dirty="0"/>
              <a:t>⇒ the N VP</a:t>
            </a:r>
            <a:endParaRPr lang="en-IN" dirty="0"/>
          </a:p>
          <a:p>
            <a:r>
              <a:rPr lang="en-IN" b="1" dirty="0"/>
              <a:t>⇒ the boy VP</a:t>
            </a:r>
            <a:endParaRPr lang="en-IN" dirty="0"/>
          </a:p>
          <a:p>
            <a:r>
              <a:rPr lang="en-IN" b="1" dirty="0"/>
              <a:t>⇒ the boy V NP</a:t>
            </a:r>
            <a:endParaRPr lang="en-IN" dirty="0"/>
          </a:p>
          <a:p>
            <a:r>
              <a:rPr lang="en-IN" b="1" dirty="0"/>
              <a:t>⇒ the boy sees NP</a:t>
            </a:r>
            <a:endParaRPr lang="en-IN" dirty="0"/>
          </a:p>
          <a:p>
            <a:r>
              <a:rPr lang="en-IN" b="1" dirty="0"/>
              <a:t>⇒ the boy sees Det N</a:t>
            </a:r>
            <a:endParaRPr lang="en-IN" dirty="0"/>
          </a:p>
          <a:p>
            <a:r>
              <a:rPr lang="en-IN" b="1" dirty="0"/>
              <a:t>⇒ the boy sees a N</a:t>
            </a:r>
            <a:endParaRPr lang="en-IN" dirty="0"/>
          </a:p>
          <a:p>
            <a:r>
              <a:rPr lang="en-IN" b="1" dirty="0"/>
              <a:t>⇒ the boy sees a girl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578233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1A6CF-AE3A-8AA2-0FEA-1D2CB930B1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Linear Grammar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9B2C34-D3FA-C18A-C290-07B1FF2978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linear grammar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 type of </a:t>
            </a:r>
            <a:r>
              <a:rPr 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context-free grammar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which </a:t>
            </a:r>
            <a:r>
              <a:rPr 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each production contains at most one non-terminal on the right-hand side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grammar </a:t>
            </a:r>
            <a:r>
              <a:rPr 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 = (V, T, S, P)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called 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linear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if every production is of the form:</a:t>
            </a:r>
          </a:p>
          <a:p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→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xBy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or</a:t>
            </a:r>
          </a:p>
          <a:p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→ x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where:</a:t>
            </a:r>
          </a:p>
          <a:p>
            <a:pPr marL="0" indent="0">
              <a:buNone/>
            </a:pPr>
            <a:r>
              <a:rPr 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A, B ∈ V (non-terminals)</a:t>
            </a:r>
          </a:p>
          <a:p>
            <a:pPr marL="0" indent="0">
              <a:buNone/>
            </a:pPr>
            <a:r>
              <a:rPr 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x, y ∈ T* (strings of terminals)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057373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043414-0370-45D8-E64A-1EFF5C1D7E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Types of Linear Grammar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216AF3-7972-EEF4-6A35-A93E1F14B1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Right-Linear Grammar</a:t>
            </a:r>
            <a:endParaRPr lang="en-US" dirty="0">
              <a:solidFill>
                <a:srgbClr val="C00000"/>
              </a:solidFill>
            </a:endParaRPr>
          </a:p>
          <a:p>
            <a:pPr lvl="1"/>
            <a:r>
              <a:rPr lang="en-US" dirty="0"/>
              <a:t>Non-terminal appears at the </a:t>
            </a:r>
            <a:r>
              <a:rPr lang="en-US" b="1" dirty="0">
                <a:solidFill>
                  <a:srgbClr val="0070C0"/>
                </a:solidFill>
              </a:rPr>
              <a:t>right end</a:t>
            </a:r>
            <a:endParaRPr lang="en-US" dirty="0">
              <a:solidFill>
                <a:srgbClr val="0070C0"/>
              </a:solidFill>
            </a:endParaRPr>
          </a:p>
          <a:p>
            <a:pPr lvl="1"/>
            <a:r>
              <a:rPr lang="en-US" dirty="0"/>
              <a:t>Example:</a:t>
            </a:r>
            <a:br>
              <a:rPr lang="en-US" dirty="0"/>
            </a:br>
            <a:r>
              <a:rPr lang="en-US" b="1" dirty="0">
                <a:solidFill>
                  <a:srgbClr val="0070C0"/>
                </a:solidFill>
              </a:rPr>
              <a:t>S → </a:t>
            </a:r>
            <a:r>
              <a:rPr lang="en-US" b="1" dirty="0" err="1">
                <a:solidFill>
                  <a:srgbClr val="0070C0"/>
                </a:solidFill>
              </a:rPr>
              <a:t>aS</a:t>
            </a:r>
            <a:r>
              <a:rPr lang="en-US" b="1" dirty="0">
                <a:solidFill>
                  <a:srgbClr val="0070C0"/>
                </a:solidFill>
              </a:rPr>
              <a:t> | b</a:t>
            </a:r>
            <a:endParaRPr lang="en-US" dirty="0">
              <a:solidFill>
                <a:srgbClr val="0070C0"/>
              </a:solidFill>
            </a:endParaRPr>
          </a:p>
          <a:p>
            <a:r>
              <a:rPr lang="en-US" b="1" dirty="0">
                <a:solidFill>
                  <a:srgbClr val="C00000"/>
                </a:solidFill>
              </a:rPr>
              <a:t>Left-Linear Grammar</a:t>
            </a:r>
            <a:endParaRPr lang="en-US" dirty="0">
              <a:solidFill>
                <a:srgbClr val="C00000"/>
              </a:solidFill>
            </a:endParaRPr>
          </a:p>
          <a:p>
            <a:pPr lvl="1"/>
            <a:r>
              <a:rPr lang="en-US" dirty="0"/>
              <a:t>Non-terminal appears at the </a:t>
            </a:r>
            <a:r>
              <a:rPr lang="en-US" b="1" dirty="0">
                <a:solidFill>
                  <a:srgbClr val="0070C0"/>
                </a:solidFill>
              </a:rPr>
              <a:t>left end</a:t>
            </a:r>
            <a:endParaRPr lang="en-US" dirty="0">
              <a:solidFill>
                <a:srgbClr val="0070C0"/>
              </a:solidFill>
            </a:endParaRPr>
          </a:p>
          <a:p>
            <a:pPr lvl="1"/>
            <a:r>
              <a:rPr lang="en-US" dirty="0"/>
              <a:t>Example:</a:t>
            </a:r>
            <a:br>
              <a:rPr lang="en-US" dirty="0"/>
            </a:br>
            <a:r>
              <a:rPr lang="en-US" b="1" dirty="0">
                <a:solidFill>
                  <a:srgbClr val="0070C0"/>
                </a:solidFill>
              </a:rPr>
              <a:t>S → Sa | b</a:t>
            </a:r>
            <a:endParaRPr lang="en-US" dirty="0">
              <a:solidFill>
                <a:srgbClr val="0070C0"/>
              </a:solidFill>
            </a:endParaRP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422900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803FF-1120-E5D9-5E5B-74A9590767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41A548-161D-D8E8-9327-727B021A8F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Given Grammar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Productions: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→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| SS | ε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Grammar Is Context-Free because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production has a single non-terminal (S) on the left-hand side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Right-hand side can be any string of terminals and non-terminals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Grammar Is NOT Linear since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production S → SS has two non-terminals on the right-hand side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 grammars allow at most one non-terminal on the RHS</a:t>
            </a:r>
          </a:p>
          <a:p>
            <a:pPr lvl="1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512847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E86648-F1EB-0FCE-8748-E5C1CEA7D7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Leftmost and Rightmost Derivation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68CBE9-7891-AA5B-3F46-DFA1736383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context-free grammars that are not linear, a sentential form may contain more than one non-terminal. Hence, we must decide which non-terminal to replace first.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gives rise to:</a:t>
            </a:r>
          </a:p>
          <a:p>
            <a:pPr lvl="1"/>
            <a:r>
              <a:rPr lang="en-IN" sz="2800" dirty="0">
                <a:solidFill>
                  <a:schemeClr val="accent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Leftmost derivation</a:t>
            </a:r>
          </a:p>
          <a:p>
            <a:pPr lvl="1"/>
            <a:r>
              <a:rPr lang="en-IN" sz="2800" dirty="0">
                <a:solidFill>
                  <a:schemeClr val="accent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Rightmost derivation</a:t>
            </a:r>
          </a:p>
        </p:txBody>
      </p:sp>
    </p:spTree>
    <p:extLst>
      <p:ext uri="{BB962C8B-B14F-4D97-AF65-F5344CB8AC3E}">
        <p14:creationId xmlns:p14="http://schemas.microsoft.com/office/powerpoint/2010/main" val="35316958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2EBE76-F2F0-692C-7808-1854AC5B7B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9E01CA-DB8F-71B9-833D-AFFE88A740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Leftmost Derivation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each step, the </a:t>
            </a:r>
            <a:r>
              <a:rPr 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leftmost non-terminal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sentential form is replaced.</a:t>
            </a:r>
          </a:p>
          <a:p>
            <a:r>
              <a:rPr 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Rightmost Derivation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each step, the </a:t>
            </a:r>
            <a:r>
              <a:rPr 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rightmost non-terminal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sentential form is replaced.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295379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65075-1EAB-294D-0815-EFC82F4091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7BE4C57-7519-BD64-D4C9-01BDA42E7D5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IN" dirty="0"/>
                  <a:t>Let</a:t>
                </a:r>
              </a:p>
              <a:p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IN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sepChr m:val=",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{"/>
                            <m:endChr m:val="}"/>
                            <m:sepChr m:val=",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</m:d>
                      </m:e>
                      <m:e>
                        <m:d>
                          <m:dPr>
                            <m:begChr m:val="{"/>
                            <m:endChr m:val="}"/>
                            <m:sepChr m:val=",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</m:e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</m:d>
                  </m:oMath>
                </a14:m>
                <a:endParaRPr lang="ar-AE" dirty="0"/>
              </a:p>
              <a:p>
                <a:r>
                  <a:rPr lang="en-IN" dirty="0"/>
                  <a:t>Productions:</a:t>
                </a:r>
              </a:p>
              <a:p>
                <a:r>
                  <a:rPr lang="en-IN" b="1" dirty="0"/>
                  <a:t>S → AB</a:t>
                </a:r>
                <a:endParaRPr lang="en-IN" dirty="0"/>
              </a:p>
              <a:p>
                <a:r>
                  <a:rPr lang="en-IN" b="1" dirty="0"/>
                  <a:t>A → </a:t>
                </a:r>
                <a:r>
                  <a:rPr lang="en-IN" b="1" dirty="0" err="1"/>
                  <a:t>aaA</a:t>
                </a:r>
                <a:endParaRPr lang="en-IN" dirty="0"/>
              </a:p>
              <a:p>
                <a:r>
                  <a:rPr lang="en-IN" b="1" dirty="0"/>
                  <a:t>A → </a:t>
                </a:r>
                <a:r>
                  <a:rPr lang="el-GR" b="1" dirty="0"/>
                  <a:t>ε</a:t>
                </a:r>
                <a:endParaRPr lang="el-GR" dirty="0"/>
              </a:p>
              <a:p>
                <a:r>
                  <a:rPr lang="en-IN" b="1" dirty="0"/>
                  <a:t>B → Bb</a:t>
                </a:r>
                <a:endParaRPr lang="en-IN" dirty="0"/>
              </a:p>
              <a:p>
                <a:r>
                  <a:rPr lang="en-IN" b="1" dirty="0"/>
                  <a:t>B → </a:t>
                </a:r>
                <a:r>
                  <a:rPr lang="el-GR" b="1" dirty="0"/>
                  <a:t>ε</a:t>
                </a:r>
                <a:endParaRPr lang="el-GR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7BE4C57-7519-BD64-D4C9-01BDA42E7D5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767200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8C0630-751E-982D-7E8A-76BC759AEA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C977622-E566-6351-FE2E-1D907CAE784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IN" b="1" dirty="0"/>
                  <a:t>Language Generated</a:t>
                </a:r>
              </a:p>
              <a:p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sepChr m:val=",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  <m:e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p>
                        </m:sSup>
                        <m:r>
                          <a:rPr lang="ar-AE"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nor/>
                          </m:rPr>
                          <a:rPr lang="ar-AE" i="1"/>
                          <m:t>  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endParaRPr lang="ar-AE" b="0" dirty="0"/>
              </a:p>
              <a:p>
                <a:r>
                  <a:rPr lang="en-IN" b="1" dirty="0"/>
                  <a:t>Leftmost Derivation of </a:t>
                </a:r>
                <a:r>
                  <a:rPr lang="en-IN" b="1" dirty="0" err="1"/>
                  <a:t>aab</a:t>
                </a:r>
                <a:endParaRPr lang="en-IN" b="1" dirty="0"/>
              </a:p>
              <a:p>
                <a:pPr marL="0" indent="0">
                  <a:buNone/>
                </a:pPr>
                <a:endParaRPr lang="ar-AE" dirty="0"/>
              </a:p>
              <a:p>
                <a:r>
                  <a:rPr lang="en-IN" dirty="0"/>
                  <a:t>S​⇒AB</a:t>
                </a:r>
              </a:p>
              <a:p>
                <a:r>
                  <a:rPr lang="en-IN" dirty="0"/>
                  <a:t>⇒</a:t>
                </a:r>
                <a:r>
                  <a:rPr lang="en-IN" dirty="0" err="1"/>
                  <a:t>aaAB</a:t>
                </a:r>
                <a:r>
                  <a:rPr lang="en-IN" dirty="0"/>
                  <a:t> (</a:t>
                </a:r>
                <a:r>
                  <a:rPr lang="en-IN" dirty="0" err="1"/>
                  <a:t>A⇒aaA</a:t>
                </a:r>
                <a:r>
                  <a:rPr lang="en-IN" dirty="0"/>
                  <a:t>)</a:t>
                </a:r>
              </a:p>
              <a:p>
                <a:r>
                  <a:rPr lang="en-IN" dirty="0"/>
                  <a:t>⇒</a:t>
                </a:r>
                <a:r>
                  <a:rPr lang="en-IN" dirty="0" err="1"/>
                  <a:t>aaB</a:t>
                </a:r>
                <a:r>
                  <a:rPr lang="en-IN" dirty="0"/>
                  <a:t> (A⇒</a:t>
                </a:r>
                <a:r>
                  <a:rPr lang="el-GR" dirty="0"/>
                  <a:t>ε)</a:t>
                </a:r>
                <a:endParaRPr lang="en-IN" dirty="0"/>
              </a:p>
              <a:p>
                <a:r>
                  <a:rPr lang="el-GR" dirty="0"/>
                  <a:t>⇒</a:t>
                </a:r>
                <a:r>
                  <a:rPr lang="en-IN" dirty="0" err="1"/>
                  <a:t>aaBb</a:t>
                </a:r>
                <a:r>
                  <a:rPr lang="en-IN" dirty="0"/>
                  <a:t> (</a:t>
                </a:r>
                <a:r>
                  <a:rPr lang="en-IN" dirty="0" err="1"/>
                  <a:t>B⇒Bb</a:t>
                </a:r>
                <a:r>
                  <a:rPr lang="en-IN" dirty="0"/>
                  <a:t>)</a:t>
                </a:r>
              </a:p>
              <a:p>
                <a:r>
                  <a:rPr lang="en-IN" dirty="0"/>
                  <a:t>⇒</a:t>
                </a:r>
                <a:r>
                  <a:rPr lang="en-IN" dirty="0" err="1"/>
                  <a:t>aab</a:t>
                </a:r>
                <a:r>
                  <a:rPr lang="en-IN" dirty="0"/>
                  <a:t> (B⇒</a:t>
                </a:r>
                <a:r>
                  <a:rPr lang="el-GR" dirty="0"/>
                  <a:t>ε)​</a:t>
                </a:r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C977622-E566-6351-FE2E-1D907CAE784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3081" b="-224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876064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D3B9BB-4F34-AFF3-5C63-513492B758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946F87-196F-830A-E1C9-17717C6DDE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IN" dirty="0"/>
              <a:t>Rightmost Derivation of </a:t>
            </a:r>
            <a:r>
              <a:rPr lang="en-IN" dirty="0" err="1"/>
              <a:t>aab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S​⇒AB</a:t>
            </a:r>
          </a:p>
          <a:p>
            <a:pPr marL="0" indent="0">
              <a:buNone/>
            </a:pPr>
            <a:r>
              <a:rPr lang="en-IN" dirty="0"/>
              <a:t>   ⇒Abb (</a:t>
            </a:r>
            <a:r>
              <a:rPr lang="en-IN" dirty="0" err="1"/>
              <a:t>B⇒Bb</a:t>
            </a:r>
            <a:r>
              <a:rPr lang="en-IN" dirty="0"/>
              <a:t>)</a:t>
            </a:r>
          </a:p>
          <a:p>
            <a:pPr marL="0" indent="0">
              <a:buNone/>
            </a:pPr>
            <a:r>
              <a:rPr lang="en-IN" dirty="0"/>
              <a:t>   ⇒Ab (B⇒</a:t>
            </a:r>
            <a:r>
              <a:rPr lang="el-GR" dirty="0"/>
              <a:t>ε)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l-GR" dirty="0"/>
              <a:t>⇒</a:t>
            </a:r>
            <a:r>
              <a:rPr lang="en-IN" dirty="0" err="1"/>
              <a:t>aaAb</a:t>
            </a:r>
            <a:r>
              <a:rPr lang="en-IN" dirty="0"/>
              <a:t> (</a:t>
            </a:r>
            <a:r>
              <a:rPr lang="en-IN" dirty="0" err="1"/>
              <a:t>A⇒aaA</a:t>
            </a:r>
            <a:r>
              <a:rPr lang="en-IN" dirty="0"/>
              <a:t>)</a:t>
            </a:r>
          </a:p>
          <a:p>
            <a:pPr marL="0" indent="0">
              <a:buNone/>
            </a:pPr>
            <a:r>
              <a:rPr lang="en-IN" dirty="0"/>
              <a:t>     ⇒</a:t>
            </a:r>
            <a:r>
              <a:rPr lang="en-IN" dirty="0" err="1"/>
              <a:t>aab</a:t>
            </a:r>
            <a:r>
              <a:rPr lang="en-IN" dirty="0"/>
              <a:t> (A⇒</a:t>
            </a:r>
            <a:r>
              <a:rPr lang="el-GR" dirty="0"/>
              <a:t>ε)​ </a:t>
            </a:r>
            <a:endParaRPr lang="en-IN" dirty="0"/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Both derivations use the same productions and produce the same string.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difference lies only in the order in which non-terminals are expanded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66577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IN" dirty="0"/>
              <a:t>Example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25562"/>
            <a:ext cx="10515600" cy="4975225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IN" dirty="0"/>
              <a:t>Derive the string (a + (a * a)) using Left Most derivation and Right most derivation for the following productions: 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>
                <a:solidFill>
                  <a:srgbClr val="000099"/>
                </a:solidFill>
              </a:rPr>
              <a:t>E </a:t>
            </a:r>
            <a:r>
              <a:rPr lang="en-IN" dirty="0">
                <a:solidFill>
                  <a:srgbClr val="000099"/>
                </a:solidFill>
                <a:sym typeface="Wingdings" panose="05000000000000000000" pitchFamily="2" charset="2"/>
              </a:rPr>
              <a:t> E + E | E * E | (E) | a</a:t>
            </a:r>
          </a:p>
          <a:p>
            <a:pPr marL="0" indent="0">
              <a:buNone/>
            </a:pPr>
            <a:r>
              <a:rPr lang="en-IN" dirty="0" err="1">
                <a:sym typeface="Wingdings" panose="05000000000000000000" pitchFamily="2" charset="2"/>
              </a:rPr>
              <a:t>Soln</a:t>
            </a:r>
            <a:r>
              <a:rPr lang="en-IN" dirty="0">
                <a:sym typeface="Wingdings" panose="05000000000000000000" pitchFamily="2" charset="2"/>
              </a:rPr>
              <a:t>: </a:t>
            </a:r>
            <a:r>
              <a:rPr lang="en-IN" dirty="0">
                <a:solidFill>
                  <a:srgbClr val="FF0000"/>
                </a:solidFill>
                <a:sym typeface="Wingdings" panose="05000000000000000000" pitchFamily="2" charset="2"/>
              </a:rPr>
              <a:t>String = (a + (a * a))</a:t>
            </a:r>
          </a:p>
          <a:p>
            <a:pPr marL="0" indent="0">
              <a:buNone/>
            </a:pPr>
            <a:endParaRPr lang="en-IN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TextBox 3"/>
          <p:cNvSpPr txBox="1"/>
          <p:nvPr/>
        </p:nvSpPr>
        <p:spPr>
          <a:xfrm>
            <a:off x="957263" y="3486150"/>
            <a:ext cx="5029200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solidFill>
                  <a:srgbClr val="000099"/>
                </a:solidFill>
                <a:latin typeface="Palatino Linotype" panose="02040502050505030304" pitchFamily="18" charset="0"/>
              </a:rPr>
              <a:t>LMD: E </a:t>
            </a:r>
            <a:r>
              <a:rPr lang="en-IN" sz="2000" dirty="0">
                <a:solidFill>
                  <a:srgbClr val="000099"/>
                </a:solidFill>
                <a:latin typeface="Palatino Linotype" panose="02040502050505030304" pitchFamily="18" charset="0"/>
                <a:sym typeface="Wingdings" panose="05000000000000000000" pitchFamily="2" charset="2"/>
              </a:rPr>
              <a:t>==&gt;</a:t>
            </a:r>
            <a:r>
              <a:rPr lang="en-IN" sz="2000" baseline="-25000" dirty="0">
                <a:solidFill>
                  <a:srgbClr val="000099"/>
                </a:solidFill>
                <a:latin typeface="Palatino Linotype" panose="02040502050505030304" pitchFamily="18" charset="0"/>
                <a:sym typeface="Wingdings" panose="05000000000000000000" pitchFamily="2" charset="2"/>
              </a:rPr>
              <a:t>lm </a:t>
            </a:r>
            <a:r>
              <a:rPr lang="en-IN" sz="2000" dirty="0">
                <a:solidFill>
                  <a:srgbClr val="000099"/>
                </a:solidFill>
                <a:latin typeface="Palatino Linotype" panose="02040502050505030304" pitchFamily="18" charset="0"/>
                <a:sym typeface="Wingdings" panose="05000000000000000000" pitchFamily="2" charset="2"/>
              </a:rPr>
              <a:t>(E)</a:t>
            </a:r>
          </a:p>
          <a:p>
            <a:r>
              <a:rPr lang="en-IN" sz="2000" dirty="0">
                <a:solidFill>
                  <a:srgbClr val="000099"/>
                </a:solidFill>
                <a:latin typeface="Palatino Linotype" panose="02040502050505030304" pitchFamily="18" charset="0"/>
                <a:sym typeface="Wingdings" panose="05000000000000000000" pitchFamily="2" charset="2"/>
              </a:rPr>
              <a:t>	==&gt;</a:t>
            </a:r>
            <a:r>
              <a:rPr lang="en-IN" sz="2000" baseline="-25000" dirty="0">
                <a:solidFill>
                  <a:srgbClr val="000099"/>
                </a:solidFill>
                <a:latin typeface="Palatino Linotype" panose="02040502050505030304" pitchFamily="18" charset="0"/>
                <a:sym typeface="Wingdings" panose="05000000000000000000" pitchFamily="2" charset="2"/>
              </a:rPr>
              <a:t>lm </a:t>
            </a:r>
            <a:r>
              <a:rPr lang="en-IN" sz="2000" dirty="0">
                <a:solidFill>
                  <a:srgbClr val="000099"/>
                </a:solidFill>
                <a:latin typeface="Palatino Linotype" panose="02040502050505030304" pitchFamily="18" charset="0"/>
                <a:sym typeface="Wingdings" panose="05000000000000000000" pitchFamily="2" charset="2"/>
              </a:rPr>
              <a:t>(E + E)</a:t>
            </a:r>
          </a:p>
          <a:p>
            <a:r>
              <a:rPr lang="en-IN" sz="2000" dirty="0">
                <a:solidFill>
                  <a:srgbClr val="000099"/>
                </a:solidFill>
                <a:latin typeface="Palatino Linotype" panose="02040502050505030304" pitchFamily="18" charset="0"/>
                <a:sym typeface="Wingdings" panose="05000000000000000000" pitchFamily="2" charset="2"/>
              </a:rPr>
              <a:t>	==&gt;</a:t>
            </a:r>
            <a:r>
              <a:rPr lang="en-IN" sz="2000" baseline="-25000" dirty="0">
                <a:solidFill>
                  <a:srgbClr val="000099"/>
                </a:solidFill>
                <a:latin typeface="Palatino Linotype" panose="02040502050505030304" pitchFamily="18" charset="0"/>
                <a:sym typeface="Wingdings" panose="05000000000000000000" pitchFamily="2" charset="2"/>
              </a:rPr>
              <a:t>lm </a:t>
            </a:r>
            <a:r>
              <a:rPr lang="en-IN" sz="2000" dirty="0">
                <a:solidFill>
                  <a:srgbClr val="000099"/>
                </a:solidFill>
                <a:latin typeface="Palatino Linotype" panose="02040502050505030304" pitchFamily="18" charset="0"/>
                <a:sym typeface="Wingdings" panose="05000000000000000000" pitchFamily="2" charset="2"/>
              </a:rPr>
              <a:t>(a + E)</a:t>
            </a:r>
          </a:p>
          <a:p>
            <a:r>
              <a:rPr lang="en-IN" sz="2000" dirty="0">
                <a:solidFill>
                  <a:srgbClr val="000099"/>
                </a:solidFill>
                <a:latin typeface="Palatino Linotype" panose="02040502050505030304" pitchFamily="18" charset="0"/>
                <a:sym typeface="Wingdings" panose="05000000000000000000" pitchFamily="2" charset="2"/>
              </a:rPr>
              <a:t>	 ==&gt;</a:t>
            </a:r>
            <a:r>
              <a:rPr lang="en-IN" sz="2000" baseline="-25000" dirty="0">
                <a:solidFill>
                  <a:srgbClr val="000099"/>
                </a:solidFill>
                <a:latin typeface="Palatino Linotype" panose="02040502050505030304" pitchFamily="18" charset="0"/>
                <a:sym typeface="Wingdings" panose="05000000000000000000" pitchFamily="2" charset="2"/>
              </a:rPr>
              <a:t>lm </a:t>
            </a:r>
            <a:r>
              <a:rPr lang="en-IN" sz="2000" dirty="0">
                <a:solidFill>
                  <a:srgbClr val="000099"/>
                </a:solidFill>
                <a:latin typeface="Palatino Linotype" panose="02040502050505030304" pitchFamily="18" charset="0"/>
                <a:sym typeface="Wingdings" panose="05000000000000000000" pitchFamily="2" charset="2"/>
              </a:rPr>
              <a:t>(a + (E))</a:t>
            </a:r>
          </a:p>
          <a:p>
            <a:r>
              <a:rPr lang="en-IN" sz="2000" dirty="0">
                <a:solidFill>
                  <a:srgbClr val="000099"/>
                </a:solidFill>
                <a:latin typeface="Palatino Linotype" panose="02040502050505030304" pitchFamily="18" charset="0"/>
                <a:sym typeface="Wingdings" panose="05000000000000000000" pitchFamily="2" charset="2"/>
              </a:rPr>
              <a:t>	 ==&gt;</a:t>
            </a:r>
            <a:r>
              <a:rPr lang="en-IN" sz="2000" baseline="-25000" dirty="0">
                <a:solidFill>
                  <a:srgbClr val="000099"/>
                </a:solidFill>
                <a:latin typeface="Palatino Linotype" panose="02040502050505030304" pitchFamily="18" charset="0"/>
                <a:sym typeface="Wingdings" panose="05000000000000000000" pitchFamily="2" charset="2"/>
              </a:rPr>
              <a:t>lm </a:t>
            </a:r>
            <a:r>
              <a:rPr lang="en-IN" sz="2000" dirty="0">
                <a:solidFill>
                  <a:srgbClr val="000099"/>
                </a:solidFill>
                <a:latin typeface="Palatino Linotype" panose="02040502050505030304" pitchFamily="18" charset="0"/>
                <a:sym typeface="Wingdings" panose="05000000000000000000" pitchFamily="2" charset="2"/>
              </a:rPr>
              <a:t>(a + (E * E))</a:t>
            </a:r>
          </a:p>
          <a:p>
            <a:r>
              <a:rPr lang="en-IN" sz="2000" dirty="0">
                <a:solidFill>
                  <a:srgbClr val="000099"/>
                </a:solidFill>
                <a:latin typeface="Palatino Linotype" panose="02040502050505030304" pitchFamily="18" charset="0"/>
                <a:sym typeface="Wingdings" panose="05000000000000000000" pitchFamily="2" charset="2"/>
              </a:rPr>
              <a:t>	 ==&gt;</a:t>
            </a:r>
            <a:r>
              <a:rPr lang="en-IN" sz="2000" baseline="-25000" dirty="0">
                <a:solidFill>
                  <a:srgbClr val="000099"/>
                </a:solidFill>
                <a:latin typeface="Palatino Linotype" panose="02040502050505030304" pitchFamily="18" charset="0"/>
                <a:sym typeface="Wingdings" panose="05000000000000000000" pitchFamily="2" charset="2"/>
              </a:rPr>
              <a:t>lm </a:t>
            </a:r>
            <a:r>
              <a:rPr lang="en-IN" sz="2000" dirty="0">
                <a:solidFill>
                  <a:srgbClr val="000099"/>
                </a:solidFill>
                <a:latin typeface="Palatino Linotype" panose="02040502050505030304" pitchFamily="18" charset="0"/>
                <a:sym typeface="Wingdings" panose="05000000000000000000" pitchFamily="2" charset="2"/>
              </a:rPr>
              <a:t>(a + (a * E))</a:t>
            </a:r>
          </a:p>
          <a:p>
            <a:r>
              <a:rPr lang="en-IN" sz="2000" dirty="0">
                <a:solidFill>
                  <a:srgbClr val="000099"/>
                </a:solidFill>
                <a:latin typeface="Palatino Linotype" panose="02040502050505030304" pitchFamily="18" charset="0"/>
                <a:sym typeface="Wingdings" panose="05000000000000000000" pitchFamily="2" charset="2"/>
              </a:rPr>
              <a:t>	 ==&gt;</a:t>
            </a:r>
            <a:r>
              <a:rPr lang="en-IN" sz="2000" baseline="-25000" dirty="0">
                <a:solidFill>
                  <a:srgbClr val="000099"/>
                </a:solidFill>
                <a:latin typeface="Palatino Linotype" panose="02040502050505030304" pitchFamily="18" charset="0"/>
                <a:sym typeface="Wingdings" panose="05000000000000000000" pitchFamily="2" charset="2"/>
              </a:rPr>
              <a:t>lm </a:t>
            </a:r>
            <a:r>
              <a:rPr lang="en-IN" sz="2000" dirty="0">
                <a:solidFill>
                  <a:srgbClr val="000099"/>
                </a:solidFill>
                <a:latin typeface="Palatino Linotype" panose="02040502050505030304" pitchFamily="18" charset="0"/>
                <a:sym typeface="Wingdings" panose="05000000000000000000" pitchFamily="2" charset="2"/>
              </a:rPr>
              <a:t>(a + (a * a))</a:t>
            </a:r>
          </a:p>
          <a:p>
            <a:r>
              <a:rPr lang="en-IN" sz="2000" dirty="0">
                <a:solidFill>
                  <a:srgbClr val="000099"/>
                </a:solidFill>
                <a:latin typeface="Palatino Linotype" panose="02040502050505030304" pitchFamily="18" charset="0"/>
                <a:sym typeface="Wingdings" panose="05000000000000000000" pitchFamily="2" charset="2"/>
              </a:rPr>
              <a:t>	 </a:t>
            </a:r>
          </a:p>
          <a:p>
            <a:r>
              <a:rPr lang="en-IN" sz="2000" dirty="0">
                <a:solidFill>
                  <a:srgbClr val="000099"/>
                </a:solidFill>
                <a:latin typeface="Palatino Linotype" panose="02040502050505030304" pitchFamily="18" charset="0"/>
                <a:sym typeface="Wingdings" panose="05000000000000000000" pitchFamily="2" charset="2"/>
              </a:rPr>
              <a:t>	E ==&gt;</a:t>
            </a:r>
            <a:r>
              <a:rPr lang="en-IN" sz="2000" baseline="-25000" dirty="0">
                <a:solidFill>
                  <a:srgbClr val="000099"/>
                </a:solidFill>
                <a:latin typeface="Palatino Linotype" panose="02040502050505030304" pitchFamily="18" charset="0"/>
                <a:sym typeface="Wingdings" panose="05000000000000000000" pitchFamily="2" charset="2"/>
              </a:rPr>
              <a:t>lm </a:t>
            </a:r>
            <a:r>
              <a:rPr lang="en-IN" sz="2000" baseline="30000" dirty="0">
                <a:solidFill>
                  <a:srgbClr val="000099"/>
                </a:solidFill>
                <a:latin typeface="Palatino Linotype" panose="02040502050505030304" pitchFamily="18" charset="0"/>
                <a:sym typeface="Wingdings" panose="05000000000000000000" pitchFamily="2" charset="2"/>
              </a:rPr>
              <a:t>*</a:t>
            </a:r>
            <a:r>
              <a:rPr lang="en-IN" sz="2000" baseline="-25000" dirty="0">
                <a:solidFill>
                  <a:srgbClr val="000099"/>
                </a:solidFill>
                <a:latin typeface="Palatino Linotype" panose="02040502050505030304" pitchFamily="18" charset="0"/>
                <a:sym typeface="Wingdings" panose="05000000000000000000" pitchFamily="2" charset="2"/>
              </a:rPr>
              <a:t> </a:t>
            </a:r>
            <a:r>
              <a:rPr lang="en-IN" sz="2000" dirty="0">
                <a:solidFill>
                  <a:srgbClr val="000099"/>
                </a:solidFill>
                <a:latin typeface="Palatino Linotype" panose="02040502050505030304" pitchFamily="18" charset="0"/>
                <a:sym typeface="Wingdings" panose="05000000000000000000" pitchFamily="2" charset="2"/>
              </a:rPr>
              <a:t>(a + (a * a))</a:t>
            </a:r>
          </a:p>
          <a:p>
            <a:endParaRPr lang="en-IN" sz="2000" dirty="0">
              <a:solidFill>
                <a:srgbClr val="000099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324600" y="3308419"/>
            <a:ext cx="5029200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solidFill>
                  <a:srgbClr val="C00000"/>
                </a:solidFill>
                <a:latin typeface="Palatino Linotype" panose="02040502050505030304" pitchFamily="18" charset="0"/>
              </a:rPr>
              <a:t>RMD: E </a:t>
            </a:r>
            <a:r>
              <a:rPr lang="en-IN" sz="2000" dirty="0">
                <a:solidFill>
                  <a:srgbClr val="C00000"/>
                </a:solidFill>
                <a:latin typeface="Palatino Linotype" panose="02040502050505030304" pitchFamily="18" charset="0"/>
                <a:sym typeface="Wingdings" panose="05000000000000000000" pitchFamily="2" charset="2"/>
              </a:rPr>
              <a:t>==&gt;</a:t>
            </a:r>
            <a:r>
              <a:rPr lang="en-IN" sz="2000" baseline="-25000" dirty="0" err="1">
                <a:solidFill>
                  <a:srgbClr val="C00000"/>
                </a:solidFill>
                <a:latin typeface="Palatino Linotype" panose="02040502050505030304" pitchFamily="18" charset="0"/>
                <a:sym typeface="Wingdings" panose="05000000000000000000" pitchFamily="2" charset="2"/>
              </a:rPr>
              <a:t>rm</a:t>
            </a:r>
            <a:r>
              <a:rPr lang="en-IN" sz="2000" baseline="-25000" dirty="0">
                <a:solidFill>
                  <a:srgbClr val="C00000"/>
                </a:solidFill>
                <a:latin typeface="Palatino Linotype" panose="02040502050505030304" pitchFamily="18" charset="0"/>
                <a:sym typeface="Wingdings" panose="05000000000000000000" pitchFamily="2" charset="2"/>
              </a:rPr>
              <a:t> </a:t>
            </a:r>
            <a:r>
              <a:rPr lang="en-IN" sz="2000" dirty="0">
                <a:solidFill>
                  <a:srgbClr val="C00000"/>
                </a:solidFill>
                <a:latin typeface="Palatino Linotype" panose="02040502050505030304" pitchFamily="18" charset="0"/>
                <a:sym typeface="Wingdings" panose="05000000000000000000" pitchFamily="2" charset="2"/>
              </a:rPr>
              <a:t>(E)</a:t>
            </a:r>
          </a:p>
          <a:p>
            <a:r>
              <a:rPr lang="en-IN" sz="2000" dirty="0">
                <a:solidFill>
                  <a:srgbClr val="C00000"/>
                </a:solidFill>
                <a:latin typeface="Palatino Linotype" panose="02040502050505030304" pitchFamily="18" charset="0"/>
                <a:sym typeface="Wingdings" panose="05000000000000000000" pitchFamily="2" charset="2"/>
              </a:rPr>
              <a:t>	==&gt;</a:t>
            </a:r>
            <a:r>
              <a:rPr lang="en-IN" sz="2000" baseline="-25000" dirty="0" err="1">
                <a:solidFill>
                  <a:srgbClr val="C00000"/>
                </a:solidFill>
                <a:latin typeface="Palatino Linotype" panose="02040502050505030304" pitchFamily="18" charset="0"/>
                <a:sym typeface="Wingdings" panose="05000000000000000000" pitchFamily="2" charset="2"/>
              </a:rPr>
              <a:t>rm</a:t>
            </a:r>
            <a:r>
              <a:rPr lang="en-IN" sz="2000" baseline="-25000" dirty="0">
                <a:solidFill>
                  <a:srgbClr val="C00000"/>
                </a:solidFill>
                <a:latin typeface="Palatino Linotype" panose="02040502050505030304" pitchFamily="18" charset="0"/>
                <a:sym typeface="Wingdings" panose="05000000000000000000" pitchFamily="2" charset="2"/>
              </a:rPr>
              <a:t> </a:t>
            </a:r>
            <a:r>
              <a:rPr lang="en-IN" sz="2000" dirty="0">
                <a:solidFill>
                  <a:srgbClr val="C00000"/>
                </a:solidFill>
                <a:latin typeface="Palatino Linotype" panose="02040502050505030304" pitchFamily="18" charset="0"/>
                <a:sym typeface="Wingdings" panose="05000000000000000000" pitchFamily="2" charset="2"/>
              </a:rPr>
              <a:t>(E + E)</a:t>
            </a:r>
          </a:p>
          <a:p>
            <a:r>
              <a:rPr lang="en-IN" sz="2000" dirty="0">
                <a:solidFill>
                  <a:srgbClr val="C00000"/>
                </a:solidFill>
                <a:latin typeface="Palatino Linotype" panose="02040502050505030304" pitchFamily="18" charset="0"/>
                <a:sym typeface="Wingdings" panose="05000000000000000000" pitchFamily="2" charset="2"/>
              </a:rPr>
              <a:t>	==&gt;</a:t>
            </a:r>
            <a:r>
              <a:rPr lang="en-IN" sz="2000" baseline="-25000" dirty="0" err="1">
                <a:solidFill>
                  <a:srgbClr val="C00000"/>
                </a:solidFill>
                <a:latin typeface="Palatino Linotype" panose="02040502050505030304" pitchFamily="18" charset="0"/>
                <a:sym typeface="Wingdings" panose="05000000000000000000" pitchFamily="2" charset="2"/>
              </a:rPr>
              <a:t>rm</a:t>
            </a:r>
            <a:r>
              <a:rPr lang="en-IN" sz="2000" baseline="-25000" dirty="0">
                <a:solidFill>
                  <a:srgbClr val="C00000"/>
                </a:solidFill>
                <a:latin typeface="Palatino Linotype" panose="02040502050505030304" pitchFamily="18" charset="0"/>
                <a:sym typeface="Wingdings" panose="05000000000000000000" pitchFamily="2" charset="2"/>
              </a:rPr>
              <a:t> </a:t>
            </a:r>
            <a:r>
              <a:rPr lang="en-IN" sz="2000" dirty="0">
                <a:solidFill>
                  <a:srgbClr val="C00000"/>
                </a:solidFill>
                <a:latin typeface="Palatino Linotype" panose="02040502050505030304" pitchFamily="18" charset="0"/>
                <a:sym typeface="Wingdings" panose="05000000000000000000" pitchFamily="2" charset="2"/>
              </a:rPr>
              <a:t>(E + (E))</a:t>
            </a:r>
          </a:p>
          <a:p>
            <a:r>
              <a:rPr lang="en-IN" sz="2000" dirty="0">
                <a:solidFill>
                  <a:srgbClr val="C00000"/>
                </a:solidFill>
                <a:latin typeface="Palatino Linotype" panose="02040502050505030304" pitchFamily="18" charset="0"/>
                <a:sym typeface="Wingdings" panose="05000000000000000000" pitchFamily="2" charset="2"/>
              </a:rPr>
              <a:t>	 ==&gt;</a:t>
            </a:r>
            <a:r>
              <a:rPr lang="en-IN" sz="2000" baseline="-25000" dirty="0" err="1">
                <a:solidFill>
                  <a:srgbClr val="C00000"/>
                </a:solidFill>
                <a:latin typeface="Palatino Linotype" panose="02040502050505030304" pitchFamily="18" charset="0"/>
                <a:sym typeface="Wingdings" panose="05000000000000000000" pitchFamily="2" charset="2"/>
              </a:rPr>
              <a:t>rm</a:t>
            </a:r>
            <a:r>
              <a:rPr lang="en-IN" sz="2000" baseline="-25000" dirty="0">
                <a:solidFill>
                  <a:srgbClr val="C00000"/>
                </a:solidFill>
                <a:latin typeface="Palatino Linotype" panose="02040502050505030304" pitchFamily="18" charset="0"/>
                <a:sym typeface="Wingdings" panose="05000000000000000000" pitchFamily="2" charset="2"/>
              </a:rPr>
              <a:t> </a:t>
            </a:r>
            <a:r>
              <a:rPr lang="en-IN" sz="2000" dirty="0">
                <a:solidFill>
                  <a:srgbClr val="C00000"/>
                </a:solidFill>
                <a:latin typeface="Palatino Linotype" panose="02040502050505030304" pitchFamily="18" charset="0"/>
                <a:sym typeface="Wingdings" panose="05000000000000000000" pitchFamily="2" charset="2"/>
              </a:rPr>
              <a:t>(E + (E * E))</a:t>
            </a:r>
          </a:p>
          <a:p>
            <a:r>
              <a:rPr lang="en-IN" sz="2000" dirty="0">
                <a:solidFill>
                  <a:srgbClr val="C00000"/>
                </a:solidFill>
                <a:latin typeface="Palatino Linotype" panose="02040502050505030304" pitchFamily="18" charset="0"/>
                <a:sym typeface="Wingdings" panose="05000000000000000000" pitchFamily="2" charset="2"/>
              </a:rPr>
              <a:t>	 ==&gt;</a:t>
            </a:r>
            <a:r>
              <a:rPr lang="en-IN" sz="2000" baseline="-25000" dirty="0" err="1">
                <a:solidFill>
                  <a:srgbClr val="C00000"/>
                </a:solidFill>
                <a:latin typeface="Palatino Linotype" panose="02040502050505030304" pitchFamily="18" charset="0"/>
                <a:sym typeface="Wingdings" panose="05000000000000000000" pitchFamily="2" charset="2"/>
              </a:rPr>
              <a:t>rm</a:t>
            </a:r>
            <a:r>
              <a:rPr lang="en-IN" sz="2000" baseline="-25000" dirty="0">
                <a:solidFill>
                  <a:srgbClr val="C00000"/>
                </a:solidFill>
                <a:latin typeface="Palatino Linotype" panose="02040502050505030304" pitchFamily="18" charset="0"/>
                <a:sym typeface="Wingdings" panose="05000000000000000000" pitchFamily="2" charset="2"/>
              </a:rPr>
              <a:t> </a:t>
            </a:r>
            <a:r>
              <a:rPr lang="en-IN" sz="2000" dirty="0">
                <a:solidFill>
                  <a:srgbClr val="C00000"/>
                </a:solidFill>
                <a:latin typeface="Palatino Linotype" panose="02040502050505030304" pitchFamily="18" charset="0"/>
                <a:sym typeface="Wingdings" panose="05000000000000000000" pitchFamily="2" charset="2"/>
              </a:rPr>
              <a:t>(E + (E * a))</a:t>
            </a:r>
          </a:p>
          <a:p>
            <a:r>
              <a:rPr lang="en-IN" sz="2000" dirty="0">
                <a:solidFill>
                  <a:srgbClr val="C00000"/>
                </a:solidFill>
                <a:latin typeface="Palatino Linotype" panose="02040502050505030304" pitchFamily="18" charset="0"/>
                <a:sym typeface="Wingdings" panose="05000000000000000000" pitchFamily="2" charset="2"/>
              </a:rPr>
              <a:t>	 ==&gt;</a:t>
            </a:r>
            <a:r>
              <a:rPr lang="en-IN" sz="2000" baseline="-25000" dirty="0" err="1">
                <a:solidFill>
                  <a:srgbClr val="C00000"/>
                </a:solidFill>
                <a:latin typeface="Palatino Linotype" panose="02040502050505030304" pitchFamily="18" charset="0"/>
                <a:sym typeface="Wingdings" panose="05000000000000000000" pitchFamily="2" charset="2"/>
              </a:rPr>
              <a:t>rm</a:t>
            </a:r>
            <a:r>
              <a:rPr lang="en-IN" sz="2000" baseline="-25000" dirty="0">
                <a:solidFill>
                  <a:srgbClr val="C00000"/>
                </a:solidFill>
                <a:latin typeface="Palatino Linotype" panose="02040502050505030304" pitchFamily="18" charset="0"/>
                <a:sym typeface="Wingdings" panose="05000000000000000000" pitchFamily="2" charset="2"/>
              </a:rPr>
              <a:t> </a:t>
            </a:r>
            <a:r>
              <a:rPr lang="en-IN" sz="2000" dirty="0">
                <a:solidFill>
                  <a:srgbClr val="C00000"/>
                </a:solidFill>
                <a:latin typeface="Palatino Linotype" panose="02040502050505030304" pitchFamily="18" charset="0"/>
                <a:sym typeface="Wingdings" panose="05000000000000000000" pitchFamily="2" charset="2"/>
              </a:rPr>
              <a:t>(E + (a * a))</a:t>
            </a:r>
          </a:p>
          <a:p>
            <a:r>
              <a:rPr lang="en-IN" sz="2000" dirty="0">
                <a:solidFill>
                  <a:srgbClr val="C00000"/>
                </a:solidFill>
                <a:latin typeface="Palatino Linotype" panose="02040502050505030304" pitchFamily="18" charset="0"/>
                <a:sym typeface="Wingdings" panose="05000000000000000000" pitchFamily="2" charset="2"/>
              </a:rPr>
              <a:t>	 ==&gt;</a:t>
            </a:r>
            <a:r>
              <a:rPr lang="en-IN" sz="2000" baseline="-25000" dirty="0" err="1">
                <a:solidFill>
                  <a:srgbClr val="C00000"/>
                </a:solidFill>
                <a:latin typeface="Palatino Linotype" panose="02040502050505030304" pitchFamily="18" charset="0"/>
                <a:sym typeface="Wingdings" panose="05000000000000000000" pitchFamily="2" charset="2"/>
              </a:rPr>
              <a:t>rm</a:t>
            </a:r>
            <a:r>
              <a:rPr lang="en-IN" sz="2000" baseline="-25000" dirty="0">
                <a:solidFill>
                  <a:srgbClr val="C00000"/>
                </a:solidFill>
                <a:latin typeface="Palatino Linotype" panose="02040502050505030304" pitchFamily="18" charset="0"/>
                <a:sym typeface="Wingdings" panose="05000000000000000000" pitchFamily="2" charset="2"/>
              </a:rPr>
              <a:t> </a:t>
            </a:r>
            <a:r>
              <a:rPr lang="en-IN" sz="2000" dirty="0">
                <a:solidFill>
                  <a:srgbClr val="C00000"/>
                </a:solidFill>
                <a:latin typeface="Palatino Linotype" panose="02040502050505030304" pitchFamily="18" charset="0"/>
                <a:sym typeface="Wingdings" panose="05000000000000000000" pitchFamily="2" charset="2"/>
              </a:rPr>
              <a:t>(a + (a * a))</a:t>
            </a:r>
          </a:p>
          <a:p>
            <a:r>
              <a:rPr lang="en-IN" sz="2000" dirty="0">
                <a:solidFill>
                  <a:srgbClr val="C00000"/>
                </a:solidFill>
                <a:latin typeface="Palatino Linotype" panose="02040502050505030304" pitchFamily="18" charset="0"/>
                <a:sym typeface="Wingdings" panose="05000000000000000000" pitchFamily="2" charset="2"/>
              </a:rPr>
              <a:t>	 </a:t>
            </a:r>
          </a:p>
          <a:p>
            <a:r>
              <a:rPr lang="en-IN" sz="2000" dirty="0">
                <a:solidFill>
                  <a:srgbClr val="C00000"/>
                </a:solidFill>
                <a:latin typeface="Palatino Linotype" panose="02040502050505030304" pitchFamily="18" charset="0"/>
                <a:sym typeface="Wingdings" panose="05000000000000000000" pitchFamily="2" charset="2"/>
              </a:rPr>
              <a:t>	E ==&gt;</a:t>
            </a:r>
            <a:r>
              <a:rPr lang="en-IN" sz="2000" baseline="-25000" dirty="0" err="1">
                <a:solidFill>
                  <a:srgbClr val="C00000"/>
                </a:solidFill>
                <a:latin typeface="Palatino Linotype" panose="02040502050505030304" pitchFamily="18" charset="0"/>
                <a:sym typeface="Wingdings" panose="05000000000000000000" pitchFamily="2" charset="2"/>
              </a:rPr>
              <a:t>rm</a:t>
            </a:r>
            <a:r>
              <a:rPr lang="en-IN" sz="2000" baseline="-25000" dirty="0">
                <a:solidFill>
                  <a:srgbClr val="C00000"/>
                </a:solidFill>
                <a:latin typeface="Palatino Linotype" panose="02040502050505030304" pitchFamily="18" charset="0"/>
                <a:sym typeface="Wingdings" panose="05000000000000000000" pitchFamily="2" charset="2"/>
              </a:rPr>
              <a:t> </a:t>
            </a:r>
            <a:r>
              <a:rPr lang="en-IN" sz="2000" baseline="30000" dirty="0">
                <a:solidFill>
                  <a:srgbClr val="C00000"/>
                </a:solidFill>
                <a:latin typeface="Palatino Linotype" panose="02040502050505030304" pitchFamily="18" charset="0"/>
                <a:sym typeface="Wingdings" panose="05000000000000000000" pitchFamily="2" charset="2"/>
              </a:rPr>
              <a:t>*</a:t>
            </a:r>
            <a:r>
              <a:rPr lang="en-IN" sz="2000" baseline="-25000" dirty="0">
                <a:solidFill>
                  <a:srgbClr val="C00000"/>
                </a:solidFill>
                <a:latin typeface="Palatino Linotype" panose="02040502050505030304" pitchFamily="18" charset="0"/>
                <a:sym typeface="Wingdings" panose="05000000000000000000" pitchFamily="2" charset="2"/>
              </a:rPr>
              <a:t> </a:t>
            </a:r>
            <a:r>
              <a:rPr lang="en-IN" sz="2000" dirty="0">
                <a:solidFill>
                  <a:srgbClr val="C00000"/>
                </a:solidFill>
                <a:latin typeface="Palatino Linotype" panose="02040502050505030304" pitchFamily="18" charset="0"/>
                <a:sym typeface="Wingdings" panose="05000000000000000000" pitchFamily="2" charset="2"/>
              </a:rPr>
              <a:t>(a + (a * a))</a:t>
            </a:r>
          </a:p>
          <a:p>
            <a:endParaRPr lang="en-IN" sz="2000" dirty="0">
              <a:solidFill>
                <a:srgbClr val="C00000"/>
              </a:solidFill>
              <a:latin typeface="Palatino Linotype" panose="02040502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21427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E08915-63BD-74CA-82CC-932D61723E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8844E2-8672-3A83-AB23-0EF21A00D3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F0082E1-04E2-1E32-F681-C574367E49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4820672"/>
              </p:ext>
            </p:extLst>
          </p:nvPr>
        </p:nvGraphicFramePr>
        <p:xfrm>
          <a:off x="776908" y="1335419"/>
          <a:ext cx="10638183" cy="490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46061">
                  <a:extLst>
                    <a:ext uri="{9D8B030D-6E8A-4147-A177-3AD203B41FA5}">
                      <a16:colId xmlns:a16="http://schemas.microsoft.com/office/drawing/2014/main" val="1918213087"/>
                    </a:ext>
                  </a:extLst>
                </a:gridCol>
                <a:gridCol w="3546061">
                  <a:extLst>
                    <a:ext uri="{9D8B030D-6E8A-4147-A177-3AD203B41FA5}">
                      <a16:colId xmlns:a16="http://schemas.microsoft.com/office/drawing/2014/main" val="357372775"/>
                    </a:ext>
                  </a:extLst>
                </a:gridCol>
                <a:gridCol w="3546061">
                  <a:extLst>
                    <a:ext uri="{9D8B030D-6E8A-4147-A177-3AD203B41FA5}">
                      <a16:colId xmlns:a16="http://schemas.microsoft.com/office/drawing/2014/main" val="4226334968"/>
                    </a:ext>
                  </a:extLst>
                </a:gridCol>
              </a:tblGrid>
              <a:tr h="4351337">
                <a:tc>
                  <a:txBody>
                    <a:bodyPr/>
                    <a:lstStyle/>
                    <a:p>
                      <a:r>
                        <a:rPr lang="en-US" sz="2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Given Grammar</a:t>
                      </a:r>
                    </a:p>
                    <a:p>
                      <a:r>
                        <a:rPr lang="en-US" sz="2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Productions:</a:t>
                      </a:r>
                    </a:p>
                    <a:p>
                      <a:r>
                        <a:rPr lang="en-US" sz="2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 → </a:t>
                      </a:r>
                      <a:r>
                        <a:rPr lang="en-US" sz="2800" b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aAB</a:t>
                      </a:r>
                      <a:endParaRPr lang="en-US" sz="28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US" sz="2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→ </a:t>
                      </a:r>
                      <a:r>
                        <a:rPr lang="en-US" sz="2800" b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bBb</a:t>
                      </a:r>
                      <a:endParaRPr lang="en-US" sz="28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US" sz="2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 → A | ε</a:t>
                      </a:r>
                    </a:p>
                    <a:p>
                      <a:endParaRPr lang="en-IN" sz="28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4400" kern="1200" baseline="-25000" dirty="0">
                          <a:solidFill>
                            <a:srgbClr val="000099"/>
                          </a:solidFill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S​⇒</a:t>
                      </a:r>
                      <a:r>
                        <a:rPr lang="en-IN" sz="4400" kern="1200" baseline="-25000" dirty="0" err="1">
                          <a:solidFill>
                            <a:srgbClr val="000099"/>
                          </a:solidFill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aAB</a:t>
                      </a:r>
                      <a:endParaRPr lang="en-IN" sz="4400" kern="1200" baseline="-25000" dirty="0">
                        <a:solidFill>
                          <a:srgbClr val="000099"/>
                        </a:solidFill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4400" kern="1200" baseline="-25000" dirty="0">
                          <a:solidFill>
                            <a:srgbClr val="000099"/>
                          </a:solidFill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⇒</a:t>
                      </a:r>
                      <a:r>
                        <a:rPr lang="en-IN" sz="4400" kern="1200" baseline="-25000" dirty="0" err="1">
                          <a:solidFill>
                            <a:srgbClr val="000099"/>
                          </a:solidFill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abBbB</a:t>
                      </a:r>
                      <a:r>
                        <a:rPr lang="en-IN" sz="4400" kern="1200" baseline="-25000" dirty="0">
                          <a:solidFill>
                            <a:srgbClr val="000099"/>
                          </a:solidFill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 (</a:t>
                      </a:r>
                      <a:r>
                        <a:rPr lang="en-IN" sz="4400" kern="1200" baseline="-25000" dirty="0" err="1">
                          <a:solidFill>
                            <a:srgbClr val="000099"/>
                          </a:solidFill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A⇒bBb</a:t>
                      </a:r>
                      <a:r>
                        <a:rPr lang="en-IN" sz="4400" kern="1200" baseline="-25000" dirty="0">
                          <a:solidFill>
                            <a:srgbClr val="000099"/>
                          </a:solidFill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4400" kern="1200" baseline="-25000" dirty="0">
                          <a:solidFill>
                            <a:srgbClr val="000099"/>
                          </a:solidFill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⇒</a:t>
                      </a:r>
                      <a:r>
                        <a:rPr lang="en-IN" sz="4400" kern="1200" baseline="-25000" dirty="0" err="1">
                          <a:solidFill>
                            <a:srgbClr val="000099"/>
                          </a:solidFill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abAbB</a:t>
                      </a:r>
                      <a:r>
                        <a:rPr lang="en-IN" sz="4400" kern="1200" baseline="-25000" dirty="0">
                          <a:solidFill>
                            <a:srgbClr val="000099"/>
                          </a:solidFill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 (B⇒A)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4400" kern="1200" baseline="-25000" dirty="0">
                          <a:solidFill>
                            <a:srgbClr val="000099"/>
                          </a:solidFill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⇒</a:t>
                      </a:r>
                      <a:r>
                        <a:rPr lang="en-IN" sz="4400" kern="1200" baseline="-25000" dirty="0" err="1">
                          <a:solidFill>
                            <a:srgbClr val="000099"/>
                          </a:solidFill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abbBbb</a:t>
                      </a:r>
                      <a:r>
                        <a:rPr lang="en-IN" sz="4400" kern="1200" baseline="-25000" dirty="0">
                          <a:solidFill>
                            <a:srgbClr val="000099"/>
                          </a:solidFill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 (</a:t>
                      </a:r>
                      <a:r>
                        <a:rPr lang="en-IN" sz="4400" kern="1200" baseline="-25000" dirty="0" err="1">
                          <a:solidFill>
                            <a:srgbClr val="000099"/>
                          </a:solidFill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A⇒bBb</a:t>
                      </a:r>
                      <a:r>
                        <a:rPr lang="en-IN" sz="4400" kern="1200" baseline="-25000" dirty="0">
                          <a:solidFill>
                            <a:srgbClr val="000099"/>
                          </a:solidFill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4400" kern="1200" baseline="-25000" dirty="0">
                          <a:solidFill>
                            <a:srgbClr val="000099"/>
                          </a:solidFill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⇒</a:t>
                      </a:r>
                      <a:r>
                        <a:rPr lang="en-IN" sz="4400" kern="1200" baseline="-25000" dirty="0" err="1">
                          <a:solidFill>
                            <a:srgbClr val="000099"/>
                          </a:solidFill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abbbbB</a:t>
                      </a:r>
                      <a:r>
                        <a:rPr lang="en-IN" sz="4400" kern="1200" baseline="-25000" dirty="0">
                          <a:solidFill>
                            <a:srgbClr val="000099"/>
                          </a:solidFill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 (B⇒</a:t>
                      </a:r>
                      <a:r>
                        <a:rPr lang="el-GR" sz="4400" kern="1200" baseline="-25000" dirty="0">
                          <a:solidFill>
                            <a:srgbClr val="000099"/>
                          </a:solidFill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ε)</a:t>
                      </a:r>
                      <a:endParaRPr lang="en-IN" sz="4400" kern="1200" baseline="-25000" dirty="0">
                        <a:solidFill>
                          <a:srgbClr val="000099"/>
                        </a:solidFill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sz="4400" kern="1200" baseline="-25000" dirty="0">
                          <a:solidFill>
                            <a:srgbClr val="000099"/>
                          </a:solidFill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⇒</a:t>
                      </a:r>
                      <a:r>
                        <a:rPr lang="en-IN" sz="4400" kern="1200" baseline="-25000" dirty="0" err="1">
                          <a:solidFill>
                            <a:srgbClr val="000099"/>
                          </a:solidFill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abbbb</a:t>
                      </a:r>
                      <a:r>
                        <a:rPr lang="en-IN" sz="4400" kern="1200" baseline="-25000" dirty="0">
                          <a:solidFill>
                            <a:srgbClr val="000099"/>
                          </a:solidFill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 (B⇒</a:t>
                      </a:r>
                      <a:r>
                        <a:rPr lang="el-GR" sz="4400" kern="1200" baseline="-25000" dirty="0">
                          <a:solidFill>
                            <a:srgbClr val="000099"/>
                          </a:solidFill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ε)​ </a:t>
                      </a:r>
                      <a:endParaRPr lang="en-IN" sz="4400" kern="1200" baseline="-25000" dirty="0">
                        <a:solidFill>
                          <a:srgbClr val="000099"/>
                        </a:solidFill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28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This is a leftmost derivation of abb</a:t>
                      </a:r>
                      <a:endParaRPr lang="el-GR" sz="28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IN" sz="28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4400" kern="1200" baseline="-25000" dirty="0">
                          <a:solidFill>
                            <a:srgbClr val="C00000"/>
                          </a:solidFill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S​⇒</a:t>
                      </a:r>
                      <a:r>
                        <a:rPr lang="en-IN" sz="4400" kern="1200" baseline="-25000" dirty="0" err="1">
                          <a:solidFill>
                            <a:srgbClr val="C00000"/>
                          </a:solidFill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aAB</a:t>
                      </a:r>
                      <a:endParaRPr lang="en-IN" sz="4400" kern="1200" baseline="-25000" dirty="0">
                        <a:solidFill>
                          <a:srgbClr val="C00000"/>
                        </a:solidFill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4400" kern="1200" baseline="-25000" dirty="0">
                          <a:solidFill>
                            <a:srgbClr val="C00000"/>
                          </a:solidFill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⇒</a:t>
                      </a:r>
                      <a:r>
                        <a:rPr lang="en-IN" sz="4400" kern="1200" baseline="-25000" dirty="0" err="1">
                          <a:solidFill>
                            <a:srgbClr val="C00000"/>
                          </a:solidFill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aA</a:t>
                      </a:r>
                      <a:r>
                        <a:rPr lang="en-IN" sz="4400" kern="1200" baseline="-25000" dirty="0">
                          <a:solidFill>
                            <a:srgbClr val="C00000"/>
                          </a:solidFill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 (B⇒</a:t>
                      </a:r>
                      <a:r>
                        <a:rPr lang="el-GR" sz="4400" kern="1200" baseline="-25000" dirty="0">
                          <a:solidFill>
                            <a:srgbClr val="C00000"/>
                          </a:solidFill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ε)</a:t>
                      </a:r>
                      <a:endParaRPr lang="en-IN" sz="4400" kern="1200" baseline="-25000" dirty="0">
                        <a:solidFill>
                          <a:srgbClr val="C00000"/>
                        </a:solidFill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sz="4400" kern="1200" baseline="-25000" dirty="0">
                          <a:solidFill>
                            <a:srgbClr val="C00000"/>
                          </a:solidFill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⇒</a:t>
                      </a:r>
                      <a:r>
                        <a:rPr lang="en-IN" sz="4400" kern="1200" baseline="-25000" dirty="0" err="1">
                          <a:solidFill>
                            <a:srgbClr val="C00000"/>
                          </a:solidFill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abBb</a:t>
                      </a:r>
                      <a:r>
                        <a:rPr lang="en-IN" sz="4400" kern="1200" baseline="-25000" dirty="0">
                          <a:solidFill>
                            <a:srgbClr val="C00000"/>
                          </a:solidFill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 (</a:t>
                      </a:r>
                      <a:r>
                        <a:rPr lang="en-IN" sz="4400" kern="1200" baseline="-25000" dirty="0" err="1">
                          <a:solidFill>
                            <a:srgbClr val="C00000"/>
                          </a:solidFill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A⇒bBb</a:t>
                      </a:r>
                      <a:r>
                        <a:rPr lang="en-IN" sz="4400" kern="1200" baseline="-25000" dirty="0">
                          <a:solidFill>
                            <a:srgbClr val="C00000"/>
                          </a:solidFill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4400" kern="1200" baseline="-25000" dirty="0">
                          <a:solidFill>
                            <a:srgbClr val="C00000"/>
                          </a:solidFill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⇒</a:t>
                      </a:r>
                      <a:r>
                        <a:rPr lang="en-IN" sz="4400" kern="1200" baseline="-25000" dirty="0" err="1">
                          <a:solidFill>
                            <a:srgbClr val="C00000"/>
                          </a:solidFill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abAb</a:t>
                      </a:r>
                      <a:r>
                        <a:rPr lang="en-IN" sz="4400" kern="1200" baseline="-25000" dirty="0">
                          <a:solidFill>
                            <a:srgbClr val="C00000"/>
                          </a:solidFill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 (B⇒A)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4400" kern="1200" baseline="-25000" dirty="0">
                          <a:solidFill>
                            <a:srgbClr val="C00000"/>
                          </a:solidFill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⇒</a:t>
                      </a:r>
                      <a:r>
                        <a:rPr lang="en-IN" sz="4400" kern="1200" baseline="-25000" dirty="0" err="1">
                          <a:solidFill>
                            <a:srgbClr val="C00000"/>
                          </a:solidFill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abbBbb</a:t>
                      </a:r>
                      <a:r>
                        <a:rPr lang="en-IN" sz="4400" kern="1200" baseline="-25000" dirty="0">
                          <a:solidFill>
                            <a:srgbClr val="C00000"/>
                          </a:solidFill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 (</a:t>
                      </a:r>
                      <a:r>
                        <a:rPr lang="en-IN" sz="4400" kern="1200" baseline="-25000" dirty="0" err="1">
                          <a:solidFill>
                            <a:srgbClr val="C00000"/>
                          </a:solidFill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A⇒bBb</a:t>
                      </a:r>
                      <a:r>
                        <a:rPr lang="en-IN" sz="4400" kern="1200" baseline="-25000" dirty="0">
                          <a:solidFill>
                            <a:srgbClr val="C00000"/>
                          </a:solidFill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4400" kern="1200" baseline="-25000" dirty="0">
                          <a:solidFill>
                            <a:srgbClr val="C00000"/>
                          </a:solidFill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⇒</a:t>
                      </a:r>
                      <a:r>
                        <a:rPr lang="en-IN" sz="4400" kern="1200" baseline="-25000" dirty="0" err="1">
                          <a:solidFill>
                            <a:srgbClr val="C00000"/>
                          </a:solidFill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abbbb</a:t>
                      </a:r>
                      <a:r>
                        <a:rPr lang="en-IN" sz="4400" kern="1200" baseline="-25000" dirty="0">
                          <a:solidFill>
                            <a:srgbClr val="C00000"/>
                          </a:solidFill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 (B⇒</a:t>
                      </a:r>
                      <a:r>
                        <a:rPr lang="el-GR" sz="4400" kern="1200" baseline="-25000" dirty="0">
                          <a:solidFill>
                            <a:srgbClr val="C00000"/>
                          </a:solidFill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ε)​ </a:t>
                      </a:r>
                      <a:endParaRPr lang="en-IN" sz="4400" kern="1200" baseline="-25000" dirty="0">
                        <a:solidFill>
                          <a:srgbClr val="C00000"/>
                        </a:solidFill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28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This is a rightmost derivation of the same string.</a:t>
                      </a:r>
                      <a:endParaRPr lang="el-GR" sz="28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IN" sz="28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75011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3837648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A4DB8C-42CD-993B-C8D7-D07C023506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Derivation Tree (Parse Tree)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1EC218-5256-631D-78D1-8F1658C6FB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derivation tree is a graphical way of representing a derivation.</a:t>
            </a:r>
          </a:p>
          <a:p>
            <a:r>
              <a:rPr lang="en-US" dirty="0"/>
              <a:t>It is an ordered tree in which:</a:t>
            </a:r>
          </a:p>
          <a:p>
            <a:pPr lvl="1"/>
            <a:r>
              <a:rPr lang="en-US" dirty="0"/>
              <a:t>Each internal node is labeled with a non-terminal (left-hand side of a production)</a:t>
            </a:r>
          </a:p>
          <a:p>
            <a:pPr lvl="1"/>
            <a:r>
              <a:rPr lang="en-US" dirty="0"/>
              <a:t>The children of a node represent the symbols on the right-hand side of that production</a:t>
            </a:r>
          </a:p>
          <a:p>
            <a:pPr lvl="1"/>
            <a:r>
              <a:rPr lang="en-US" dirty="0"/>
              <a:t>Leaves are terminal symbols (or ε)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612895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CD0668-6AF8-C154-6017-7B9513448F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0F7F89-7A13-A740-3D98-441215CB4D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root of the tree is labeled with the start symbol</a:t>
            </a:r>
          </a:p>
          <a:p>
            <a:r>
              <a:rPr lang="en-US" dirty="0"/>
              <a:t>Each variable is expanded according to a production rule</a:t>
            </a:r>
          </a:p>
          <a:p>
            <a:r>
              <a:rPr lang="en-US" dirty="0"/>
              <a:t>The derivation ends when all leaves are terminals</a:t>
            </a:r>
          </a:p>
          <a:p>
            <a:r>
              <a:rPr lang="en-US" dirty="0"/>
              <a:t>Reading the leaves from left to right gives the derived string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688266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9217C6-15E7-5761-83AD-C139C38158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5D6E9A-79C8-4A06-D054-8B92314E41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Production rules of a Grammar (G)</a:t>
            </a:r>
          </a:p>
          <a:p>
            <a:r>
              <a:rPr lang="en-IN" dirty="0">
                <a:solidFill>
                  <a:srgbClr val="C00000"/>
                </a:solidFill>
              </a:rPr>
              <a:t>S </a:t>
            </a:r>
            <a:r>
              <a:rPr lang="en-IN" b="1" dirty="0">
                <a:solidFill>
                  <a:srgbClr val="C00000"/>
                </a:solidFill>
              </a:rPr>
              <a:t>→</a:t>
            </a:r>
            <a:r>
              <a:rPr lang="en-IN" dirty="0">
                <a:solidFill>
                  <a:srgbClr val="C00000"/>
                </a:solidFill>
              </a:rPr>
              <a:t> S + S | S * S  </a:t>
            </a:r>
          </a:p>
          <a:p>
            <a:r>
              <a:rPr lang="en-IN" dirty="0">
                <a:solidFill>
                  <a:srgbClr val="C00000"/>
                </a:solidFill>
              </a:rPr>
              <a:t>S </a:t>
            </a:r>
            <a:r>
              <a:rPr lang="en-IN" b="1" dirty="0">
                <a:solidFill>
                  <a:srgbClr val="C00000"/>
                </a:solidFill>
              </a:rPr>
              <a:t>→</a:t>
            </a:r>
            <a:r>
              <a:rPr lang="en-IN" dirty="0">
                <a:solidFill>
                  <a:srgbClr val="C00000"/>
                </a:solidFill>
              </a:rPr>
              <a:t> </a:t>
            </a:r>
            <a:r>
              <a:rPr lang="en-IN" dirty="0" err="1">
                <a:solidFill>
                  <a:srgbClr val="C00000"/>
                </a:solidFill>
              </a:rPr>
              <a:t>x|y|z</a:t>
            </a:r>
            <a:r>
              <a:rPr lang="en-IN" dirty="0">
                <a:solidFill>
                  <a:srgbClr val="C00000"/>
                </a:solidFill>
              </a:rPr>
              <a:t>  </a:t>
            </a:r>
          </a:p>
          <a:p>
            <a:pPr marL="0" indent="0">
              <a:buNone/>
            </a:pPr>
            <a:r>
              <a:rPr lang="en-IN" dirty="0"/>
              <a:t>Derive the string (x * y + Z)</a:t>
            </a:r>
          </a:p>
          <a:p>
            <a:pPr marL="0" indent="0">
              <a:buNone/>
            </a:pPr>
            <a:r>
              <a:rPr lang="en-US" b="1" dirty="0"/>
              <a:t>Step 1: By using S → S + S        Step 2: By using S → S * S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                                                                      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ED02DA9-B681-484D-93CF-0FCEFB6B8B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4475890"/>
            <a:ext cx="2006703" cy="121926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8309E61-C72D-A3FB-976C-7399CCAF9F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4980" y="4302012"/>
            <a:ext cx="2768742" cy="2190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819176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714B1A-3892-13EA-C809-48893ECB74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8" name="Content Placeholder 4">
            <a:extLst>
              <a:ext uri="{FF2B5EF4-FFF2-40B4-BE49-F238E27FC236}">
                <a16:creationId xmlns:a16="http://schemas.microsoft.com/office/drawing/2014/main" id="{57A241A8-8C00-68FA-E398-743EB82D52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5146" y="2329894"/>
            <a:ext cx="3143412" cy="274969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43CCB2D-F2BA-3982-5592-A1973D4AAF98}"/>
              </a:ext>
            </a:extLst>
          </p:cNvPr>
          <p:cNvSpPr txBox="1"/>
          <p:nvPr/>
        </p:nvSpPr>
        <p:spPr>
          <a:xfrm>
            <a:off x="838200" y="1987826"/>
            <a:ext cx="30314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Step 3: By using S → x                                               </a:t>
            </a:r>
          </a:p>
          <a:p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F31665C-DE19-30A9-AB81-94BC7CC96A73}"/>
              </a:ext>
            </a:extLst>
          </p:cNvPr>
          <p:cNvSpPr txBox="1"/>
          <p:nvPr/>
        </p:nvSpPr>
        <p:spPr>
          <a:xfrm>
            <a:off x="6533322" y="1987826"/>
            <a:ext cx="36045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Step 4: By using S → y</a:t>
            </a: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7800988-2851-EB6C-5940-C52CBD2D23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3322" y="2634157"/>
            <a:ext cx="2844946" cy="2844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848118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854FA6-CD47-653C-2D00-68DDD7B0D2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EEB1D2-A8CD-BE1E-BB3B-BBC499D857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Step 5: By using S → z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E9CD6D2-BE1C-4633-BEBE-4883CC8856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3740" y="2791714"/>
            <a:ext cx="2863997" cy="2997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423788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999EAF-6F43-A19B-3A65-8F985C3D18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Types of Derivation</a:t>
            </a:r>
            <a:br>
              <a:rPr lang="en-IN" dirty="0"/>
            </a:br>
            <a:endParaRPr lang="en-IN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5BCB4AD6-CA59-D83D-C1DB-2FEF9476B8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97426" y="1921565"/>
            <a:ext cx="6771861" cy="3111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635814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D79C3E-6493-4F93-BD6B-007C16F63A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sng" dirty="0"/>
              <a:t>Leftmost Derivation Tree</a:t>
            </a:r>
            <a:br>
              <a:rPr lang="en-IN" u="sng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D51F4D-C68B-66F3-CEBF-467BD76F68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US" dirty="0"/>
              <a:t>In a leftmost derivation, at each step, the leftmost non-terminal in the current string is expanded first using a production rule.</a:t>
            </a:r>
          </a:p>
          <a:p>
            <a:pPr fontAlgn="base"/>
            <a:r>
              <a:rPr lang="en-US" dirty="0"/>
              <a:t>This method is useful in top-down parsing techniques, like recursive descent parsers.</a:t>
            </a:r>
          </a:p>
          <a:p>
            <a:r>
              <a:rPr lang="en-US" dirty="0"/>
              <a:t>Here is descriptive diagram of the leftmost derivation tree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1600656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D4D7444E-8572-6DFD-CB75-0984238C71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5025" y="6737718"/>
            <a:ext cx="12207200" cy="123363"/>
            <a:chOff x="-5025" y="6737718"/>
            <a:chExt cx="12207200" cy="1233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1C89D56-574B-DBE6-E414-A886D4CD9B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6808B29-2E24-7E95-6543-9B0B821797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60F12752-306F-AB59-6043-6194223511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1062" y="1298713"/>
            <a:ext cx="11542642" cy="4531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173122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33C32C-4B47-2320-A1D9-BE4B87B0FD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sng" dirty="0"/>
              <a:t>Rightmost Derivation Tree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9A8AD4-89A9-A6AF-A5EB-AB4E713564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US" dirty="0"/>
              <a:t>In a rightmost derivation, at each step, the rightmost non-terminal in the current string is expanded first.</a:t>
            </a:r>
          </a:p>
          <a:p>
            <a:pPr fontAlgn="base"/>
            <a:r>
              <a:rPr lang="en-US" dirty="0"/>
              <a:t>Rightmost derivations are commonly used in bottom-up parsing algorithms, such as shift-reduce parsers.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4342541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E17D775A-1FFB-DA42-368F-ED1492E380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1097" b="1501"/>
          <a:stretch>
            <a:fillRect/>
          </a:stretch>
        </p:blipFill>
        <p:spPr>
          <a:xfrm>
            <a:off x="20" y="1"/>
            <a:ext cx="12191979" cy="7262190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D4D7444E-8572-6DFD-CB75-0984238C71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5025" y="6737718"/>
            <a:ext cx="12207200" cy="123363"/>
            <a:chOff x="-5025" y="6737718"/>
            <a:chExt cx="12207200" cy="123363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1C89D56-574B-DBE6-E414-A886D4CD9B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26808B29-2E24-7E95-6543-9B0B821797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74115621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36AF2-9665-9A16-3D17-7CEEF89584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Ambiguity in Derivation Trees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5E47F3-9511-97B6-1D3F-9F0E58ACE6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grammar is called </a:t>
            </a:r>
            <a:r>
              <a:rPr lang="en-US" b="1" dirty="0">
                <a:hlinkClick r:id="rId2"/>
              </a:rPr>
              <a:t>ambiguous</a:t>
            </a:r>
            <a:r>
              <a:rPr lang="en-US" dirty="0">
                <a:hlinkClick r:id="rId2"/>
              </a:rPr>
              <a:t> </a:t>
            </a:r>
            <a:r>
              <a:rPr lang="en-US" dirty="0"/>
              <a:t>if there exists at least one string in the language that can be generated by </a:t>
            </a:r>
            <a:r>
              <a:rPr lang="en-US" b="1" dirty="0"/>
              <a:t>two or more different derivation trees</a:t>
            </a:r>
            <a:r>
              <a:rPr lang="en-US" dirty="0"/>
              <a:t> (or parse trees).</a:t>
            </a:r>
          </a:p>
          <a:p>
            <a:r>
              <a:rPr lang="en-IN" b="1" dirty="0"/>
              <a:t>Example:</a:t>
            </a:r>
            <a:endParaRPr lang="en-IN" dirty="0"/>
          </a:p>
          <a:p>
            <a:r>
              <a:rPr lang="en-IN" b="1" dirty="0"/>
              <a:t>Production rules: S → </a:t>
            </a:r>
            <a:r>
              <a:rPr lang="en-IN" b="1" dirty="0" err="1"/>
              <a:t>xB</a:t>
            </a:r>
            <a:r>
              <a:rPr lang="en-IN" b="1" dirty="0"/>
              <a:t> | </a:t>
            </a:r>
            <a:r>
              <a:rPr lang="en-IN" b="1" dirty="0" err="1"/>
              <a:t>xy</a:t>
            </a:r>
            <a:r>
              <a:rPr lang="en-IN" b="1" dirty="0"/>
              <a:t> , A → AB | x , B → </a:t>
            </a:r>
            <a:r>
              <a:rPr lang="en-IN" b="1" dirty="0" err="1"/>
              <a:t>Ayy</a:t>
            </a:r>
            <a:r>
              <a:rPr lang="en-IN" b="1" dirty="0"/>
              <a:t> | y</a:t>
            </a:r>
            <a:endParaRPr lang="en-IN" dirty="0"/>
          </a:p>
          <a:p>
            <a:r>
              <a:rPr lang="en-IN" dirty="0"/>
              <a:t>Given string (W) to derive: </a:t>
            </a:r>
            <a:r>
              <a:rPr lang="en-IN" b="1" dirty="0" err="1"/>
              <a:t>xy</a:t>
            </a:r>
            <a:r>
              <a:rPr lang="en-IN" b="1" dirty="0"/>
              <a:t>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9658134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DDA9A3-0338-2397-0CE3-9459872F10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D827D2E-9D00-98B7-495B-E165D6D614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54370" y="2140648"/>
            <a:ext cx="4083260" cy="3721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554075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C519EE-0163-421C-ED6F-0D4A88F7DB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EDDEBB-6A93-9233-1E33-0B41745EB3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 fontAlgn="base"/>
            <a:r>
              <a:rPr lang="en-US" dirty="0"/>
              <a:t>Ambiguity means there are multiple ways to apply production rules to derive the same string, leading to different tree structures.</a:t>
            </a:r>
          </a:p>
          <a:p>
            <a:pPr algn="just" fontAlgn="base"/>
            <a:r>
              <a:rPr lang="en-US" dirty="0"/>
              <a:t>Ambiguous grammars can cause confusion in parsing, as the meaning or structure of the string is not uniquely defined, which is undesirable for programming languages.</a:t>
            </a:r>
          </a:p>
        </p:txBody>
      </p:sp>
    </p:spTree>
    <p:extLst>
      <p:ext uri="{BB962C8B-B14F-4D97-AF65-F5344CB8AC3E}">
        <p14:creationId xmlns:p14="http://schemas.microsoft.com/office/powerpoint/2010/main" val="156651445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27170D-487F-2565-7F41-2764D5EC2F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Partial Derivation Tree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E4F80D-517F-825C-DE4A-FDCC94C3B5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partial derivation tree is a derivation tree in which at least one leaf node is a non-terminal, representing an intermediate stage of string derivation in a context-free grammar.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1631804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3B05AF-2C20-6629-0D14-CFB2C6319F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Construction of CFG	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0637F74-5FBF-3D0A-5071-30143308A53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IN" dirty="0"/>
                  <a:t>1) Language having any number of a’s over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</m:oMath>
                </a14:m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r>
                  <a:rPr lang="en-IN" dirty="0"/>
                  <a:t>L={</a:t>
                </a:r>
                <a:r>
                  <a:rPr lang="el-GR" dirty="0"/>
                  <a:t>ε</a:t>
                </a:r>
                <a:r>
                  <a:rPr lang="en-IN" dirty="0"/>
                  <a:t>,</a:t>
                </a:r>
                <a:r>
                  <a:rPr lang="en-IN" dirty="0" err="1"/>
                  <a:t>a,aa,aaa,aaaa</a:t>
                </a:r>
                <a:r>
                  <a:rPr lang="en-IN" dirty="0"/>
                  <a:t>,..}</a:t>
                </a:r>
              </a:p>
              <a:p>
                <a:pPr marL="0" indent="0">
                  <a:buNone/>
                </a:pPr>
                <a:r>
                  <a:rPr lang="en-IN" dirty="0"/>
                  <a:t>Steps:</a:t>
                </a:r>
              </a:p>
              <a:p>
                <a:pPr marL="514350" indent="-514350">
                  <a:buAutoNum type="arabicPeriod"/>
                </a:pPr>
                <a:r>
                  <a:rPr lang="en-IN" dirty="0"/>
                  <a:t>Understand the requirement</a:t>
                </a:r>
              </a:p>
              <a:p>
                <a:pPr marL="0" indent="0">
                  <a:buNone/>
                </a:pPr>
                <a:r>
                  <a:rPr lang="en-IN" dirty="0"/>
                  <a:t>2. Decide the recursion pattern</a:t>
                </a:r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 algn="ctr">
                  <a:buNone/>
                </a:pPr>
                <a:r>
                  <a:rPr lang="en-IN" b="1" dirty="0" err="1">
                    <a:solidFill>
                      <a:srgbClr val="FF0000"/>
                    </a:solidFill>
                  </a:rPr>
                  <a:t>S→aS</a:t>
                </a:r>
                <a:r>
                  <a:rPr lang="en-IN" b="1" dirty="0">
                    <a:solidFill>
                      <a:srgbClr val="FF0000"/>
                    </a:solidFill>
                  </a:rPr>
                  <a:t>∣</a:t>
                </a:r>
                <a:r>
                  <a:rPr lang="el-GR" b="1" dirty="0">
                    <a:solidFill>
                      <a:srgbClr val="FF0000"/>
                    </a:solidFill>
                  </a:rPr>
                  <a:t> ε</a:t>
                </a:r>
                <a:endParaRPr lang="en-IN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0637F74-5FBF-3D0A-5071-30143308A53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38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1392239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51B7A3-93E3-F95A-C25E-46512D64FE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B9ADA6-786F-99FA-9512-4EDF4D06B7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2) Any number of a’s and b’s </a:t>
            </a:r>
          </a:p>
          <a:p>
            <a:endParaRPr lang="en-IN" dirty="0"/>
          </a:p>
          <a:p>
            <a:pPr marL="0" indent="0">
              <a:buNone/>
            </a:pPr>
            <a:r>
              <a:rPr lang="en-IN" dirty="0"/>
              <a:t>L={</a:t>
            </a:r>
            <a:r>
              <a:rPr lang="el-GR" dirty="0"/>
              <a:t>ϵ, </a:t>
            </a:r>
            <a:r>
              <a:rPr lang="en-IN" dirty="0"/>
              <a:t>a, b, ab, </a:t>
            </a:r>
            <a:r>
              <a:rPr lang="en-IN" dirty="0" err="1"/>
              <a:t>ba</a:t>
            </a:r>
            <a:r>
              <a:rPr lang="en-IN" dirty="0"/>
              <a:t>, </a:t>
            </a:r>
            <a:r>
              <a:rPr lang="en-IN" dirty="0" err="1"/>
              <a:t>aab</a:t>
            </a:r>
            <a:r>
              <a:rPr lang="en-IN" dirty="0"/>
              <a:t>, </a:t>
            </a:r>
            <a:r>
              <a:rPr lang="en-IN" dirty="0" err="1"/>
              <a:t>bba</a:t>
            </a:r>
            <a:r>
              <a:rPr lang="en-IN" dirty="0"/>
              <a:t>, </a:t>
            </a:r>
            <a:r>
              <a:rPr lang="en-IN" dirty="0" err="1"/>
              <a:t>abab</a:t>
            </a:r>
            <a:r>
              <a:rPr lang="en-IN" dirty="0"/>
              <a:t>, </a:t>
            </a:r>
            <a:r>
              <a:rPr lang="en-IN" dirty="0" err="1"/>
              <a:t>aaabbb</a:t>
            </a:r>
            <a:r>
              <a:rPr lang="en-IN" dirty="0"/>
              <a:t>, …}</a:t>
            </a:r>
          </a:p>
          <a:p>
            <a:pPr marL="0" indent="0">
              <a:buNone/>
            </a:pPr>
            <a:endParaRPr lang="en-IN" dirty="0"/>
          </a:p>
          <a:p>
            <a:pPr marL="0" indent="0" algn="ctr">
              <a:buNone/>
            </a:pPr>
            <a:r>
              <a:rPr lang="en-IN" b="1" dirty="0" err="1">
                <a:solidFill>
                  <a:srgbClr val="FF0000"/>
                </a:solidFill>
              </a:rPr>
              <a:t>S→aS∣bS</a:t>
            </a:r>
            <a:r>
              <a:rPr lang="en-IN" b="1" dirty="0">
                <a:solidFill>
                  <a:srgbClr val="FF0000"/>
                </a:solidFill>
              </a:rPr>
              <a:t>∣</a:t>
            </a:r>
            <a:r>
              <a:rPr lang="el-GR" b="1" dirty="0">
                <a:solidFill>
                  <a:srgbClr val="FF0000"/>
                </a:solidFill>
              </a:rPr>
              <a:t>ϵ.</a:t>
            </a:r>
            <a:endParaRPr lang="en-IN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IN" dirty="0"/>
              <a:t>3) </a:t>
            </a:r>
            <a:r>
              <a:rPr lang="en-IN" dirty="0" err="1"/>
              <a:t>Atleast</a:t>
            </a:r>
            <a:r>
              <a:rPr lang="en-IN" dirty="0"/>
              <a:t> two a’s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ABD23C9-4E83-E0DC-5B94-1A5A3E5E51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7062" y="4911990"/>
            <a:ext cx="3558764" cy="521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352205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A1798-3D71-23A3-0059-5D83CC43C9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2C7083-0B45-CD64-7AC6-19B97942AF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must ensure:</a:t>
            </a:r>
          </a:p>
          <a:p>
            <a:r>
              <a:rPr lang="en-US" b="1" dirty="0"/>
              <a:t>two a’s appear</a:t>
            </a:r>
            <a:endParaRPr lang="en-US" dirty="0"/>
          </a:p>
          <a:p>
            <a:r>
              <a:rPr lang="en-US" dirty="0"/>
              <a:t>after that, </a:t>
            </a:r>
            <a:r>
              <a:rPr lang="en-US" b="1" dirty="0"/>
              <a:t>anything is allowed</a:t>
            </a:r>
            <a:endParaRPr lang="en-US" dirty="0"/>
          </a:p>
          <a:p>
            <a:pPr marL="0" indent="0">
              <a:buNone/>
            </a:pPr>
            <a:endParaRPr lang="en-IN" dirty="0"/>
          </a:p>
          <a:p>
            <a:pPr marL="0" indent="0" algn="ctr">
              <a:buNone/>
            </a:pPr>
            <a:r>
              <a:rPr lang="en-IN" b="1" dirty="0">
                <a:solidFill>
                  <a:srgbClr val="FF0000"/>
                </a:solidFill>
              </a:rPr>
              <a:t>S → </a:t>
            </a:r>
            <a:r>
              <a:rPr lang="en-IN" b="1" dirty="0" err="1">
                <a:solidFill>
                  <a:srgbClr val="FF0000"/>
                </a:solidFill>
              </a:rPr>
              <a:t>AaAaA</a:t>
            </a:r>
            <a:endParaRPr lang="en-IN" b="1" dirty="0">
              <a:solidFill>
                <a:srgbClr val="FF0000"/>
              </a:solidFill>
            </a:endParaRPr>
          </a:p>
          <a:p>
            <a:pPr marL="0" indent="0" algn="ctr">
              <a:buNone/>
            </a:pPr>
            <a:r>
              <a:rPr lang="en-IN" b="1" dirty="0">
                <a:solidFill>
                  <a:srgbClr val="FF0000"/>
                </a:solidFill>
              </a:rPr>
              <a:t>A → </a:t>
            </a:r>
            <a:r>
              <a:rPr lang="en-IN" b="1" dirty="0" err="1">
                <a:solidFill>
                  <a:srgbClr val="FF0000"/>
                </a:solidFill>
              </a:rPr>
              <a:t>aA|bA</a:t>
            </a:r>
            <a:r>
              <a:rPr lang="en-IN" b="1" dirty="0">
                <a:solidFill>
                  <a:srgbClr val="FF0000"/>
                </a:solidFill>
              </a:rPr>
              <a:t>|</a:t>
            </a:r>
            <a:r>
              <a:rPr lang="el-GR" b="1" dirty="0">
                <a:solidFill>
                  <a:srgbClr val="FF0000"/>
                </a:solidFill>
              </a:rPr>
              <a:t> ϵ</a:t>
            </a:r>
            <a:endParaRPr lang="en-IN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795467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C56FFD-CD6D-FB51-69AF-DA745B54CE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C256CCE-205C-6A8F-185F-9345B791A11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en-IN" dirty="0"/>
                  <a:t>4) </a:t>
                </a:r>
                <a:r>
                  <a:rPr lang="en-US" dirty="0"/>
                  <a:t>Exactly one occurrence of 01 , </a:t>
                </a:r>
                <a:r>
                  <a:rPr lang="el-GR" dirty="0"/>
                  <a:t>Σ={0,1}</a:t>
                </a:r>
                <a:endParaRPr lang="en-IN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 algn="ctr">
                  <a:buNone/>
                </a:pPr>
                <a:r>
                  <a:rPr lang="en-IN" b="1" dirty="0">
                    <a:solidFill>
                      <a:srgbClr val="FF0000"/>
                    </a:solidFill>
                  </a:rPr>
                  <a:t>S → A01A</a:t>
                </a:r>
              </a:p>
              <a:p>
                <a:pPr marL="0" indent="0" algn="ctr">
                  <a:buNone/>
                </a:pPr>
                <a:r>
                  <a:rPr lang="en-IN" b="1" dirty="0">
                    <a:solidFill>
                      <a:srgbClr val="FF0000"/>
                    </a:solidFill>
                  </a:rPr>
                  <a:t>A → 0A|1A|</a:t>
                </a:r>
                <a:r>
                  <a:rPr lang="el-GR" b="1" dirty="0">
                    <a:solidFill>
                      <a:srgbClr val="FF0000"/>
                    </a:solidFill>
                  </a:rPr>
                  <a:t> ϵ</a:t>
                </a:r>
                <a:endParaRPr lang="en-IN" b="1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r>
                  <a:rPr lang="en-IN" dirty="0"/>
                  <a:t>5) L={ a</a:t>
                </a:r>
                <a:r>
                  <a:rPr lang="en-IN" baseline="30000" dirty="0"/>
                  <a:t>n</a:t>
                </a:r>
                <a:r>
                  <a:rPr lang="en-IN" dirty="0"/>
                  <a:t>b</a:t>
                </a:r>
                <a:r>
                  <a:rPr lang="en-IN" baseline="30000" dirty="0"/>
                  <a:t>n</a:t>
                </a:r>
                <a:r>
                  <a:rPr lang="en-IN" dirty="0"/>
                  <a:t>∣n≥1}</a:t>
                </a:r>
              </a:p>
              <a:p>
                <a:r>
                  <a:rPr lang="en-IN" dirty="0"/>
                  <a:t>Handle the base case. </a:t>
                </a:r>
                <a:r>
                  <a:rPr lang="en-US" dirty="0"/>
                  <a:t>Since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/>
                  <a:t>:</a:t>
                </a:r>
              </a:p>
              <a:p>
                <a:pPr lvl="1"/>
                <a:r>
                  <a:rPr lang="en-US" dirty="0"/>
                  <a:t>The smallest valid string is ab</a:t>
                </a:r>
              </a:p>
              <a:p>
                <a:pPr lvl="1"/>
                <a:r>
                  <a:rPr lang="en-US" dirty="0"/>
                  <a:t>So the base case should generate ab, not ε</a:t>
                </a:r>
                <a:endParaRPr lang="en-IN" dirty="0"/>
              </a:p>
              <a:p>
                <a:pPr marL="0" indent="0" algn="ctr">
                  <a:buNone/>
                </a:pPr>
                <a:r>
                  <a:rPr lang="en-IN" b="1" dirty="0">
                    <a:solidFill>
                      <a:srgbClr val="FF0000"/>
                    </a:solidFill>
                  </a:rPr>
                  <a:t>S → </a:t>
                </a:r>
                <a:r>
                  <a:rPr lang="en-IN" b="1" dirty="0" err="1">
                    <a:solidFill>
                      <a:srgbClr val="FF0000"/>
                    </a:solidFill>
                  </a:rPr>
                  <a:t>aSb</a:t>
                </a:r>
                <a:endParaRPr lang="en-IN" b="1" dirty="0">
                  <a:solidFill>
                    <a:srgbClr val="FF0000"/>
                  </a:solidFill>
                </a:endParaRPr>
              </a:p>
              <a:p>
                <a:pPr marL="0" indent="0" algn="ctr">
                  <a:buNone/>
                </a:pPr>
                <a:r>
                  <a:rPr lang="en-IN" b="1" dirty="0">
                    <a:solidFill>
                      <a:srgbClr val="FF0000"/>
                    </a:solidFill>
                  </a:rPr>
                  <a:t>S → ab</a:t>
                </a:r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C256CCE-205C-6A8F-185F-9345B791A11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80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D4632479-A8C4-B25A-DBBC-65495525C3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5858" y="2396701"/>
            <a:ext cx="4121362" cy="368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680852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BE3E91-4F81-F221-75F7-40188FFC0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BC3A5E-FFE2-3C9F-9C1C-288F1C6B6B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dirty="0"/>
              <a:t>6) L=a</a:t>
            </a:r>
            <a:r>
              <a:rPr lang="en-IN" baseline="30000" dirty="0"/>
              <a:t>n</a:t>
            </a:r>
            <a:r>
              <a:rPr lang="en-IN" dirty="0"/>
              <a:t>b</a:t>
            </a:r>
            <a:r>
              <a:rPr lang="en-IN" baseline="30000" dirty="0"/>
              <a:t>2n</a:t>
            </a:r>
            <a:r>
              <a:rPr lang="en-IN" dirty="0"/>
              <a:t>∣n≥1</a:t>
            </a:r>
          </a:p>
          <a:p>
            <a:pPr marL="0" indent="0">
              <a:buNone/>
            </a:pPr>
            <a:endParaRPr lang="en-IN" dirty="0"/>
          </a:p>
          <a:p>
            <a:pPr marL="0" indent="0" algn="ctr">
              <a:lnSpc>
                <a:spcPct val="80000"/>
              </a:lnSpc>
              <a:buNone/>
            </a:pPr>
            <a:r>
              <a:rPr lang="en-IN" sz="2600" b="1" dirty="0">
                <a:solidFill>
                  <a:srgbClr val="FF0000"/>
                </a:solidFill>
              </a:rPr>
              <a:t>S→ </a:t>
            </a:r>
            <a:r>
              <a:rPr lang="en-IN" sz="2600" b="1" dirty="0" err="1">
                <a:solidFill>
                  <a:srgbClr val="FF0000"/>
                </a:solidFill>
              </a:rPr>
              <a:t>aSbb</a:t>
            </a:r>
            <a:endParaRPr lang="en-IN" sz="2600" b="1" dirty="0">
              <a:solidFill>
                <a:srgbClr val="FF0000"/>
              </a:solidFill>
            </a:endParaRPr>
          </a:p>
          <a:p>
            <a:pPr marL="0" indent="0" algn="ctr">
              <a:lnSpc>
                <a:spcPct val="80000"/>
              </a:lnSpc>
              <a:buNone/>
            </a:pPr>
            <a:r>
              <a:rPr lang="en-IN" sz="2600" b="1" dirty="0">
                <a:solidFill>
                  <a:srgbClr val="FF0000"/>
                </a:solidFill>
              </a:rPr>
              <a:t>S→ abb</a:t>
            </a:r>
          </a:p>
          <a:p>
            <a:pPr marL="0" indent="0">
              <a:buNone/>
            </a:pPr>
            <a:r>
              <a:rPr lang="en-IN" dirty="0"/>
              <a:t>7) L= </a:t>
            </a:r>
            <a:r>
              <a:rPr lang="en-IN" dirty="0" err="1"/>
              <a:t>wcw</a:t>
            </a:r>
            <a:r>
              <a:rPr lang="en-IN" baseline="30000" dirty="0" err="1"/>
              <a:t>T</a:t>
            </a:r>
            <a:r>
              <a:rPr lang="en-IN" dirty="0"/>
              <a:t>| w belongs to {</a:t>
            </a:r>
            <a:r>
              <a:rPr lang="en-IN" dirty="0" err="1"/>
              <a:t>a,b</a:t>
            </a:r>
            <a:r>
              <a:rPr lang="en-IN" dirty="0"/>
              <a:t>}</a:t>
            </a:r>
            <a:r>
              <a:rPr lang="en-IN" baseline="30000" dirty="0"/>
              <a:t>*</a:t>
            </a: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L={</a:t>
            </a:r>
            <a:r>
              <a:rPr lang="en-IN" dirty="0" err="1"/>
              <a:t>abbcbba</a:t>
            </a:r>
            <a:r>
              <a:rPr lang="en-IN" dirty="0"/>
              <a:t>, aca, </a:t>
            </a:r>
            <a:r>
              <a:rPr lang="en-IN" dirty="0" err="1"/>
              <a:t>bcb</a:t>
            </a:r>
            <a:r>
              <a:rPr lang="en-IN" dirty="0"/>
              <a:t>, </a:t>
            </a:r>
            <a:r>
              <a:rPr lang="en-IN" dirty="0" err="1"/>
              <a:t>bacab</a:t>
            </a:r>
            <a:r>
              <a:rPr lang="en-IN" dirty="0"/>
              <a:t>,..}</a:t>
            </a:r>
          </a:p>
          <a:p>
            <a:pPr marL="0" indent="0" algn="ctr">
              <a:buNone/>
            </a:pPr>
            <a:r>
              <a:rPr lang="en-IN" b="1" dirty="0">
                <a:solidFill>
                  <a:srgbClr val="FF0000"/>
                </a:solidFill>
              </a:rPr>
              <a:t>S→ </a:t>
            </a:r>
            <a:r>
              <a:rPr lang="en-IN" b="1" dirty="0" err="1">
                <a:solidFill>
                  <a:srgbClr val="FF0000"/>
                </a:solidFill>
              </a:rPr>
              <a:t>aSa|bSb</a:t>
            </a:r>
            <a:endParaRPr lang="en-IN" b="1" dirty="0">
              <a:solidFill>
                <a:srgbClr val="FF0000"/>
              </a:solidFill>
            </a:endParaRPr>
          </a:p>
          <a:p>
            <a:pPr marL="0" indent="0" algn="ctr">
              <a:buNone/>
            </a:pPr>
            <a:r>
              <a:rPr lang="en-IN" b="1" dirty="0">
                <a:solidFill>
                  <a:srgbClr val="FF0000"/>
                </a:solidFill>
              </a:rPr>
              <a:t>S → c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7564004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687D06-1A8C-0CA4-900F-AA604BE495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E2A847-D7A1-03BD-97B9-D7EB405422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8) L=a</a:t>
            </a:r>
            <a:r>
              <a:rPr lang="en-IN" baseline="30000" dirty="0"/>
              <a:t>n</a:t>
            </a:r>
            <a:r>
              <a:rPr lang="en-IN" dirty="0"/>
              <a:t>b</a:t>
            </a:r>
            <a:r>
              <a:rPr lang="en-IN" baseline="30000" dirty="0"/>
              <a:t>m</a:t>
            </a:r>
            <a:r>
              <a:rPr lang="en-IN" dirty="0"/>
              <a:t>c</a:t>
            </a:r>
            <a:r>
              <a:rPr lang="en-IN" baseline="30000" dirty="0"/>
              <a:t>n</a:t>
            </a:r>
            <a:r>
              <a:rPr lang="en-IN" dirty="0"/>
              <a:t>∣m,n≥1</a:t>
            </a:r>
          </a:p>
          <a:p>
            <a:pPr marL="0" indent="0" algn="ctr">
              <a:buNone/>
            </a:pPr>
            <a:r>
              <a:rPr lang="en-IN" b="1" dirty="0" err="1">
                <a:solidFill>
                  <a:srgbClr val="FF0000"/>
                </a:solidFill>
              </a:rPr>
              <a:t>S→aSc∣aBc</a:t>
            </a:r>
            <a:endParaRPr lang="en-IN" b="1" dirty="0">
              <a:solidFill>
                <a:srgbClr val="FF0000"/>
              </a:solidFill>
            </a:endParaRPr>
          </a:p>
          <a:p>
            <a:pPr marL="0" indent="0" algn="ctr">
              <a:buNone/>
            </a:pPr>
            <a:r>
              <a:rPr lang="en-IN" b="1" dirty="0" err="1">
                <a:solidFill>
                  <a:srgbClr val="FF0000"/>
                </a:solidFill>
              </a:rPr>
              <a:t>B→bB∣b</a:t>
            </a:r>
            <a:r>
              <a:rPr lang="en-IN" b="1" dirty="0">
                <a:solidFill>
                  <a:srgbClr val="FF0000"/>
                </a:solidFill>
              </a:rPr>
              <a:t> </a:t>
            </a:r>
          </a:p>
          <a:p>
            <a:pPr marL="0" indent="0">
              <a:buNone/>
            </a:pPr>
            <a:r>
              <a:rPr lang="en-IN" dirty="0"/>
              <a:t>9) L=a</a:t>
            </a:r>
            <a:r>
              <a:rPr lang="en-IN" baseline="30000" dirty="0"/>
              <a:t>n</a:t>
            </a:r>
            <a:r>
              <a:rPr lang="en-IN" dirty="0"/>
              <a:t>b</a:t>
            </a:r>
            <a:r>
              <a:rPr lang="en-IN" baseline="30000" dirty="0"/>
              <a:t>m</a:t>
            </a:r>
            <a:r>
              <a:rPr lang="en-IN" dirty="0"/>
              <a:t>c</a:t>
            </a:r>
            <a:r>
              <a:rPr lang="en-IN" baseline="30000" dirty="0"/>
              <a:t>m</a:t>
            </a:r>
            <a:r>
              <a:rPr lang="en-IN" dirty="0"/>
              <a:t>d</a:t>
            </a:r>
            <a:r>
              <a:rPr lang="en-IN" baseline="30000" dirty="0"/>
              <a:t>n</a:t>
            </a:r>
            <a:r>
              <a:rPr lang="en-IN" dirty="0"/>
              <a:t>∣m,n≥1</a:t>
            </a:r>
          </a:p>
          <a:p>
            <a:pPr marL="0" indent="0" algn="ctr">
              <a:buNone/>
            </a:pPr>
            <a:r>
              <a:rPr lang="en-IN" b="1" dirty="0" err="1">
                <a:solidFill>
                  <a:srgbClr val="FF0000"/>
                </a:solidFill>
              </a:rPr>
              <a:t>S→aSd∣aAd</a:t>
            </a:r>
            <a:endParaRPr lang="en-IN" b="1" dirty="0">
              <a:solidFill>
                <a:srgbClr val="FF0000"/>
              </a:solidFill>
            </a:endParaRPr>
          </a:p>
          <a:p>
            <a:pPr marL="0" indent="0" algn="ctr">
              <a:buNone/>
            </a:pPr>
            <a:r>
              <a:rPr lang="en-IN" b="1" dirty="0" err="1">
                <a:solidFill>
                  <a:srgbClr val="FF0000"/>
                </a:solidFill>
              </a:rPr>
              <a:t>A→bAc∣bc</a:t>
            </a:r>
            <a:r>
              <a:rPr lang="en-IN" b="1" dirty="0">
                <a:solidFill>
                  <a:srgbClr val="FF0000"/>
                </a:solidFill>
              </a:rPr>
              <a:t> </a:t>
            </a:r>
          </a:p>
          <a:p>
            <a:pPr marL="0" indent="0">
              <a:buNone/>
            </a:pPr>
            <a:endParaRPr lang="en-IN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064224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C08709-1860-21F7-9880-29D46083E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342CE4-55F9-D584-4FDF-DB36A675AC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L=a</a:t>
            </a:r>
            <a:r>
              <a:rPr lang="en-IN" baseline="30000" dirty="0"/>
              <a:t>n</a:t>
            </a:r>
            <a:r>
              <a:rPr lang="en-IN" dirty="0"/>
              <a:t>b</a:t>
            </a:r>
            <a:r>
              <a:rPr lang="en-IN" baseline="30000" dirty="0"/>
              <a:t>n</a:t>
            </a:r>
            <a:r>
              <a:rPr lang="en-IN" dirty="0"/>
              <a:t>c</a:t>
            </a:r>
            <a:r>
              <a:rPr lang="en-IN" baseline="30000" dirty="0"/>
              <a:t>m</a:t>
            </a:r>
            <a:r>
              <a:rPr lang="en-IN" dirty="0"/>
              <a:t>d</a:t>
            </a:r>
            <a:r>
              <a:rPr lang="en-IN" baseline="30000" dirty="0"/>
              <a:t>m</a:t>
            </a:r>
            <a:r>
              <a:rPr lang="en-IN" dirty="0"/>
              <a:t>∣m,n≥1</a:t>
            </a:r>
          </a:p>
          <a:p>
            <a:endParaRPr lang="en-IN" dirty="0"/>
          </a:p>
          <a:p>
            <a:pPr marL="0" indent="0" algn="ctr">
              <a:buNone/>
            </a:pPr>
            <a:r>
              <a:rPr lang="en-IN" b="1" dirty="0">
                <a:solidFill>
                  <a:srgbClr val="FF0000"/>
                </a:solidFill>
              </a:rPr>
              <a:t>S→AB</a:t>
            </a:r>
          </a:p>
          <a:p>
            <a:pPr marL="0" indent="0" algn="ctr">
              <a:buNone/>
            </a:pPr>
            <a:r>
              <a:rPr lang="en-IN" b="1" dirty="0">
                <a:solidFill>
                  <a:srgbClr val="FF0000"/>
                </a:solidFill>
              </a:rPr>
              <a:t>A → </a:t>
            </a:r>
            <a:r>
              <a:rPr lang="en-IN" b="1" dirty="0" err="1">
                <a:solidFill>
                  <a:srgbClr val="FF0000"/>
                </a:solidFill>
              </a:rPr>
              <a:t>aAb|ab</a:t>
            </a:r>
            <a:endParaRPr lang="en-IN" b="1" dirty="0">
              <a:solidFill>
                <a:srgbClr val="FF0000"/>
              </a:solidFill>
            </a:endParaRPr>
          </a:p>
          <a:p>
            <a:pPr marL="0" indent="0" algn="ctr">
              <a:buNone/>
            </a:pPr>
            <a:r>
              <a:rPr lang="en-IN" b="1" dirty="0" err="1">
                <a:solidFill>
                  <a:srgbClr val="FF0000"/>
                </a:solidFill>
              </a:rPr>
              <a:t>B→cBd|cd</a:t>
            </a:r>
            <a:r>
              <a:rPr lang="en-IN" b="1" dirty="0">
                <a:solidFill>
                  <a:srgbClr val="FF0000"/>
                </a:solidFill>
              </a:rPr>
              <a:t> </a:t>
            </a:r>
          </a:p>
          <a:p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9001915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630CA7-C50F-C087-BFAE-5A602173C3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075375-1676-79E4-B15F-5E250CE815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L={</a:t>
            </a:r>
            <a:r>
              <a:rPr lang="en-IN" dirty="0" err="1"/>
              <a:t>a</a:t>
            </a:r>
            <a:r>
              <a:rPr lang="en-IN" baseline="30000" dirty="0" err="1"/>
              <a:t>m+n</a:t>
            </a:r>
            <a:r>
              <a:rPr lang="en-IN" dirty="0" err="1"/>
              <a:t>b</a:t>
            </a:r>
            <a:r>
              <a:rPr lang="en-IN" baseline="30000" dirty="0" err="1"/>
              <a:t>m</a:t>
            </a:r>
            <a:r>
              <a:rPr lang="en-IN" dirty="0" err="1"/>
              <a:t>c</a:t>
            </a:r>
            <a:r>
              <a:rPr lang="en-IN" baseline="30000" dirty="0" err="1"/>
              <a:t>n</a:t>
            </a:r>
            <a:r>
              <a:rPr lang="en-IN" dirty="0"/>
              <a:t>, n,m≥1}</a:t>
            </a:r>
          </a:p>
          <a:p>
            <a:endParaRPr lang="en-IN" dirty="0"/>
          </a:p>
          <a:p>
            <a:pPr marL="0" indent="0">
              <a:buNone/>
            </a:pPr>
            <a:r>
              <a:rPr lang="en-IN" dirty="0"/>
              <a:t>L={</a:t>
            </a:r>
            <a:r>
              <a:rPr lang="en-IN" dirty="0" err="1"/>
              <a:t>a</a:t>
            </a:r>
            <a:r>
              <a:rPr lang="en-IN" baseline="30000" dirty="0" err="1"/>
              <a:t>n</a:t>
            </a:r>
            <a:r>
              <a:rPr lang="en-IN" dirty="0" err="1"/>
              <a:t>a</a:t>
            </a:r>
            <a:r>
              <a:rPr lang="en-IN" baseline="30000" dirty="0" err="1"/>
              <a:t>m</a:t>
            </a:r>
            <a:r>
              <a:rPr lang="en-IN" dirty="0" err="1"/>
              <a:t>b</a:t>
            </a:r>
            <a:r>
              <a:rPr lang="en-IN" baseline="30000" dirty="0" err="1"/>
              <a:t>m</a:t>
            </a:r>
            <a:r>
              <a:rPr lang="en-IN" dirty="0" err="1"/>
              <a:t>c</a:t>
            </a:r>
            <a:r>
              <a:rPr lang="en-IN" baseline="30000" dirty="0" err="1"/>
              <a:t>n</a:t>
            </a:r>
            <a:r>
              <a:rPr lang="en-IN" dirty="0"/>
              <a:t> }</a:t>
            </a:r>
          </a:p>
          <a:p>
            <a:pPr marL="0" indent="0">
              <a:buNone/>
            </a:pPr>
            <a:endParaRPr lang="en-IN" dirty="0"/>
          </a:p>
          <a:p>
            <a:pPr marL="0" indent="0" algn="ctr">
              <a:buNone/>
            </a:pPr>
            <a:r>
              <a:rPr lang="en-IN" b="1" dirty="0" err="1">
                <a:solidFill>
                  <a:srgbClr val="FF0000"/>
                </a:solidFill>
              </a:rPr>
              <a:t>S→aSc|aAc</a:t>
            </a:r>
            <a:endParaRPr lang="en-IN" b="1" dirty="0">
              <a:solidFill>
                <a:srgbClr val="FF0000"/>
              </a:solidFill>
            </a:endParaRPr>
          </a:p>
          <a:p>
            <a:pPr marL="0" indent="0" algn="ctr">
              <a:buNone/>
            </a:pPr>
            <a:r>
              <a:rPr lang="en-IN" b="1" dirty="0">
                <a:solidFill>
                  <a:srgbClr val="FF0000"/>
                </a:solidFill>
              </a:rPr>
              <a:t>A → </a:t>
            </a:r>
            <a:r>
              <a:rPr lang="en-IN" b="1" dirty="0" err="1">
                <a:solidFill>
                  <a:srgbClr val="FF0000"/>
                </a:solidFill>
              </a:rPr>
              <a:t>aAb|ab</a:t>
            </a:r>
            <a:endParaRPr lang="en-IN" b="1" dirty="0">
              <a:solidFill>
                <a:srgbClr val="FF0000"/>
              </a:solidFill>
            </a:endParaRPr>
          </a:p>
          <a:p>
            <a:pPr marL="0" indent="0" algn="ctr">
              <a:buNone/>
            </a:pPr>
            <a:r>
              <a:rPr lang="en-IN" b="1" dirty="0">
                <a:solidFill>
                  <a:srgbClr val="FF0000"/>
                </a:solidFill>
              </a:rPr>
              <a:t> 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2626944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FB216E-A269-DF02-18BC-2202C651C5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Simplifying Grammars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2D21B3-B729-0D3E-E2D9-81BF173AD7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Context-free grammars allow flexible production rules, but unrestricted forms can make analysis difficult.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Introducing suitable restrictions helps simplify grammar analysis and theoretical proofs.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Any context-free grammar can be transformed into an equivalent restricted grammar.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 forms provide a standard structure while preserving the expressive power of the grammar.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Chomsky normal form and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Greibach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normal form are important normal forms used in theory and parsing.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647802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D2DF96-2EC2-BA8F-BCA3-A8F53C06F3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Methods to reduce grammar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EBC0E8-2C64-E791-B88E-ED667ECEEC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Removing useless productions</a:t>
            </a:r>
          </a:p>
          <a:p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Remiving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Null Productions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Iii) Removing unit productions</a:t>
            </a:r>
          </a:p>
        </p:txBody>
      </p:sp>
    </p:spTree>
    <p:extLst>
      <p:ext uri="{BB962C8B-B14F-4D97-AF65-F5344CB8AC3E}">
        <p14:creationId xmlns:p14="http://schemas.microsoft.com/office/powerpoint/2010/main" val="119720926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9FE0A3-472D-5A63-1099-EE4BFE5ADF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Removing useless productions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7122AD-56D3-357D-DEC0-D59A15A9F3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Some productions in a grammar never participate in any valid derivation and can be safely removed.</a:t>
            </a:r>
          </a:p>
          <a:p>
            <a:pPr algn="just"/>
            <a:r>
              <a:rPr lang="en-US" dirty="0"/>
              <a:t>A production that cannot lead to a terminal string does not contribute to sentence generation.</a:t>
            </a:r>
          </a:p>
          <a:p>
            <a:pPr algn="just"/>
            <a:r>
              <a:rPr lang="en-US" dirty="0"/>
              <a:t>Removing such productions simplifies the grammar without changing the language.</a:t>
            </a:r>
          </a:p>
          <a:p>
            <a:pPr algn="just"/>
            <a:r>
              <a:rPr lang="en-US" dirty="0"/>
              <a:t>A variable in a context-free grammar is considered useful if it appears in at least one derivation that produces a string in the language.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2419598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FB00C6-C79F-EDB1-083B-7C3D091E4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029E21-E7CE-1217-66F9-41E7DBE38B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variable that does not appear in any successful derivation is called useless.</a:t>
            </a:r>
          </a:p>
          <a:p>
            <a:r>
              <a:rPr lang="en-US" dirty="0"/>
              <a:t>Any production involving a useless variable is also considered useless.</a:t>
            </a:r>
          </a:p>
          <a:p>
            <a:r>
              <a:rPr lang="en-US" dirty="0"/>
              <a:t>Eliminating useless variables and productions results in a simpler and equivalent grammar.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3335629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A59547-15B7-B9E3-F520-FCBFAFCDE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B04F73-8601-F8FD-F861-95F5C89A7E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ctr"/>
            <a:r>
              <a:rPr lang="en-US" dirty="0"/>
              <a:t>S → A, A → </a:t>
            </a:r>
            <a:r>
              <a:rPr lang="en-US" dirty="0" err="1"/>
              <a:t>aA</a:t>
            </a:r>
            <a:r>
              <a:rPr lang="en-US" dirty="0"/>
              <a:t> | λ, and B → </a:t>
            </a:r>
            <a:r>
              <a:rPr lang="en-US" dirty="0" err="1"/>
              <a:t>bA</a:t>
            </a:r>
            <a:r>
              <a:rPr lang="en-US" dirty="0"/>
              <a:t>.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variable may be useless if it cannot derive any terminal string.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variable may also be useless if it cannot be reached from the start symbol.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this grammar, the variable B can derive terminal strings but is unreachable from S.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Since B never appears in any derivation starting from S, it does not contribute to sentence generation.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Therefore, B and the production involving B can be safely removed.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variable is useless either because it is non-generating or because it is unreachable.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385782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7C1BA7-4916-7675-B38B-BE745468B1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B77F14-62A3-4D67-0FAF-07D37E477D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given grammar has variables V = {S, A, B, C}, terminals T = {a, b}, and start symbol S.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production rules of the grammar are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→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| A | C,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→ a,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 → aa, and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 →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643499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326046-DA20-4AC6-1EFE-5763854905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8782"/>
            <a:ext cx="10515600" cy="6480313"/>
          </a:xfrm>
        </p:spPr>
        <p:txBody>
          <a:bodyPr>
            <a:normAutofit fontScale="92500" lnSpcReduction="2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first step is to identify variables that can derive at least one terminal string.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Variable </a:t>
            </a:r>
            <a:r>
              <a:rPr 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is generating because A → 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Variable </a:t>
            </a:r>
            <a:r>
              <a:rPr 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 is generating because B → aa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Variable S is generating because S ⇒ A ⇒ a. Variable C is non-generating </a:t>
            </a:r>
            <a:r>
              <a:rPr 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because C → </a:t>
            </a:r>
            <a:r>
              <a:rPr lang="en-US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always contains C and cannot derive a terminal string.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Since </a:t>
            </a:r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 is non-generating, C and all productions involving C are removed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removing C, the intermediate grammar has variables {S, A, B}, terminals {a}, and productions S →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| A, A → a, and B → aa.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next step is to identify variables that are reachable from the start symbol 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Variable </a:t>
            </a:r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is reachable from 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through the production S → A.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Variable </a:t>
            </a:r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 is not reachable from 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because no production from S leads to B.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Since B is unreachable, B and its production are removed. The final grammar after eliminating all useless symbols has variables {S, A}, terminals {a}, and productions </a:t>
            </a:r>
          </a:p>
          <a:p>
            <a:pPr marL="0" indent="0" algn="ctr">
              <a:buNone/>
            </a:pP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 → </a:t>
            </a:r>
            <a:r>
              <a:rPr lang="en-US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| A and A → a.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9486250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75C06-B9CC-3642-ECCC-B76519D47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DA834B-B5DF-53F1-D1BE-9DFC051167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1305" y="1404730"/>
            <a:ext cx="11595652" cy="5194853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IN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 → AB | AC</a:t>
            </a:r>
            <a:br>
              <a:rPr lang="en-IN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→ </a:t>
            </a:r>
            <a:r>
              <a:rPr lang="en-IN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aAb</a:t>
            </a:r>
            <a:r>
              <a:rPr lang="en-IN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| </a:t>
            </a:r>
            <a:r>
              <a:rPr lang="en-IN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bAa</a:t>
            </a:r>
            <a:r>
              <a:rPr lang="en-IN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| ab</a:t>
            </a:r>
            <a:br>
              <a:rPr lang="en-IN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 → </a:t>
            </a:r>
            <a:r>
              <a:rPr lang="en-IN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bbA</a:t>
            </a:r>
            <a:r>
              <a:rPr lang="en-IN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| </a:t>
            </a:r>
            <a:r>
              <a:rPr lang="en-IN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aaB</a:t>
            </a:r>
            <a:r>
              <a:rPr lang="en-IN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| AB</a:t>
            </a:r>
            <a:br>
              <a:rPr lang="en-IN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 → </a:t>
            </a:r>
            <a:r>
              <a:rPr lang="en-IN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abCA</a:t>
            </a:r>
            <a:r>
              <a:rPr lang="en-IN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| </a:t>
            </a:r>
            <a:r>
              <a:rPr lang="en-IN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aDb</a:t>
            </a:r>
            <a:br>
              <a:rPr lang="en-IN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 → </a:t>
            </a:r>
            <a:r>
              <a:rPr lang="en-IN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bD</a:t>
            </a:r>
            <a:r>
              <a:rPr lang="en-IN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| </a:t>
            </a:r>
            <a:r>
              <a:rPr lang="en-IN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</a:t>
            </a:r>
            <a:endParaRPr lang="en-IN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Variable A is generating because A → ab produces only terminals. 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Variable B, </a:t>
            </a:r>
            <a:r>
              <a:rPr lang="en-US" dirty="0"/>
              <a:t>Since </a:t>
            </a:r>
            <a:r>
              <a:rPr lang="en-US" b="1" dirty="0"/>
              <a:t>A is generating</a:t>
            </a:r>
            <a:r>
              <a:rPr lang="en-US" dirty="0"/>
              <a:t>,</a:t>
            </a:r>
            <a:br>
              <a:rPr lang="en-US" dirty="0"/>
            </a:br>
            <a:r>
              <a:rPr lang="en-US" dirty="0" err="1"/>
              <a:t>bbA</a:t>
            </a:r>
            <a:r>
              <a:rPr lang="en-US" dirty="0"/>
              <a:t> ⇒ </a:t>
            </a:r>
            <a:r>
              <a:rPr lang="en-US" dirty="0" err="1"/>
              <a:t>bbab</a:t>
            </a:r>
            <a:r>
              <a:rPr lang="en-US" dirty="0"/>
              <a:t> (terminals)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Variable C is non-generating because every production of C contains C or D.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Variable D is non-generating because D →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|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always contains D or C.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Variable S is generating because S → AB and A is generating, but this will be rechecked after removing non-generating symbols.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893622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295AE-81A9-3AF9-DC16-DB61D452B8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B3F2D4-1A1C-D1F1-43A1-D8C6DED120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 non-generating variables and related productions.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Variables C, and D are non-generating and are removed.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productions containing C, or D are eliminated.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removal, the remaining variables are {S, A}.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remaining productions are S → A and A →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|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| ab and </a:t>
            </a:r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 -&gt; </a:t>
            </a:r>
            <a:r>
              <a:rPr lang="en-IN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bbA</a:t>
            </a:r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 </a:t>
            </a:r>
            <a:r>
              <a:rPr lang="en-IN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aaB</a:t>
            </a:r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| AB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reachable variables from the start symbol.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Variable S is reachable as it is the start symbol.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Variable A is reachable from S through the production S → A.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grammar after eliminating useless symbols and productions.</a:t>
            </a:r>
          </a:p>
          <a:p>
            <a:pPr marL="457200" lvl="1" indent="0">
              <a:buNone/>
            </a:pPr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Variables: {S, A} Terminals: {a, b}</a:t>
            </a:r>
            <a:b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Productions:</a:t>
            </a:r>
            <a:b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 → AB</a:t>
            </a:r>
            <a:b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→ </a:t>
            </a:r>
            <a:r>
              <a:rPr lang="en-IN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aAb</a:t>
            </a:r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| </a:t>
            </a:r>
            <a:r>
              <a:rPr lang="en-IN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bAa</a:t>
            </a:r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| ab</a:t>
            </a:r>
          </a:p>
          <a:p>
            <a:pPr marL="457200" lvl="1" indent="0">
              <a:buNone/>
            </a:pPr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 -&gt; </a:t>
            </a:r>
            <a:r>
              <a:rPr lang="en-IN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bbA</a:t>
            </a:r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 </a:t>
            </a:r>
            <a:r>
              <a:rPr lang="en-IN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aaB</a:t>
            </a:r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| AB</a:t>
            </a:r>
          </a:p>
          <a:p>
            <a:endParaRPr lang="en-US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0030150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FB3D76-E277-B54B-83BE-16E4750459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Removing </a:t>
            </a:r>
            <a:r>
              <a:rPr lang="el-GR" dirty="0"/>
              <a:t>λ</a:t>
            </a:r>
            <a:r>
              <a:rPr lang="en-IN" dirty="0"/>
              <a:t>|</a:t>
            </a:r>
            <a:r>
              <a:rPr lang="el-GR" dirty="0"/>
              <a:t> ε</a:t>
            </a:r>
            <a:r>
              <a:rPr lang="en-IN" dirty="0"/>
              <a:t> productions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4C22F2-ADC9-2997-ADEF-E27CCC059B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Some context-free grammar productions are undesirable because their right-hand side is the empty string.</a:t>
            </a:r>
          </a:p>
          <a:p>
            <a:r>
              <a:rPr lang="en-US" dirty="0"/>
              <a:t>A production of the form A → λ is called a lambda production.</a:t>
            </a:r>
          </a:p>
          <a:p>
            <a:r>
              <a:rPr lang="en-US" dirty="0"/>
              <a:t>A variable is called nullable if it can derive the empty string.</a:t>
            </a:r>
          </a:p>
          <a:p>
            <a:r>
              <a:rPr lang="en-US" dirty="0"/>
              <a:t>A grammar may contain lambda productions even if the language itself does not include the empty string.</a:t>
            </a:r>
          </a:p>
          <a:p>
            <a:r>
              <a:rPr lang="en-US" dirty="0"/>
              <a:t>In such cases, lambda productions can be systematically removed.</a:t>
            </a:r>
          </a:p>
          <a:p>
            <a:r>
              <a:rPr lang="en-US" dirty="0"/>
              <a:t>Removing lambda productions simplifies the grammar while preserving the generated language.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8023231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9781DF-DACD-E7F4-0D96-CB777F00F5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Algorithm to remove </a:t>
            </a:r>
            <a:r>
              <a:rPr lang="el-GR" dirty="0"/>
              <a:t>λ</a:t>
            </a:r>
            <a:r>
              <a:rPr lang="en-IN" dirty="0"/>
              <a:t>|</a:t>
            </a:r>
            <a:r>
              <a:rPr lang="el-GR" dirty="0"/>
              <a:t> ε</a:t>
            </a:r>
            <a:r>
              <a:rPr lang="en-IN" dirty="0"/>
              <a:t> productions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C48B07-6977-5613-8C12-453FCF93D5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all nullable variables, which are variables that can derive ε.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Initialize the set of nullable variables with all variables that have productions of the form A → ε.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Iteratively add a variable A to the nullable set if A → X₁X₂…Xₙ and every Xᵢ in the production is nullable.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each production A → α, generate new productions by deleting any subset of nullable variables from α.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 not include the production A → ε unless the start symbol derives ε in the original grammar.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 start symbol is nullable, introduce a new start symbol S₀ and add productions S₀ → S and S₀ → ε.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 all original ε-productions from the grammar.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resulting grammar is equivalent to the original grammar without λ-productions.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994994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4DFFAE-1FA7-83AF-66F6-2BF19DF037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325C06-ACA3-9FDB-58D1-E31FDF6804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C00000"/>
                </a:solidFill>
              </a:rPr>
              <a:t>S → </a:t>
            </a:r>
            <a:r>
              <a:rPr lang="en-US" b="1" dirty="0" err="1">
                <a:solidFill>
                  <a:srgbClr val="C00000"/>
                </a:solidFill>
              </a:rPr>
              <a:t>aS₁b</a:t>
            </a:r>
            <a:r>
              <a:rPr lang="en-US" b="1" dirty="0">
                <a:solidFill>
                  <a:srgbClr val="C00000"/>
                </a:solidFill>
              </a:rPr>
              <a:t> and </a:t>
            </a:r>
          </a:p>
          <a:p>
            <a:pPr marL="0" indent="0">
              <a:buNone/>
            </a:pPr>
            <a:r>
              <a:rPr lang="en-US" b="1" dirty="0">
                <a:solidFill>
                  <a:srgbClr val="C00000"/>
                </a:solidFill>
              </a:rPr>
              <a:t>S₁ → </a:t>
            </a:r>
            <a:r>
              <a:rPr lang="en-US" b="1" dirty="0" err="1">
                <a:solidFill>
                  <a:srgbClr val="C00000"/>
                </a:solidFill>
              </a:rPr>
              <a:t>aS₁b</a:t>
            </a:r>
            <a:r>
              <a:rPr lang="en-US" b="1" dirty="0">
                <a:solidFill>
                  <a:srgbClr val="C00000"/>
                </a:solidFill>
              </a:rPr>
              <a:t> | ε.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variable S₁ is nullable because it can derive the empty string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remove the λ-production, substitute ε for S₁ wherever it appears on the right-hand side. The λ-production S₁ → ε is then removed from the grammar.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resulting grammar has productions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→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aS₁b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| ab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S₁ →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aS₁b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| ab.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982486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006B04-92FF-BC03-E97F-0B6544A37A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D64BC1-ED7B-A42F-49A7-FDB292D853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Remove Null Production</a:t>
            </a:r>
          </a:p>
          <a:p>
            <a:pPr marL="0" indent="0">
              <a:buNone/>
            </a:pPr>
            <a:r>
              <a:rPr lang="en-IN" dirty="0">
                <a:solidFill>
                  <a:srgbClr val="C00000"/>
                </a:solidFill>
              </a:rPr>
              <a:t>S → ABaC</a:t>
            </a:r>
            <a:br>
              <a:rPr lang="en-IN" dirty="0">
                <a:solidFill>
                  <a:srgbClr val="C00000"/>
                </a:solidFill>
              </a:rPr>
            </a:br>
            <a:r>
              <a:rPr lang="en-IN" dirty="0">
                <a:solidFill>
                  <a:srgbClr val="C00000"/>
                </a:solidFill>
              </a:rPr>
              <a:t>A → BC</a:t>
            </a:r>
            <a:br>
              <a:rPr lang="en-IN" dirty="0">
                <a:solidFill>
                  <a:srgbClr val="C00000"/>
                </a:solidFill>
              </a:rPr>
            </a:br>
            <a:r>
              <a:rPr lang="en-IN" dirty="0">
                <a:solidFill>
                  <a:srgbClr val="C00000"/>
                </a:solidFill>
              </a:rPr>
              <a:t>B → b | </a:t>
            </a:r>
            <a:r>
              <a:rPr lang="el-GR" dirty="0">
                <a:solidFill>
                  <a:srgbClr val="C00000"/>
                </a:solidFill>
              </a:rPr>
              <a:t>λ</a:t>
            </a:r>
            <a:br>
              <a:rPr lang="el-GR" dirty="0">
                <a:solidFill>
                  <a:srgbClr val="C00000"/>
                </a:solidFill>
              </a:rPr>
            </a:br>
            <a:r>
              <a:rPr lang="en-IN" dirty="0">
                <a:solidFill>
                  <a:srgbClr val="C00000"/>
                </a:solidFill>
              </a:rPr>
              <a:t>C → D | </a:t>
            </a:r>
            <a:r>
              <a:rPr lang="el-GR" dirty="0">
                <a:solidFill>
                  <a:srgbClr val="C00000"/>
                </a:solidFill>
              </a:rPr>
              <a:t>λ</a:t>
            </a:r>
            <a:br>
              <a:rPr lang="el-GR" dirty="0">
                <a:solidFill>
                  <a:srgbClr val="C00000"/>
                </a:solidFill>
              </a:rPr>
            </a:br>
            <a:r>
              <a:rPr lang="en-IN" dirty="0">
                <a:solidFill>
                  <a:srgbClr val="C00000"/>
                </a:solidFill>
              </a:rPr>
              <a:t>D → d</a:t>
            </a:r>
          </a:p>
          <a:p>
            <a:pPr marL="0" indent="0">
              <a:buNone/>
            </a:pPr>
            <a:endParaRPr lang="en-IN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Nullable variables are A, B, and C, and all possible productions are generated by removing nullable symbols from the right-hand sides.</a:t>
            </a:r>
            <a:endParaRPr lang="en-IN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541366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6B183-2527-214D-F7FF-C7ECC87000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72E149-DA0F-1A91-6D12-157F0E0407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Final grammar after removing </a:t>
            </a:r>
            <a:r>
              <a:rPr lang="el-GR" b="1" dirty="0"/>
              <a:t>λ-</a:t>
            </a:r>
            <a:r>
              <a:rPr lang="en-IN" b="1" dirty="0"/>
              <a:t>productions</a:t>
            </a:r>
            <a:endParaRPr lang="en-IN" dirty="0"/>
          </a:p>
          <a:p>
            <a:r>
              <a:rPr lang="en-IN" dirty="0"/>
              <a:t>S → ABaC | </a:t>
            </a:r>
            <a:r>
              <a:rPr lang="en-IN" dirty="0" err="1"/>
              <a:t>BaC</a:t>
            </a:r>
            <a:r>
              <a:rPr lang="en-IN" dirty="0"/>
              <a:t> | </a:t>
            </a:r>
            <a:r>
              <a:rPr lang="en-IN" dirty="0" err="1"/>
              <a:t>AaC</a:t>
            </a:r>
            <a:r>
              <a:rPr lang="en-IN" dirty="0"/>
              <a:t> | </a:t>
            </a:r>
            <a:r>
              <a:rPr lang="en-IN" dirty="0" err="1"/>
              <a:t>ABa</a:t>
            </a:r>
            <a:r>
              <a:rPr lang="en-IN" dirty="0"/>
              <a:t> | </a:t>
            </a:r>
            <a:r>
              <a:rPr lang="en-IN" dirty="0" err="1"/>
              <a:t>aC</a:t>
            </a:r>
            <a:r>
              <a:rPr lang="en-IN" dirty="0"/>
              <a:t> | Aa | Ba | a</a:t>
            </a:r>
            <a:br>
              <a:rPr lang="en-IN" dirty="0"/>
            </a:br>
            <a:r>
              <a:rPr lang="en-IN" dirty="0" err="1"/>
              <a:t>A</a:t>
            </a:r>
            <a:r>
              <a:rPr lang="en-IN" dirty="0"/>
              <a:t> → B | C | BC</a:t>
            </a:r>
            <a:br>
              <a:rPr lang="en-IN" dirty="0"/>
            </a:br>
            <a:r>
              <a:rPr lang="en-IN" dirty="0"/>
              <a:t>B → b</a:t>
            </a:r>
            <a:br>
              <a:rPr lang="en-IN" dirty="0"/>
            </a:br>
            <a:r>
              <a:rPr lang="en-IN" dirty="0"/>
              <a:t>C → D</a:t>
            </a:r>
            <a:br>
              <a:rPr lang="en-IN" dirty="0"/>
            </a:br>
            <a:r>
              <a:rPr lang="en-IN" dirty="0" err="1"/>
              <a:t>D</a:t>
            </a:r>
            <a:r>
              <a:rPr lang="en-IN" dirty="0"/>
              <a:t> → d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2588845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6D3BE9-E349-4101-63C3-8A0A98805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Remove Unit Productions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9C63BF-5A59-D74F-0714-215F80869C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context-free grammar productions are undesirable when both sides consist of a single variable.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production of the form </a:t>
            </a:r>
          </a:p>
          <a:p>
            <a:pPr marL="0" indent="0">
              <a:buNone/>
            </a:pPr>
            <a:r>
              <a:rPr 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A → B, 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where A and B are variables, is called a unit production.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 productions do not directly contribute to terminal string generation.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Such productions can increase the length of derivations without adding useful structure.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Therefore, unit productions are usually removed to simplify the grammar while preserving the language.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79807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FE9DD-405C-23B1-5143-4BD9D0D741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Algorithm to remove unit productions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1898ED-1383-7D23-5CA5-9B86D320FA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all unit productions of the form A → B, where A and B are variables.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each variable A, compute the set of variables that can be reached from A using only unit productions.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every pair of variables (A, B) such that B is reachable from A by unit productions, add to A all non-unit productions of B.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 that productions added do not create duplicate rules.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 all original unit productions from the grammar.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resulting grammar generates the same language but contains no unit productions.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166847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BD2D7-57A9-DAC1-2E1D-6D37B53D01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A023B9-B576-7903-C136-5C68F3BBDA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Given grammar</a:t>
            </a:r>
          </a:p>
          <a:p>
            <a:r>
              <a:rPr lang="en-US" dirty="0"/>
              <a:t>S → A</a:t>
            </a:r>
            <a:br>
              <a:rPr lang="en-US" dirty="0"/>
            </a:br>
            <a:r>
              <a:rPr lang="en-US" dirty="0" err="1"/>
              <a:t>A</a:t>
            </a:r>
            <a:r>
              <a:rPr lang="en-US" dirty="0"/>
              <a:t> → B</a:t>
            </a:r>
            <a:br>
              <a:rPr lang="en-US" dirty="0"/>
            </a:br>
            <a:r>
              <a:rPr lang="en-US" dirty="0" err="1"/>
              <a:t>B</a:t>
            </a:r>
            <a:r>
              <a:rPr lang="en-US" dirty="0"/>
              <a:t> → a</a:t>
            </a:r>
          </a:p>
          <a:p>
            <a:r>
              <a:rPr lang="en-US" dirty="0"/>
              <a:t>S → A and A → B are unit productions.</a:t>
            </a:r>
          </a:p>
          <a:p>
            <a:r>
              <a:rPr lang="en-US" dirty="0"/>
              <a:t>From S, we can reach A and B using unit productions.</a:t>
            </a:r>
          </a:p>
          <a:p>
            <a:r>
              <a:rPr lang="en-US" dirty="0"/>
              <a:t>From A, we can reach B using a unit production.</a:t>
            </a:r>
          </a:p>
          <a:p>
            <a:r>
              <a:rPr lang="en-US" dirty="0"/>
              <a:t>Since B → a is a non-unit production, add it to both A and S.</a:t>
            </a:r>
          </a:p>
          <a:p>
            <a:r>
              <a:rPr lang="en-US" dirty="0"/>
              <a:t>So we add:</a:t>
            </a:r>
            <a:br>
              <a:rPr lang="en-US" dirty="0"/>
            </a:br>
            <a:r>
              <a:rPr lang="en-US" dirty="0"/>
              <a:t>A → a</a:t>
            </a:r>
            <a:br>
              <a:rPr lang="en-US" dirty="0"/>
            </a:br>
            <a:r>
              <a:rPr lang="en-US" dirty="0"/>
              <a:t>S → a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5553621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B85A6-E05C-C634-6603-631FA6DA22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D6FFBF-693D-1883-68D2-5071381999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Remove S → A and A → B.</a:t>
            </a:r>
          </a:p>
          <a:p>
            <a:r>
              <a:rPr lang="en-US" b="1" dirty="0"/>
              <a:t>Final grammar </a:t>
            </a:r>
          </a:p>
          <a:p>
            <a:r>
              <a:rPr lang="en-US" dirty="0"/>
              <a:t>S → a</a:t>
            </a:r>
            <a:br>
              <a:rPr lang="en-US" dirty="0"/>
            </a:br>
            <a:r>
              <a:rPr lang="en-US" dirty="0" err="1"/>
              <a:t>A</a:t>
            </a:r>
            <a:r>
              <a:rPr lang="en-US" dirty="0"/>
              <a:t> → a</a:t>
            </a:r>
            <a:br>
              <a:rPr lang="en-US" dirty="0"/>
            </a:br>
            <a:r>
              <a:rPr lang="en-US" dirty="0"/>
              <a:t>B → a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1544167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CB5C3D-A6FE-D042-0BD1-979CA8A921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CD10B1-4A80-F87D-9F61-C6C49105DA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Remove Unit Production</a:t>
            </a:r>
          </a:p>
          <a:p>
            <a:pPr marL="0" indent="0">
              <a:buNone/>
            </a:pPr>
            <a:r>
              <a:rPr lang="en-IN" dirty="0"/>
              <a:t>S</a:t>
            </a:r>
            <a:r>
              <a:rPr lang="en-US" dirty="0"/>
              <a:t> → AB</a:t>
            </a:r>
          </a:p>
          <a:p>
            <a:pPr marL="0" indent="0">
              <a:buNone/>
            </a:pPr>
            <a:r>
              <a:rPr lang="en-US" dirty="0"/>
              <a:t>A → a</a:t>
            </a:r>
          </a:p>
          <a:p>
            <a:pPr marL="0" indent="0">
              <a:buNone/>
            </a:pPr>
            <a:r>
              <a:rPr lang="en-US" dirty="0"/>
              <a:t>B → C | b</a:t>
            </a:r>
          </a:p>
          <a:p>
            <a:pPr marL="0" indent="0">
              <a:buNone/>
            </a:pPr>
            <a:r>
              <a:rPr lang="en-US" dirty="0"/>
              <a:t>C → D</a:t>
            </a:r>
          </a:p>
          <a:p>
            <a:pPr marL="0" indent="0">
              <a:buNone/>
            </a:pPr>
            <a:r>
              <a:rPr lang="en-US" dirty="0"/>
              <a:t>D → E</a:t>
            </a:r>
          </a:p>
          <a:p>
            <a:pPr marL="0" indent="0">
              <a:buNone/>
            </a:pPr>
            <a:r>
              <a:rPr lang="en-US" dirty="0"/>
              <a:t>E → a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9141495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89CA5-11BB-795B-4209-421695755C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FA3D70-EF48-3E65-12B7-A462EC166F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Answer:</a:t>
            </a:r>
          </a:p>
          <a:p>
            <a:pPr marL="0" indent="0">
              <a:buNone/>
            </a:pPr>
            <a:r>
              <a:rPr lang="en-IN" dirty="0"/>
              <a:t>A </a:t>
            </a:r>
            <a:r>
              <a:rPr lang="en-US" dirty="0"/>
              <a:t>→ a</a:t>
            </a:r>
          </a:p>
          <a:p>
            <a:pPr marL="0" indent="0">
              <a:buNone/>
            </a:pPr>
            <a:r>
              <a:rPr lang="en-US" dirty="0"/>
              <a:t>B → </a:t>
            </a:r>
            <a:r>
              <a:rPr lang="en-US" dirty="0" err="1"/>
              <a:t>b|a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C → a</a:t>
            </a:r>
          </a:p>
          <a:p>
            <a:pPr marL="0" indent="0">
              <a:buNone/>
            </a:pPr>
            <a:r>
              <a:rPr lang="en-US" dirty="0"/>
              <a:t>D → a</a:t>
            </a:r>
          </a:p>
          <a:p>
            <a:pPr marL="0" indent="0">
              <a:buNone/>
            </a:pPr>
            <a:r>
              <a:rPr lang="en-US" dirty="0"/>
              <a:t>E → a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0441131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2758EA-71C0-0111-C1E4-99959D6F84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B5F3D5-78D4-44FA-7872-E9E9466901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S → Aa | B</a:t>
            </a:r>
            <a:br>
              <a:rPr lang="en-IN" dirty="0"/>
            </a:br>
            <a:r>
              <a:rPr lang="en-IN" dirty="0" err="1"/>
              <a:t>B</a:t>
            </a:r>
            <a:r>
              <a:rPr lang="en-IN" dirty="0"/>
              <a:t> → A | bb</a:t>
            </a:r>
            <a:br>
              <a:rPr lang="en-IN" dirty="0"/>
            </a:br>
            <a:r>
              <a:rPr lang="en-IN" dirty="0"/>
              <a:t>A → a | </a:t>
            </a:r>
            <a:r>
              <a:rPr lang="en-IN" dirty="0" err="1"/>
              <a:t>bc</a:t>
            </a:r>
            <a:r>
              <a:rPr lang="en-IN" dirty="0"/>
              <a:t> | B</a:t>
            </a:r>
          </a:p>
          <a:p>
            <a:r>
              <a:rPr lang="en-IN" dirty="0"/>
              <a:t>Identify unit productions</a:t>
            </a:r>
          </a:p>
          <a:p>
            <a:r>
              <a:rPr lang="en-IN" dirty="0"/>
              <a:t>S → B</a:t>
            </a:r>
          </a:p>
          <a:p>
            <a:r>
              <a:rPr lang="en-IN" dirty="0"/>
              <a:t>B → A</a:t>
            </a:r>
          </a:p>
          <a:p>
            <a:r>
              <a:rPr lang="en-IN" dirty="0"/>
              <a:t>A → B</a:t>
            </a:r>
          </a:p>
          <a:p>
            <a:r>
              <a:rPr lang="en-US" dirty="0"/>
              <a:t>So there is a unit-production cycle among A and B, and S also reaches them.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60049379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E4F3AF-37EC-2E9F-2649-2FE852A920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864DB5-5A5A-2B74-C2FB-7D0B98176A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endParaRPr lang="en-US" dirty="0"/>
          </a:p>
          <a:p>
            <a:pPr marL="0" indent="0">
              <a:buNone/>
            </a:pPr>
            <a:r>
              <a:rPr lang="en-US" dirty="0"/>
              <a:t>Non-unit productions in the grammar are:</a:t>
            </a:r>
          </a:p>
          <a:p>
            <a:pPr marL="457200" lvl="1" indent="0">
              <a:buNone/>
            </a:pPr>
            <a:r>
              <a:rPr lang="en-US" dirty="0"/>
              <a:t>S → Aa</a:t>
            </a:r>
            <a:br>
              <a:rPr lang="en-US" dirty="0"/>
            </a:br>
            <a:r>
              <a:rPr lang="en-US" dirty="0"/>
              <a:t>A → a | </a:t>
            </a:r>
            <a:r>
              <a:rPr lang="en-US" dirty="0" err="1"/>
              <a:t>bc</a:t>
            </a:r>
            <a:br>
              <a:rPr lang="en-US" dirty="0"/>
            </a:br>
            <a:r>
              <a:rPr lang="en-US" dirty="0"/>
              <a:t>B → bb</a:t>
            </a:r>
          </a:p>
          <a:p>
            <a:pPr marL="0" indent="0">
              <a:buNone/>
            </a:pPr>
            <a:r>
              <a:rPr lang="en-US" dirty="0"/>
              <a:t>Because of unit reachability:</a:t>
            </a:r>
          </a:p>
          <a:p>
            <a:pPr marL="0" indent="0">
              <a:buNone/>
            </a:pPr>
            <a:r>
              <a:rPr lang="en-US" dirty="0"/>
              <a:t>S gets the non-unit productions of A </a:t>
            </a:r>
            <a:r>
              <a:rPr lang="en-US" dirty="0" err="1"/>
              <a:t>andd</a:t>
            </a:r>
            <a:r>
              <a:rPr lang="en-US" dirty="0"/>
              <a:t> B</a:t>
            </a:r>
            <a:br>
              <a:rPr lang="en-US" dirty="0"/>
            </a:br>
            <a:r>
              <a:rPr lang="en-US" dirty="0"/>
              <a:t>A gets the non-unit productions of B</a:t>
            </a:r>
            <a:br>
              <a:rPr lang="en-US" dirty="0"/>
            </a:br>
            <a:r>
              <a:rPr lang="en-US" dirty="0" err="1"/>
              <a:t>B</a:t>
            </a:r>
            <a:r>
              <a:rPr lang="en-US" dirty="0"/>
              <a:t> gets the non-unit productions of A</a:t>
            </a:r>
          </a:p>
          <a:p>
            <a:r>
              <a:rPr lang="en-US" dirty="0"/>
              <a:t>So we add:</a:t>
            </a:r>
          </a:p>
          <a:p>
            <a:pPr marL="0" indent="0">
              <a:buNone/>
            </a:pPr>
            <a:r>
              <a:rPr lang="en-US" dirty="0">
                <a:solidFill>
                  <a:srgbClr val="C00000"/>
                </a:solidFill>
              </a:rPr>
              <a:t>S → a | </a:t>
            </a:r>
            <a:r>
              <a:rPr lang="en-US" dirty="0" err="1">
                <a:solidFill>
                  <a:srgbClr val="C00000"/>
                </a:solidFill>
              </a:rPr>
              <a:t>bc</a:t>
            </a:r>
            <a:r>
              <a:rPr lang="en-US" dirty="0">
                <a:solidFill>
                  <a:srgbClr val="C00000"/>
                </a:solidFill>
              </a:rPr>
              <a:t> | bb</a:t>
            </a:r>
          </a:p>
          <a:p>
            <a:pPr marL="0" indent="0">
              <a:buNone/>
            </a:pPr>
            <a:r>
              <a:rPr lang="en-US" dirty="0">
                <a:solidFill>
                  <a:srgbClr val="C00000"/>
                </a:solidFill>
              </a:rPr>
              <a:t>A → bb</a:t>
            </a:r>
          </a:p>
          <a:p>
            <a:pPr marL="0" indent="0">
              <a:buNone/>
            </a:pPr>
            <a:r>
              <a:rPr lang="en-US" dirty="0">
                <a:solidFill>
                  <a:srgbClr val="C00000"/>
                </a:solidFill>
              </a:rPr>
              <a:t>B → a | </a:t>
            </a:r>
            <a:r>
              <a:rPr lang="en-US" dirty="0" err="1">
                <a:solidFill>
                  <a:srgbClr val="C00000"/>
                </a:solidFill>
              </a:rPr>
              <a:t>bc</a:t>
            </a:r>
            <a:endParaRPr lang="en-US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212F4F8-4C8C-CA81-32FD-C1358E0830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8548" y="2866844"/>
            <a:ext cx="4585252" cy="2083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9150837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0FCAF4-66DC-5C5E-74C0-E9A6805524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EBA102-947D-1CAC-F288-12CB350684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Final grammar after removing unit productions</a:t>
            </a:r>
          </a:p>
          <a:p>
            <a:r>
              <a:rPr lang="en-IN" dirty="0"/>
              <a:t>S → a | </a:t>
            </a:r>
            <a:r>
              <a:rPr lang="en-IN" dirty="0" err="1"/>
              <a:t>bc</a:t>
            </a:r>
            <a:r>
              <a:rPr lang="en-IN" dirty="0"/>
              <a:t> | bb | Aa</a:t>
            </a:r>
            <a:br>
              <a:rPr lang="en-IN" dirty="0"/>
            </a:br>
            <a:r>
              <a:rPr lang="en-IN" dirty="0"/>
              <a:t>A → a | </a:t>
            </a:r>
            <a:r>
              <a:rPr lang="en-IN" dirty="0" err="1"/>
              <a:t>bc</a:t>
            </a:r>
            <a:r>
              <a:rPr lang="en-IN" dirty="0"/>
              <a:t> | bb</a:t>
            </a:r>
            <a:br>
              <a:rPr lang="en-IN" dirty="0"/>
            </a:br>
            <a:r>
              <a:rPr lang="en-IN" dirty="0"/>
              <a:t>B → a | </a:t>
            </a:r>
            <a:r>
              <a:rPr lang="en-IN" dirty="0" err="1"/>
              <a:t>bc</a:t>
            </a:r>
            <a:r>
              <a:rPr lang="en-IN" dirty="0"/>
              <a:t> | bb</a:t>
            </a:r>
          </a:p>
        </p:txBody>
      </p:sp>
    </p:spTree>
    <p:extLst>
      <p:ext uri="{BB962C8B-B14F-4D97-AF65-F5344CB8AC3E}">
        <p14:creationId xmlns:p14="http://schemas.microsoft.com/office/powerpoint/2010/main" val="3285484889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7441DB-9AA2-C20A-4BDB-B576F5E684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Normal forms of CFG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8A4A9D-FBE8-EEDF-539A-742931A37B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IN" dirty="0">
                <a:solidFill>
                  <a:srgbClr val="FF0000"/>
                </a:solidFill>
                <a:sym typeface="Symbol" panose="05050102010706020507" pitchFamily="18" charset="2"/>
              </a:rPr>
              <a:t>Types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IN" dirty="0">
                <a:solidFill>
                  <a:srgbClr val="000099"/>
                </a:solidFill>
                <a:sym typeface="Symbol" panose="05050102010706020507" pitchFamily="18" charset="2"/>
              </a:rPr>
              <a:t>Chomsky Normal Form (CNF)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IN" dirty="0" err="1">
                <a:solidFill>
                  <a:srgbClr val="000099"/>
                </a:solidFill>
                <a:sym typeface="Symbol" panose="05050102010706020507" pitchFamily="18" charset="2"/>
              </a:rPr>
              <a:t>Greibach</a:t>
            </a:r>
            <a:r>
              <a:rPr lang="en-IN" dirty="0">
                <a:solidFill>
                  <a:srgbClr val="000099"/>
                </a:solidFill>
                <a:sym typeface="Symbol" panose="05050102010706020507" pitchFamily="18" charset="2"/>
              </a:rPr>
              <a:t> Normal Form (GNF)</a:t>
            </a:r>
            <a:endParaRPr lang="en-IN" dirty="0">
              <a:solidFill>
                <a:srgbClr val="000099"/>
              </a:solidFill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3578098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1. Chomsky Normal Form (CNF)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IN" dirty="0"/>
              <a:t>A CFG is in CNF where all the productions are of the form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dirty="0"/>
              <a:t>	</a:t>
            </a:r>
            <a:r>
              <a:rPr lang="en-IN" sz="2400" dirty="0">
                <a:solidFill>
                  <a:srgbClr val="000099"/>
                </a:solidFill>
              </a:rPr>
              <a:t>A </a:t>
            </a:r>
            <a:r>
              <a:rPr lang="en-IN" sz="2400" dirty="0">
                <a:solidFill>
                  <a:srgbClr val="000099"/>
                </a:solidFill>
                <a:sym typeface="Wingdings" panose="05000000000000000000" pitchFamily="2" charset="2"/>
              </a:rPr>
              <a:t> a 		[One Terminal]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2400" dirty="0">
                <a:solidFill>
                  <a:srgbClr val="000099"/>
                </a:solidFill>
                <a:sym typeface="Wingdings" panose="05000000000000000000" pitchFamily="2" charset="2"/>
              </a:rPr>
              <a:t>	A BC	[Two Non-terminal]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2400" dirty="0">
                <a:sym typeface="Wingdings" panose="05000000000000000000" pitchFamily="2" charset="2"/>
              </a:rPr>
              <a:t>	Where A, B, C  Variables / Non-terminals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2400" dirty="0">
                <a:sym typeface="Wingdings" panose="05000000000000000000" pitchFamily="2" charset="2"/>
              </a:rPr>
              <a:t>			a  terminals</a:t>
            </a:r>
          </a:p>
          <a:p>
            <a:pPr marL="0" indent="0">
              <a:lnSpc>
                <a:spcPct val="150000"/>
              </a:lnSpc>
              <a:buNone/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463783936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Converting CFG to CNF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IN" dirty="0"/>
              <a:t>To make a CFG as CNF, the following simplifications are to made: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lphaUcPeriod"/>
            </a:pPr>
            <a:r>
              <a:rPr lang="en-IN" dirty="0">
                <a:solidFill>
                  <a:srgbClr val="000099"/>
                </a:solidFill>
              </a:rPr>
              <a:t>Eliminate useless symbols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lphaUcPeriod"/>
            </a:pPr>
            <a:r>
              <a:rPr lang="en-IN" dirty="0">
                <a:solidFill>
                  <a:srgbClr val="000099"/>
                </a:solidFill>
              </a:rPr>
              <a:t>Eliminate </a:t>
            </a:r>
            <a:r>
              <a:rPr lang="en-IN" dirty="0">
                <a:solidFill>
                  <a:srgbClr val="000099"/>
                </a:solidFill>
                <a:sym typeface="Symbol" panose="05050102010706020507" pitchFamily="18" charset="2"/>
              </a:rPr>
              <a:t>-</a:t>
            </a:r>
            <a:r>
              <a:rPr lang="en-IN" dirty="0">
                <a:solidFill>
                  <a:srgbClr val="000099"/>
                </a:solidFill>
              </a:rPr>
              <a:t>production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lphaUcPeriod"/>
            </a:pPr>
            <a:r>
              <a:rPr lang="en-IN" dirty="0">
                <a:solidFill>
                  <a:srgbClr val="000099"/>
                </a:solidFill>
              </a:rPr>
              <a:t>Eliminate unit production</a:t>
            </a:r>
          </a:p>
        </p:txBody>
      </p:sp>
    </p:spTree>
    <p:extLst>
      <p:ext uri="{BB962C8B-B14F-4D97-AF65-F5344CB8AC3E}">
        <p14:creationId xmlns:p14="http://schemas.microsoft.com/office/powerpoint/2010/main" val="3011373459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771257-7B5E-A22A-DD73-897D0524A0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Steps to convert a context-free grammar into Chomsky Normal Form (CNF):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7BA930-8539-7367-17E8-331015D510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Simplify the grammar by eliminating useless symbols, ε-productions, and unit productions.</a:t>
            </a:r>
          </a:p>
          <a:p>
            <a:r>
              <a:rPr lang="en-US" dirty="0"/>
              <a:t>Convert all productions into either A → BC or A → a form, where the right-hand side contains either exactly two non-terminals or a single terminal.</a:t>
            </a:r>
          </a:p>
          <a:p>
            <a:r>
              <a:rPr lang="en-US" dirty="0"/>
              <a:t>If a production is of the form A → X₁X₂…Xₖ, where k ≥ 2, introduce new variables to break it into binary productions as follows:</a:t>
            </a:r>
            <a:br>
              <a:rPr lang="en-US" dirty="0"/>
            </a:br>
            <a:r>
              <a:rPr lang="en-US" sz="2600" dirty="0">
                <a:solidFill>
                  <a:srgbClr val="000099"/>
                </a:solidFill>
              </a:rPr>
              <a:t>A → X₁Y₁,</a:t>
            </a:r>
            <a:br>
              <a:rPr lang="en-US" sz="2600" dirty="0">
                <a:solidFill>
                  <a:srgbClr val="000099"/>
                </a:solidFill>
              </a:rPr>
            </a:br>
            <a:r>
              <a:rPr lang="en-US" sz="2600" dirty="0">
                <a:solidFill>
                  <a:srgbClr val="000099"/>
                </a:solidFill>
              </a:rPr>
              <a:t>Y₁ → X₂Y₂,</a:t>
            </a:r>
            <a:br>
              <a:rPr lang="en-US" sz="2600" dirty="0">
                <a:solidFill>
                  <a:srgbClr val="000099"/>
                </a:solidFill>
              </a:rPr>
            </a:br>
            <a:r>
              <a:rPr lang="en-US" sz="2600" dirty="0">
                <a:solidFill>
                  <a:srgbClr val="000099"/>
                </a:solidFill>
              </a:rPr>
              <a:t>Y₂ → X₃Y₃,</a:t>
            </a:r>
            <a:br>
              <a:rPr lang="en-US" sz="2600" dirty="0">
                <a:solidFill>
                  <a:srgbClr val="000099"/>
                </a:solidFill>
              </a:rPr>
            </a:br>
            <a:r>
              <a:rPr lang="en-US" sz="2600" dirty="0">
                <a:solidFill>
                  <a:srgbClr val="000099"/>
                </a:solidFill>
              </a:rPr>
              <a:t>…</a:t>
            </a:r>
            <a:br>
              <a:rPr lang="en-US" sz="2600" dirty="0">
                <a:solidFill>
                  <a:srgbClr val="000099"/>
                </a:solidFill>
              </a:rPr>
            </a:br>
            <a:r>
              <a:rPr lang="en-US" sz="2600" dirty="0">
                <a:solidFill>
                  <a:srgbClr val="000099"/>
                </a:solidFill>
              </a:rPr>
              <a:t>Yₖ₋₂ → Xₖ₋₁Xₖ.</a:t>
            </a:r>
            <a:endParaRPr lang="en-IN" sz="2600" dirty="0">
              <a:solidFill>
                <a:srgbClr val="0000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535354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224529-C979-367E-F279-CB32835E86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05964C-4056-0191-11B1-3D26D7CEE2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dirty="0"/>
              <a:t>Find the CNF for the following grammar:</a:t>
            </a:r>
          </a:p>
          <a:p>
            <a:pPr marL="0" indent="0">
              <a:buNone/>
            </a:pPr>
            <a:r>
              <a:rPr lang="en-IN" dirty="0"/>
              <a:t>	S </a:t>
            </a:r>
            <a:r>
              <a:rPr lang="en-IN" dirty="0">
                <a:sym typeface="Wingdings" panose="05000000000000000000" pitchFamily="2" charset="2"/>
              </a:rPr>
              <a:t> </a:t>
            </a:r>
            <a:r>
              <a:rPr lang="en-IN" dirty="0" err="1">
                <a:sym typeface="Wingdings" panose="05000000000000000000" pitchFamily="2" charset="2"/>
              </a:rPr>
              <a:t>aB</a:t>
            </a:r>
            <a:r>
              <a:rPr lang="en-IN" dirty="0">
                <a:sym typeface="Wingdings" panose="05000000000000000000" pitchFamily="2" charset="2"/>
              </a:rPr>
              <a:t> | </a:t>
            </a:r>
            <a:r>
              <a:rPr lang="en-IN" dirty="0" err="1">
                <a:sym typeface="Wingdings" panose="05000000000000000000" pitchFamily="2" charset="2"/>
              </a:rPr>
              <a:t>bA</a:t>
            </a:r>
            <a:endParaRPr lang="en-IN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IN" dirty="0"/>
              <a:t>	A</a:t>
            </a:r>
            <a:r>
              <a:rPr lang="en-IN" dirty="0">
                <a:sym typeface="Wingdings" panose="05000000000000000000" pitchFamily="2" charset="2"/>
              </a:rPr>
              <a:t> </a:t>
            </a:r>
            <a:r>
              <a:rPr lang="en-IN" dirty="0" err="1">
                <a:sym typeface="Wingdings" panose="05000000000000000000" pitchFamily="2" charset="2"/>
              </a:rPr>
              <a:t>aS</a:t>
            </a:r>
            <a:r>
              <a:rPr lang="en-IN" dirty="0">
                <a:sym typeface="Wingdings" panose="05000000000000000000" pitchFamily="2" charset="2"/>
              </a:rPr>
              <a:t> | </a:t>
            </a:r>
            <a:r>
              <a:rPr lang="en-IN" dirty="0" err="1">
                <a:sym typeface="Wingdings" panose="05000000000000000000" pitchFamily="2" charset="2"/>
              </a:rPr>
              <a:t>bAA</a:t>
            </a:r>
            <a:r>
              <a:rPr lang="en-IN" dirty="0">
                <a:sym typeface="Wingdings" panose="05000000000000000000" pitchFamily="2" charset="2"/>
              </a:rPr>
              <a:t> | a</a:t>
            </a:r>
          </a:p>
          <a:p>
            <a:pPr marL="0" indent="0">
              <a:buNone/>
            </a:pPr>
            <a:r>
              <a:rPr lang="en-IN" dirty="0">
                <a:sym typeface="Wingdings" panose="05000000000000000000" pitchFamily="2" charset="2"/>
              </a:rPr>
              <a:t>	B  </a:t>
            </a:r>
            <a:r>
              <a:rPr lang="en-IN" dirty="0" err="1">
                <a:sym typeface="Wingdings" panose="05000000000000000000" pitchFamily="2" charset="2"/>
              </a:rPr>
              <a:t>bS</a:t>
            </a:r>
            <a:r>
              <a:rPr lang="en-IN" dirty="0">
                <a:sym typeface="Wingdings" panose="05000000000000000000" pitchFamily="2" charset="2"/>
              </a:rPr>
              <a:t> | </a:t>
            </a:r>
            <a:r>
              <a:rPr lang="en-IN" dirty="0" err="1">
                <a:sym typeface="Wingdings" panose="05000000000000000000" pitchFamily="2" charset="2"/>
              </a:rPr>
              <a:t>aBB</a:t>
            </a:r>
            <a:r>
              <a:rPr lang="en-IN" dirty="0">
                <a:sym typeface="Wingdings" panose="05000000000000000000" pitchFamily="2" charset="2"/>
              </a:rPr>
              <a:t> | b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1.Remove Useless Symbols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useless symbols are identified by finding the generating and reachable symbols.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set of generating symbols is {a, b, A, B, S}.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set of reachable symbols is {S, a, B, b, A}.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Since every symbol is both generating and reachable, the given grammar has no useless symbols.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400638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DFCC27-C560-2A6F-864E-08CCAAB97D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C75A05-9565-C066-AF71-E8EAF60927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Elimination of </a:t>
            </a:r>
            <a:r>
              <a:rPr lang="el-GR" dirty="0">
                <a:latin typeface="Times New Roman" panose="02020603050405020304" pitchFamily="18" charset="0"/>
                <a:cs typeface="Times New Roman" panose="02020603050405020304" pitchFamily="18" charset="0"/>
              </a:rPr>
              <a:t>ε-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productions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eliminate ε-productions, it is necessary to identify nullable symbols.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grammar contains no ε-productions and hence has no nullable symbols.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Therefore, no ε-production elimination is required.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Elimination of unit productions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next step is to eliminate unit productions.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unit pairs in the grammar are (S, S), (A, A), and (B, B).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8590519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14A36-7F59-6095-6B92-FF861285AA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998B0C-7B2E-8812-6142-F9980CA8BB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dirty="0"/>
              <a:t>The final grammar in CNF is:</a:t>
            </a:r>
          </a:p>
          <a:p>
            <a:r>
              <a:rPr lang="en-IN" dirty="0"/>
              <a:t>S → C₁B | C₂A</a:t>
            </a:r>
          </a:p>
          <a:p>
            <a:r>
              <a:rPr lang="en-IN" dirty="0"/>
              <a:t>A → C₁S | C₂C₃ | a</a:t>
            </a:r>
          </a:p>
          <a:p>
            <a:r>
              <a:rPr lang="en-IN" dirty="0"/>
              <a:t>B → C₂S | C₁C₄ | b</a:t>
            </a:r>
          </a:p>
          <a:p>
            <a:pPr marL="0" indent="0">
              <a:buNone/>
            </a:pPr>
            <a:r>
              <a:rPr lang="en-IN" dirty="0"/>
              <a:t>Where</a:t>
            </a:r>
          </a:p>
          <a:p>
            <a:r>
              <a:rPr lang="en-IN" dirty="0"/>
              <a:t>C₁ → a</a:t>
            </a:r>
            <a:br>
              <a:rPr lang="en-IN" dirty="0"/>
            </a:br>
            <a:r>
              <a:rPr lang="en-IN" dirty="0"/>
              <a:t>C₂ → b</a:t>
            </a:r>
            <a:br>
              <a:rPr lang="en-IN" dirty="0"/>
            </a:br>
            <a:r>
              <a:rPr lang="en-IN" dirty="0"/>
              <a:t>C₃ → AA</a:t>
            </a:r>
            <a:br>
              <a:rPr lang="en-IN" dirty="0"/>
            </a:br>
            <a:r>
              <a:rPr lang="en-IN" dirty="0"/>
              <a:t>C₄ → BB</a:t>
            </a:r>
          </a:p>
          <a:p>
            <a:r>
              <a:rPr lang="en-IN" dirty="0"/>
              <a:t>S → C₁B | C₂A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09452550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20B37E-8C77-21F9-CD57-3CCB2529D1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D97771-EF03-4513-3006-C16D6BE00D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→ AB |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→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| </a:t>
            </a:r>
            <a:r>
              <a:rPr lang="el-GR" dirty="0">
                <a:latin typeface="Times New Roman" panose="02020603050405020304" pitchFamily="18" charset="0"/>
                <a:cs typeface="Times New Roman" panose="02020603050405020304" pitchFamily="18" charset="0"/>
              </a:rPr>
              <a:t>ε</a:t>
            </a:r>
            <a:br>
              <a:rPr lang="el-GR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 →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bbA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r>
              <a:rPr lang="en-IN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Eliminate useless productions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first step is to eliminate useless symbols by identifying generating and reachable symbols.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set of generating symbols is {a, b, A, B, S}, since A → ε implies A is generating, and hence B and S are also generating.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set of reachable symbols is {S, A, B, a, b}.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Since every symbol is both generating and reachable, the given grammar has no useless symbols.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6527082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C918B3-9356-F955-DABE-D225FAF42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6C4816-99E1-E29E-C129-1FE587C4CC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2: Elimination of ε-productions</a:t>
            </a:r>
            <a:endParaRPr lang="en-US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second step is to eliminate ε-productions by identifying nullable symbols.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given grammar, the variable A is a nullable symbol since A → ε.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eliminating the ε-production, the grammar becomes: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→ AB |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| B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→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 →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bbA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| bb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1841949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71DEF-3DEC-2048-8526-D2A6C39D39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75FC32-5460-4BD8-DEB0-D32C67C6CD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Removing unit production</a:t>
            </a:r>
          </a:p>
          <a:p>
            <a:endParaRPr lang="en-IN" dirty="0"/>
          </a:p>
          <a:p>
            <a:r>
              <a:rPr lang="en-US" dirty="0"/>
              <a:t>S → AB | </a:t>
            </a:r>
            <a:r>
              <a:rPr lang="en-US" dirty="0" err="1"/>
              <a:t>aB</a:t>
            </a:r>
            <a:r>
              <a:rPr lang="en-US" dirty="0"/>
              <a:t> | </a:t>
            </a:r>
            <a:r>
              <a:rPr lang="en-US" dirty="0" err="1"/>
              <a:t>bbA</a:t>
            </a:r>
            <a:r>
              <a:rPr lang="en-US" dirty="0"/>
              <a:t> | bb</a:t>
            </a:r>
            <a:br>
              <a:rPr lang="en-US" dirty="0"/>
            </a:br>
            <a:r>
              <a:rPr lang="en-US" dirty="0"/>
              <a:t>A → </a:t>
            </a:r>
            <a:r>
              <a:rPr lang="en-US" dirty="0" err="1"/>
              <a:t>aab</a:t>
            </a:r>
            <a:br>
              <a:rPr lang="en-US" dirty="0"/>
            </a:br>
            <a:r>
              <a:rPr lang="en-US" dirty="0"/>
              <a:t>B → </a:t>
            </a:r>
            <a:r>
              <a:rPr lang="en-US" dirty="0" err="1"/>
              <a:t>bbA</a:t>
            </a:r>
            <a:r>
              <a:rPr lang="en-US" dirty="0"/>
              <a:t> | bb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76653438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2EBBB8-20E2-D57D-352C-22C6B8484D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E923F4-B75F-1BCC-8440-77C5E1772B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The CNF grammar is as follows: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S → AB | C₁B | C₂C₃ | C₂C₂</a:t>
            </a:r>
          </a:p>
          <a:p>
            <a:pPr marL="0" indent="0">
              <a:buNone/>
            </a:pPr>
            <a:r>
              <a:rPr lang="en-IN" dirty="0"/>
              <a:t>A → C₁C₄</a:t>
            </a:r>
          </a:p>
          <a:p>
            <a:pPr marL="0" indent="0">
              <a:buNone/>
            </a:pPr>
            <a:r>
              <a:rPr lang="en-IN" dirty="0"/>
              <a:t>B → C₂C₃ | C₂C₂</a:t>
            </a:r>
          </a:p>
          <a:p>
            <a:pPr marL="0" indent="0">
              <a:buNone/>
            </a:pPr>
            <a:r>
              <a:rPr lang="en-IN" dirty="0"/>
              <a:t>C₁ → a</a:t>
            </a:r>
            <a:br>
              <a:rPr lang="en-IN" dirty="0"/>
            </a:br>
            <a:r>
              <a:rPr lang="en-IN" dirty="0"/>
              <a:t>C₂ → b</a:t>
            </a:r>
            <a:br>
              <a:rPr lang="en-IN" dirty="0"/>
            </a:br>
            <a:r>
              <a:rPr lang="en-IN" dirty="0"/>
              <a:t>C₃ → C₂A</a:t>
            </a:r>
            <a:br>
              <a:rPr lang="en-IN" dirty="0"/>
            </a:br>
            <a:r>
              <a:rPr lang="en-IN" dirty="0"/>
              <a:t>C₄ → C₁C₂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86696602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4921A-07AB-2611-8E04-DB1005C350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Greibach</a:t>
            </a:r>
            <a:r>
              <a:rPr lang="en-IN" dirty="0"/>
              <a:t> Normal Form (GNF)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04E56E-993E-37A8-D0F8-1C6ED65480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grammar is said to be in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Greibach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Normal Form if its language L(G) is a non-empty language that does not contain ε, and every production of the grammar is of the form</a:t>
            </a:r>
          </a:p>
          <a:p>
            <a:pPr marL="0" indent="0" algn="ctr">
              <a:buNone/>
            </a:pPr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A → aα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‘a’ is a terminal symbol and ‘</a:t>
            </a:r>
            <a:r>
              <a:rPr lang="el-GR" dirty="0"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’ is a (possibly empty)  string of non-terminal symbols.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5268922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128FA-9A24-3665-E764-6E78807B62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D4B060-C2CD-5653-981F-B4E6EA1598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Before converting a context-free grammar into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Greibach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Normal Form, it is necessary to first check whether the grammar is in Chomsky Normal Form.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CFG → CNF → GNF</a:t>
            </a:r>
          </a:p>
          <a:p>
            <a:pPr marL="0" indent="0">
              <a:buNone/>
            </a:pPr>
            <a:r>
              <a:rPr lang="en-IN" sz="3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Steps to convert CFG to CNF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Rule 1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a grammar has a production of the form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→ αBβ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 → γ₁ | γ₂ | … | γₙ,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then the production can be rewritten as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→ αγ₁β | αγ₂β | … | αγₙβ.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68824386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630B0-DEBA-D01C-594B-812BD60047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72DC0B-DF5D-C9D3-2E0F-02B2A6D5DA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70000"/>
              </a:lnSpc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Rule 2</a:t>
            </a:r>
          </a:p>
          <a:p>
            <a:r>
              <a:rPr lang="en-IN" dirty="0"/>
              <a:t>If the grammar has productions of the form</a:t>
            </a:r>
          </a:p>
          <a:p>
            <a:r>
              <a:rPr lang="en-IN" dirty="0"/>
              <a:t>A → A</a:t>
            </a:r>
            <a:r>
              <a:rPr lang="el-GR" dirty="0"/>
              <a:t>α₁ | </a:t>
            </a:r>
            <a:r>
              <a:rPr lang="en-IN" dirty="0"/>
              <a:t>A</a:t>
            </a:r>
            <a:r>
              <a:rPr lang="el-GR" dirty="0"/>
              <a:t>α₂ | … | </a:t>
            </a:r>
            <a:r>
              <a:rPr lang="en-IN" dirty="0"/>
              <a:t>A</a:t>
            </a:r>
            <a:r>
              <a:rPr lang="el-GR" dirty="0"/>
              <a:t>α</a:t>
            </a:r>
            <a:r>
              <a:rPr lang="en-IN" dirty="0"/>
              <a:t>ₙ | </a:t>
            </a:r>
            <a:r>
              <a:rPr lang="el-GR" dirty="0"/>
              <a:t>β₁ | β₂ | … | β</a:t>
            </a:r>
            <a:r>
              <a:rPr lang="en-IN" dirty="0"/>
              <a:t>ₙ,</a:t>
            </a:r>
          </a:p>
          <a:p>
            <a:r>
              <a:rPr lang="en-IN" dirty="0"/>
              <a:t>then it can be rewritten as</a:t>
            </a:r>
          </a:p>
          <a:p>
            <a:r>
              <a:rPr lang="en-IN" dirty="0"/>
              <a:t>B → </a:t>
            </a:r>
            <a:r>
              <a:rPr lang="el-GR" dirty="0"/>
              <a:t>α₁ | α₂ | … | α</a:t>
            </a:r>
            <a:r>
              <a:rPr lang="en-IN" dirty="0"/>
              <a:t>ₙ | </a:t>
            </a:r>
            <a:r>
              <a:rPr lang="el-GR" dirty="0"/>
              <a:t>α₁</a:t>
            </a:r>
            <a:r>
              <a:rPr lang="en-IN" dirty="0"/>
              <a:t>B | </a:t>
            </a:r>
            <a:r>
              <a:rPr lang="el-GR" dirty="0"/>
              <a:t>α₂</a:t>
            </a:r>
            <a:r>
              <a:rPr lang="en-IN" dirty="0"/>
              <a:t>B | … | </a:t>
            </a:r>
            <a:r>
              <a:rPr lang="el-GR" dirty="0"/>
              <a:t>α</a:t>
            </a:r>
            <a:r>
              <a:rPr lang="en-IN" dirty="0"/>
              <a:t>ₙB,</a:t>
            </a:r>
            <a:br>
              <a:rPr lang="en-IN" dirty="0"/>
            </a:br>
            <a:r>
              <a:rPr lang="en-IN" dirty="0"/>
              <a:t>A → </a:t>
            </a:r>
            <a:r>
              <a:rPr lang="el-GR" dirty="0"/>
              <a:t>β₁ | β₂ | … | β</a:t>
            </a:r>
            <a:r>
              <a:rPr lang="en-IN" dirty="0"/>
              <a:t>ₙ | </a:t>
            </a:r>
            <a:r>
              <a:rPr lang="el-GR" dirty="0"/>
              <a:t>β₁</a:t>
            </a:r>
            <a:r>
              <a:rPr lang="en-IN" dirty="0"/>
              <a:t>B | </a:t>
            </a:r>
            <a:r>
              <a:rPr lang="el-GR" dirty="0"/>
              <a:t>β₂</a:t>
            </a:r>
            <a:r>
              <a:rPr lang="en-IN" dirty="0"/>
              <a:t>B | … | </a:t>
            </a:r>
            <a:r>
              <a:rPr lang="el-GR" dirty="0"/>
              <a:t>β</a:t>
            </a:r>
            <a:r>
              <a:rPr lang="en-IN" dirty="0"/>
              <a:t>ₙB,</a:t>
            </a:r>
          </a:p>
          <a:p>
            <a:r>
              <a:rPr lang="en-IN" dirty="0"/>
              <a:t>where B is a new non-terminal.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47562047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29C266-AEFC-9FE3-3757-DCB027A00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Steps to Convert CFG to GNF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DBF0F4-A8B8-7A3B-C711-AE0F042972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 whether the given grammar is a context-free grammar and whether it is in Chomsky Normal Form.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not, first convert the CFG into CNF.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Rename all variables of the grammar as A₁, A₂, …, Aₙ, such that the start symbol is assigned A₁ and the remaining variables are ordered accordingly.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renaming, every production will be of the form Aᵢ → Aⱼβ where there are three possible cases:</a:t>
            </a:r>
          </a:p>
          <a:p>
            <a:pPr lvl="1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 j, </a:t>
            </a:r>
          </a:p>
          <a:p>
            <a:pPr lvl="1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&gt; j, or </a:t>
            </a:r>
          </a:p>
          <a:p>
            <a:pPr lvl="1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j.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3169502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6A7192-A7B5-8665-521F-C68C4F1A7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24CB15-AAC6-CA4E-59D6-F15EDC3884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 each case as follows: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a) If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 j, leave the production unchanged.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b) If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&gt; j, apply Rule 1.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c) If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j, apply Rule 2.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Repeat Step 3 and Step 4 until all productions are processed and every production is of the form A → aα.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newly generated productions form a grammar G′ such that L(G) = L(G′),where G is the original CFG and G′ is the grammar in GNF.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7869413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1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IN" dirty="0"/>
              <a:t>Convert the following grammar into GNF: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>
                <a:solidFill>
                  <a:srgbClr val="000099"/>
                </a:solidFill>
              </a:rPr>
              <a:t>S </a:t>
            </a:r>
            <a:r>
              <a:rPr lang="en-IN" dirty="0">
                <a:solidFill>
                  <a:srgbClr val="000099"/>
                </a:solidFill>
                <a:sym typeface="Wingdings" panose="05000000000000000000" pitchFamily="2" charset="2"/>
              </a:rPr>
              <a:t> AA | 0</a:t>
            </a:r>
          </a:p>
          <a:p>
            <a:pPr marL="0" indent="0">
              <a:buNone/>
            </a:pPr>
            <a:r>
              <a:rPr lang="en-IN" dirty="0">
                <a:solidFill>
                  <a:srgbClr val="000099"/>
                </a:solidFill>
                <a:sym typeface="Wingdings" panose="05000000000000000000" pitchFamily="2" charset="2"/>
              </a:rPr>
              <a:t>	A  SS | 1</a:t>
            </a:r>
          </a:p>
          <a:p>
            <a:pPr marL="0" indent="0">
              <a:buNone/>
            </a:pPr>
            <a:endParaRPr lang="en-IN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IN" dirty="0" err="1">
                <a:sym typeface="Wingdings" panose="05000000000000000000" pitchFamily="2" charset="2"/>
              </a:rPr>
              <a:t>Soln</a:t>
            </a:r>
            <a:r>
              <a:rPr lang="en-IN" dirty="0">
                <a:sym typeface="Wingdings" panose="05000000000000000000" pitchFamily="2" charset="2"/>
              </a:rPr>
              <a:t>:</a:t>
            </a:r>
          </a:p>
          <a:p>
            <a:pPr marL="0" indent="0">
              <a:buNone/>
            </a:pPr>
            <a:r>
              <a:rPr lang="en-IN" dirty="0">
                <a:sym typeface="Wingdings" panose="05000000000000000000" pitchFamily="2" charset="2"/>
              </a:rPr>
              <a:t>Step1 : Check whether the CFG is in CNF.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  <a:sym typeface="Wingdings" panose="05000000000000000000" pitchFamily="2" charset="2"/>
              </a:rPr>
              <a:t>YES, given CFG is in CNF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Step 2: Assign new names to Non-terminals – S, A</a:t>
            </a:r>
          </a:p>
          <a:p>
            <a:pPr marL="0" indent="0">
              <a:buNone/>
            </a:pPr>
            <a:r>
              <a:rPr lang="en-IN" dirty="0"/>
              <a:t>	S </a:t>
            </a:r>
            <a:r>
              <a:rPr lang="en-IN" dirty="0">
                <a:sym typeface="Wingdings" panose="05000000000000000000" pitchFamily="2" charset="2"/>
              </a:rPr>
              <a:t> A</a:t>
            </a:r>
            <a:r>
              <a:rPr lang="en-IN" baseline="-25000" dirty="0">
                <a:sym typeface="Wingdings" panose="05000000000000000000" pitchFamily="2" charset="2"/>
              </a:rPr>
              <a:t>1</a:t>
            </a:r>
          </a:p>
          <a:p>
            <a:pPr marL="0" indent="0">
              <a:buNone/>
            </a:pPr>
            <a:r>
              <a:rPr lang="en-IN" dirty="0"/>
              <a:t>	A </a:t>
            </a:r>
            <a:r>
              <a:rPr lang="en-IN" dirty="0">
                <a:sym typeface="Wingdings" panose="05000000000000000000" pitchFamily="2" charset="2"/>
              </a:rPr>
              <a:t> A</a:t>
            </a:r>
            <a:r>
              <a:rPr lang="en-IN" baseline="-25000" dirty="0">
                <a:sym typeface="Wingdings" panose="05000000000000000000" pitchFamily="2" charset="2"/>
              </a:rPr>
              <a:t>2</a:t>
            </a:r>
          </a:p>
          <a:p>
            <a:pPr marL="0" indent="0">
              <a:buNone/>
            </a:pPr>
            <a:endParaRPr lang="en-IN" baseline="-250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IN" dirty="0">
                <a:sym typeface="Wingdings" panose="05000000000000000000" pitchFamily="2" charset="2"/>
              </a:rPr>
              <a:t>The modified production: </a:t>
            </a:r>
          </a:p>
          <a:p>
            <a:pPr marL="0" indent="0">
              <a:buNone/>
            </a:pPr>
            <a:r>
              <a:rPr lang="en-IN" dirty="0">
                <a:sym typeface="Wingdings" panose="05000000000000000000" pitchFamily="2" charset="2"/>
              </a:rPr>
              <a:t>	</a:t>
            </a:r>
            <a:r>
              <a:rPr lang="en-IN" dirty="0">
                <a:solidFill>
                  <a:srgbClr val="FF0000"/>
                </a:solidFill>
                <a:sym typeface="Wingdings" panose="05000000000000000000" pitchFamily="2" charset="2"/>
              </a:rPr>
              <a:t>A</a:t>
            </a:r>
            <a:r>
              <a:rPr lang="en-IN" baseline="-25000" dirty="0">
                <a:solidFill>
                  <a:srgbClr val="FF0000"/>
                </a:solidFill>
                <a:sym typeface="Wingdings" panose="05000000000000000000" pitchFamily="2" charset="2"/>
              </a:rPr>
              <a:t>1 </a:t>
            </a:r>
            <a:r>
              <a:rPr lang="en-IN" dirty="0">
                <a:solidFill>
                  <a:srgbClr val="FF0000"/>
                </a:solidFill>
                <a:sym typeface="Wingdings" panose="05000000000000000000" pitchFamily="2" charset="2"/>
              </a:rPr>
              <a:t></a:t>
            </a:r>
            <a:r>
              <a:rPr lang="en-IN" baseline="-25000" dirty="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r>
              <a:rPr lang="en-IN" dirty="0">
                <a:solidFill>
                  <a:srgbClr val="FF0000"/>
                </a:solidFill>
                <a:sym typeface="Wingdings" panose="05000000000000000000" pitchFamily="2" charset="2"/>
              </a:rPr>
              <a:t>A</a:t>
            </a:r>
            <a:r>
              <a:rPr lang="en-IN" baseline="-25000" dirty="0">
                <a:solidFill>
                  <a:srgbClr val="FF0000"/>
                </a:solidFill>
                <a:sym typeface="Wingdings" panose="05000000000000000000" pitchFamily="2" charset="2"/>
              </a:rPr>
              <a:t>2 </a:t>
            </a:r>
            <a:r>
              <a:rPr lang="en-IN" dirty="0" err="1">
                <a:solidFill>
                  <a:srgbClr val="FF0000"/>
                </a:solidFill>
                <a:sym typeface="Wingdings" panose="05000000000000000000" pitchFamily="2" charset="2"/>
              </a:rPr>
              <a:t>A</a:t>
            </a:r>
            <a:r>
              <a:rPr lang="en-IN" baseline="-25000" dirty="0" err="1">
                <a:solidFill>
                  <a:srgbClr val="FF0000"/>
                </a:solidFill>
                <a:sym typeface="Wingdings" panose="05000000000000000000" pitchFamily="2" charset="2"/>
              </a:rPr>
              <a:t>2</a:t>
            </a:r>
            <a:r>
              <a:rPr lang="en-IN" baseline="-25000" dirty="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r>
              <a:rPr lang="en-IN" dirty="0">
                <a:solidFill>
                  <a:srgbClr val="FF0000"/>
                </a:solidFill>
                <a:sym typeface="Wingdings" panose="05000000000000000000" pitchFamily="2" charset="2"/>
              </a:rPr>
              <a:t>| 0 ---&gt; (1)</a:t>
            </a:r>
          </a:p>
          <a:p>
            <a:pPr marL="0" indent="0">
              <a:buNone/>
            </a:pPr>
            <a:r>
              <a:rPr lang="en-IN" baseline="-25000" dirty="0">
                <a:solidFill>
                  <a:srgbClr val="FF0000"/>
                </a:solidFill>
                <a:sym typeface="Wingdings" panose="05000000000000000000" pitchFamily="2" charset="2"/>
              </a:rPr>
              <a:t>	</a:t>
            </a:r>
            <a:r>
              <a:rPr lang="en-IN" dirty="0">
                <a:solidFill>
                  <a:srgbClr val="FF0000"/>
                </a:solidFill>
                <a:sym typeface="Wingdings" panose="05000000000000000000" pitchFamily="2" charset="2"/>
              </a:rPr>
              <a:t>A</a:t>
            </a:r>
            <a:r>
              <a:rPr lang="en-IN" baseline="-25000" dirty="0">
                <a:solidFill>
                  <a:srgbClr val="FF0000"/>
                </a:solidFill>
                <a:sym typeface="Wingdings" panose="05000000000000000000" pitchFamily="2" charset="2"/>
              </a:rPr>
              <a:t>2 </a:t>
            </a:r>
            <a:r>
              <a:rPr lang="en-IN" dirty="0">
                <a:solidFill>
                  <a:srgbClr val="FF0000"/>
                </a:solidFill>
                <a:sym typeface="Wingdings" panose="05000000000000000000" pitchFamily="2" charset="2"/>
              </a:rPr>
              <a:t> A</a:t>
            </a:r>
            <a:r>
              <a:rPr lang="en-IN" baseline="-25000" dirty="0">
                <a:solidFill>
                  <a:srgbClr val="FF0000"/>
                </a:solidFill>
                <a:sym typeface="Wingdings" panose="05000000000000000000" pitchFamily="2" charset="2"/>
              </a:rPr>
              <a:t>1 </a:t>
            </a:r>
            <a:r>
              <a:rPr lang="en-IN" dirty="0" err="1">
                <a:solidFill>
                  <a:srgbClr val="FF0000"/>
                </a:solidFill>
                <a:sym typeface="Wingdings" panose="05000000000000000000" pitchFamily="2" charset="2"/>
              </a:rPr>
              <a:t>A</a:t>
            </a:r>
            <a:r>
              <a:rPr lang="en-IN" baseline="-25000" dirty="0" err="1">
                <a:solidFill>
                  <a:srgbClr val="FF0000"/>
                </a:solidFill>
                <a:sym typeface="Wingdings" panose="05000000000000000000" pitchFamily="2" charset="2"/>
              </a:rPr>
              <a:t>1</a:t>
            </a:r>
            <a:r>
              <a:rPr lang="en-IN" baseline="-25000" dirty="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r>
              <a:rPr lang="en-IN" dirty="0">
                <a:solidFill>
                  <a:srgbClr val="FF0000"/>
                </a:solidFill>
                <a:sym typeface="Wingdings" panose="05000000000000000000" pitchFamily="2" charset="2"/>
              </a:rPr>
              <a:t>| 1 ---&gt; (2)</a:t>
            </a:r>
          </a:p>
          <a:p>
            <a:pPr marL="0" indent="0">
              <a:buNone/>
            </a:pPr>
            <a:endParaRPr lang="en-IN" dirty="0">
              <a:solidFill>
                <a:srgbClr val="FF0000"/>
              </a:solidFill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IN" baseline="-250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IN" baseline="-250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IN" baseline="-250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IN" baseline="-250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IN" baseline="-250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324165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AC582A-27DE-9BCE-2DB5-8157A85D50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A69AA8-CD94-18AC-09F1-990C18405BB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Production (1)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A₁ → A₂A₂ | 0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Here,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1 and j = 2, so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 j.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Hence, no change is required.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Production (2)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A₂ → A₁A₁ | 1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Here,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2 and j = 1, so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&gt; j.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Rule 1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 substituting the productions of A₁.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A₁ → A₂A₂ | 0, we get: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A₂ → A₂A₂A₁ | 0A₁ | 1</a:t>
            </a:r>
          </a:p>
          <a:p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C5774B-A9AE-5AD8-FC48-FFB30E4BD04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Production (3)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production A₂ → A₂A₂A₁ | 0A₁ | 1,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case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j occurs for the term A₂A₂A₁.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Rule 2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eliminate left recursion.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85077175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8C59F1-9CD4-5B9A-D92A-8DCC52F68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9CB7B6-972C-9FB1-301A-66066B3239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dirty="0"/>
              <a:t>(2) B₂ → A₂A₁ | A₂A₁B₂</a:t>
            </a:r>
            <a:br>
              <a:rPr lang="en-IN" dirty="0"/>
            </a:br>
            <a:r>
              <a:rPr lang="en-IN" dirty="0"/>
              <a:t>(3) A₂ → 0A₁ | 1 | 0A₁B₂ | 1B₂</a:t>
            </a:r>
          </a:p>
          <a:p>
            <a:r>
              <a:rPr lang="en-US" b="1" dirty="0"/>
              <a:t>Substituting (3) in (1)</a:t>
            </a:r>
          </a:p>
          <a:p>
            <a:r>
              <a:rPr lang="en-US" dirty="0"/>
              <a:t>After substituting the productions of A₂ in A₁, we obtain:</a:t>
            </a:r>
          </a:p>
          <a:p>
            <a:r>
              <a:rPr lang="en-US" dirty="0"/>
              <a:t>A₁ → 0A₁A₂ | 1A₂ | 0A₁B₂A₂ | 1B₂A₂ | 0</a:t>
            </a:r>
          </a:p>
          <a:p>
            <a:r>
              <a:rPr lang="en-IN" b="1" dirty="0"/>
              <a:t>Substituting (3) in (2)</a:t>
            </a:r>
          </a:p>
          <a:p>
            <a:r>
              <a:rPr lang="en-IN" dirty="0"/>
              <a:t>After substituting the productions of A₂ in B₂, we obtain:</a:t>
            </a:r>
          </a:p>
          <a:p>
            <a:r>
              <a:rPr lang="en-IN" dirty="0"/>
              <a:t>B₂ → 0A₁A₁ | 1A₁ | 0A₁B₂A₁ | 1B₂A₁</a:t>
            </a:r>
            <a:br>
              <a:rPr lang="en-IN" dirty="0"/>
            </a:br>
            <a:r>
              <a:rPr lang="en-IN" dirty="0"/>
              <a:t>   | 0A₁A₁B₂ | 1A₁B₂ | 0A₁B₂A₁B₂ | 1B₂A₁B₂</a:t>
            </a:r>
            <a:br>
              <a:rPr lang="en-IN" dirty="0"/>
            </a:br>
            <a:r>
              <a:rPr lang="en-IN" dirty="0"/>
              <a:t>                              [GNF form]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6228235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495DCC-B6D7-8431-5CA4-249B0947F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D5BCFF-27BB-BF5F-C048-68EFC2DD81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The GNF grammar is</a:t>
            </a:r>
          </a:p>
          <a:p>
            <a:r>
              <a:rPr lang="en-IN" dirty="0"/>
              <a:t>A₁ → 0A₁A₂ | 1A₂ | 0A₁B₂A₂ | 1B₂A₂ | 0</a:t>
            </a:r>
          </a:p>
          <a:p>
            <a:r>
              <a:rPr lang="en-IN" dirty="0"/>
              <a:t>A₂ → 0A₁ | 1 | 0A₁B₂ | 1B₂</a:t>
            </a:r>
          </a:p>
          <a:p>
            <a:r>
              <a:rPr lang="en-IN" dirty="0"/>
              <a:t>B₂ → 0A₁A₁ | 1A₁ | 0A₁B₂A₁ | 1B₂A₁</a:t>
            </a:r>
            <a:br>
              <a:rPr lang="en-IN" dirty="0"/>
            </a:br>
            <a:r>
              <a:rPr lang="en-IN" dirty="0"/>
              <a:t>  | 0A₁A₁B₂ | 1A₁B₂ | 0A₁B₂A₁B₂ | 1B₂A₁B₂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59440203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D2AD57-0A85-47FE-7679-D6B334007F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539D35-95CA-4091-E757-6176B027BC3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44219E-65B1-9299-A38D-5C173C3129A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32551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1913</TotalTime>
  <Words>5458</Words>
  <Application>Microsoft Office PowerPoint</Application>
  <PresentationFormat>Widescreen</PresentationFormat>
  <Paragraphs>545</Paragraphs>
  <Slides>87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87</vt:i4>
      </vt:variant>
    </vt:vector>
  </HeadingPairs>
  <TitlesOfParts>
    <vt:vector size="97" baseType="lpstr">
      <vt:lpstr>Aptos</vt:lpstr>
      <vt:lpstr>Aptos Display</vt:lpstr>
      <vt:lpstr>Arial</vt:lpstr>
      <vt:lpstr>Arial</vt:lpstr>
      <vt:lpstr>Cambria Math</vt:lpstr>
      <vt:lpstr>Palatino Linotype</vt:lpstr>
      <vt:lpstr>Symbol</vt:lpstr>
      <vt:lpstr>Times New Roman</vt:lpstr>
      <vt:lpstr>Wingdings</vt:lpstr>
      <vt:lpstr>Office Theme</vt:lpstr>
      <vt:lpstr>Context Free Grammar</vt:lpstr>
      <vt:lpstr>PowerPoint Presentation</vt:lpstr>
      <vt:lpstr>PowerPoint Presentation</vt:lpstr>
      <vt:lpstr>Formal Definition of Context-Free Grammar</vt:lpstr>
      <vt:lpstr>PowerPoint Presentation</vt:lpstr>
      <vt:lpstr>Example of a Context-Free Grammar</vt:lpstr>
      <vt:lpstr>PowerPoint Presentation</vt:lpstr>
      <vt:lpstr>PowerPoint Presentation</vt:lpstr>
      <vt:lpstr>PowerPoint Presentation</vt:lpstr>
      <vt:lpstr>Derivation Example</vt:lpstr>
      <vt:lpstr>PowerPoint Presentation</vt:lpstr>
      <vt:lpstr>Linear Grammar</vt:lpstr>
      <vt:lpstr>Types of Linear Grammar</vt:lpstr>
      <vt:lpstr>PowerPoint Presentation</vt:lpstr>
      <vt:lpstr>Leftmost and Rightmost Derivation</vt:lpstr>
      <vt:lpstr>PowerPoint Presentation</vt:lpstr>
      <vt:lpstr>Example</vt:lpstr>
      <vt:lpstr>PowerPoint Presentation</vt:lpstr>
      <vt:lpstr>PowerPoint Presentation</vt:lpstr>
      <vt:lpstr>Example 1</vt:lpstr>
      <vt:lpstr>Example</vt:lpstr>
      <vt:lpstr>Derivation Tree (Parse Tree)</vt:lpstr>
      <vt:lpstr>PowerPoint Presentation</vt:lpstr>
      <vt:lpstr>Example</vt:lpstr>
      <vt:lpstr>PowerPoint Presentation</vt:lpstr>
      <vt:lpstr>PowerPoint Presentation</vt:lpstr>
      <vt:lpstr>Types of Derivation </vt:lpstr>
      <vt:lpstr>Leftmost Derivation Tree </vt:lpstr>
      <vt:lpstr>PowerPoint Presentation</vt:lpstr>
      <vt:lpstr>Rightmost Derivation Tree</vt:lpstr>
      <vt:lpstr>PowerPoint Presentation</vt:lpstr>
      <vt:lpstr>Ambiguity in Derivation Trees</vt:lpstr>
      <vt:lpstr>PowerPoint Presentation</vt:lpstr>
      <vt:lpstr>PowerPoint Presentation</vt:lpstr>
      <vt:lpstr>Partial Derivation Tree</vt:lpstr>
      <vt:lpstr>Construction of CFG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Simplifying Grammars</vt:lpstr>
      <vt:lpstr>Methods to reduce grammar</vt:lpstr>
      <vt:lpstr>Removing useless productions</vt:lpstr>
      <vt:lpstr>PowerPoint Presentation</vt:lpstr>
      <vt:lpstr>Example</vt:lpstr>
      <vt:lpstr>Example 2</vt:lpstr>
      <vt:lpstr>PowerPoint Presentation</vt:lpstr>
      <vt:lpstr>Example 3</vt:lpstr>
      <vt:lpstr>PowerPoint Presentation</vt:lpstr>
      <vt:lpstr>Removing λ| ε productions</vt:lpstr>
      <vt:lpstr>Algorithm to remove λ| ε productions  </vt:lpstr>
      <vt:lpstr>Example</vt:lpstr>
      <vt:lpstr>Example</vt:lpstr>
      <vt:lpstr>PowerPoint Presentation</vt:lpstr>
      <vt:lpstr>Remove Unit Productions</vt:lpstr>
      <vt:lpstr>Algorithm to remove unit productions</vt:lpstr>
      <vt:lpstr>Example</vt:lpstr>
      <vt:lpstr>PowerPoint Presentation</vt:lpstr>
      <vt:lpstr>Example </vt:lpstr>
      <vt:lpstr>PowerPoint Presentation</vt:lpstr>
      <vt:lpstr>Example</vt:lpstr>
      <vt:lpstr>PowerPoint Presentation</vt:lpstr>
      <vt:lpstr>PowerPoint Presentation</vt:lpstr>
      <vt:lpstr>Normal forms of CFG</vt:lpstr>
      <vt:lpstr>1. Chomsky Normal Form (CNF)</vt:lpstr>
      <vt:lpstr>Converting CFG to CNF</vt:lpstr>
      <vt:lpstr>Steps to convert a context-free grammar into Chomsky Normal Form (CNF):</vt:lpstr>
      <vt:lpstr>Problem 1</vt:lpstr>
      <vt:lpstr>PowerPoint Presentation</vt:lpstr>
      <vt:lpstr>PowerPoint Presentation</vt:lpstr>
      <vt:lpstr>Problem 2</vt:lpstr>
      <vt:lpstr>PowerPoint Presentation</vt:lpstr>
      <vt:lpstr>PowerPoint Presentation</vt:lpstr>
      <vt:lpstr>PowerPoint Presentation</vt:lpstr>
      <vt:lpstr>Greibach Normal Form (GNF)</vt:lpstr>
      <vt:lpstr>PowerPoint Presentation</vt:lpstr>
      <vt:lpstr>PowerPoint Presentation</vt:lpstr>
      <vt:lpstr>Steps to Convert CFG to GNF</vt:lpstr>
      <vt:lpstr>PowerPoint Presentation</vt:lpstr>
      <vt:lpstr>Problem 1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Anusuya R</dc:creator>
  <cp:lastModifiedBy>Anusuya R</cp:lastModifiedBy>
  <cp:revision>1</cp:revision>
  <dcterms:created xsi:type="dcterms:W3CDTF">2026-01-29T04:05:08Z</dcterms:created>
  <dcterms:modified xsi:type="dcterms:W3CDTF">2026-02-10T10:04:09Z</dcterms:modified>
</cp:coreProperties>
</file>