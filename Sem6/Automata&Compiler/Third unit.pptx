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87" r:id="rId4"/>
    <p:sldId id="288" r:id="rId5"/>
    <p:sldId id="260" r:id="rId6"/>
    <p:sldId id="267" r:id="rId7"/>
    <p:sldId id="262" r:id="rId8"/>
    <p:sldId id="261" r:id="rId9"/>
    <p:sldId id="263" r:id="rId10"/>
    <p:sldId id="264" r:id="rId11"/>
    <p:sldId id="265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30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819FAF-9A59-46E4-BF16-4F88DFBD3889}" v="57" dt="2026-03-21T06:50:29.524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129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suya R" userId="85eefe040dbd19ca" providerId="LiveId" clId="{F6C0FBD5-51B7-4E53-9C14-EFF993B86CB3}"/>
    <pc:docChg chg="undo custSel addSld modSld">
      <pc:chgData name="Anusuya R" userId="85eefe040dbd19ca" providerId="LiveId" clId="{F6C0FBD5-51B7-4E53-9C14-EFF993B86CB3}" dt="2026-03-21T06:54:01.090" v="583" actId="12"/>
      <pc:docMkLst>
        <pc:docMk/>
      </pc:docMkLst>
      <pc:sldChg chg="modSp mod">
        <pc:chgData name="Anusuya R" userId="85eefe040dbd19ca" providerId="LiveId" clId="{F6C0FBD5-51B7-4E53-9C14-EFF993B86CB3}" dt="2026-03-21T06:53:32.946" v="579" actId="20577"/>
        <pc:sldMkLst>
          <pc:docMk/>
          <pc:sldMk cId="417879907" sldId="256"/>
        </pc:sldMkLst>
        <pc:spChg chg="mod">
          <ac:chgData name="Anusuya R" userId="85eefe040dbd19ca" providerId="LiveId" clId="{F6C0FBD5-51B7-4E53-9C14-EFF993B86CB3}" dt="2026-03-21T06:53:32.946" v="579" actId="20577"/>
          <ac:spMkLst>
            <pc:docMk/>
            <pc:sldMk cId="417879907" sldId="256"/>
            <ac:spMk id="2" creationId="{51C1C51C-7EF1-D4FD-7947-94044841A088}"/>
          </ac:spMkLst>
        </pc:spChg>
      </pc:sldChg>
      <pc:sldChg chg="modSp mod">
        <pc:chgData name="Anusuya R" userId="85eefe040dbd19ca" providerId="LiveId" clId="{F6C0FBD5-51B7-4E53-9C14-EFF993B86CB3}" dt="2026-03-21T06:54:01.090" v="583" actId="12"/>
        <pc:sldMkLst>
          <pc:docMk/>
          <pc:sldMk cId="1214639131" sldId="262"/>
        </pc:sldMkLst>
        <pc:spChg chg="mod">
          <ac:chgData name="Anusuya R" userId="85eefe040dbd19ca" providerId="LiveId" clId="{F6C0FBD5-51B7-4E53-9C14-EFF993B86CB3}" dt="2026-03-21T06:54:01.090" v="583" actId="12"/>
          <ac:spMkLst>
            <pc:docMk/>
            <pc:sldMk cId="1214639131" sldId="262"/>
            <ac:spMk id="3" creationId="{71F26077-777A-8D23-6CD9-D5D8794F4D3F}"/>
          </ac:spMkLst>
        </pc:spChg>
      </pc:sldChg>
      <pc:sldChg chg="modSp mod">
        <pc:chgData name="Anusuya R" userId="85eefe040dbd19ca" providerId="LiveId" clId="{F6C0FBD5-51B7-4E53-9C14-EFF993B86CB3}" dt="2026-03-21T02:43:33.527" v="87" actId="113"/>
        <pc:sldMkLst>
          <pc:docMk/>
          <pc:sldMk cId="682247205" sldId="290"/>
        </pc:sldMkLst>
        <pc:spChg chg="mod">
          <ac:chgData name="Anusuya R" userId="85eefe040dbd19ca" providerId="LiveId" clId="{F6C0FBD5-51B7-4E53-9C14-EFF993B86CB3}" dt="2026-03-21T02:43:33.527" v="87" actId="113"/>
          <ac:spMkLst>
            <pc:docMk/>
            <pc:sldMk cId="682247205" sldId="290"/>
            <ac:spMk id="3" creationId="{25C2EFFB-055C-E3F5-D686-35029C957B9B}"/>
          </ac:spMkLst>
        </pc:spChg>
      </pc:sldChg>
      <pc:sldChg chg="modSp new mod">
        <pc:chgData name="Anusuya R" userId="85eefe040dbd19ca" providerId="LiveId" clId="{F6C0FBD5-51B7-4E53-9C14-EFF993B86CB3}" dt="2026-03-21T02:40:18.465" v="10" actId="27636"/>
        <pc:sldMkLst>
          <pc:docMk/>
          <pc:sldMk cId="2373570547" sldId="291"/>
        </pc:sldMkLst>
        <pc:spChg chg="mod">
          <ac:chgData name="Anusuya R" userId="85eefe040dbd19ca" providerId="LiveId" clId="{F6C0FBD5-51B7-4E53-9C14-EFF993B86CB3}" dt="2026-03-21T02:39:05.985" v="1"/>
          <ac:spMkLst>
            <pc:docMk/>
            <pc:sldMk cId="2373570547" sldId="291"/>
            <ac:spMk id="2" creationId="{CAE3401B-1FE7-B6E7-7478-91E5648CA016}"/>
          </ac:spMkLst>
        </pc:spChg>
        <pc:spChg chg="mod">
          <ac:chgData name="Anusuya R" userId="85eefe040dbd19ca" providerId="LiveId" clId="{F6C0FBD5-51B7-4E53-9C14-EFF993B86CB3}" dt="2026-03-21T02:40:18.465" v="10" actId="27636"/>
          <ac:spMkLst>
            <pc:docMk/>
            <pc:sldMk cId="2373570547" sldId="291"/>
            <ac:spMk id="3" creationId="{58FED590-AE18-5F19-6949-CB09EB31C758}"/>
          </ac:spMkLst>
        </pc:spChg>
      </pc:sldChg>
      <pc:sldChg chg="modSp new mod">
        <pc:chgData name="Anusuya R" userId="85eefe040dbd19ca" providerId="LiveId" clId="{F6C0FBD5-51B7-4E53-9C14-EFF993B86CB3}" dt="2026-03-21T02:41:57.825" v="33" actId="113"/>
        <pc:sldMkLst>
          <pc:docMk/>
          <pc:sldMk cId="3756164662" sldId="292"/>
        </pc:sldMkLst>
        <pc:spChg chg="mod">
          <ac:chgData name="Anusuya R" userId="85eefe040dbd19ca" providerId="LiveId" clId="{F6C0FBD5-51B7-4E53-9C14-EFF993B86CB3}" dt="2026-03-21T02:41:57.825" v="33" actId="113"/>
          <ac:spMkLst>
            <pc:docMk/>
            <pc:sldMk cId="3756164662" sldId="292"/>
            <ac:spMk id="3" creationId="{BCA86DEA-38BD-DBC0-BD57-B9ED66476A61}"/>
          </ac:spMkLst>
        </pc:spChg>
      </pc:sldChg>
      <pc:sldChg chg="modSp new mod">
        <pc:chgData name="Anusuya R" userId="85eefe040dbd19ca" providerId="LiveId" clId="{F6C0FBD5-51B7-4E53-9C14-EFF993B86CB3}" dt="2026-03-21T06:33:27.108" v="317" actId="12"/>
        <pc:sldMkLst>
          <pc:docMk/>
          <pc:sldMk cId="3542068513" sldId="293"/>
        </pc:sldMkLst>
        <pc:spChg chg="mod">
          <ac:chgData name="Anusuya R" userId="85eefe040dbd19ca" providerId="LiveId" clId="{F6C0FBD5-51B7-4E53-9C14-EFF993B86CB3}" dt="2026-03-21T06:33:27.108" v="317" actId="12"/>
          <ac:spMkLst>
            <pc:docMk/>
            <pc:sldMk cId="3542068513" sldId="293"/>
            <ac:spMk id="3" creationId="{B6D5402A-DA79-F1EE-FBD7-33B3C36A87F5}"/>
          </ac:spMkLst>
        </pc:spChg>
      </pc:sldChg>
      <pc:sldChg chg="modSp new mod">
        <pc:chgData name="Anusuya R" userId="85eefe040dbd19ca" providerId="LiveId" clId="{F6C0FBD5-51B7-4E53-9C14-EFF993B86CB3}" dt="2026-03-21T02:46:05.779" v="197" actId="20577"/>
        <pc:sldMkLst>
          <pc:docMk/>
          <pc:sldMk cId="1314269086" sldId="294"/>
        </pc:sldMkLst>
        <pc:spChg chg="mod">
          <ac:chgData name="Anusuya R" userId="85eefe040dbd19ca" providerId="LiveId" clId="{F6C0FBD5-51B7-4E53-9C14-EFF993B86CB3}" dt="2026-03-21T02:46:05.779" v="197" actId="20577"/>
          <ac:spMkLst>
            <pc:docMk/>
            <pc:sldMk cId="1314269086" sldId="294"/>
            <ac:spMk id="3" creationId="{CF81C8BC-D5B8-830D-5230-70779B179AD3}"/>
          </ac:spMkLst>
        </pc:spChg>
      </pc:sldChg>
      <pc:sldChg chg="modSp new mod">
        <pc:chgData name="Anusuya R" userId="85eefe040dbd19ca" providerId="LiveId" clId="{F6C0FBD5-51B7-4E53-9C14-EFF993B86CB3}" dt="2026-03-21T06:33:15.463" v="316" actId="12"/>
        <pc:sldMkLst>
          <pc:docMk/>
          <pc:sldMk cId="2070850009" sldId="295"/>
        </pc:sldMkLst>
        <pc:spChg chg="mod">
          <ac:chgData name="Anusuya R" userId="85eefe040dbd19ca" providerId="LiveId" clId="{F6C0FBD5-51B7-4E53-9C14-EFF993B86CB3}" dt="2026-03-21T06:33:15.463" v="316" actId="12"/>
          <ac:spMkLst>
            <pc:docMk/>
            <pc:sldMk cId="2070850009" sldId="295"/>
            <ac:spMk id="3" creationId="{2725BE6F-4E74-5851-43F3-AC88E995BA3C}"/>
          </ac:spMkLst>
        </pc:spChg>
      </pc:sldChg>
      <pc:sldChg chg="modSp new mod">
        <pc:chgData name="Anusuya R" userId="85eefe040dbd19ca" providerId="LiveId" clId="{F6C0FBD5-51B7-4E53-9C14-EFF993B86CB3}" dt="2026-03-21T06:32:58.804" v="315" actId="12"/>
        <pc:sldMkLst>
          <pc:docMk/>
          <pc:sldMk cId="1600352550" sldId="296"/>
        </pc:sldMkLst>
        <pc:spChg chg="mod">
          <ac:chgData name="Anusuya R" userId="85eefe040dbd19ca" providerId="LiveId" clId="{F6C0FBD5-51B7-4E53-9C14-EFF993B86CB3}" dt="2026-03-21T06:32:58.804" v="315" actId="12"/>
          <ac:spMkLst>
            <pc:docMk/>
            <pc:sldMk cId="1600352550" sldId="296"/>
            <ac:spMk id="3" creationId="{89E701F9-E914-584C-5F03-CBB96CF29DA2}"/>
          </ac:spMkLst>
        </pc:spChg>
      </pc:sldChg>
      <pc:sldChg chg="addSp delSp modSp new mod">
        <pc:chgData name="Anusuya R" userId="85eefe040dbd19ca" providerId="LiveId" clId="{F6C0FBD5-51B7-4E53-9C14-EFF993B86CB3}" dt="2026-03-21T06:30:30.288" v="297" actId="113"/>
        <pc:sldMkLst>
          <pc:docMk/>
          <pc:sldMk cId="1875257471" sldId="297"/>
        </pc:sldMkLst>
        <pc:spChg chg="mod">
          <ac:chgData name="Anusuya R" userId="85eefe040dbd19ca" providerId="LiveId" clId="{F6C0FBD5-51B7-4E53-9C14-EFF993B86CB3}" dt="2026-03-21T06:27:56.168" v="263" actId="20577"/>
          <ac:spMkLst>
            <pc:docMk/>
            <pc:sldMk cId="1875257471" sldId="297"/>
            <ac:spMk id="2" creationId="{FCC7EB06-D9D1-7EBE-89B5-08E96D9E521B}"/>
          </ac:spMkLst>
        </pc:spChg>
        <pc:spChg chg="mod">
          <ac:chgData name="Anusuya R" userId="85eefe040dbd19ca" providerId="LiveId" clId="{F6C0FBD5-51B7-4E53-9C14-EFF993B86CB3}" dt="2026-03-21T06:30:30.288" v="297" actId="113"/>
          <ac:spMkLst>
            <pc:docMk/>
            <pc:sldMk cId="1875257471" sldId="297"/>
            <ac:spMk id="3" creationId="{128E2D37-6135-FA5A-8F95-258AB8BCC6E4}"/>
          </ac:spMkLst>
        </pc:spChg>
        <pc:spChg chg="add mod">
          <ac:chgData name="Anusuya R" userId="85eefe040dbd19ca" providerId="LiveId" clId="{F6C0FBD5-51B7-4E53-9C14-EFF993B86CB3}" dt="2026-03-21T06:29:17.075" v="288" actId="12"/>
          <ac:spMkLst>
            <pc:docMk/>
            <pc:sldMk cId="1875257471" sldId="297"/>
            <ac:spMk id="4" creationId="{E279F982-DADC-151C-D2F9-A5333E34BB4E}"/>
          </ac:spMkLst>
        </pc:spChg>
        <pc:spChg chg="add del mod">
          <ac:chgData name="Anusuya R" userId="85eefe040dbd19ca" providerId="LiveId" clId="{F6C0FBD5-51B7-4E53-9C14-EFF993B86CB3}" dt="2026-03-21T06:30:13.715" v="290"/>
          <ac:spMkLst>
            <pc:docMk/>
            <pc:sldMk cId="1875257471" sldId="297"/>
            <ac:spMk id="5" creationId="{BBA64CC0-067F-0396-59AF-64717196BBB9}"/>
          </ac:spMkLst>
        </pc:spChg>
      </pc:sldChg>
      <pc:sldChg chg="addSp modSp new mod">
        <pc:chgData name="Anusuya R" userId="85eefe040dbd19ca" providerId="LiveId" clId="{F6C0FBD5-51B7-4E53-9C14-EFF993B86CB3}" dt="2026-03-21T06:32:47.154" v="314" actId="20577"/>
        <pc:sldMkLst>
          <pc:docMk/>
          <pc:sldMk cId="2736717691" sldId="298"/>
        </pc:sldMkLst>
        <pc:spChg chg="mod">
          <ac:chgData name="Anusuya R" userId="85eefe040dbd19ca" providerId="LiveId" clId="{F6C0FBD5-51B7-4E53-9C14-EFF993B86CB3}" dt="2026-03-21T06:30:26.704" v="296" actId="113"/>
          <ac:spMkLst>
            <pc:docMk/>
            <pc:sldMk cId="2736717691" sldId="298"/>
            <ac:spMk id="3" creationId="{C98215A9-EF04-2E75-8F2A-3016BEF87758}"/>
          </ac:spMkLst>
        </pc:spChg>
        <pc:spChg chg="add mod">
          <ac:chgData name="Anusuya R" userId="85eefe040dbd19ca" providerId="LiveId" clId="{F6C0FBD5-51B7-4E53-9C14-EFF993B86CB3}" dt="2026-03-21T06:32:47.154" v="314" actId="20577"/>
          <ac:spMkLst>
            <pc:docMk/>
            <pc:sldMk cId="2736717691" sldId="298"/>
            <ac:spMk id="4" creationId="{D7C7F703-2675-4CAD-CAD0-55D4447DFD46}"/>
          </ac:spMkLst>
        </pc:spChg>
      </pc:sldChg>
      <pc:sldChg chg="addSp modSp new mod">
        <pc:chgData name="Anusuya R" userId="85eefe040dbd19ca" providerId="LiveId" clId="{F6C0FBD5-51B7-4E53-9C14-EFF993B86CB3}" dt="2026-03-21T06:47:01.457" v="480" actId="20577"/>
        <pc:sldMkLst>
          <pc:docMk/>
          <pc:sldMk cId="1858383552" sldId="299"/>
        </pc:sldMkLst>
        <pc:spChg chg="mod">
          <ac:chgData name="Anusuya R" userId="85eefe040dbd19ca" providerId="LiveId" clId="{F6C0FBD5-51B7-4E53-9C14-EFF993B86CB3}" dt="2026-03-21T06:47:01.457" v="480" actId="20577"/>
          <ac:spMkLst>
            <pc:docMk/>
            <pc:sldMk cId="1858383552" sldId="299"/>
            <ac:spMk id="2" creationId="{55734CF6-C303-A49E-C18C-7ACE933E3E0F}"/>
          </ac:spMkLst>
        </pc:spChg>
        <pc:spChg chg="mod">
          <ac:chgData name="Anusuya R" userId="85eefe040dbd19ca" providerId="LiveId" clId="{F6C0FBD5-51B7-4E53-9C14-EFF993B86CB3}" dt="2026-03-21T06:35:48.845" v="362" actId="20577"/>
          <ac:spMkLst>
            <pc:docMk/>
            <pc:sldMk cId="1858383552" sldId="299"/>
            <ac:spMk id="3" creationId="{6B8DAF3C-A139-4C72-A241-9E0C89032CCC}"/>
          </ac:spMkLst>
        </pc:spChg>
        <pc:graphicFrameChg chg="add mod modGraphic">
          <ac:chgData name="Anusuya R" userId="85eefe040dbd19ca" providerId="LiveId" clId="{F6C0FBD5-51B7-4E53-9C14-EFF993B86CB3}" dt="2026-03-21T06:36:18.053" v="368" actId="12385"/>
          <ac:graphicFrameMkLst>
            <pc:docMk/>
            <pc:sldMk cId="1858383552" sldId="299"/>
            <ac:graphicFrameMk id="4" creationId="{ADB60A71-E21B-EF18-C957-5161D1EC99D3}"/>
          </ac:graphicFrameMkLst>
        </pc:graphicFrameChg>
      </pc:sldChg>
      <pc:sldChg chg="addSp modSp new mod">
        <pc:chgData name="Anusuya R" userId="85eefe040dbd19ca" providerId="LiveId" clId="{F6C0FBD5-51B7-4E53-9C14-EFF993B86CB3}" dt="2026-03-21T06:46:55.694" v="478" actId="20577"/>
        <pc:sldMkLst>
          <pc:docMk/>
          <pc:sldMk cId="2468281807" sldId="300"/>
        </pc:sldMkLst>
        <pc:spChg chg="mod">
          <ac:chgData name="Anusuya R" userId="85eefe040dbd19ca" providerId="LiveId" clId="{F6C0FBD5-51B7-4E53-9C14-EFF993B86CB3}" dt="2026-03-21T06:46:55.694" v="478" actId="20577"/>
          <ac:spMkLst>
            <pc:docMk/>
            <pc:sldMk cId="2468281807" sldId="300"/>
            <ac:spMk id="2" creationId="{96DBC1EB-E44C-34B6-3156-3C505CEC2462}"/>
          </ac:spMkLst>
        </pc:spChg>
        <pc:spChg chg="mod">
          <ac:chgData name="Anusuya R" userId="85eefe040dbd19ca" providerId="LiveId" clId="{F6C0FBD5-51B7-4E53-9C14-EFF993B86CB3}" dt="2026-03-21T06:45:32.597" v="420"/>
          <ac:spMkLst>
            <pc:docMk/>
            <pc:sldMk cId="2468281807" sldId="300"/>
            <ac:spMk id="3" creationId="{A1017F26-1D05-F5A3-1322-2A613D36F2B8}"/>
          </ac:spMkLst>
        </pc:spChg>
        <pc:graphicFrameChg chg="add mod modGraphic">
          <ac:chgData name="Anusuya R" userId="85eefe040dbd19ca" providerId="LiveId" clId="{F6C0FBD5-51B7-4E53-9C14-EFF993B86CB3}" dt="2026-03-21T06:45:59.997" v="423" actId="12385"/>
          <ac:graphicFrameMkLst>
            <pc:docMk/>
            <pc:sldMk cId="2468281807" sldId="300"/>
            <ac:graphicFrameMk id="4" creationId="{D3F9A845-9305-5DDD-9BE1-BE3178017612}"/>
          </ac:graphicFrameMkLst>
        </pc:graphicFrameChg>
      </pc:sldChg>
      <pc:sldChg chg="modSp new mod">
        <pc:chgData name="Anusuya R" userId="85eefe040dbd19ca" providerId="LiveId" clId="{F6C0FBD5-51B7-4E53-9C14-EFF993B86CB3}" dt="2026-03-21T06:51:04.068" v="552" actId="113"/>
        <pc:sldMkLst>
          <pc:docMk/>
          <pc:sldMk cId="2339366470" sldId="301"/>
        </pc:sldMkLst>
        <pc:spChg chg="mod">
          <ac:chgData name="Anusuya R" userId="85eefe040dbd19ca" providerId="LiveId" clId="{F6C0FBD5-51B7-4E53-9C14-EFF993B86CB3}" dt="2026-03-21T06:47:46.056" v="505" actId="20577"/>
          <ac:spMkLst>
            <pc:docMk/>
            <pc:sldMk cId="2339366470" sldId="301"/>
            <ac:spMk id="2" creationId="{3C9AFA0B-CE5F-9402-F489-B486B7D50954}"/>
          </ac:spMkLst>
        </pc:spChg>
        <pc:spChg chg="mod">
          <ac:chgData name="Anusuya R" userId="85eefe040dbd19ca" providerId="LiveId" clId="{F6C0FBD5-51B7-4E53-9C14-EFF993B86CB3}" dt="2026-03-21T06:51:04.068" v="552" actId="113"/>
          <ac:spMkLst>
            <pc:docMk/>
            <pc:sldMk cId="2339366470" sldId="301"/>
            <ac:spMk id="3" creationId="{63CFDAB2-13DA-95B5-B6B4-F12ADEAFFE37}"/>
          </ac:spMkLst>
        </pc:spChg>
      </pc:sldChg>
      <pc:sldChg chg="addSp delSp modSp new mod setBg">
        <pc:chgData name="Anusuya R" userId="85eefe040dbd19ca" providerId="LiveId" clId="{F6C0FBD5-51B7-4E53-9C14-EFF993B86CB3}" dt="2026-03-21T06:50:55.049" v="551" actId="14100"/>
        <pc:sldMkLst>
          <pc:docMk/>
          <pc:sldMk cId="1906957705" sldId="302"/>
        </pc:sldMkLst>
        <pc:spChg chg="del">
          <ac:chgData name="Anusuya R" userId="85eefe040dbd19ca" providerId="LiveId" clId="{F6C0FBD5-51B7-4E53-9C14-EFF993B86CB3}" dt="2026-03-21T06:50:05.420" v="516" actId="26606"/>
          <ac:spMkLst>
            <pc:docMk/>
            <pc:sldMk cId="1906957705" sldId="302"/>
            <ac:spMk id="2" creationId="{6118ABEB-58BE-F0E3-88E9-3935594515D5}"/>
          </ac:spMkLst>
        </pc:spChg>
        <pc:spChg chg="del">
          <ac:chgData name="Anusuya R" userId="85eefe040dbd19ca" providerId="LiveId" clId="{F6C0FBD5-51B7-4E53-9C14-EFF993B86CB3}" dt="2026-03-21T06:50:01.076" v="515"/>
          <ac:spMkLst>
            <pc:docMk/>
            <pc:sldMk cId="1906957705" sldId="302"/>
            <ac:spMk id="3" creationId="{42C9E8EC-1F27-D66B-2E2E-FEC3D891D11A}"/>
          </ac:spMkLst>
        </pc:spChg>
        <pc:spChg chg="add mod">
          <ac:chgData name="Anusuya R" userId="85eefe040dbd19ca" providerId="LiveId" clId="{F6C0FBD5-51B7-4E53-9C14-EFF993B86CB3}" dt="2026-03-21T06:50:55.049" v="551" actId="14100"/>
          <ac:spMkLst>
            <pc:docMk/>
            <pc:sldMk cId="1906957705" sldId="302"/>
            <ac:spMk id="5" creationId="{21ACE7F9-87A4-6C79-1338-EEB939A2D5DE}"/>
          </ac:spMkLst>
        </pc:spChg>
        <pc:spChg chg="add">
          <ac:chgData name="Anusuya R" userId="85eefe040dbd19ca" providerId="LiveId" clId="{F6C0FBD5-51B7-4E53-9C14-EFF993B86CB3}" dt="2026-03-21T06:50:05.420" v="516" actId="26606"/>
          <ac:spMkLst>
            <pc:docMk/>
            <pc:sldMk cId="1906957705" sldId="302"/>
            <ac:spMk id="9" creationId="{F3060C83-F051-4F0E-ABAD-AA0DFC48B218}"/>
          </ac:spMkLst>
        </pc:spChg>
        <pc:spChg chg="add">
          <ac:chgData name="Anusuya R" userId="85eefe040dbd19ca" providerId="LiveId" clId="{F6C0FBD5-51B7-4E53-9C14-EFF993B86CB3}" dt="2026-03-21T06:50:05.420" v="516" actId="26606"/>
          <ac:spMkLst>
            <pc:docMk/>
            <pc:sldMk cId="1906957705" sldId="302"/>
            <ac:spMk id="11" creationId="{83C98ABE-055B-441F-B07E-44F97F083C39}"/>
          </ac:spMkLst>
        </pc:spChg>
        <pc:spChg chg="add">
          <ac:chgData name="Anusuya R" userId="85eefe040dbd19ca" providerId="LiveId" clId="{F6C0FBD5-51B7-4E53-9C14-EFF993B86CB3}" dt="2026-03-21T06:50:05.420" v="516" actId="26606"/>
          <ac:spMkLst>
            <pc:docMk/>
            <pc:sldMk cId="1906957705" sldId="302"/>
            <ac:spMk id="13" creationId="{29FDB030-9B49-4CED-8CCD-4D99382388AC}"/>
          </ac:spMkLst>
        </pc:spChg>
        <pc:spChg chg="add">
          <ac:chgData name="Anusuya R" userId="85eefe040dbd19ca" providerId="LiveId" clId="{F6C0FBD5-51B7-4E53-9C14-EFF993B86CB3}" dt="2026-03-21T06:50:05.420" v="516" actId="26606"/>
          <ac:spMkLst>
            <pc:docMk/>
            <pc:sldMk cId="1906957705" sldId="302"/>
            <ac:spMk id="15" creationId="{3783CA14-24A1-485C-8B30-D6A5D87987AD}"/>
          </ac:spMkLst>
        </pc:spChg>
        <pc:spChg chg="add">
          <ac:chgData name="Anusuya R" userId="85eefe040dbd19ca" providerId="LiveId" clId="{F6C0FBD5-51B7-4E53-9C14-EFF993B86CB3}" dt="2026-03-21T06:50:05.420" v="516" actId="26606"/>
          <ac:spMkLst>
            <pc:docMk/>
            <pc:sldMk cId="1906957705" sldId="302"/>
            <ac:spMk id="17" creationId="{9A97C86A-04D6-40F7-AE84-31AB43E6A846}"/>
          </ac:spMkLst>
        </pc:spChg>
        <pc:spChg chg="add">
          <ac:chgData name="Anusuya R" userId="85eefe040dbd19ca" providerId="LiveId" clId="{F6C0FBD5-51B7-4E53-9C14-EFF993B86CB3}" dt="2026-03-21T06:50:05.420" v="516" actId="26606"/>
          <ac:spMkLst>
            <pc:docMk/>
            <pc:sldMk cId="1906957705" sldId="302"/>
            <ac:spMk id="19" creationId="{FF9F2414-84E8-453E-B1F3-389FDE8192D9}"/>
          </ac:spMkLst>
        </pc:spChg>
        <pc:spChg chg="add">
          <ac:chgData name="Anusuya R" userId="85eefe040dbd19ca" providerId="LiveId" clId="{F6C0FBD5-51B7-4E53-9C14-EFF993B86CB3}" dt="2026-03-21T06:50:05.420" v="516" actId="26606"/>
          <ac:spMkLst>
            <pc:docMk/>
            <pc:sldMk cId="1906957705" sldId="302"/>
            <ac:spMk id="21" creationId="{3ECA69A1-7536-43AC-85EF-C7106179F5ED}"/>
          </ac:spMkLst>
        </pc:spChg>
        <pc:graphicFrameChg chg="add mod modGraphic">
          <ac:chgData name="Anusuya R" userId="85eefe040dbd19ca" providerId="LiveId" clId="{F6C0FBD5-51B7-4E53-9C14-EFF993B86CB3}" dt="2026-03-21T06:50:18.233" v="518" actId="1076"/>
          <ac:graphicFrameMkLst>
            <pc:docMk/>
            <pc:sldMk cId="1906957705" sldId="302"/>
            <ac:graphicFrameMk id="4" creationId="{BF184697-6994-9933-26CA-64E70B9892B9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EDC8E-4984-D98F-E3BB-CF7740703D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5C35D6-306E-583B-519F-1467F710C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66908-2362-95E5-DFBB-B087C2891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6443-AD05-4CA2-BAC6-E7549FDD7459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9C350-FA62-5EE3-1984-822B49D3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8F6B0-81D0-EA27-B09A-C55559EC2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A6EE-5491-406C-BC48-64FAE8137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507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AB406-E795-2F62-9546-9642B9F23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1753B-B9EE-8BBC-DAAD-EED75D5B2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58A50-DC15-11ED-9EDC-5DCDACC63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6443-AD05-4CA2-BAC6-E7549FDD7459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99F31-413D-7305-676D-309145847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3471B-61DA-993C-B443-0C138596D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A6EE-5491-406C-BC48-64FAE8137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02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46371-0CEA-CDFE-0EC0-CF81C6705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82D6EA-D204-C978-6960-0905225BE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BC528-F78B-B64F-B919-E94402B4A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6443-AD05-4CA2-BAC6-E7549FDD7459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38D84-1D5C-EB19-8478-BB9F94ABD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8E6E5-ECC6-81B3-717B-BA0A3B647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A6EE-5491-406C-BC48-64FAE8137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59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6B28E-5948-4509-68C7-3FB01AF56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58181-F700-ADDD-D549-9011A5C31E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1337BF-C06B-0215-0A74-09020D21F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EAE408-F482-F7CC-17C0-DF78A5199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6443-AD05-4CA2-BAC6-E7549FDD7459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18005-7B01-96F3-9849-42E56569F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86844-C39D-1832-7597-C30BE74FB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A6EE-5491-406C-BC48-64FAE8137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172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94D1C-535E-3983-EB88-8CF069237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119E0-E88C-1AEC-0B4C-9687AE2B4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9995E3-EBF7-B8F3-1F89-DE279FB150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9AE964-48D0-2858-FF9D-315DE145DC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F24A6E-6F67-3616-BED2-AEB04A8984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57102F-1A7D-8341-0270-490F99B4E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6443-AD05-4CA2-BAC6-E7549FDD7459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945186-4280-92A6-2530-A59E6EFB3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E3E3CB-CD8F-F314-D915-AE3C54278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A6EE-5491-406C-BC48-64FAE8137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81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7506A-AA40-CC91-FB6D-837880CC5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09BB-6CF0-FEE3-4F39-CBDA3CE67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6443-AD05-4CA2-BAC6-E7549FDD7459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CDF72F-AB42-B947-575D-719C7773B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CAFF85-4747-F029-53EF-580250E8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A6EE-5491-406C-BC48-64FAE8137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166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7DB65C-5244-DCF4-E60C-93BCC6D5D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6443-AD05-4CA2-BAC6-E7549FDD7459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CB8338-FE09-6E55-5656-792D9C37A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6E4CC-2FE9-7BBF-59A3-0C8D2981D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A6EE-5491-406C-BC48-64FAE8137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175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5D54D-3BD4-2A60-6BE7-29529DC26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4EAE4-F2E1-9ACB-4086-7FCB51132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40446-C05E-A0F8-E251-ECE456EC32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4700B-6CE5-CA73-5E5B-3EF2199A6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6443-AD05-4CA2-BAC6-E7549FDD7459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57EAA-DE02-3AA1-6162-103422649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EAEB5F-8D63-0C06-806E-5D9E4893A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A6EE-5491-406C-BC48-64FAE8137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308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CED5E-8CFE-281D-9BBB-91090F3C4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372BA4-6BD7-35E0-B16C-131E042C0A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B74621-96EA-E916-8E92-2BA7C2A22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3813F8-9A92-0C2D-CD12-7F599A4D3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6443-AD05-4CA2-BAC6-E7549FDD7459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CCA5E2-0019-3826-71B1-2A250E38E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314000-F6E2-2DE9-96C1-ADE29015A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A6EE-5491-406C-BC48-64FAE8137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728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1F89F-F717-2057-C9DC-C5AB3FAEE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E4CB9A-118C-0953-B5B8-3B034D464F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3D090-2845-9507-3DE0-1FBC640B6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6443-AD05-4CA2-BAC6-E7549FDD7459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AC19B-A80D-7E43-CCED-C527B913B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F1245-F511-4F54-45EB-10B718BB0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A6EE-5491-406C-BC48-64FAE8137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319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40D683-2844-5D4D-464C-9EF13E85E6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C05D59-EB5A-ECAD-4295-7B44600E21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9678C-1A30-7D0F-F6CC-19847E862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6443-AD05-4CA2-BAC6-E7549FDD7459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B43E9-4619-A633-D175-C565F73C5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2B5A4-5A8C-AA6C-4643-881D342A1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8A6EE-5491-406C-BC48-64FAE8137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70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2312ED-EBD1-A1A4-EC6B-E5E8F7372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F4317-67D3-C79A-3C5F-E5CF348E0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D604F-1EB6-2293-DB20-C111182434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056443-AD05-4CA2-BAC6-E7549FDD7459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CFCAE-858F-98AE-8A8F-D37BA358B4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A601C-D970-81C2-0B1D-435541150E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98A6EE-5491-406C-BC48-64FAE81370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43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1C51C-7EF1-D4FD-7947-94044841A0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Intermediate representation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4E9F4B-B23D-5320-14D3-479485BEC6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79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1D459-A916-E5EA-4DCE-D3D1971B7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Intermediate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E201F-C604-3545-531E-860340CD9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Intermediate Code Representation (IR) is an abstract representation of a program generated by the compiler after the source code is analyzed and before machine code is produced.</a:t>
            </a:r>
          </a:p>
          <a:p>
            <a:r>
              <a:rPr lang="en-US" dirty="0"/>
              <a:t>It serves as a bridge between the high-level source language and the low-level target machine code.</a:t>
            </a:r>
          </a:p>
          <a:p>
            <a:r>
              <a:rPr lang="en-US" dirty="0"/>
              <a:t>A compiler typically consists of three major phases:</a:t>
            </a:r>
          </a:p>
          <a:p>
            <a:r>
              <a:rPr lang="en-US" b="1" dirty="0"/>
              <a:t>Front End</a:t>
            </a:r>
            <a:r>
              <a:rPr lang="en-US" dirty="0"/>
              <a:t> – Performs lexical, syntax, and semantic analysis.</a:t>
            </a:r>
          </a:p>
          <a:p>
            <a:r>
              <a:rPr lang="en-US" b="1" dirty="0"/>
              <a:t>Middle End</a:t>
            </a:r>
            <a:r>
              <a:rPr lang="en-US" dirty="0"/>
              <a:t> – Performs optimization.</a:t>
            </a:r>
          </a:p>
          <a:p>
            <a:r>
              <a:rPr lang="en-US" b="1" dirty="0"/>
              <a:t>Back End</a:t>
            </a:r>
            <a:r>
              <a:rPr lang="en-US" dirty="0"/>
              <a:t> – Generates target machine code.</a:t>
            </a:r>
          </a:p>
          <a:p>
            <a:r>
              <a:rPr lang="en-US" dirty="0"/>
              <a:t>The intermediate representation is produced after semantic analysis and is used as input for optimization and code generation.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9285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CE84F-F586-DA7D-1FE6-4AAE103D0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05E96-4D2B-1A93-8EF4-17F351CCA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Different programming languages can be compiled for different target machines. </a:t>
            </a:r>
          </a:p>
          <a:p>
            <a:pPr algn="just"/>
            <a:r>
              <a:rPr lang="en-US" dirty="0"/>
              <a:t>Without an intermediate representation, we would need a separate compiler for every source-target combination.</a:t>
            </a:r>
          </a:p>
          <a:p>
            <a:r>
              <a:rPr lang="en-US" dirty="0"/>
              <a:t>If there are:</a:t>
            </a:r>
          </a:p>
          <a:p>
            <a:pPr lvl="1"/>
            <a:r>
              <a:rPr lang="en-US" dirty="0"/>
              <a:t>M source languages</a:t>
            </a:r>
          </a:p>
          <a:p>
            <a:pPr lvl="1"/>
            <a:r>
              <a:rPr lang="en-US" dirty="0"/>
              <a:t>N target machines</a:t>
            </a:r>
          </a:p>
          <a:p>
            <a:r>
              <a:rPr lang="en-US" dirty="0"/>
              <a:t>Without IR  it requires Need M × N compilers</a:t>
            </a:r>
          </a:p>
          <a:p>
            <a:r>
              <a:rPr lang="en-US" dirty="0"/>
              <a:t>If IR is used it requires M + N components</a:t>
            </a:r>
          </a:p>
          <a:p>
            <a:r>
              <a:rPr lang="en-US" dirty="0"/>
              <a:t>Thus, IR improves portability and reduces compiler complexity.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3285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D2DE1-3B21-9E2B-23A4-B9FC460E2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Intermediate Code Representation</a:t>
            </a:r>
            <a:endParaRPr lang="en-IN" dirty="0"/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E101B8F2-56C1-A178-9D5D-5464A1AD590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0" y="2062956"/>
            <a:ext cx="6667500" cy="387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5214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9674B-C3C4-91A3-1FCA-06CE0D254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 Syntax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64841-1BD0-99A2-4DD6-626F3B61E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Abstract Syntax Tree, commonly called AST, is an important intermediate representation used in compiler design.</a:t>
            </a:r>
          </a:p>
          <a:p>
            <a:r>
              <a:rPr lang="en-US" dirty="0"/>
              <a:t>An Abstract Syntax Tree is a tree representation of the syntactic structure of a program in which unnecessary grammar symbols are removed. It preserves only the essential structure of the program.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6623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9C459-5B28-D85E-BF1F-BC1795A62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Parse Tree Vs AST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7300988-7268-1A03-8FCF-1F6E71DC47F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20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49079189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557933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Parse Tree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Syntax Tree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033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Parse tree is a graphical representation of the replacement process in a derivation.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Syntax tree is the compact form of a parse tree.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574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Each interior node represents a grammar rule.</a:t>
                      </a:r>
                      <a:endParaRPr lang="en-US" dirty="0"/>
                    </a:p>
                    <a:p>
                      <a:pPr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Each leaf node represents a terminal.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Each interior node represents an operator.</a:t>
                      </a:r>
                      <a:endParaRPr lang="en-US" dirty="0"/>
                    </a:p>
                    <a:p>
                      <a:pPr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Each leaf node represents an operand.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596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Parse trees provide every characteristic information from the real syntax.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Syntax trees do not provide every characteristic information from the real syntax.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684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Parse trees are comparatively less dense than syntax trees.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Syntax trees are comparatively more dense than parse trees.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301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4019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8EFA5-FCC7-B966-40E1-1D4DD7FB0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26077-777A-8D23-6CD9-D5D8794F4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IN" dirty="0"/>
              <a:t>Considering the following grammar-</a:t>
            </a:r>
          </a:p>
          <a:p>
            <a:pPr marL="0" indent="0" fontAlgn="base">
              <a:buNone/>
            </a:pPr>
            <a:r>
              <a:rPr lang="en-IN" dirty="0"/>
              <a:t>E → E + T | T</a:t>
            </a:r>
          </a:p>
          <a:p>
            <a:pPr marL="0" indent="0" fontAlgn="base">
              <a:buNone/>
            </a:pPr>
            <a:r>
              <a:rPr lang="en-IN" dirty="0"/>
              <a:t>T → T x F | F</a:t>
            </a:r>
          </a:p>
          <a:p>
            <a:pPr marL="0" indent="0" fontAlgn="base">
              <a:buNone/>
            </a:pPr>
            <a:r>
              <a:rPr lang="en-IN" dirty="0"/>
              <a:t>F → ( E ) | id</a:t>
            </a:r>
          </a:p>
          <a:p>
            <a:pPr marL="0" indent="0" fontAlgn="base">
              <a:buNone/>
            </a:pPr>
            <a:endParaRPr lang="en-IN" dirty="0"/>
          </a:p>
          <a:p>
            <a:pPr fontAlgn="base"/>
            <a:r>
              <a:rPr lang="en-IN" dirty="0"/>
              <a:t>Generate the following for the string id + id x id</a:t>
            </a:r>
          </a:p>
          <a:p>
            <a:pPr marL="0" indent="0" fontAlgn="base">
              <a:buNone/>
            </a:pPr>
            <a:r>
              <a:rPr lang="en-IN" dirty="0"/>
              <a:t>Parse tree</a:t>
            </a:r>
          </a:p>
          <a:p>
            <a:pPr marL="0" indent="0" fontAlgn="base">
              <a:buNone/>
            </a:pPr>
            <a:r>
              <a:rPr lang="en-IN" dirty="0"/>
              <a:t>Syntax tree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4639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99539-5739-788A-0375-C23488E32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3E2C4-283C-B3E9-0775-0DA90312B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9DC4BE5-2A40-15EC-94C3-C1BD15B34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575" y="1223963"/>
            <a:ext cx="6800850" cy="441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6167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5181B-C778-5023-1303-350A9C5CC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47D8B-1774-1F88-F2E3-1CF2B26EC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Construct a syntax tree for the following arithmetic expression-</a:t>
            </a:r>
          </a:p>
          <a:p>
            <a:pPr fontAlgn="base"/>
            <a:r>
              <a:rPr lang="en-US" dirty="0"/>
              <a:t>( a + b ) * ( c – d ) + ( ( e / f ) * ( a + b ))</a:t>
            </a:r>
          </a:p>
          <a:p>
            <a:endParaRPr lang="en-IN" dirty="0"/>
          </a:p>
          <a:p>
            <a:r>
              <a:rPr lang="en-US" dirty="0"/>
              <a:t>We convert the given arithmetic expression into a postfix expression as-</a:t>
            </a:r>
          </a:p>
          <a:p>
            <a:r>
              <a:rPr lang="en-IN" dirty="0" err="1"/>
              <a:t>ab+cd</a:t>
            </a:r>
            <a:r>
              <a:rPr lang="en-IN" dirty="0"/>
              <a:t>-*</a:t>
            </a:r>
            <a:r>
              <a:rPr lang="en-IN" dirty="0" err="1"/>
              <a:t>ef</a:t>
            </a:r>
            <a:r>
              <a:rPr lang="en-IN" dirty="0"/>
              <a:t>/ab+*+</a:t>
            </a:r>
          </a:p>
        </p:txBody>
      </p:sp>
    </p:spTree>
    <p:extLst>
      <p:ext uri="{BB962C8B-B14F-4D97-AF65-F5344CB8AC3E}">
        <p14:creationId xmlns:p14="http://schemas.microsoft.com/office/powerpoint/2010/main" val="3780394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CEA38227-6A97-3BE6-3D78-AB4AECEB59F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72714" y="643466"/>
            <a:ext cx="7846572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4303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4AB2A-8461-73B2-74CE-63C6C74A8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411AC-02A3-B46E-89DB-BCA13B86E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5CA2F82-D18E-CBB7-94D6-27B0BD24EF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3613" y="1844123"/>
            <a:ext cx="7724775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2961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43E86-9871-DAC6-0215-7A4CE6F23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Three Address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2EFFB-055C-E3F5-D686-35029C957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 Address Code is an intermediate representation used in compiler design to represent program statements in a simplified form. </a:t>
            </a:r>
          </a:p>
          <a:p>
            <a:r>
              <a:rPr lang="en-US" dirty="0"/>
              <a:t>It breaks complex expressions into a sequence of simple instructions.</a:t>
            </a:r>
          </a:p>
          <a:p>
            <a:r>
              <a:rPr lang="en-US" dirty="0"/>
              <a:t>Uses temporary variables (t1, t2, …)</a:t>
            </a:r>
          </a:p>
          <a:p>
            <a:r>
              <a:rPr lang="en-US" dirty="0"/>
              <a:t>Easy for optimization and code generation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2247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3401B-1FE7-B6E7-7478-91E5648CA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Forms of TAC Instructions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FED590-AE18-5F19-6949-CB09EB31C7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IN" b="1" dirty="0"/>
                  <a:t>Assignment</a:t>
                </a:r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i="1"/>
                      <m:t>𝑥</m:t>
                    </m:r>
                    <m:r>
                      <a:rPr lang="en-IN"/>
                      <m:t>=</m:t>
                    </m:r>
                    <m:r>
                      <a:rPr lang="en-IN" i="1"/>
                      <m:t>𝑦</m:t>
                    </m:r>
                  </m:oMath>
                </a14:m>
                <a:endParaRPr lang="en-IN" dirty="0"/>
              </a:p>
              <a:p>
                <a:r>
                  <a:rPr lang="en-US" b="1" dirty="0"/>
                  <a:t>Binary Operation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/>
                      <m:t>𝑥</m:t>
                    </m:r>
                    <m:r>
                      <a:rPr lang="en-US"/>
                      <m:t>=</m:t>
                    </m:r>
                    <m:r>
                      <a:rPr lang="en-US" i="1"/>
                      <m:t>𝑦</m:t>
                    </m:r>
                    <m:r>
                      <m:rPr>
                        <m:nor/>
                      </m:rPr>
                      <a:rPr lang="en-US" i="1"/>
                      <m:t>  </m:t>
                    </m:r>
                    <m:r>
                      <a:rPr lang="en-US" i="1"/>
                      <m:t>𝑜𝑝</m:t>
                    </m:r>
                    <m:r>
                      <m:rPr>
                        <m:nor/>
                      </m:rPr>
                      <a:rPr lang="en-US" i="1"/>
                      <m:t>  </m:t>
                    </m:r>
                    <m:r>
                      <a:rPr lang="en-US" i="1"/>
                      <m:t>𝑧</m:t>
                    </m:r>
                  </m:oMath>
                </a14:m>
                <a:endParaRPr lang="en-US" b="0" dirty="0"/>
              </a:p>
              <a:p>
                <a:r>
                  <a:rPr lang="en-US" b="1" dirty="0"/>
                  <a:t>Unary Operation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/>
                      <m:t>𝑥</m:t>
                    </m:r>
                    <m:r>
                      <a:rPr lang="en-US"/>
                      <m:t>=</m:t>
                    </m:r>
                    <m:r>
                      <a:rPr lang="en-US" i="1"/>
                      <m:t>𝑜𝑝</m:t>
                    </m:r>
                    <m:r>
                      <m:rPr>
                        <m:nor/>
                      </m:rPr>
                      <a:rPr lang="en-US" i="1"/>
                      <m:t>  </m:t>
                    </m:r>
                    <m:r>
                      <a:rPr lang="en-US" i="1"/>
                      <m:t>𝑦</m:t>
                    </m:r>
                  </m:oMath>
                </a14:m>
                <a:endParaRPr lang="en-US" b="0" dirty="0"/>
              </a:p>
              <a:p>
                <a:r>
                  <a:rPr lang="en-US" b="1" dirty="0"/>
                  <a:t>Unary Operation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/>
                      <m:t>𝑥</m:t>
                    </m:r>
                    <m:r>
                      <a:rPr lang="en-US"/>
                      <m:t>=</m:t>
                    </m:r>
                    <m:r>
                      <a:rPr lang="en-US" i="1"/>
                      <m:t>𝑜𝑝</m:t>
                    </m:r>
                    <m:r>
                      <m:rPr>
                        <m:nor/>
                      </m:rPr>
                      <a:rPr lang="en-US" i="1"/>
                      <m:t>  </m:t>
                    </m:r>
                    <m:r>
                      <a:rPr lang="en-US" i="1"/>
                      <m:t>𝑦</m:t>
                    </m:r>
                  </m:oMath>
                </a14:m>
                <a:endParaRPr lang="en-US" b="0" dirty="0"/>
              </a:p>
              <a:p>
                <a:r>
                  <a:rPr lang="en-US" b="1" dirty="0"/>
                  <a:t>Conditional Jump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if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a:rPr lang="en-US" b="0" i="1"/>
                      <m:t>𝑥</m:t>
                    </m:r>
                    <m:r>
                      <m:rPr>
                        <m:nor/>
                      </m:rPr>
                      <a:rPr lang="en-US" b="0" i="1"/>
                      <m:t>  </m:t>
                    </m:r>
                    <m:r>
                      <a:rPr lang="en-US" b="0" i="1"/>
                      <m:t>𝑜𝑝</m:t>
                    </m:r>
                    <m:r>
                      <m:rPr>
                        <m:nor/>
                      </m:rPr>
                      <a:rPr lang="en-US" b="0" i="1"/>
                      <m:t>  </m:t>
                    </m:r>
                    <m:r>
                      <a:rPr lang="en-US" b="0" i="1"/>
                      <m:t>𝑦</m:t>
                    </m:r>
                    <m:r>
                      <m:rPr>
                        <m:nor/>
                      </m:rPr>
                      <a:rPr lang="en-US" b="0" i="1"/>
                      <m:t>  </m:t>
                    </m:r>
                    <m:r>
                      <m:rPr>
                        <m:nor/>
                      </m:rPr>
                      <a:rPr lang="en-US" b="0" i="1"/>
                      <m:t>goto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 i="1"/>
                      <m:t>L</m:t>
                    </m:r>
                  </m:oMath>
                </a14:m>
                <a:endParaRPr lang="en-US" b="0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FED590-AE18-5F19-6949-CB09EB31C7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521" b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3570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72893-C342-E993-EA9D-5655C4477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A86DEA-38BD-DBC0-BD57-B9ED66476A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IN" b="1" dirty="0"/>
                  <a:t>Unconditional Jump</a:t>
                </a:r>
                <a:endParaRPr lang="en-IN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0"/>
                      <m:t>goto</m:t>
                    </m:r>
                    <m:r>
                      <m:rPr>
                        <m:nor/>
                      </m:rPr>
                      <a:rPr lang="en-IN" b="0" i="1"/>
                      <m:t> </m:t>
                    </m:r>
                    <m:r>
                      <m:rPr>
                        <m:nor/>
                      </m:rPr>
                      <a:rPr lang="en-IN" b="0" i="1"/>
                      <m:t>L</m:t>
                    </m:r>
                  </m:oMath>
                </a14:m>
                <a:endParaRPr lang="en-IN" b="0" dirty="0"/>
              </a:p>
              <a:p>
                <a:r>
                  <a:rPr lang="en-IN" b="1" dirty="0"/>
                  <a:t>Array Access</a:t>
                </a:r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i="1"/>
                      <m:t>𝑥</m:t>
                    </m:r>
                    <m:r>
                      <a:rPr lang="en-IN"/>
                      <m:t>=</m:t>
                    </m:r>
                    <m:r>
                      <a:rPr lang="en-IN" i="1"/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𝑖</m:t>
                        </m:r>
                      </m:e>
                    </m:d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ar-AE" i="1"/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𝑖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 i="1"/>
                      <m:t>𝑥</m:t>
                    </m:r>
                  </m:oMath>
                </a14:m>
                <a:endParaRPr lang="en-IN" dirty="0"/>
              </a:p>
              <a:p>
                <a:r>
                  <a:rPr lang="en-US" b="1" dirty="0"/>
                  <a:t>Procedure Call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param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a:rPr lang="en-US" b="0" i="1"/>
                      <m:t>𝑥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call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a:rPr lang="en-US" b="0" i="1"/>
                      <m:t>𝑝</m:t>
                    </m:r>
                    <m:r>
                      <a:rPr lang="en-US"/>
                      <m:t>,</m:t>
                    </m:r>
                    <m:r>
                      <a:rPr lang="en-US" i="1"/>
                      <m:t>𝑛</m:t>
                    </m:r>
                  </m:oMath>
                </a14:m>
                <a:endParaRPr lang="en-US" b="0" dirty="0"/>
              </a:p>
              <a:p>
                <a:r>
                  <a:rPr lang="en-US" b="1" dirty="0"/>
                  <a:t>Return Statement</a:t>
                </a:r>
              </a:p>
              <a:p>
                <a:r>
                  <a:rPr lang="en-US" dirty="0"/>
                  <a:t>return 𝑥</a:t>
                </a:r>
                <a:endParaRPr lang="ar-AE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A86DEA-38BD-DBC0-BD57-B9ED66476A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521" b="-33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6164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75597-A0D8-DBB4-6AA7-C898F95D1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D5402A-DA79-F1EE-FBD7-33B3C36A87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IN" b="1" dirty="0"/>
                  <a:t>Example 1</a:t>
                </a:r>
              </a:p>
              <a:p>
                <a:r>
                  <a:rPr lang="en-IN" b="1" dirty="0"/>
                  <a:t>Expression: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𝑎</m:t>
                    </m:r>
                    <m:r>
                      <a:rPr lang="en-IN"/>
                      <m:t>+</m:t>
                    </m:r>
                    <m:r>
                      <a:rPr lang="en-IN" i="1"/>
                      <m:t>𝑏</m:t>
                    </m:r>
                    <m:r>
                      <a:rPr lang="en-IN"/>
                      <m:t>∗</m:t>
                    </m:r>
                    <m:r>
                      <a:rPr lang="en-IN" i="1"/>
                      <m:t>𝑐</m:t>
                    </m:r>
                  </m:oMath>
                </a14:m>
                <a:endParaRPr lang="en-IN" dirty="0"/>
              </a:p>
              <a:p>
                <a:r>
                  <a:rPr lang="en-IN" dirty="0"/>
                  <a:t>The Three address code for the same:</a:t>
                </a:r>
              </a:p>
              <a:p>
                <a:pPr marL="0" indent="0">
                  <a:buNone/>
                </a:pPr>
                <a:r>
                  <a:rPr lang="fr-FR" b="1" dirty="0"/>
                  <a:t>t1 = b * c</a:t>
                </a:r>
              </a:p>
              <a:p>
                <a:pPr marL="0" indent="0">
                  <a:buNone/>
                </a:pPr>
                <a:r>
                  <a:rPr lang="fr-FR" b="1" dirty="0"/>
                  <a:t>t2 = a + t1</a:t>
                </a:r>
              </a:p>
              <a:p>
                <a:r>
                  <a:rPr lang="fr-FR" b="1" dirty="0"/>
                  <a:t>Example 2</a:t>
                </a:r>
              </a:p>
              <a:p>
                <a:r>
                  <a:rPr lang="en-IN" b="1" dirty="0"/>
                  <a:t>Expression: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𝑎</m:t>
                    </m:r>
                    <m:r>
                      <a:rPr lang="en-IN"/>
                      <m:t>+</m:t>
                    </m:r>
                    <m:r>
                      <a:rPr lang="en-IN" i="1"/>
                      <m:t>𝑏</m:t>
                    </m:r>
                    <m:r>
                      <a:rPr lang="en-IN"/>
                      <m:t>∗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𝑐</m:t>
                        </m:r>
                        <m:r>
                          <a:rPr lang="ar-AE"/>
                          <m:t>−</m:t>
                        </m:r>
                        <m:r>
                          <a:rPr lang="ar-AE" i="1"/>
                          <m:t>𝑑</m:t>
                        </m:r>
                      </m:e>
                    </m:d>
                    <m:r>
                      <a:rPr lang="ar-AE"/>
                      <m:t>/</m:t>
                    </m:r>
                    <m:r>
                      <a:rPr lang="ar-AE" i="1"/>
                      <m:t>𝑒</m:t>
                    </m:r>
                  </m:oMath>
                </a14:m>
                <a:endParaRPr lang="ar-AE" dirty="0"/>
              </a:p>
              <a:p>
                <a:endParaRPr lang="en-IN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D5402A-DA79-F1EE-FBD7-33B3C36A87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2068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0E4C5-EBA4-0825-8AA0-10379C6D6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1C8BC-D5B8-830D-5230-70779B179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The TAC for the given expression is:</a:t>
            </a:r>
          </a:p>
          <a:p>
            <a:r>
              <a:rPr lang="en-IN" dirty="0"/>
              <a:t>t1 = c - d</a:t>
            </a:r>
          </a:p>
          <a:p>
            <a:r>
              <a:rPr lang="en-IN" dirty="0"/>
              <a:t>t2 = b * t1</a:t>
            </a:r>
          </a:p>
          <a:p>
            <a:r>
              <a:rPr lang="en-IN" dirty="0"/>
              <a:t>t3 = t2 / e</a:t>
            </a:r>
          </a:p>
          <a:p>
            <a:r>
              <a:rPr lang="en-IN" dirty="0"/>
              <a:t>t4 = a + t3</a:t>
            </a:r>
          </a:p>
          <a:p>
            <a:r>
              <a:rPr lang="en-IN" dirty="0"/>
              <a:t>Example 3 (Write TAC for the below expression)</a:t>
            </a:r>
          </a:p>
          <a:p>
            <a:r>
              <a:rPr lang="pl-PL" dirty="0"/>
              <a:t>x=−a+b∗c </a:t>
            </a:r>
          </a:p>
          <a:p>
            <a:r>
              <a:rPr lang="pl-PL" b="1" dirty="0"/>
              <a:t>TAC: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4269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7A784-64DB-734F-82FA-A9C0322E7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5BE6F-4E74-5851-43F3-AC88E995B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t1 = -a</a:t>
            </a:r>
          </a:p>
          <a:p>
            <a:pPr marL="0" indent="0">
              <a:buNone/>
            </a:pPr>
            <a:r>
              <a:rPr lang="fr-FR" dirty="0"/>
              <a:t>t2 = b * c</a:t>
            </a:r>
          </a:p>
          <a:p>
            <a:pPr marL="0" indent="0">
              <a:buNone/>
            </a:pPr>
            <a:r>
              <a:rPr lang="fr-FR" dirty="0"/>
              <a:t>t3 = t1 + t2</a:t>
            </a:r>
          </a:p>
          <a:p>
            <a:pPr marL="0" indent="0">
              <a:buNone/>
            </a:pPr>
            <a:r>
              <a:rPr lang="fr-FR" dirty="0"/>
              <a:t>x = t3</a:t>
            </a:r>
          </a:p>
          <a:p>
            <a:r>
              <a:rPr lang="fr-FR" b="1" dirty="0"/>
              <a:t>Example</a:t>
            </a:r>
          </a:p>
          <a:p>
            <a:pPr marL="0" indent="0">
              <a:buNone/>
            </a:pPr>
            <a:r>
              <a:rPr lang="en-US" dirty="0"/>
              <a:t>if (a &lt; b)</a:t>
            </a:r>
          </a:p>
          <a:p>
            <a:pPr marL="0" indent="0">
              <a:buNone/>
            </a:pPr>
            <a:r>
              <a:rPr lang="en-US" dirty="0"/>
              <a:t>    x = a + b;</a:t>
            </a:r>
          </a:p>
          <a:p>
            <a:pPr marL="0" indent="0">
              <a:buNone/>
            </a:pPr>
            <a:r>
              <a:rPr lang="en-US" dirty="0"/>
              <a:t>else</a:t>
            </a:r>
          </a:p>
          <a:p>
            <a:pPr marL="0" indent="0">
              <a:buNone/>
            </a:pPr>
            <a:r>
              <a:rPr lang="en-US" dirty="0"/>
              <a:t>    x = a - b;</a:t>
            </a:r>
            <a:endParaRPr lang="fr-FR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0850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43044-187C-1224-9B27-9CA126212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701F9-E914-584C-5F03-CBB96CF29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TAC :</a:t>
            </a:r>
          </a:p>
          <a:p>
            <a:pPr marL="0" indent="0">
              <a:buNone/>
            </a:pPr>
            <a:r>
              <a:rPr lang="en-IN" dirty="0"/>
              <a:t>if a &lt; b </a:t>
            </a:r>
            <a:r>
              <a:rPr lang="en-IN" dirty="0" err="1"/>
              <a:t>goto</a:t>
            </a:r>
            <a:r>
              <a:rPr lang="en-IN" dirty="0"/>
              <a:t> L1</a:t>
            </a:r>
          </a:p>
          <a:p>
            <a:pPr marL="0" indent="0">
              <a:buNone/>
            </a:pPr>
            <a:r>
              <a:rPr lang="en-IN" dirty="0"/>
              <a:t>t1 = a - b</a:t>
            </a:r>
          </a:p>
          <a:p>
            <a:pPr marL="0" indent="0">
              <a:buNone/>
            </a:pPr>
            <a:r>
              <a:rPr lang="en-IN" dirty="0"/>
              <a:t>x = t1</a:t>
            </a:r>
          </a:p>
          <a:p>
            <a:pPr marL="0" indent="0">
              <a:buNone/>
            </a:pPr>
            <a:r>
              <a:rPr lang="en-IN" dirty="0" err="1"/>
              <a:t>goto</a:t>
            </a:r>
            <a:r>
              <a:rPr lang="en-IN" dirty="0"/>
              <a:t> L2</a:t>
            </a:r>
          </a:p>
          <a:p>
            <a:pPr marL="0" indent="0">
              <a:buNone/>
            </a:pPr>
            <a:r>
              <a:rPr lang="en-IN" dirty="0"/>
              <a:t>L1: t2 = a + b</a:t>
            </a:r>
          </a:p>
          <a:p>
            <a:pPr marL="0" indent="0">
              <a:buNone/>
            </a:pPr>
            <a:r>
              <a:rPr lang="en-IN" dirty="0"/>
              <a:t>x = t2</a:t>
            </a:r>
          </a:p>
          <a:p>
            <a:pPr marL="0" indent="0">
              <a:buNone/>
            </a:pPr>
            <a:r>
              <a:rPr lang="en-IN" dirty="0"/>
              <a:t>L2: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03525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7EB06-D9D1-7EBE-89B5-08E96D9E5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Generate TAC for the following code: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E2D37-6135-FA5A-8F95-258AB8BCC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fontAlgn="base">
              <a:buNone/>
            </a:pPr>
            <a:r>
              <a:rPr lang="en-US" b="1" dirty="0"/>
              <a:t>c = 0</a:t>
            </a:r>
          </a:p>
          <a:p>
            <a:pPr marL="0" indent="0" fontAlgn="base">
              <a:buNone/>
            </a:pPr>
            <a:r>
              <a:rPr lang="en-US" b="1" dirty="0"/>
              <a:t>do</a:t>
            </a:r>
          </a:p>
          <a:p>
            <a:pPr marL="0" indent="0" fontAlgn="base">
              <a:buNone/>
            </a:pPr>
            <a:r>
              <a:rPr lang="en-US" b="1" dirty="0"/>
              <a:t>{</a:t>
            </a:r>
          </a:p>
          <a:p>
            <a:pPr marL="0" indent="0" fontAlgn="base">
              <a:buNone/>
            </a:pPr>
            <a:r>
              <a:rPr lang="en-US" b="1" dirty="0"/>
              <a:t>if (a &lt; b) then</a:t>
            </a:r>
          </a:p>
          <a:p>
            <a:pPr marL="0" indent="0" fontAlgn="base">
              <a:buNone/>
            </a:pPr>
            <a:r>
              <a:rPr lang="en-US" b="1" dirty="0"/>
              <a:t>x++;</a:t>
            </a:r>
          </a:p>
          <a:p>
            <a:pPr marL="0" indent="0" fontAlgn="base">
              <a:buNone/>
            </a:pPr>
            <a:r>
              <a:rPr lang="en-US" b="1" dirty="0"/>
              <a:t>else</a:t>
            </a:r>
          </a:p>
          <a:p>
            <a:pPr marL="0" indent="0" fontAlgn="base">
              <a:buNone/>
            </a:pPr>
            <a:r>
              <a:rPr lang="en-US" b="1" dirty="0"/>
              <a:t>x–;</a:t>
            </a:r>
          </a:p>
          <a:p>
            <a:pPr marL="0" indent="0" fontAlgn="base">
              <a:buNone/>
            </a:pPr>
            <a:r>
              <a:rPr lang="en-US" b="1" dirty="0" err="1"/>
              <a:t>c++</a:t>
            </a:r>
            <a:r>
              <a:rPr lang="en-US" b="1" dirty="0"/>
              <a:t>;</a:t>
            </a:r>
          </a:p>
          <a:p>
            <a:pPr marL="0" indent="0" fontAlgn="base">
              <a:buNone/>
            </a:pPr>
            <a:r>
              <a:rPr lang="en-US" b="1" dirty="0"/>
              <a:t>} while (c &lt; 5)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79F982-DADC-151C-D2F9-A5333E34BB4E}"/>
              </a:ext>
            </a:extLst>
          </p:cNvPr>
          <p:cNvSpPr txBox="1"/>
          <p:nvPr/>
        </p:nvSpPr>
        <p:spPr>
          <a:xfrm>
            <a:off x="5638799" y="2617304"/>
            <a:ext cx="370398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IN" b="1" dirty="0"/>
              <a:t>TAC for the code: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IN" dirty="0"/>
              <a:t>c = 0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IN" dirty="0"/>
              <a:t>if (a &lt; b) </a:t>
            </a:r>
            <a:r>
              <a:rPr lang="en-IN" dirty="0" err="1"/>
              <a:t>goto</a:t>
            </a:r>
            <a:r>
              <a:rPr lang="en-IN" dirty="0"/>
              <a:t> (4)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IN" dirty="0" err="1"/>
              <a:t>goto</a:t>
            </a:r>
            <a:r>
              <a:rPr lang="en-IN" dirty="0"/>
              <a:t> (7)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IN" dirty="0"/>
              <a:t>T1 = x + 1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IN" dirty="0"/>
              <a:t>x = T1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IN" dirty="0" err="1"/>
              <a:t>goto</a:t>
            </a:r>
            <a:r>
              <a:rPr lang="en-IN" dirty="0"/>
              <a:t> (9)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IN" dirty="0"/>
              <a:t>T2 = x – 1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IN" dirty="0"/>
              <a:t>x = T2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IN" dirty="0"/>
              <a:t>T3 = c + 1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IN" dirty="0"/>
              <a:t>c = T3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IN" dirty="0"/>
              <a:t>if (c &lt; 5) </a:t>
            </a:r>
            <a:r>
              <a:rPr lang="en-IN" dirty="0" err="1"/>
              <a:t>goto</a:t>
            </a:r>
            <a:r>
              <a:rPr lang="en-IN" dirty="0"/>
              <a:t> (2)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52574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62A4B-6BC0-BA4A-BA22-21F737288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215A9-EF04-2E75-8F2A-3016BEF87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dirty="0"/>
              <a:t>Generate three address code for the following code-</a:t>
            </a:r>
          </a:p>
          <a:p>
            <a:pPr marL="0" indent="0" fontAlgn="base">
              <a:buNone/>
            </a:pPr>
            <a:endParaRPr lang="en-US" dirty="0"/>
          </a:p>
          <a:p>
            <a:pPr fontAlgn="base"/>
            <a:r>
              <a:rPr lang="en-US" b="1" dirty="0"/>
              <a:t>while (A &lt; C and B &gt; D) do</a:t>
            </a:r>
          </a:p>
          <a:p>
            <a:pPr fontAlgn="base"/>
            <a:r>
              <a:rPr lang="en-US" b="1" dirty="0"/>
              <a:t>if A = 1 then C = C + 1</a:t>
            </a:r>
          </a:p>
          <a:p>
            <a:pPr fontAlgn="base"/>
            <a:r>
              <a:rPr lang="en-US" b="1" dirty="0"/>
              <a:t>else</a:t>
            </a:r>
          </a:p>
          <a:p>
            <a:pPr fontAlgn="base"/>
            <a:r>
              <a:rPr lang="en-US" b="1" dirty="0"/>
              <a:t>while A &lt;= D</a:t>
            </a:r>
          </a:p>
          <a:p>
            <a:pPr fontAlgn="base"/>
            <a:r>
              <a:rPr lang="en-US" b="1" dirty="0"/>
              <a:t>do A = A + B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C7F703-2675-4CAD-CAD0-55D4447DFD46}"/>
              </a:ext>
            </a:extLst>
          </p:cNvPr>
          <p:cNvSpPr txBox="1"/>
          <p:nvPr/>
        </p:nvSpPr>
        <p:spPr>
          <a:xfrm>
            <a:off x="6096000" y="2544417"/>
            <a:ext cx="451899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+mj-lt"/>
              <a:buAutoNum type="arabicPeriod"/>
            </a:pPr>
            <a:r>
              <a:rPr lang="en-IN" b="1" dirty="0"/>
              <a:t>if (A &lt; C) </a:t>
            </a:r>
            <a:r>
              <a:rPr lang="en-IN" b="1" dirty="0" err="1"/>
              <a:t>goto</a:t>
            </a:r>
            <a:r>
              <a:rPr lang="en-IN" b="1" dirty="0"/>
              <a:t> (3)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IN" b="1" dirty="0" err="1"/>
              <a:t>goto</a:t>
            </a:r>
            <a:r>
              <a:rPr lang="en-IN" b="1" dirty="0"/>
              <a:t> (15)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IN" b="1" dirty="0"/>
              <a:t>if (B &gt; D) </a:t>
            </a:r>
            <a:r>
              <a:rPr lang="en-IN" b="1" dirty="0" err="1"/>
              <a:t>goto</a:t>
            </a:r>
            <a:r>
              <a:rPr lang="en-IN" b="1" dirty="0"/>
              <a:t> (5)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IN" b="1" dirty="0" err="1"/>
              <a:t>goto</a:t>
            </a:r>
            <a:r>
              <a:rPr lang="en-IN" b="1" dirty="0"/>
              <a:t> (15)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IN" b="1" dirty="0"/>
              <a:t>if (A = 1) </a:t>
            </a:r>
            <a:r>
              <a:rPr lang="en-IN" b="1" dirty="0" err="1"/>
              <a:t>goto</a:t>
            </a:r>
            <a:r>
              <a:rPr lang="en-IN" b="1" dirty="0"/>
              <a:t> (7)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IN" b="1" dirty="0" err="1"/>
              <a:t>goto</a:t>
            </a:r>
            <a:r>
              <a:rPr lang="en-IN" b="1" dirty="0"/>
              <a:t> (10)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IN" b="1" dirty="0"/>
              <a:t>T1 = c + 1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IN" b="1" dirty="0"/>
              <a:t>c = T1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IN" b="1" dirty="0" err="1"/>
              <a:t>goto</a:t>
            </a:r>
            <a:r>
              <a:rPr lang="en-IN" b="1" dirty="0"/>
              <a:t> (1)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IN" b="1" dirty="0"/>
              <a:t>if (A &lt;= D) </a:t>
            </a:r>
            <a:r>
              <a:rPr lang="en-IN" b="1" dirty="0" err="1"/>
              <a:t>goto</a:t>
            </a:r>
            <a:r>
              <a:rPr lang="en-IN" b="1" dirty="0"/>
              <a:t> (12)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IN" b="1" dirty="0" err="1"/>
              <a:t>goto</a:t>
            </a:r>
            <a:r>
              <a:rPr lang="en-IN" b="1" dirty="0"/>
              <a:t> (1)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IN" b="1" dirty="0"/>
              <a:t>T2 = A + B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IN" b="1" dirty="0"/>
              <a:t>A = T2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IN" b="1" dirty="0" err="1"/>
              <a:t>goto</a:t>
            </a:r>
            <a:r>
              <a:rPr lang="en-IN" b="1" dirty="0"/>
              <a:t> (10)</a:t>
            </a:r>
          </a:p>
          <a:p>
            <a:pPr fontAlgn="base"/>
            <a:r>
              <a:rPr lang="en-IN" b="1" dirty="0"/>
              <a:t>15. </a:t>
            </a:r>
          </a:p>
        </p:txBody>
      </p:sp>
    </p:spTree>
    <p:extLst>
      <p:ext uri="{BB962C8B-B14F-4D97-AF65-F5344CB8AC3E}">
        <p14:creationId xmlns:p14="http://schemas.microsoft.com/office/powerpoint/2010/main" val="27367176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34CF6-C303-A49E-C18C-7ACE933E3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Quadruples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DAF3C-A139-4C72-A241-9E0C89032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quadruple is a table-based representation of TAC that clearly separates the operation, operands, and result for efficient compilation.</a:t>
            </a:r>
          </a:p>
          <a:p>
            <a:r>
              <a:rPr lang="en-IN" b="1" dirty="0"/>
              <a:t>Format of Quadruple</a:t>
            </a:r>
          </a:p>
          <a:p>
            <a:r>
              <a:rPr lang="en-IN" b="0" dirty="0"/>
              <a:t>(op, arg1, arg2,result)</a:t>
            </a:r>
          </a:p>
          <a:p>
            <a:endParaRPr lang="ar-AE" b="0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DB60A71-E21B-EF18-C957-5161D1EC99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813815"/>
              </p:ext>
            </p:extLst>
          </p:nvPr>
        </p:nvGraphicFramePr>
        <p:xfrm>
          <a:off x="1302026" y="4001294"/>
          <a:ext cx="10515600" cy="18288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22981380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748406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8888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op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Operator ( +, -, *, /, etc.)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9741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arg1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First operand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3268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arg2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Second operand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4308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result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Where the result is stored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7805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83835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BC1EB-E44C-34B6-3156-3C505CEC2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Quadruple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17F26-1D05-F5A3-1322-2A613D36F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a+b∗c</a:t>
            </a:r>
            <a:r>
              <a:rPr lang="en-IN" dirty="0"/>
              <a:t> </a:t>
            </a:r>
          </a:p>
          <a:p>
            <a:r>
              <a:rPr lang="en-IN" dirty="0"/>
              <a:t>Corresponding TAC:</a:t>
            </a:r>
          </a:p>
          <a:p>
            <a:r>
              <a:rPr lang="fr-FR" dirty="0"/>
              <a:t>t1 = b * c</a:t>
            </a:r>
          </a:p>
          <a:p>
            <a:r>
              <a:rPr lang="fr-FR" dirty="0"/>
              <a:t>t2 = a + t1</a:t>
            </a:r>
          </a:p>
          <a:p>
            <a:r>
              <a:rPr lang="en-IN" b="1" dirty="0"/>
              <a:t>Quadruple Representation: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F9A845-9305-5DDD-9BE1-BE31780176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817524"/>
              </p:ext>
            </p:extLst>
          </p:nvPr>
        </p:nvGraphicFramePr>
        <p:xfrm>
          <a:off x="838200" y="4724862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776822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1079199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7692102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520627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arg1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arg2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7449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222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7749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8281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AFA0B-CE5F-9402-F489-B486B7D50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Represent the following code as TAC &amp; Quadruple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FDAB2-13DA-95B5-B6B4-F12ADEAFF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nn-NO" dirty="0"/>
              <a:t>while (i &lt; n) {</a:t>
            </a:r>
            <a:br>
              <a:rPr lang="nn-NO" dirty="0"/>
            </a:br>
            <a:r>
              <a:rPr lang="nn-NO" dirty="0"/>
              <a:t>sum = sum + i;</a:t>
            </a:r>
            <a:br>
              <a:rPr lang="nn-NO" dirty="0"/>
            </a:br>
            <a:r>
              <a:rPr lang="nn-NO" dirty="0"/>
              <a:t>i = i + 1;</a:t>
            </a:r>
            <a:br>
              <a:rPr lang="nn-NO" dirty="0"/>
            </a:br>
            <a:r>
              <a:rPr lang="nn-NO" dirty="0"/>
              <a:t>}</a:t>
            </a:r>
          </a:p>
          <a:p>
            <a:r>
              <a:rPr lang="en-IN" b="1" dirty="0"/>
              <a:t>TAC:</a:t>
            </a:r>
          </a:p>
          <a:p>
            <a:pPr marL="0" indent="0">
              <a:buNone/>
            </a:pPr>
            <a:r>
              <a:rPr lang="en-IN" dirty="0"/>
              <a:t>L1: if </a:t>
            </a:r>
            <a:r>
              <a:rPr lang="en-IN" dirty="0" err="1"/>
              <a:t>i</a:t>
            </a:r>
            <a:r>
              <a:rPr lang="en-IN" dirty="0"/>
              <a:t> &gt;= n </a:t>
            </a:r>
            <a:r>
              <a:rPr lang="en-IN" dirty="0" err="1"/>
              <a:t>goto</a:t>
            </a:r>
            <a:r>
              <a:rPr lang="en-IN" dirty="0"/>
              <a:t> L2</a:t>
            </a:r>
          </a:p>
          <a:p>
            <a:pPr marL="0" indent="0">
              <a:buNone/>
            </a:pPr>
            <a:r>
              <a:rPr lang="en-IN" dirty="0"/>
              <a:t>t1 = sum + </a:t>
            </a:r>
            <a:r>
              <a:rPr lang="en-IN" dirty="0" err="1"/>
              <a:t>i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sum = t1</a:t>
            </a:r>
          </a:p>
          <a:p>
            <a:pPr marL="0" indent="0">
              <a:buNone/>
            </a:pPr>
            <a:r>
              <a:rPr lang="en-IN" dirty="0" err="1"/>
              <a:t>i</a:t>
            </a:r>
            <a:r>
              <a:rPr lang="en-IN" dirty="0"/>
              <a:t> = </a:t>
            </a:r>
            <a:r>
              <a:rPr lang="en-IN" dirty="0" err="1"/>
              <a:t>i</a:t>
            </a:r>
            <a:r>
              <a:rPr lang="en-IN" dirty="0"/>
              <a:t> + 1</a:t>
            </a:r>
          </a:p>
          <a:p>
            <a:pPr marL="0" indent="0">
              <a:buNone/>
            </a:pPr>
            <a:r>
              <a:rPr lang="en-IN" dirty="0" err="1"/>
              <a:t>goto</a:t>
            </a:r>
            <a:r>
              <a:rPr lang="en-IN" dirty="0"/>
              <a:t> L1</a:t>
            </a:r>
          </a:p>
          <a:p>
            <a:pPr marL="0" indent="0">
              <a:buNone/>
            </a:pPr>
            <a:r>
              <a:rPr lang="en-IN" dirty="0"/>
              <a:t>L2:</a:t>
            </a:r>
          </a:p>
        </p:txBody>
      </p:sp>
    </p:spTree>
    <p:extLst>
      <p:ext uri="{BB962C8B-B14F-4D97-AF65-F5344CB8AC3E}">
        <p14:creationId xmlns:p14="http://schemas.microsoft.com/office/powerpoint/2010/main" val="23393664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F184697-6994-9933-26CA-64E70B9892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9670117"/>
              </p:ext>
            </p:extLst>
          </p:nvPr>
        </p:nvGraphicFramePr>
        <p:xfrm>
          <a:off x="643466" y="1769322"/>
          <a:ext cx="10905067" cy="4965541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731768">
                  <a:extLst>
                    <a:ext uri="{9D8B030D-6E8A-4147-A177-3AD203B41FA5}">
                      <a16:colId xmlns:a16="http://schemas.microsoft.com/office/drawing/2014/main" val="3553832309"/>
                    </a:ext>
                  </a:extLst>
                </a:gridCol>
                <a:gridCol w="2275210">
                  <a:extLst>
                    <a:ext uri="{9D8B030D-6E8A-4147-A177-3AD203B41FA5}">
                      <a16:colId xmlns:a16="http://schemas.microsoft.com/office/drawing/2014/main" val="2386463006"/>
                    </a:ext>
                  </a:extLst>
                </a:gridCol>
                <a:gridCol w="2202751">
                  <a:extLst>
                    <a:ext uri="{9D8B030D-6E8A-4147-A177-3AD203B41FA5}">
                      <a16:colId xmlns:a16="http://schemas.microsoft.com/office/drawing/2014/main" val="1733931012"/>
                    </a:ext>
                  </a:extLst>
                </a:gridCol>
                <a:gridCol w="2202751">
                  <a:extLst>
                    <a:ext uri="{9D8B030D-6E8A-4147-A177-3AD203B41FA5}">
                      <a16:colId xmlns:a16="http://schemas.microsoft.com/office/drawing/2014/main" val="49791995"/>
                    </a:ext>
                  </a:extLst>
                </a:gridCol>
                <a:gridCol w="2492587">
                  <a:extLst>
                    <a:ext uri="{9D8B030D-6E8A-4147-A177-3AD203B41FA5}">
                      <a16:colId xmlns:a16="http://schemas.microsoft.com/office/drawing/2014/main" val="3626421625"/>
                    </a:ext>
                  </a:extLst>
                </a:gridCol>
              </a:tblGrid>
              <a:tr h="7093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u="none" strike="noStrike">
                          <a:effectLst/>
                        </a:rPr>
                        <a:t>No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219" marR="161219" marT="80609" marB="8060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u="none" strike="noStrike">
                          <a:effectLst/>
                        </a:rPr>
                        <a:t>op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219" marR="161219" marT="80609" marB="8060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u="none" strike="noStrike">
                          <a:effectLst/>
                        </a:rPr>
                        <a:t>arg1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219" marR="161219" marT="80609" marB="8060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u="none" strike="noStrike">
                          <a:effectLst/>
                        </a:rPr>
                        <a:t>arg2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219" marR="161219" marT="80609" marB="8060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u="none" strike="noStrike">
                          <a:effectLst/>
                        </a:rPr>
                        <a:t>result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219" marR="161219" marT="80609" marB="80609" anchor="ctr"/>
                </a:tc>
                <a:extLst>
                  <a:ext uri="{0D108BD9-81ED-4DB2-BD59-A6C34878D82A}">
                    <a16:rowId xmlns:a16="http://schemas.microsoft.com/office/drawing/2014/main" val="3134980472"/>
                  </a:ext>
                </a:extLst>
              </a:tr>
              <a:tr h="7093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u="none" strike="noStrike">
                          <a:effectLst/>
                        </a:rPr>
                        <a:t>1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219" marR="161219" marT="80609" marB="8060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u="none" strike="noStrike">
                          <a:effectLst/>
                        </a:rPr>
                        <a:t>&gt;=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219" marR="161219" marT="80609" marB="8060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u="none" strike="noStrike">
                          <a:effectLst/>
                        </a:rPr>
                        <a:t>i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219" marR="161219" marT="80609" marB="8060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u="none" strike="noStrike">
                          <a:effectLst/>
                        </a:rPr>
                        <a:t>n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219" marR="161219" marT="80609" marB="8060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u="none" strike="noStrike">
                          <a:effectLst/>
                        </a:rPr>
                        <a:t>L2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219" marR="161219" marT="80609" marB="80609" anchor="ctr"/>
                </a:tc>
                <a:extLst>
                  <a:ext uri="{0D108BD9-81ED-4DB2-BD59-A6C34878D82A}">
                    <a16:rowId xmlns:a16="http://schemas.microsoft.com/office/drawing/2014/main" val="3305140246"/>
                  </a:ext>
                </a:extLst>
              </a:tr>
              <a:tr h="7093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u="none" strike="noStrike">
                          <a:effectLst/>
                        </a:rPr>
                        <a:t>2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219" marR="161219" marT="80609" marB="8060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u="none" strike="noStrike">
                          <a:effectLst/>
                        </a:rPr>
                        <a:t>+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219" marR="161219" marT="80609" marB="8060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u="none" strike="noStrike">
                          <a:effectLst/>
                        </a:rPr>
                        <a:t>sum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219" marR="161219" marT="80609" marB="8060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u="none" strike="noStrike">
                          <a:effectLst/>
                        </a:rPr>
                        <a:t>i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219" marR="161219" marT="80609" marB="8060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u="none" strike="noStrike">
                          <a:effectLst/>
                        </a:rPr>
                        <a:t>t1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219" marR="161219" marT="80609" marB="80609" anchor="ctr"/>
                </a:tc>
                <a:extLst>
                  <a:ext uri="{0D108BD9-81ED-4DB2-BD59-A6C34878D82A}">
                    <a16:rowId xmlns:a16="http://schemas.microsoft.com/office/drawing/2014/main" val="331589705"/>
                  </a:ext>
                </a:extLst>
              </a:tr>
              <a:tr h="7093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u="none" strike="noStrike">
                          <a:effectLst/>
                        </a:rPr>
                        <a:t>3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219" marR="161219" marT="80609" marB="8060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u="none" strike="noStrike">
                          <a:effectLst/>
                        </a:rPr>
                        <a:t>=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219" marR="161219" marT="80609" marB="8060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u="none" strike="noStrike">
                          <a:effectLst/>
                        </a:rPr>
                        <a:t>t1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219" marR="161219" marT="80609" marB="8060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u="none" strike="noStrike">
                          <a:effectLst/>
                        </a:rPr>
                        <a:t>—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219" marR="161219" marT="80609" marB="8060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u="none" strike="noStrike">
                          <a:effectLst/>
                        </a:rPr>
                        <a:t>sum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219" marR="161219" marT="80609" marB="80609" anchor="ctr"/>
                </a:tc>
                <a:extLst>
                  <a:ext uri="{0D108BD9-81ED-4DB2-BD59-A6C34878D82A}">
                    <a16:rowId xmlns:a16="http://schemas.microsoft.com/office/drawing/2014/main" val="2597220291"/>
                  </a:ext>
                </a:extLst>
              </a:tr>
              <a:tr h="7093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u="none" strike="noStrike">
                          <a:effectLst/>
                        </a:rPr>
                        <a:t>4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219" marR="161219" marT="80609" marB="8060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u="none" strike="noStrike">
                          <a:effectLst/>
                        </a:rPr>
                        <a:t>+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219" marR="161219" marT="80609" marB="8060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u="none" strike="noStrike">
                          <a:effectLst/>
                        </a:rPr>
                        <a:t>i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219" marR="161219" marT="80609" marB="8060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u="none" strike="noStrike">
                          <a:effectLst/>
                        </a:rPr>
                        <a:t>1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219" marR="161219" marT="80609" marB="8060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u="none" strike="noStrike">
                          <a:effectLst/>
                        </a:rPr>
                        <a:t>i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219" marR="161219" marT="80609" marB="80609" anchor="ctr"/>
                </a:tc>
                <a:extLst>
                  <a:ext uri="{0D108BD9-81ED-4DB2-BD59-A6C34878D82A}">
                    <a16:rowId xmlns:a16="http://schemas.microsoft.com/office/drawing/2014/main" val="3241304706"/>
                  </a:ext>
                </a:extLst>
              </a:tr>
              <a:tr h="7093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u="none" strike="noStrike">
                          <a:effectLst/>
                        </a:rPr>
                        <a:t>5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219" marR="161219" marT="80609" marB="8060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u="none" strike="noStrike">
                          <a:effectLst/>
                        </a:rPr>
                        <a:t>goto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219" marR="161219" marT="80609" marB="8060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u="none" strike="noStrike">
                          <a:effectLst/>
                        </a:rPr>
                        <a:t>—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219" marR="161219" marT="80609" marB="8060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u="none" strike="noStrike">
                          <a:effectLst/>
                        </a:rPr>
                        <a:t>—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219" marR="161219" marT="80609" marB="8060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u="none" strike="noStrike">
                          <a:effectLst/>
                        </a:rPr>
                        <a:t>L1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219" marR="161219" marT="80609" marB="80609" anchor="ctr"/>
                </a:tc>
                <a:extLst>
                  <a:ext uri="{0D108BD9-81ED-4DB2-BD59-A6C34878D82A}">
                    <a16:rowId xmlns:a16="http://schemas.microsoft.com/office/drawing/2014/main" val="2881322078"/>
                  </a:ext>
                </a:extLst>
              </a:tr>
              <a:tr h="7093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u="none" strike="noStrike">
                          <a:effectLst/>
                        </a:rPr>
                        <a:t>6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219" marR="161219" marT="80609" marB="8060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u="none" strike="noStrike">
                          <a:effectLst/>
                        </a:rPr>
                        <a:t>label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219" marR="161219" marT="80609" marB="8060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u="none" strike="noStrike">
                          <a:effectLst/>
                        </a:rPr>
                        <a:t>—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219" marR="161219" marT="80609" marB="8060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u="none" strike="noStrike">
                          <a:effectLst/>
                        </a:rPr>
                        <a:t>—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219" marR="161219" marT="80609" marB="8060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3200" b="0" u="none" strike="noStrike" dirty="0">
                          <a:effectLst/>
                        </a:rPr>
                        <a:t>L2</a:t>
                      </a:r>
                      <a:endParaRPr lang="en-IN" sz="3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1219" marR="161219" marT="80609" marB="80609" anchor="ctr"/>
                </a:tc>
                <a:extLst>
                  <a:ext uri="{0D108BD9-81ED-4DB2-BD59-A6C34878D82A}">
                    <a16:rowId xmlns:a16="http://schemas.microsoft.com/office/drawing/2014/main" val="416823021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1ACE7F9-87A4-6C79-1338-EEB939A2D5DE}"/>
              </a:ext>
            </a:extLst>
          </p:cNvPr>
          <p:cNvSpPr txBox="1"/>
          <p:nvPr/>
        </p:nvSpPr>
        <p:spPr>
          <a:xfrm>
            <a:off x="757980" y="512759"/>
            <a:ext cx="6846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The corresponding Quadruple</a:t>
            </a:r>
          </a:p>
        </p:txBody>
      </p:sp>
    </p:spTree>
    <p:extLst>
      <p:ext uri="{BB962C8B-B14F-4D97-AF65-F5344CB8AC3E}">
        <p14:creationId xmlns:p14="http://schemas.microsoft.com/office/powerpoint/2010/main" val="1906957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1099</Words>
  <Application>Microsoft Office PowerPoint</Application>
  <PresentationFormat>Widescreen</PresentationFormat>
  <Paragraphs>228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Times New Roman</vt:lpstr>
      <vt:lpstr>Office Theme</vt:lpstr>
      <vt:lpstr>Intermediate representation</vt:lpstr>
      <vt:lpstr>Intermediate Representations</vt:lpstr>
      <vt:lpstr>PowerPoint Presentation</vt:lpstr>
      <vt:lpstr>Types of Intermediate Code Representation</vt:lpstr>
      <vt:lpstr>Abstract Syntax Tree</vt:lpstr>
      <vt:lpstr>Parse Tree Vs AST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Three Address Code</vt:lpstr>
      <vt:lpstr>General Forms of TAC Instructions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Generate TAC for the following code:</vt:lpstr>
      <vt:lpstr>PowerPoint Presentation</vt:lpstr>
      <vt:lpstr>Quadruples</vt:lpstr>
      <vt:lpstr>Quadruple Example</vt:lpstr>
      <vt:lpstr>Represent the following code as TAC &amp; Quadruple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Anusuya R</dc:creator>
  <cp:lastModifiedBy>Anusuya R</cp:lastModifiedBy>
  <cp:revision>1</cp:revision>
  <dcterms:created xsi:type="dcterms:W3CDTF">2026-03-02T04:27:01Z</dcterms:created>
  <dcterms:modified xsi:type="dcterms:W3CDTF">2026-03-21T06:54:04Z</dcterms:modified>
</cp:coreProperties>
</file>