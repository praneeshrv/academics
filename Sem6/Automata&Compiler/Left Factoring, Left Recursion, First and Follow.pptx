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3" r:id="rId11"/>
    <p:sldId id="284" r:id="rId12"/>
    <p:sldId id="285" r:id="rId13"/>
    <p:sldId id="286" r:id="rId14"/>
    <p:sldId id="287" r:id="rId15"/>
    <p:sldId id="288" r:id="rId16"/>
    <p:sldId id="289" r:id="rId17"/>
    <p:sldId id="290" r:id="rId18"/>
    <p:sldId id="291"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67391-C646-41F3-901E-67EF9FBC6F57}" v="289" dt="2026-03-01T02:29:04.594"/>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129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uya R" userId="85eefe040dbd19ca" providerId="LiveId" clId="{F6C0FBD5-51B7-4E53-9C14-EFF993B86CB3}"/>
    <pc:docChg chg="undo custSel addSld modSld">
      <pc:chgData name="Anusuya R" userId="85eefe040dbd19ca" providerId="LiveId" clId="{F6C0FBD5-51B7-4E53-9C14-EFF993B86CB3}" dt="2026-03-01T02:29:42.624" v="2195" actId="20577"/>
      <pc:docMkLst>
        <pc:docMk/>
      </pc:docMkLst>
      <pc:sldChg chg="modSp mod">
        <pc:chgData name="Anusuya R" userId="85eefe040dbd19ca" providerId="LiveId" clId="{F6C0FBD5-51B7-4E53-9C14-EFF993B86CB3}" dt="2026-03-01T02:29:42.624" v="2195" actId="20577"/>
        <pc:sldMkLst>
          <pc:docMk/>
          <pc:sldMk cId="1272697380" sldId="256"/>
        </pc:sldMkLst>
        <pc:spChg chg="mod">
          <ac:chgData name="Anusuya R" userId="85eefe040dbd19ca" providerId="LiveId" clId="{F6C0FBD5-51B7-4E53-9C14-EFF993B86CB3}" dt="2026-03-01T02:29:42.624" v="2195" actId="20577"/>
          <ac:spMkLst>
            <pc:docMk/>
            <pc:sldMk cId="1272697380" sldId="256"/>
            <ac:spMk id="2" creationId="{B0BD13D0-171D-6C64-902A-71217F510952}"/>
          </ac:spMkLst>
        </pc:spChg>
      </pc:sldChg>
      <pc:sldChg chg="modSp">
        <pc:chgData name="Anusuya R" userId="85eefe040dbd19ca" providerId="LiveId" clId="{F6C0FBD5-51B7-4E53-9C14-EFF993B86CB3}" dt="2026-03-01T02:29:04.594" v="2160"/>
        <pc:sldMkLst>
          <pc:docMk/>
          <pc:sldMk cId="3658724995" sldId="257"/>
        </pc:sldMkLst>
        <pc:spChg chg="mod">
          <ac:chgData name="Anusuya R" userId="85eefe040dbd19ca" providerId="LiveId" clId="{F6C0FBD5-51B7-4E53-9C14-EFF993B86CB3}" dt="2026-03-01T02:29:04.594" v="2160"/>
          <ac:spMkLst>
            <pc:docMk/>
            <pc:sldMk cId="3658724995" sldId="257"/>
            <ac:spMk id="2" creationId="{F630F179-4BBD-2769-AAA9-5959193651A5}"/>
          </ac:spMkLst>
        </pc:spChg>
      </pc:sldChg>
      <pc:sldChg chg="modSp">
        <pc:chgData name="Anusuya R" userId="85eefe040dbd19ca" providerId="LiveId" clId="{F6C0FBD5-51B7-4E53-9C14-EFF993B86CB3}" dt="2026-02-17T07:05:02.673" v="785" actId="113"/>
        <pc:sldMkLst>
          <pc:docMk/>
          <pc:sldMk cId="434393629" sldId="258"/>
        </pc:sldMkLst>
        <pc:spChg chg="mod">
          <ac:chgData name="Anusuya R" userId="85eefe040dbd19ca" providerId="LiveId" clId="{F6C0FBD5-51B7-4E53-9C14-EFF993B86CB3}" dt="2026-02-17T07:05:02.673" v="785" actId="113"/>
          <ac:spMkLst>
            <pc:docMk/>
            <pc:sldMk cId="434393629" sldId="258"/>
            <ac:spMk id="3" creationId="{233C43B6-717C-4FE9-E788-8CF587274BBE}"/>
          </ac:spMkLst>
        </pc:spChg>
      </pc:sldChg>
      <pc:sldChg chg="modSp mod">
        <pc:chgData name="Anusuya R" userId="85eefe040dbd19ca" providerId="LiveId" clId="{F6C0FBD5-51B7-4E53-9C14-EFF993B86CB3}" dt="2026-02-17T07:05:24.676" v="787" actId="108"/>
        <pc:sldMkLst>
          <pc:docMk/>
          <pc:sldMk cId="1833507451" sldId="260"/>
        </pc:sldMkLst>
        <pc:spChg chg="mod">
          <ac:chgData name="Anusuya R" userId="85eefe040dbd19ca" providerId="LiveId" clId="{F6C0FBD5-51B7-4E53-9C14-EFF993B86CB3}" dt="2026-02-17T07:05:24.676" v="787" actId="108"/>
          <ac:spMkLst>
            <pc:docMk/>
            <pc:sldMk cId="1833507451" sldId="260"/>
            <ac:spMk id="3" creationId="{DE332BD5-CC97-95BB-28CC-0B6A9A8E9551}"/>
          </ac:spMkLst>
        </pc:spChg>
      </pc:sldChg>
      <pc:sldChg chg="modSp mod">
        <pc:chgData name="Anusuya R" userId="85eefe040dbd19ca" providerId="LiveId" clId="{F6C0FBD5-51B7-4E53-9C14-EFF993B86CB3}" dt="2026-02-17T07:05:40.577" v="789" actId="108"/>
        <pc:sldMkLst>
          <pc:docMk/>
          <pc:sldMk cId="1244209348" sldId="261"/>
        </pc:sldMkLst>
        <pc:spChg chg="mod">
          <ac:chgData name="Anusuya R" userId="85eefe040dbd19ca" providerId="LiveId" clId="{F6C0FBD5-51B7-4E53-9C14-EFF993B86CB3}" dt="2026-02-17T07:05:40.577" v="789" actId="108"/>
          <ac:spMkLst>
            <pc:docMk/>
            <pc:sldMk cId="1244209348" sldId="261"/>
            <ac:spMk id="3" creationId="{04CF3632-4D6F-8CAF-D8D1-C0E34C6B4527}"/>
          </ac:spMkLst>
        </pc:spChg>
      </pc:sldChg>
      <pc:sldChg chg="modSp mod">
        <pc:chgData name="Anusuya R" userId="85eefe040dbd19ca" providerId="LiveId" clId="{F6C0FBD5-51B7-4E53-9C14-EFF993B86CB3}" dt="2026-02-17T07:06:02.436" v="791" actId="108"/>
        <pc:sldMkLst>
          <pc:docMk/>
          <pc:sldMk cId="4060039234" sldId="262"/>
        </pc:sldMkLst>
        <pc:spChg chg="mod">
          <ac:chgData name="Anusuya R" userId="85eefe040dbd19ca" providerId="LiveId" clId="{F6C0FBD5-51B7-4E53-9C14-EFF993B86CB3}" dt="2026-02-17T07:06:02.436" v="791" actId="108"/>
          <ac:spMkLst>
            <pc:docMk/>
            <pc:sldMk cId="4060039234" sldId="262"/>
            <ac:spMk id="3" creationId="{53690C46-4E7E-7784-3112-345D23D5E4E1}"/>
          </ac:spMkLst>
        </pc:spChg>
      </pc:sldChg>
      <pc:sldChg chg="modSp mod">
        <pc:chgData name="Anusuya R" userId="85eefe040dbd19ca" providerId="LiveId" clId="{F6C0FBD5-51B7-4E53-9C14-EFF993B86CB3}" dt="2026-02-17T07:06:25.649" v="794" actId="108"/>
        <pc:sldMkLst>
          <pc:docMk/>
          <pc:sldMk cId="2986046626" sldId="263"/>
        </pc:sldMkLst>
        <pc:spChg chg="mod">
          <ac:chgData name="Anusuya R" userId="85eefe040dbd19ca" providerId="LiveId" clId="{F6C0FBD5-51B7-4E53-9C14-EFF993B86CB3}" dt="2026-02-17T07:06:25.649" v="794" actId="108"/>
          <ac:spMkLst>
            <pc:docMk/>
            <pc:sldMk cId="2986046626" sldId="263"/>
            <ac:spMk id="3" creationId="{B45A054C-1653-B236-86E3-EC7128B2FD0B}"/>
          </ac:spMkLst>
        </pc:spChg>
      </pc:sldChg>
      <pc:sldChg chg="modSp mod">
        <pc:chgData name="Anusuya R" userId="85eefe040dbd19ca" providerId="LiveId" clId="{F6C0FBD5-51B7-4E53-9C14-EFF993B86CB3}" dt="2026-02-17T07:06:44.859" v="797" actId="5793"/>
        <pc:sldMkLst>
          <pc:docMk/>
          <pc:sldMk cId="1988578651" sldId="264"/>
        </pc:sldMkLst>
        <pc:spChg chg="mod">
          <ac:chgData name="Anusuya R" userId="85eefe040dbd19ca" providerId="LiveId" clId="{F6C0FBD5-51B7-4E53-9C14-EFF993B86CB3}" dt="2026-02-17T07:06:44.859" v="797" actId="5793"/>
          <ac:spMkLst>
            <pc:docMk/>
            <pc:sldMk cId="1988578651" sldId="264"/>
            <ac:spMk id="3" creationId="{5A4E29A1-EB5C-B79B-7913-4D5FDA8F42E5}"/>
          </ac:spMkLst>
        </pc:spChg>
      </pc:sldChg>
      <pc:sldChg chg="modSp mod">
        <pc:chgData name="Anusuya R" userId="85eefe040dbd19ca" providerId="LiveId" clId="{F6C0FBD5-51B7-4E53-9C14-EFF993B86CB3}" dt="2026-02-17T07:16:53.697" v="874" actId="122"/>
        <pc:sldMkLst>
          <pc:docMk/>
          <pc:sldMk cId="3249049563" sldId="265"/>
        </pc:sldMkLst>
        <pc:graphicFrameChg chg="modGraphic">
          <ac:chgData name="Anusuya R" userId="85eefe040dbd19ca" providerId="LiveId" clId="{F6C0FBD5-51B7-4E53-9C14-EFF993B86CB3}" dt="2026-02-17T07:16:53.697" v="874" actId="122"/>
          <ac:graphicFrameMkLst>
            <pc:docMk/>
            <pc:sldMk cId="3249049563" sldId="265"/>
            <ac:graphicFrameMk id="4" creationId="{58B40D4E-DEE8-FD00-DA5E-3F6C45A8F001}"/>
          </ac:graphicFrameMkLst>
        </pc:graphicFrameChg>
      </pc:sldChg>
      <pc:sldChg chg="modSp new mod">
        <pc:chgData name="Anusuya R" userId="85eefe040dbd19ca" providerId="LiveId" clId="{F6C0FBD5-51B7-4E53-9C14-EFF993B86CB3}" dt="2026-02-17T06:35:47.712" v="30" actId="123"/>
        <pc:sldMkLst>
          <pc:docMk/>
          <pc:sldMk cId="451579830" sldId="266"/>
        </pc:sldMkLst>
        <pc:spChg chg="mod">
          <ac:chgData name="Anusuya R" userId="85eefe040dbd19ca" providerId="LiveId" clId="{F6C0FBD5-51B7-4E53-9C14-EFF993B86CB3}" dt="2026-02-17T06:34:58.565" v="23" actId="20577"/>
          <ac:spMkLst>
            <pc:docMk/>
            <pc:sldMk cId="451579830" sldId="266"/>
            <ac:spMk id="2" creationId="{A2388D48-591F-F5D7-7E20-FA0C548AA96E}"/>
          </ac:spMkLst>
        </pc:spChg>
        <pc:spChg chg="mod">
          <ac:chgData name="Anusuya R" userId="85eefe040dbd19ca" providerId="LiveId" clId="{F6C0FBD5-51B7-4E53-9C14-EFF993B86CB3}" dt="2026-02-17T06:35:47.712" v="30" actId="123"/>
          <ac:spMkLst>
            <pc:docMk/>
            <pc:sldMk cId="451579830" sldId="266"/>
            <ac:spMk id="3" creationId="{C8DD3978-55C0-78C5-5573-599A307D90FD}"/>
          </ac:spMkLst>
        </pc:spChg>
      </pc:sldChg>
      <pc:sldChg chg="modSp new mod">
        <pc:chgData name="Anusuya R" userId="85eefe040dbd19ca" providerId="LiveId" clId="{F6C0FBD5-51B7-4E53-9C14-EFF993B86CB3}" dt="2026-02-17T07:07:21.346" v="798" actId="2711"/>
        <pc:sldMkLst>
          <pc:docMk/>
          <pc:sldMk cId="1896466612" sldId="267"/>
        </pc:sldMkLst>
        <pc:spChg chg="mod">
          <ac:chgData name="Anusuya R" userId="85eefe040dbd19ca" providerId="LiveId" clId="{F6C0FBD5-51B7-4E53-9C14-EFF993B86CB3}" dt="2026-02-17T06:36:00.562" v="33" actId="20577"/>
          <ac:spMkLst>
            <pc:docMk/>
            <pc:sldMk cId="1896466612" sldId="267"/>
            <ac:spMk id="2" creationId="{0A74CBF8-6868-9ADE-E910-2B073882550D}"/>
          </ac:spMkLst>
        </pc:spChg>
        <pc:spChg chg="mod">
          <ac:chgData name="Anusuya R" userId="85eefe040dbd19ca" providerId="LiveId" clId="{F6C0FBD5-51B7-4E53-9C14-EFF993B86CB3}" dt="2026-02-17T07:07:21.346" v="798" actId="2711"/>
          <ac:spMkLst>
            <pc:docMk/>
            <pc:sldMk cId="1896466612" sldId="267"/>
            <ac:spMk id="3" creationId="{57CE7467-87BC-E085-AEED-54218BDEA2A5}"/>
          </ac:spMkLst>
        </pc:spChg>
      </pc:sldChg>
      <pc:sldChg chg="modSp new mod">
        <pc:chgData name="Anusuya R" userId="85eefe040dbd19ca" providerId="LiveId" clId="{F6C0FBD5-51B7-4E53-9C14-EFF993B86CB3}" dt="2026-02-17T07:07:35.541" v="801" actId="207"/>
        <pc:sldMkLst>
          <pc:docMk/>
          <pc:sldMk cId="544392935" sldId="268"/>
        </pc:sldMkLst>
        <pc:spChg chg="mod">
          <ac:chgData name="Anusuya R" userId="85eefe040dbd19ca" providerId="LiveId" clId="{F6C0FBD5-51B7-4E53-9C14-EFF993B86CB3}" dt="2026-02-17T07:07:35.541" v="801" actId="207"/>
          <ac:spMkLst>
            <pc:docMk/>
            <pc:sldMk cId="544392935" sldId="268"/>
            <ac:spMk id="3" creationId="{BD013C1A-E6AD-EDBA-23D2-D0A071A3AA78}"/>
          </ac:spMkLst>
        </pc:spChg>
      </pc:sldChg>
      <pc:sldChg chg="modSp new mod">
        <pc:chgData name="Anusuya R" userId="85eefe040dbd19ca" providerId="LiveId" clId="{F6C0FBD5-51B7-4E53-9C14-EFF993B86CB3}" dt="2026-02-17T07:08:03.772" v="805" actId="123"/>
        <pc:sldMkLst>
          <pc:docMk/>
          <pc:sldMk cId="2470501125" sldId="269"/>
        </pc:sldMkLst>
        <pc:spChg chg="mod">
          <ac:chgData name="Anusuya R" userId="85eefe040dbd19ca" providerId="LiveId" clId="{F6C0FBD5-51B7-4E53-9C14-EFF993B86CB3}" dt="2026-02-17T07:08:03.772" v="805" actId="123"/>
          <ac:spMkLst>
            <pc:docMk/>
            <pc:sldMk cId="2470501125" sldId="269"/>
            <ac:spMk id="3" creationId="{A1B251BB-E969-AC99-87C9-9A05724F8125}"/>
          </ac:spMkLst>
        </pc:spChg>
      </pc:sldChg>
      <pc:sldChg chg="delSp modSp new mod">
        <pc:chgData name="Anusuya R" userId="85eefe040dbd19ca" providerId="LiveId" clId="{F6C0FBD5-51B7-4E53-9C14-EFF993B86CB3}" dt="2026-02-17T07:08:38.266" v="814" actId="27636"/>
        <pc:sldMkLst>
          <pc:docMk/>
          <pc:sldMk cId="723439833" sldId="270"/>
        </pc:sldMkLst>
        <pc:spChg chg="mod">
          <ac:chgData name="Anusuya R" userId="85eefe040dbd19ca" providerId="LiveId" clId="{F6C0FBD5-51B7-4E53-9C14-EFF993B86CB3}" dt="2026-02-17T07:08:38.266" v="814" actId="27636"/>
          <ac:spMkLst>
            <pc:docMk/>
            <pc:sldMk cId="723439833" sldId="270"/>
            <ac:spMk id="3" creationId="{D3F97CF5-BD7B-6541-C2F7-789959D61089}"/>
          </ac:spMkLst>
        </pc:spChg>
      </pc:sldChg>
      <pc:sldChg chg="modSp new mod">
        <pc:chgData name="Anusuya R" userId="85eefe040dbd19ca" providerId="LiveId" clId="{F6C0FBD5-51B7-4E53-9C14-EFF993B86CB3}" dt="2026-02-17T07:08:53.853" v="816" actId="123"/>
        <pc:sldMkLst>
          <pc:docMk/>
          <pc:sldMk cId="2591530189" sldId="271"/>
        </pc:sldMkLst>
        <pc:spChg chg="mod">
          <ac:chgData name="Anusuya R" userId="85eefe040dbd19ca" providerId="LiveId" clId="{F6C0FBD5-51B7-4E53-9C14-EFF993B86CB3}" dt="2026-02-17T07:08:53.853" v="816" actId="123"/>
          <ac:spMkLst>
            <pc:docMk/>
            <pc:sldMk cId="2591530189" sldId="271"/>
            <ac:spMk id="3" creationId="{68A9FC92-C77B-AB12-2A76-EAFF836A76D3}"/>
          </ac:spMkLst>
        </pc:spChg>
      </pc:sldChg>
      <pc:sldChg chg="modSp new mod">
        <pc:chgData name="Anusuya R" userId="85eefe040dbd19ca" providerId="LiveId" clId="{F6C0FBD5-51B7-4E53-9C14-EFF993B86CB3}" dt="2026-02-17T07:08:58.258" v="817" actId="12"/>
        <pc:sldMkLst>
          <pc:docMk/>
          <pc:sldMk cId="3227591032" sldId="272"/>
        </pc:sldMkLst>
        <pc:spChg chg="mod">
          <ac:chgData name="Anusuya R" userId="85eefe040dbd19ca" providerId="LiveId" clId="{F6C0FBD5-51B7-4E53-9C14-EFF993B86CB3}" dt="2026-02-17T07:08:58.258" v="817" actId="12"/>
          <ac:spMkLst>
            <pc:docMk/>
            <pc:sldMk cId="3227591032" sldId="272"/>
            <ac:spMk id="3" creationId="{1DBD81F4-6FFB-C69D-9B26-CE5F727C493E}"/>
          </ac:spMkLst>
        </pc:spChg>
      </pc:sldChg>
      <pc:sldChg chg="modSp new mod">
        <pc:chgData name="Anusuya R" userId="85eefe040dbd19ca" providerId="LiveId" clId="{F6C0FBD5-51B7-4E53-9C14-EFF993B86CB3}" dt="2026-02-17T07:09:03.385" v="818" actId="12"/>
        <pc:sldMkLst>
          <pc:docMk/>
          <pc:sldMk cId="1549395453" sldId="273"/>
        </pc:sldMkLst>
        <pc:spChg chg="mod">
          <ac:chgData name="Anusuya R" userId="85eefe040dbd19ca" providerId="LiveId" clId="{F6C0FBD5-51B7-4E53-9C14-EFF993B86CB3}" dt="2026-02-17T07:09:03.385" v="818" actId="12"/>
          <ac:spMkLst>
            <pc:docMk/>
            <pc:sldMk cId="1549395453" sldId="273"/>
            <ac:spMk id="3" creationId="{ED0E33BD-9EC9-1683-AC18-191510F43F01}"/>
          </ac:spMkLst>
        </pc:spChg>
      </pc:sldChg>
      <pc:sldChg chg="delSp modSp new mod">
        <pc:chgData name="Anusuya R" userId="85eefe040dbd19ca" providerId="LiveId" clId="{F6C0FBD5-51B7-4E53-9C14-EFF993B86CB3}" dt="2026-02-17T07:09:35.097" v="827" actId="12"/>
        <pc:sldMkLst>
          <pc:docMk/>
          <pc:sldMk cId="123530954" sldId="274"/>
        </pc:sldMkLst>
        <pc:spChg chg="mod">
          <ac:chgData name="Anusuya R" userId="85eefe040dbd19ca" providerId="LiveId" clId="{F6C0FBD5-51B7-4E53-9C14-EFF993B86CB3}" dt="2026-02-17T07:09:35.097" v="827" actId="12"/>
          <ac:spMkLst>
            <pc:docMk/>
            <pc:sldMk cId="123530954" sldId="274"/>
            <ac:spMk id="3" creationId="{8A8BCA63-0CF4-597B-AE5A-05365DC8DE5D}"/>
          </ac:spMkLst>
        </pc:spChg>
      </pc:sldChg>
      <pc:sldChg chg="modSp new mod">
        <pc:chgData name="Anusuya R" userId="85eefe040dbd19ca" providerId="LiveId" clId="{F6C0FBD5-51B7-4E53-9C14-EFF993B86CB3}" dt="2026-02-17T07:11:14.590" v="830" actId="207"/>
        <pc:sldMkLst>
          <pc:docMk/>
          <pc:sldMk cId="1977432364" sldId="275"/>
        </pc:sldMkLst>
        <pc:spChg chg="mod">
          <ac:chgData name="Anusuya R" userId="85eefe040dbd19ca" providerId="LiveId" clId="{F6C0FBD5-51B7-4E53-9C14-EFF993B86CB3}" dt="2026-02-17T07:11:14.590" v="830" actId="207"/>
          <ac:spMkLst>
            <pc:docMk/>
            <pc:sldMk cId="1977432364" sldId="275"/>
            <ac:spMk id="3" creationId="{D35877E0-38D1-2CE7-16EB-A8584AD5016F}"/>
          </ac:spMkLst>
        </pc:spChg>
      </pc:sldChg>
      <pc:sldChg chg="modSp new mod">
        <pc:chgData name="Anusuya R" userId="85eefe040dbd19ca" providerId="LiveId" clId="{F6C0FBD5-51B7-4E53-9C14-EFF993B86CB3}" dt="2026-02-17T07:11:35.693" v="838" actId="20577"/>
        <pc:sldMkLst>
          <pc:docMk/>
          <pc:sldMk cId="125155676" sldId="276"/>
        </pc:sldMkLst>
        <pc:spChg chg="mod">
          <ac:chgData name="Anusuya R" userId="85eefe040dbd19ca" providerId="LiveId" clId="{F6C0FBD5-51B7-4E53-9C14-EFF993B86CB3}" dt="2026-02-17T06:41:51.864" v="71" actId="20577"/>
          <ac:spMkLst>
            <pc:docMk/>
            <pc:sldMk cId="125155676" sldId="276"/>
            <ac:spMk id="2" creationId="{3BAACF1E-1985-3B9D-5185-25E59F644478}"/>
          </ac:spMkLst>
        </pc:spChg>
        <pc:spChg chg="mod">
          <ac:chgData name="Anusuya R" userId="85eefe040dbd19ca" providerId="LiveId" clId="{F6C0FBD5-51B7-4E53-9C14-EFF993B86CB3}" dt="2026-02-17T07:11:35.693" v="838" actId="20577"/>
          <ac:spMkLst>
            <pc:docMk/>
            <pc:sldMk cId="125155676" sldId="276"/>
            <ac:spMk id="3" creationId="{9DE0B308-1F4B-02E5-365B-D0A302BFED97}"/>
          </ac:spMkLst>
        </pc:spChg>
      </pc:sldChg>
      <pc:sldChg chg="modSp new mod">
        <pc:chgData name="Anusuya R" userId="85eefe040dbd19ca" providerId="LiveId" clId="{F6C0FBD5-51B7-4E53-9C14-EFF993B86CB3}" dt="2026-02-17T07:12:02.727" v="847"/>
        <pc:sldMkLst>
          <pc:docMk/>
          <pc:sldMk cId="1768655043" sldId="277"/>
        </pc:sldMkLst>
        <pc:spChg chg="mod">
          <ac:chgData name="Anusuya R" userId="85eefe040dbd19ca" providerId="LiveId" clId="{F6C0FBD5-51B7-4E53-9C14-EFF993B86CB3}" dt="2026-02-17T07:12:02.727" v="847"/>
          <ac:spMkLst>
            <pc:docMk/>
            <pc:sldMk cId="1768655043" sldId="277"/>
            <ac:spMk id="2" creationId="{BFA80444-75B2-3CE1-DF29-45755FF0E289}"/>
          </ac:spMkLst>
        </pc:spChg>
        <pc:spChg chg="mod">
          <ac:chgData name="Anusuya R" userId="85eefe040dbd19ca" providerId="LiveId" clId="{F6C0FBD5-51B7-4E53-9C14-EFF993B86CB3}" dt="2026-02-17T07:11:42.686" v="842" actId="20577"/>
          <ac:spMkLst>
            <pc:docMk/>
            <pc:sldMk cId="1768655043" sldId="277"/>
            <ac:spMk id="3" creationId="{6A55BB09-EB93-B0D5-4987-E64456A6B753}"/>
          </ac:spMkLst>
        </pc:spChg>
      </pc:sldChg>
      <pc:sldChg chg="modSp new mod">
        <pc:chgData name="Anusuya R" userId="85eefe040dbd19ca" providerId="LiveId" clId="{F6C0FBD5-51B7-4E53-9C14-EFF993B86CB3}" dt="2026-02-17T07:12:05.003" v="848"/>
        <pc:sldMkLst>
          <pc:docMk/>
          <pc:sldMk cId="523428709" sldId="278"/>
        </pc:sldMkLst>
        <pc:spChg chg="mod">
          <ac:chgData name="Anusuya R" userId="85eefe040dbd19ca" providerId="LiveId" clId="{F6C0FBD5-51B7-4E53-9C14-EFF993B86CB3}" dt="2026-02-17T07:12:05.003" v="848"/>
          <ac:spMkLst>
            <pc:docMk/>
            <pc:sldMk cId="523428709" sldId="278"/>
            <ac:spMk id="2" creationId="{B80BBE4E-396F-CD11-8B41-9DE70E8E2274}"/>
          </ac:spMkLst>
        </pc:spChg>
        <pc:spChg chg="mod">
          <ac:chgData name="Anusuya R" userId="85eefe040dbd19ca" providerId="LiveId" clId="{F6C0FBD5-51B7-4E53-9C14-EFF993B86CB3}" dt="2026-02-17T07:11:50.756" v="846" actId="20577"/>
          <ac:spMkLst>
            <pc:docMk/>
            <pc:sldMk cId="523428709" sldId="278"/>
            <ac:spMk id="3" creationId="{A0CEFFD9-7A55-6475-0E46-31109CF1C84C}"/>
          </ac:spMkLst>
        </pc:spChg>
      </pc:sldChg>
      <pc:sldChg chg="modSp new mod">
        <pc:chgData name="Anusuya R" userId="85eefe040dbd19ca" providerId="LiveId" clId="{F6C0FBD5-51B7-4E53-9C14-EFF993B86CB3}" dt="2026-02-17T07:12:56.033" v="867" actId="12"/>
        <pc:sldMkLst>
          <pc:docMk/>
          <pc:sldMk cId="3634126170" sldId="279"/>
        </pc:sldMkLst>
        <pc:spChg chg="mod">
          <ac:chgData name="Anusuya R" userId="85eefe040dbd19ca" providerId="LiveId" clId="{F6C0FBD5-51B7-4E53-9C14-EFF993B86CB3}" dt="2026-02-17T07:12:08.301" v="849"/>
          <ac:spMkLst>
            <pc:docMk/>
            <pc:sldMk cId="3634126170" sldId="279"/>
            <ac:spMk id="2" creationId="{92C2ED3A-E968-769D-132B-62908C6C661B}"/>
          </ac:spMkLst>
        </pc:spChg>
        <pc:spChg chg="mod">
          <ac:chgData name="Anusuya R" userId="85eefe040dbd19ca" providerId="LiveId" clId="{F6C0FBD5-51B7-4E53-9C14-EFF993B86CB3}" dt="2026-02-17T07:12:56.033" v="867" actId="12"/>
          <ac:spMkLst>
            <pc:docMk/>
            <pc:sldMk cId="3634126170" sldId="279"/>
            <ac:spMk id="3" creationId="{D2FE1344-32BF-B9D2-0957-9EFEEA62BCA3}"/>
          </ac:spMkLst>
        </pc:spChg>
      </pc:sldChg>
      <pc:sldChg chg="modSp new mod">
        <pc:chgData name="Anusuya R" userId="85eefe040dbd19ca" providerId="LiveId" clId="{F6C0FBD5-51B7-4E53-9C14-EFF993B86CB3}" dt="2026-02-17T10:59:59.286" v="2159" actId="12"/>
        <pc:sldMkLst>
          <pc:docMk/>
          <pc:sldMk cId="707308549" sldId="280"/>
        </pc:sldMkLst>
        <pc:spChg chg="mod">
          <ac:chgData name="Anusuya R" userId="85eefe040dbd19ca" providerId="LiveId" clId="{F6C0FBD5-51B7-4E53-9C14-EFF993B86CB3}" dt="2026-02-17T07:12:11.586" v="850"/>
          <ac:spMkLst>
            <pc:docMk/>
            <pc:sldMk cId="707308549" sldId="280"/>
            <ac:spMk id="2" creationId="{90089DDE-4FEF-36FE-6B4C-BEC8B48D7DD3}"/>
          </ac:spMkLst>
        </pc:spChg>
        <pc:spChg chg="mod">
          <ac:chgData name="Anusuya R" userId="85eefe040dbd19ca" providerId="LiveId" clId="{F6C0FBD5-51B7-4E53-9C14-EFF993B86CB3}" dt="2026-02-17T10:59:59.286" v="2159" actId="12"/>
          <ac:spMkLst>
            <pc:docMk/>
            <pc:sldMk cId="707308549" sldId="280"/>
            <ac:spMk id="3" creationId="{024889BA-F631-2775-D74E-3ABD8682284B}"/>
          </ac:spMkLst>
        </pc:spChg>
      </pc:sldChg>
      <pc:sldChg chg="modSp new mod">
        <pc:chgData name="Anusuya R" userId="85eefe040dbd19ca" providerId="LiveId" clId="{F6C0FBD5-51B7-4E53-9C14-EFF993B86CB3}" dt="2026-02-17T07:13:14.116" v="870" actId="20577"/>
        <pc:sldMkLst>
          <pc:docMk/>
          <pc:sldMk cId="3014345899" sldId="281"/>
        </pc:sldMkLst>
        <pc:spChg chg="mod">
          <ac:chgData name="Anusuya R" userId="85eefe040dbd19ca" providerId="LiveId" clId="{F6C0FBD5-51B7-4E53-9C14-EFF993B86CB3}" dt="2026-02-17T06:54:42.043" v="457" actId="20577"/>
          <ac:spMkLst>
            <pc:docMk/>
            <pc:sldMk cId="3014345899" sldId="281"/>
            <ac:spMk id="2" creationId="{A8EF9A36-CF7F-9593-46F7-B4130DFBF2AA}"/>
          </ac:spMkLst>
        </pc:spChg>
        <pc:spChg chg="mod">
          <ac:chgData name="Anusuya R" userId="85eefe040dbd19ca" providerId="LiveId" clId="{F6C0FBD5-51B7-4E53-9C14-EFF993B86CB3}" dt="2026-02-17T07:13:14.116" v="870" actId="20577"/>
          <ac:spMkLst>
            <pc:docMk/>
            <pc:sldMk cId="3014345899" sldId="281"/>
            <ac:spMk id="3" creationId="{BE20D37C-FB43-3E61-B8EE-0089E10F35EC}"/>
          </ac:spMkLst>
        </pc:spChg>
      </pc:sldChg>
      <pc:sldChg chg="modSp new mod">
        <pc:chgData name="Anusuya R" userId="85eefe040dbd19ca" providerId="LiveId" clId="{F6C0FBD5-51B7-4E53-9C14-EFF993B86CB3}" dt="2026-02-17T07:03:54.155" v="783" actId="2711"/>
        <pc:sldMkLst>
          <pc:docMk/>
          <pc:sldMk cId="3691003735" sldId="282"/>
        </pc:sldMkLst>
        <pc:spChg chg="mod">
          <ac:chgData name="Anusuya R" userId="85eefe040dbd19ca" providerId="LiveId" clId="{F6C0FBD5-51B7-4E53-9C14-EFF993B86CB3}" dt="2026-02-17T07:03:54.155" v="783" actId="2711"/>
          <ac:spMkLst>
            <pc:docMk/>
            <pc:sldMk cId="3691003735" sldId="282"/>
            <ac:spMk id="3" creationId="{0A0870F5-6293-0DBF-7DF7-79F5334465DA}"/>
          </ac:spMkLst>
        </pc:spChg>
      </pc:sldChg>
      <pc:sldChg chg="modSp new mod">
        <pc:chgData name="Anusuya R" userId="85eefe040dbd19ca" providerId="LiveId" clId="{F6C0FBD5-51B7-4E53-9C14-EFF993B86CB3}" dt="2026-02-17T07:19:10.317" v="920" actId="2711"/>
        <pc:sldMkLst>
          <pc:docMk/>
          <pc:sldMk cId="3651154512" sldId="283"/>
        </pc:sldMkLst>
        <pc:spChg chg="mod">
          <ac:chgData name="Anusuya R" userId="85eefe040dbd19ca" providerId="LiveId" clId="{F6C0FBD5-51B7-4E53-9C14-EFF993B86CB3}" dt="2026-02-17T07:17:34.520" v="889" actId="20577"/>
          <ac:spMkLst>
            <pc:docMk/>
            <pc:sldMk cId="3651154512" sldId="283"/>
            <ac:spMk id="2" creationId="{1877EE20-E0AC-3CFF-56CD-0DB9C53EB360}"/>
          </ac:spMkLst>
        </pc:spChg>
        <pc:spChg chg="mod">
          <ac:chgData name="Anusuya R" userId="85eefe040dbd19ca" providerId="LiveId" clId="{F6C0FBD5-51B7-4E53-9C14-EFF993B86CB3}" dt="2026-02-17T07:19:10.317" v="920" actId="2711"/>
          <ac:spMkLst>
            <pc:docMk/>
            <pc:sldMk cId="3651154512" sldId="283"/>
            <ac:spMk id="3" creationId="{F8D8EB8D-1B48-48B3-410B-F3CDC9551298}"/>
          </ac:spMkLst>
        </pc:spChg>
      </pc:sldChg>
      <pc:sldChg chg="modSp new mod">
        <pc:chgData name="Anusuya R" userId="85eefe040dbd19ca" providerId="LiveId" clId="{F6C0FBD5-51B7-4E53-9C14-EFF993B86CB3}" dt="2026-02-17T07:19:27.705" v="924" actId="2711"/>
        <pc:sldMkLst>
          <pc:docMk/>
          <pc:sldMk cId="1269463963" sldId="284"/>
        </pc:sldMkLst>
        <pc:spChg chg="mod">
          <ac:chgData name="Anusuya R" userId="85eefe040dbd19ca" providerId="LiveId" clId="{F6C0FBD5-51B7-4E53-9C14-EFF993B86CB3}" dt="2026-02-17T07:19:27.705" v="924" actId="2711"/>
          <ac:spMkLst>
            <pc:docMk/>
            <pc:sldMk cId="1269463963" sldId="284"/>
            <ac:spMk id="3" creationId="{E0B50F8E-9793-E2DE-BAA8-5A5BDB7A9CDC}"/>
          </ac:spMkLst>
        </pc:spChg>
      </pc:sldChg>
      <pc:sldChg chg="modSp new mod">
        <pc:chgData name="Anusuya R" userId="85eefe040dbd19ca" providerId="LiveId" clId="{F6C0FBD5-51B7-4E53-9C14-EFF993B86CB3}" dt="2026-02-17T07:21:12.131" v="985" actId="2711"/>
        <pc:sldMkLst>
          <pc:docMk/>
          <pc:sldMk cId="3387668531" sldId="285"/>
        </pc:sldMkLst>
        <pc:spChg chg="mod">
          <ac:chgData name="Anusuya R" userId="85eefe040dbd19ca" providerId="LiveId" clId="{F6C0FBD5-51B7-4E53-9C14-EFF993B86CB3}" dt="2026-02-17T07:19:45.768" v="951" actId="20577"/>
          <ac:spMkLst>
            <pc:docMk/>
            <pc:sldMk cId="3387668531" sldId="285"/>
            <ac:spMk id="2" creationId="{035DEB8B-129D-C714-F1D7-A213976FB58C}"/>
          </ac:spMkLst>
        </pc:spChg>
        <pc:spChg chg="mod">
          <ac:chgData name="Anusuya R" userId="85eefe040dbd19ca" providerId="LiveId" clId="{F6C0FBD5-51B7-4E53-9C14-EFF993B86CB3}" dt="2026-02-17T07:21:12.131" v="985" actId="2711"/>
          <ac:spMkLst>
            <pc:docMk/>
            <pc:sldMk cId="3387668531" sldId="285"/>
            <ac:spMk id="3" creationId="{1C13EA71-45C6-4CDD-01B3-F012B56F48A0}"/>
          </ac:spMkLst>
        </pc:spChg>
      </pc:sldChg>
      <pc:sldChg chg="addSp modSp new mod">
        <pc:chgData name="Anusuya R" userId="85eefe040dbd19ca" providerId="LiveId" clId="{F6C0FBD5-51B7-4E53-9C14-EFF993B86CB3}" dt="2026-02-17T07:31:04.096" v="1215" actId="20577"/>
        <pc:sldMkLst>
          <pc:docMk/>
          <pc:sldMk cId="711454423" sldId="286"/>
        </pc:sldMkLst>
        <pc:spChg chg="mod">
          <ac:chgData name="Anusuya R" userId="85eefe040dbd19ca" providerId="LiveId" clId="{F6C0FBD5-51B7-4E53-9C14-EFF993B86CB3}" dt="2026-02-17T07:21:41.437" v="1015" actId="20577"/>
          <ac:spMkLst>
            <pc:docMk/>
            <pc:sldMk cId="711454423" sldId="286"/>
            <ac:spMk id="2" creationId="{3200BCB4-A84A-2BEE-5448-AFB2D2AFEEB4}"/>
          </ac:spMkLst>
        </pc:spChg>
        <pc:spChg chg="mod">
          <ac:chgData name="Anusuya R" userId="85eefe040dbd19ca" providerId="LiveId" clId="{F6C0FBD5-51B7-4E53-9C14-EFF993B86CB3}" dt="2026-02-17T07:31:04.096" v="1215" actId="20577"/>
          <ac:spMkLst>
            <pc:docMk/>
            <pc:sldMk cId="711454423" sldId="286"/>
            <ac:spMk id="3" creationId="{38C2AA59-A6F9-B552-1974-AD39BF8A91A6}"/>
          </ac:spMkLst>
        </pc:spChg>
      </pc:sldChg>
      <pc:sldChg chg="modSp new mod">
        <pc:chgData name="Anusuya R" userId="85eefe040dbd19ca" providerId="LiveId" clId="{F6C0FBD5-51B7-4E53-9C14-EFF993B86CB3}" dt="2026-02-17T07:35:03.362" v="1331" actId="20577"/>
        <pc:sldMkLst>
          <pc:docMk/>
          <pc:sldMk cId="2742610772" sldId="287"/>
        </pc:sldMkLst>
        <pc:spChg chg="mod">
          <ac:chgData name="Anusuya R" userId="85eefe040dbd19ca" providerId="LiveId" clId="{F6C0FBD5-51B7-4E53-9C14-EFF993B86CB3}" dt="2026-02-17T07:33:12.313" v="1225" actId="20577"/>
          <ac:spMkLst>
            <pc:docMk/>
            <pc:sldMk cId="2742610772" sldId="287"/>
            <ac:spMk id="2" creationId="{D417D6D8-309C-4141-C2E9-66E69B264833}"/>
          </ac:spMkLst>
        </pc:spChg>
        <pc:spChg chg="mod">
          <ac:chgData name="Anusuya R" userId="85eefe040dbd19ca" providerId="LiveId" clId="{F6C0FBD5-51B7-4E53-9C14-EFF993B86CB3}" dt="2026-02-17T07:35:03.362" v="1331" actId="20577"/>
          <ac:spMkLst>
            <pc:docMk/>
            <pc:sldMk cId="2742610772" sldId="287"/>
            <ac:spMk id="3" creationId="{BEB9AE87-A493-564C-5666-6813CEBCF656}"/>
          </ac:spMkLst>
        </pc:spChg>
      </pc:sldChg>
      <pc:sldChg chg="modSp new mod">
        <pc:chgData name="Anusuya R" userId="85eefe040dbd19ca" providerId="LiveId" clId="{F6C0FBD5-51B7-4E53-9C14-EFF993B86CB3}" dt="2026-02-17T07:37:02.940" v="1413" actId="20577"/>
        <pc:sldMkLst>
          <pc:docMk/>
          <pc:sldMk cId="1524686095" sldId="288"/>
        </pc:sldMkLst>
        <pc:spChg chg="mod">
          <ac:chgData name="Anusuya R" userId="85eefe040dbd19ca" providerId="LiveId" clId="{F6C0FBD5-51B7-4E53-9C14-EFF993B86CB3}" dt="2026-02-17T07:37:02.940" v="1413" actId="20577"/>
          <ac:spMkLst>
            <pc:docMk/>
            <pc:sldMk cId="1524686095" sldId="288"/>
            <ac:spMk id="3" creationId="{678B2BAE-B442-148B-971F-331D76C4EF40}"/>
          </ac:spMkLst>
        </pc:spChg>
      </pc:sldChg>
      <pc:sldChg chg="addSp delSp modSp new mod">
        <pc:chgData name="Anusuya R" userId="85eefe040dbd19ca" providerId="LiveId" clId="{F6C0FBD5-51B7-4E53-9C14-EFF993B86CB3}" dt="2026-02-17T07:42:04.459" v="1573"/>
        <pc:sldMkLst>
          <pc:docMk/>
          <pc:sldMk cId="188976048" sldId="289"/>
        </pc:sldMkLst>
        <pc:spChg chg="mod">
          <ac:chgData name="Anusuya R" userId="85eefe040dbd19ca" providerId="LiveId" clId="{F6C0FBD5-51B7-4E53-9C14-EFF993B86CB3}" dt="2026-02-17T07:38:37.325" v="1451" actId="20577"/>
          <ac:spMkLst>
            <pc:docMk/>
            <pc:sldMk cId="188976048" sldId="289"/>
            <ac:spMk id="2" creationId="{055BBB65-727A-CEF0-5488-69A59E00EDD0}"/>
          </ac:spMkLst>
        </pc:spChg>
        <pc:spChg chg="add del mod">
          <ac:chgData name="Anusuya R" userId="85eefe040dbd19ca" providerId="LiveId" clId="{F6C0FBD5-51B7-4E53-9C14-EFF993B86CB3}" dt="2026-02-17T07:42:02.325" v="1571" actId="5793"/>
          <ac:spMkLst>
            <pc:docMk/>
            <pc:sldMk cId="188976048" sldId="289"/>
            <ac:spMk id="3" creationId="{50967578-2F0D-CEE1-1488-A1C8C03596D6}"/>
          </ac:spMkLst>
        </pc:spChg>
      </pc:sldChg>
      <pc:sldChg chg="modSp new mod">
        <pc:chgData name="Anusuya R" userId="85eefe040dbd19ca" providerId="LiveId" clId="{F6C0FBD5-51B7-4E53-9C14-EFF993B86CB3}" dt="2026-02-17T07:49:11.647" v="1945" actId="1076"/>
        <pc:sldMkLst>
          <pc:docMk/>
          <pc:sldMk cId="1862872000" sldId="290"/>
        </pc:sldMkLst>
        <pc:spChg chg="mod">
          <ac:chgData name="Anusuya R" userId="85eefe040dbd19ca" providerId="LiveId" clId="{F6C0FBD5-51B7-4E53-9C14-EFF993B86CB3}" dt="2026-02-17T07:42:09.257" v="1581" actId="20577"/>
          <ac:spMkLst>
            <pc:docMk/>
            <pc:sldMk cId="1862872000" sldId="290"/>
            <ac:spMk id="2" creationId="{6532718D-FC9E-52AF-036D-793619D3112D}"/>
          </ac:spMkLst>
        </pc:spChg>
        <pc:spChg chg="mod">
          <ac:chgData name="Anusuya R" userId="85eefe040dbd19ca" providerId="LiveId" clId="{F6C0FBD5-51B7-4E53-9C14-EFF993B86CB3}" dt="2026-02-17T07:49:11.647" v="1945" actId="1076"/>
          <ac:spMkLst>
            <pc:docMk/>
            <pc:sldMk cId="1862872000" sldId="290"/>
            <ac:spMk id="3" creationId="{FCF93794-35F3-7D94-F20E-999EA8AFB731}"/>
          </ac:spMkLst>
        </pc:spChg>
      </pc:sldChg>
      <pc:sldChg chg="modSp new mod">
        <pc:chgData name="Anusuya R" userId="85eefe040dbd19ca" providerId="LiveId" clId="{F6C0FBD5-51B7-4E53-9C14-EFF993B86CB3}" dt="2026-02-17T07:49:37.510" v="1966" actId="12"/>
        <pc:sldMkLst>
          <pc:docMk/>
          <pc:sldMk cId="1739215587" sldId="291"/>
        </pc:sldMkLst>
        <pc:spChg chg="mod">
          <ac:chgData name="Anusuya R" userId="85eefe040dbd19ca" providerId="LiveId" clId="{F6C0FBD5-51B7-4E53-9C14-EFF993B86CB3}" dt="2026-02-17T07:49:37.510" v="1966" actId="12"/>
          <ac:spMkLst>
            <pc:docMk/>
            <pc:sldMk cId="1739215587" sldId="291"/>
            <ac:spMk id="3" creationId="{8F6104D0-E52A-7285-D351-0353AE92E3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46BE-1C24-BB5D-20C4-7730991DE3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4F373A-041C-E7C5-18A8-941B78093C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979ABF-EBA1-E3EA-D9B5-B3D738EC1161}"/>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0783243C-58DE-D06F-66B6-A949BD3D88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2AA744-E202-D47B-37D1-E79F1041C132}"/>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3484336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DC2B-629D-0B56-FA00-946831BAFC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D65A12-2B9A-DDF6-E8C1-709DCCF954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4F4447-EE99-4A4A-ABE4-2B63F878E13C}"/>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ACA1738D-DAF3-20CB-FCE1-CE1E770FB0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D0C4B2-D511-3510-F9DE-B31C4B5180C0}"/>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86387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6F01-49A6-06FD-D1DA-0C48916683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80C268-B3BF-8186-4313-817F07498D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897121-AF15-A673-921A-BC6ACC067B2A}"/>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5260117B-52CE-D58F-4FB4-104FCA7578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BE155-B957-6118-E07D-C55CD9FA835F}"/>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426392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4912-BEC2-620A-5552-FF0DCE2F04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AC3885-CEF6-4358-04F8-16493220DD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C64C7B-4FBC-42CD-F6DD-297ACCA4C2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31EECA-DC04-5BDE-96A8-946D386B2AF4}"/>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6" name="Footer Placeholder 5">
            <a:extLst>
              <a:ext uri="{FF2B5EF4-FFF2-40B4-BE49-F238E27FC236}">
                <a16:creationId xmlns:a16="http://schemas.microsoft.com/office/drawing/2014/main" id="{112BAEE2-CFFD-89FD-7AFA-A3B23120C0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182F7A-A54E-5CE0-1A86-C168E0F177CB}"/>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190914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0480-4775-7F60-D307-558514BA7B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C13C57-0DF7-0B06-B780-BE8982419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48D6B8-C9D2-E17B-6CCD-BEE729AD2F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19B5F5-78D3-C7F4-44D8-CBE8BBDFE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A37236-AC16-4EF4-B314-60D4CE3561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B69F2C-605F-69AD-2180-61ABFC921F03}"/>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8" name="Footer Placeholder 7">
            <a:extLst>
              <a:ext uri="{FF2B5EF4-FFF2-40B4-BE49-F238E27FC236}">
                <a16:creationId xmlns:a16="http://schemas.microsoft.com/office/drawing/2014/main" id="{87E78CD1-C534-19C2-3D54-853F8F019D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A59131-F4ED-FDBA-4FBF-4F26B7FB8F8A}"/>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260508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D5B1-45F8-184E-EE0B-08788915A9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DE7483-56FE-5226-1B49-5950E682C0DA}"/>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4" name="Footer Placeholder 3">
            <a:extLst>
              <a:ext uri="{FF2B5EF4-FFF2-40B4-BE49-F238E27FC236}">
                <a16:creationId xmlns:a16="http://schemas.microsoft.com/office/drawing/2014/main" id="{F60B1F38-6F70-F6BF-F093-25F2DBCC2B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7F014C-5040-AE75-BD59-3F9F2C200FB5}"/>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70571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F60019-2E9D-9040-325C-248A79ED5046}"/>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3" name="Footer Placeholder 2">
            <a:extLst>
              <a:ext uri="{FF2B5EF4-FFF2-40B4-BE49-F238E27FC236}">
                <a16:creationId xmlns:a16="http://schemas.microsoft.com/office/drawing/2014/main" id="{0D7C701C-7C2B-A866-3577-C579B9E6D5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B4FEF3-9733-E65E-F4DA-A767DE93AD0C}"/>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2905348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AC73-729C-3A48-F8FE-4F937BEC88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F1A760-8434-3E97-25B8-78C188B6C3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C7BD08-B713-07E1-420D-629B7B8A1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DBC37E-0339-C77E-18C6-F5ADE58FC54C}"/>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6" name="Footer Placeholder 5">
            <a:extLst>
              <a:ext uri="{FF2B5EF4-FFF2-40B4-BE49-F238E27FC236}">
                <a16:creationId xmlns:a16="http://schemas.microsoft.com/office/drawing/2014/main" id="{33B18D44-C572-5974-8D91-5A31113C9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DA1D94-9312-BAFD-F7B9-0CC87700F551}"/>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2693322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01B09-D370-E0A0-EC5E-E4969D8278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12D7FE-C17C-53E3-664E-F24448C380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847AA9-0162-763E-865A-56EB38A3F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9480B-F417-7266-FEBD-F459D6403DE6}"/>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6" name="Footer Placeholder 5">
            <a:extLst>
              <a:ext uri="{FF2B5EF4-FFF2-40B4-BE49-F238E27FC236}">
                <a16:creationId xmlns:a16="http://schemas.microsoft.com/office/drawing/2014/main" id="{25CCBE12-C81B-DCBB-A596-C6A053F0F7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F9C424-5F4E-2145-5F96-B2E4FA2962FD}"/>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3553398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D27B-F625-D029-730F-053D66F931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C72F7F-0132-897A-4014-7CD2FD2BF9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07CCC-89A7-ADBB-6549-2BE7B55B8673}"/>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899A8469-04C8-C8C1-8CF1-D25C819DF7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3FD214-2455-63D0-05CB-D8281D5CCD5A}"/>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3207402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62C2B2-9A81-7E98-69F4-C0E9539AB2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4C0737-06C3-A1A5-F535-93D366C8E6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056ED6-D8DF-2179-B638-6D5C83F8DCDB}"/>
              </a:ext>
            </a:extLst>
          </p:cNvPr>
          <p:cNvSpPr>
            <a:spLocks noGrp="1"/>
          </p:cNvSpPr>
          <p:nvPr>
            <p:ph type="dt" sz="half" idx="10"/>
          </p:nvPr>
        </p:nvSpPr>
        <p:spPr/>
        <p:txBody>
          <a:body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88ACFB3F-AF11-5703-00C9-7AC4FA81CC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71282-D119-77FC-5430-2D7FF9C2B887}"/>
              </a:ext>
            </a:extLst>
          </p:cNvPr>
          <p:cNvSpPr>
            <a:spLocks noGrp="1"/>
          </p:cNvSpPr>
          <p:nvPr>
            <p:ph type="sldNum" sz="quarter" idx="12"/>
          </p:nvPr>
        </p:nvSpPr>
        <p:spPr/>
        <p:txBody>
          <a:bodyPr/>
          <a:lstStyle/>
          <a:p>
            <a:fld id="{B6FDC63D-04EC-4CEB-BC86-9CD0BD131B76}" type="slidenum">
              <a:rPr lang="en-IN" smtClean="0"/>
              <a:t>‹#›</a:t>
            </a:fld>
            <a:endParaRPr lang="en-IN"/>
          </a:p>
        </p:txBody>
      </p:sp>
    </p:spTree>
    <p:extLst>
      <p:ext uri="{BB962C8B-B14F-4D97-AF65-F5344CB8AC3E}">
        <p14:creationId xmlns:p14="http://schemas.microsoft.com/office/powerpoint/2010/main" val="2748857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9CAEA5-ED0B-846C-4967-DCF9265EDF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8280CC-47E6-5393-87F9-2E89DFA62B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4D28E9-084B-1813-A6E6-B658DFE76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6B5C82-86FB-422E-BB95-15C37864E6E4}" type="datetimeFigureOut">
              <a:rPr lang="en-IN" smtClean="0"/>
              <a:t>01-03-2026</a:t>
            </a:fld>
            <a:endParaRPr lang="en-IN"/>
          </a:p>
        </p:txBody>
      </p:sp>
      <p:sp>
        <p:nvSpPr>
          <p:cNvPr id="5" name="Footer Placeholder 4">
            <a:extLst>
              <a:ext uri="{FF2B5EF4-FFF2-40B4-BE49-F238E27FC236}">
                <a16:creationId xmlns:a16="http://schemas.microsoft.com/office/drawing/2014/main" id="{D2A87153-E54D-2180-DDBB-C76360949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38DF02-9B2B-615B-0F71-D8BF0691F3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DC63D-04EC-4CEB-BC86-9CD0BD131B76}" type="slidenum">
              <a:rPr lang="en-IN" smtClean="0"/>
              <a:t>‹#›</a:t>
            </a:fld>
            <a:endParaRPr lang="en-IN"/>
          </a:p>
        </p:txBody>
      </p:sp>
    </p:spTree>
    <p:extLst>
      <p:ext uri="{BB962C8B-B14F-4D97-AF65-F5344CB8AC3E}">
        <p14:creationId xmlns:p14="http://schemas.microsoft.com/office/powerpoint/2010/main" val="1963135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13D0-171D-6C64-902A-71217F510952}"/>
              </a:ext>
            </a:extLst>
          </p:cNvPr>
          <p:cNvSpPr>
            <a:spLocks noGrp="1"/>
          </p:cNvSpPr>
          <p:nvPr>
            <p:ph type="ctrTitle"/>
          </p:nvPr>
        </p:nvSpPr>
        <p:spPr/>
        <p:txBody>
          <a:bodyPr/>
          <a:lstStyle/>
          <a:p>
            <a:r>
              <a:rPr lang="en-IN" dirty="0"/>
              <a:t>Left Factoring, </a:t>
            </a:r>
            <a:r>
              <a:rPr lang="en-IN"/>
              <a:t>Left Recursion, First and Follow </a:t>
            </a:r>
            <a:endParaRPr lang="en-IN" dirty="0"/>
          </a:p>
        </p:txBody>
      </p:sp>
      <p:sp>
        <p:nvSpPr>
          <p:cNvPr id="3" name="Subtitle 2">
            <a:extLst>
              <a:ext uri="{FF2B5EF4-FFF2-40B4-BE49-F238E27FC236}">
                <a16:creationId xmlns:a16="http://schemas.microsoft.com/office/drawing/2014/main" id="{98B1CBDB-4AFA-4984-0F52-8764F929CFD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72697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F179-4BBD-2769-AAA9-5959193651A5}"/>
              </a:ext>
            </a:extLst>
          </p:cNvPr>
          <p:cNvSpPr>
            <a:spLocks noGrp="1"/>
          </p:cNvSpPr>
          <p:nvPr>
            <p:ph type="title"/>
          </p:nvPr>
        </p:nvSpPr>
        <p:spPr/>
        <p:txBody>
          <a:bodyPr/>
          <a:lstStyle/>
          <a:p>
            <a:r>
              <a:rPr lang="en-IN" dirty="0"/>
              <a:t>Left Factoring</a:t>
            </a:r>
          </a:p>
        </p:txBody>
      </p:sp>
      <p:sp>
        <p:nvSpPr>
          <p:cNvPr id="3" name="Content Placeholder 2">
            <a:extLst>
              <a:ext uri="{FF2B5EF4-FFF2-40B4-BE49-F238E27FC236}">
                <a16:creationId xmlns:a16="http://schemas.microsoft.com/office/drawing/2014/main" id="{70523509-EBC3-B11D-6F74-B7184ABE7FF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Left Factoring is a grammar transformation technique used to remove common prefixes from productions of a non-terminal.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is mainly required when:</a:t>
            </a:r>
          </a:p>
          <a:p>
            <a:pPr lvl="1" algn="just"/>
            <a:r>
              <a:rPr lang="en-US" sz="2800" dirty="0">
                <a:latin typeface="Times New Roman" panose="02020603050405020304" pitchFamily="18" charset="0"/>
                <a:cs typeface="Times New Roman" panose="02020603050405020304" pitchFamily="18" charset="0"/>
              </a:rPr>
              <a:t>Two or more productions of a non-terminal start with the same prefix</a:t>
            </a:r>
          </a:p>
          <a:p>
            <a:pPr lvl="1" algn="just"/>
            <a:r>
              <a:rPr lang="en-US" sz="2800" dirty="0">
                <a:latin typeface="Times New Roman" panose="02020603050405020304" pitchFamily="18" charset="0"/>
                <a:cs typeface="Times New Roman" panose="02020603050405020304" pitchFamily="18" charset="0"/>
              </a:rPr>
              <a:t>We want to make the grammar suitable for predictive parsing (LL(1))</a:t>
            </a:r>
          </a:p>
          <a:p>
            <a:pPr lvl="1" algn="just"/>
            <a:r>
              <a:rPr lang="en-US" sz="2800" dirty="0">
                <a:latin typeface="Times New Roman" panose="02020603050405020304" pitchFamily="18" charset="0"/>
                <a:cs typeface="Times New Roman" panose="02020603050405020304" pitchFamily="18" charset="0"/>
              </a:rPr>
              <a:t>To avoid parsing conflicts</a:t>
            </a:r>
          </a:p>
          <a:p>
            <a:endParaRPr lang="en-IN" dirty="0"/>
          </a:p>
        </p:txBody>
      </p:sp>
    </p:spTree>
    <p:extLst>
      <p:ext uri="{BB962C8B-B14F-4D97-AF65-F5344CB8AC3E}">
        <p14:creationId xmlns:p14="http://schemas.microsoft.com/office/powerpoint/2010/main" val="365872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762FC-0586-6120-647A-AA2A265EFCC1}"/>
              </a:ext>
            </a:extLst>
          </p:cNvPr>
          <p:cNvSpPr>
            <a:spLocks noGrp="1"/>
          </p:cNvSpPr>
          <p:nvPr>
            <p:ph type="title"/>
          </p:nvPr>
        </p:nvSpPr>
        <p:spPr/>
        <p:txBody>
          <a:bodyPr/>
          <a:lstStyle/>
          <a:p>
            <a:r>
              <a:rPr lang="en-IN" dirty="0"/>
              <a:t>Need for Left Factoring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3C43B6-717C-4FE9-E788-8CF587274BBE}"/>
                  </a:ext>
                </a:extLst>
              </p:cNvPr>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Consider a non-terminal:</a:t>
                </a:r>
              </a:p>
              <a:p>
                <a:pPr marL="0" indent="0">
                  <a:buNone/>
                </a:pPr>
                <a14:m>
                  <m:oMathPara xmlns:m="http://schemas.openxmlformats.org/officeDocument/2006/math">
                    <m:oMathParaPr>
                      <m:jc m:val="center"/>
                    </m:oMathParaPr>
                    <m:oMath xmlns:m="http://schemas.openxmlformats.org/officeDocument/2006/math">
                      <m:r>
                        <a:rPr lang="en-IN" b="1" i="1" smtClean="0">
                          <a:solidFill>
                            <a:srgbClr val="C00000"/>
                          </a:solidFill>
                          <a:latin typeface="Cambria Math" panose="02040503050406030204" pitchFamily="18" charset="0"/>
                        </a:rPr>
                        <m:t>𝑨</m:t>
                      </m:r>
                      <m:r>
                        <a:rPr lang="en-IN" b="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𝜶</m:t>
                      </m:r>
                      <m:sSub>
                        <m:sSubPr>
                          <m:ctrlPr>
                            <a:rPr lang="ar-AE" b="1" i="1">
                              <a:solidFill>
                                <a:srgbClr val="C00000"/>
                              </a:solidFill>
                              <a:latin typeface="Cambria Math" panose="02040503050406030204" pitchFamily="18" charset="0"/>
                            </a:rPr>
                          </m:ctrlPr>
                        </m:sSubPr>
                        <m:e>
                          <m:r>
                            <a:rPr lang="ar-AE" b="1" i="1" smtClean="0">
                              <a:solidFill>
                                <a:srgbClr val="C00000"/>
                              </a:solidFill>
                              <a:latin typeface="Cambria Math" panose="02040503050406030204" pitchFamily="18" charset="0"/>
                            </a:rPr>
                            <m:t>𝜷</m:t>
                          </m:r>
                        </m:e>
                        <m:sub>
                          <m:r>
                            <a:rPr lang="ar-AE" b="1" i="1" smtClean="0">
                              <a:solidFill>
                                <a:srgbClr val="C00000"/>
                              </a:solidFill>
                              <a:latin typeface="Cambria Math" panose="02040503050406030204" pitchFamily="18" charset="0"/>
                            </a:rPr>
                            <m:t>𝟏</m:t>
                          </m:r>
                        </m:sub>
                      </m:sSub>
                      <m:r>
                        <a:rPr lang="ar-AE" b="1" smtClean="0">
                          <a:solidFill>
                            <a:srgbClr val="C00000"/>
                          </a:solidFill>
                          <a:latin typeface="Cambria Math" panose="02040503050406030204" pitchFamily="18" charset="0"/>
                        </a:rPr>
                        <m:t>∣</m:t>
                      </m:r>
                      <m:r>
                        <a:rPr lang="ar-AE" b="1" i="1" smtClean="0">
                          <a:solidFill>
                            <a:srgbClr val="C00000"/>
                          </a:solidFill>
                          <a:latin typeface="Cambria Math" panose="02040503050406030204" pitchFamily="18" charset="0"/>
                        </a:rPr>
                        <m:t>𝜶</m:t>
                      </m:r>
                      <m:sSub>
                        <m:sSubPr>
                          <m:ctrlPr>
                            <a:rPr lang="ar-AE" b="1" i="1">
                              <a:solidFill>
                                <a:srgbClr val="C00000"/>
                              </a:solidFill>
                              <a:latin typeface="Cambria Math" panose="02040503050406030204" pitchFamily="18" charset="0"/>
                            </a:rPr>
                          </m:ctrlPr>
                        </m:sSubPr>
                        <m:e>
                          <m:r>
                            <a:rPr lang="ar-AE" b="1" i="1" smtClean="0">
                              <a:solidFill>
                                <a:srgbClr val="C00000"/>
                              </a:solidFill>
                              <a:latin typeface="Cambria Math" panose="02040503050406030204" pitchFamily="18" charset="0"/>
                            </a:rPr>
                            <m:t>𝜷</m:t>
                          </m:r>
                        </m:e>
                        <m:sub>
                          <m:r>
                            <a:rPr lang="ar-AE" b="1" i="1" smtClean="0">
                              <a:solidFill>
                                <a:srgbClr val="C00000"/>
                              </a:solidFill>
                              <a:latin typeface="Cambria Math" panose="02040503050406030204" pitchFamily="18" charset="0"/>
                            </a:rPr>
                            <m:t>𝟐</m:t>
                          </m:r>
                        </m:sub>
                      </m:sSub>
                    </m:oMath>
                  </m:oMathPara>
                </a14:m>
                <a:endParaRPr lang="ar-AE"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Both productions start with </a:t>
                </a:r>
                <a:r>
                  <a:rPr lang="el-GR" dirty="0">
                    <a:latin typeface="Times New Roman" panose="02020603050405020304" pitchFamily="18" charset="0"/>
                    <a:cs typeface="Times New Roman" panose="02020603050405020304" pitchFamily="18" charset="0"/>
                  </a:rPr>
                  <a:t>α.</a:t>
                </a:r>
              </a:p>
              <a:p>
                <a:r>
                  <a:rPr lang="en-IN" dirty="0">
                    <a:latin typeface="Times New Roman" panose="02020603050405020304" pitchFamily="18" charset="0"/>
                    <a:cs typeface="Times New Roman" panose="02020603050405020304" pitchFamily="18" charset="0"/>
                  </a:rPr>
                  <a:t>When a parser sees </a:t>
                </a:r>
                <a:r>
                  <a:rPr lang="el-GR" dirty="0">
                    <a:latin typeface="Times New Roman" panose="02020603050405020304" pitchFamily="18" charset="0"/>
                    <a:cs typeface="Times New Roman" panose="02020603050405020304" pitchFamily="18" charset="0"/>
                  </a:rPr>
                  <a:t>α, </a:t>
                </a:r>
                <a:r>
                  <a:rPr lang="en-IN" dirty="0">
                    <a:latin typeface="Times New Roman" panose="02020603050405020304" pitchFamily="18" charset="0"/>
                    <a:cs typeface="Times New Roman" panose="02020603050405020304" pitchFamily="18" charset="0"/>
                  </a:rPr>
                  <a:t>it cannot decide which production to choose.</a:t>
                </a:r>
              </a:p>
              <a:p>
                <a:r>
                  <a:rPr lang="en-US" dirty="0">
                    <a:latin typeface="Times New Roman" panose="02020603050405020304" pitchFamily="18" charset="0"/>
                    <a:cs typeface="Times New Roman" panose="02020603050405020304" pitchFamily="18" charset="0"/>
                  </a:rPr>
                  <a:t>So, we factor out the common prefix.</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233C43B6-717C-4FE9-E788-8CF587274BBE}"/>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34393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3CCA-22BE-0CA8-39A9-7EFC2C57D5CE}"/>
              </a:ext>
            </a:extLst>
          </p:cNvPr>
          <p:cNvSpPr>
            <a:spLocks noGrp="1"/>
          </p:cNvSpPr>
          <p:nvPr>
            <p:ph type="title"/>
          </p:nvPr>
        </p:nvSpPr>
        <p:spPr/>
        <p:txBody>
          <a:bodyPr/>
          <a:lstStyle/>
          <a:p>
            <a:r>
              <a:rPr lang="en-IN" dirty="0"/>
              <a:t>Left Factoring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C2D949-2ABE-EE62-D979-FCA8DB7D61D6}"/>
                  </a:ext>
                </a:extLst>
              </p:cNvPr>
              <p:cNvSpPr>
                <a:spLocks noGrp="1"/>
              </p:cNvSpPr>
              <p:nvPr>
                <p:ph idx="1"/>
              </p:nvPr>
            </p:nvSpPr>
            <p:spPr/>
            <p:txBody>
              <a:bodyPr/>
              <a:lstStyle/>
              <a:p>
                <a:pPr marL="0" indent="0">
                  <a:buNone/>
                </a:pPr>
                <a:r>
                  <a:rPr lang="en-IN" dirty="0"/>
                  <a:t>If:</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2</m:t>
                          </m:r>
                        </m:sub>
                      </m:sSub>
                    </m:oMath>
                  </m:oMathPara>
                </a14:m>
                <a:endParaRPr lang="ar-AE" dirty="0"/>
              </a:p>
              <a:p>
                <a:pPr marL="0" indent="0">
                  <a:buNone/>
                </a:pPr>
                <a:r>
                  <a:rPr lang="en-IN" dirty="0"/>
                  <a:t>Transform into:</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𝛼</m:t>
                      </m:r>
                      <m:sSup>
                        <m:sSupPr>
                          <m:ctrlPr>
                            <a:rPr lang="ar-AE" i="1">
                              <a:latin typeface="Cambria Math" panose="02040503050406030204" pitchFamily="18" charset="0"/>
                            </a:rPr>
                          </m:ctrlPr>
                        </m:sSupPr>
                        <m:e>
                          <m:r>
                            <a:rPr lang="ar-AE" i="1">
                              <a:latin typeface="Cambria Math" panose="02040503050406030204" pitchFamily="18" charset="0"/>
                            </a:rPr>
                            <m:t>𝐴</m:t>
                          </m:r>
                        </m:e>
                        <m:sup>
                          <m:r>
                            <a:rPr lang="ar-AE">
                              <a:latin typeface="Cambria Math" panose="02040503050406030204" pitchFamily="18" charset="0"/>
                            </a:rPr>
                            <m:t>′</m:t>
                          </m:r>
                        </m:sup>
                      </m:sSup>
                    </m:oMath>
                  </m:oMathPara>
                </a14:m>
                <a:endParaRPr lang="ar-AE"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𝐴</m:t>
                          </m:r>
                        </m:e>
                        <m:sup>
                          <m:r>
                            <a:rPr lang="ar-AE">
                              <a:latin typeface="Cambria Math" panose="02040503050406030204" pitchFamily="18" charset="0"/>
                            </a:rPr>
                            <m:t>′</m:t>
                          </m:r>
                        </m:sup>
                      </m:s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2</m:t>
                          </m:r>
                        </m:sub>
                      </m:sSub>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F4C2D949-2ABE-EE62-D979-FCA8DB7D61D6}"/>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312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54A5D-163F-671A-A89E-8AA82ADC5C04}"/>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332BD5-CC97-95BB-28CC-0B6A9A8E9551}"/>
                  </a:ext>
                </a:extLst>
              </p:cNvPr>
              <p:cNvSpPr>
                <a:spLocks noGrp="1"/>
              </p:cNvSpPr>
              <p:nvPr>
                <p:ph idx="1"/>
              </p:nvPr>
            </p:nvSpPr>
            <p:spPr>
              <a:xfrm>
                <a:off x="838200" y="1878634"/>
                <a:ext cx="10515600" cy="4351338"/>
              </a:xfrm>
            </p:spPr>
            <p:txBody>
              <a:bodyPr/>
              <a:lstStyle/>
              <a:p>
                <a:pPr marL="0" indent="0">
                  <a:buNone/>
                </a:pPr>
                <a:r>
                  <a:rPr lang="en-IN" b="1" dirty="0">
                    <a:solidFill>
                      <a:schemeClr val="tx2">
                        <a:lumMod val="50000"/>
                        <a:lumOff val="50000"/>
                      </a:schemeClr>
                    </a:solidFill>
                  </a:rPr>
                  <a:t>Given Grammar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𝑎𝐴</m:t>
                      </m:r>
                      <m:r>
                        <a:rPr lang="en-IN">
                          <a:latin typeface="Cambria Math" panose="02040503050406030204" pitchFamily="18" charset="0"/>
                        </a:rPr>
                        <m:t>∣</m:t>
                      </m:r>
                      <m:r>
                        <a:rPr lang="en-IN" i="1">
                          <a:latin typeface="Cambria Math" panose="02040503050406030204" pitchFamily="18" charset="0"/>
                        </a:rPr>
                        <m:t>𝑎𝐵</m:t>
                      </m:r>
                    </m:oMath>
                  </m:oMathPara>
                </a14:m>
                <a:endParaRPr lang="en-IN" dirty="0"/>
              </a:p>
              <a:p>
                <a:r>
                  <a:rPr lang="en-IN" dirty="0"/>
                  <a:t>Both productions start with a.</a:t>
                </a:r>
              </a:p>
              <a:p>
                <a:pPr marL="0" indent="0">
                  <a:buNone/>
                </a:pPr>
                <a:r>
                  <a:rPr lang="en-IN" b="1" dirty="0">
                    <a:solidFill>
                      <a:schemeClr val="tx2">
                        <a:lumMod val="50000"/>
                        <a:lumOff val="50000"/>
                      </a:schemeClr>
                    </a:solidFill>
                  </a:rPr>
                  <a:t>After Left Factoring</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𝑎</m:t>
                      </m:r>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oMath>
                  </m:oMathPara>
                </a14:m>
                <a:endParaRPr lang="ar-AE"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𝐴</m:t>
                      </m:r>
                      <m:r>
                        <a:rPr lang="ar-AE">
                          <a:latin typeface="Cambria Math" panose="02040503050406030204" pitchFamily="18" charset="0"/>
                        </a:rPr>
                        <m:t>∣</m:t>
                      </m:r>
                      <m:r>
                        <a:rPr lang="ar-AE" i="1">
                          <a:latin typeface="Cambria Math" panose="02040503050406030204" pitchFamily="18" charset="0"/>
                        </a:rPr>
                        <m:t>𝐵</m:t>
                      </m:r>
                    </m:oMath>
                  </m:oMathPara>
                </a14:m>
                <a:endParaRPr lang="ar-AE" dirty="0"/>
              </a:p>
              <a:p>
                <a:pPr marL="0" indent="0">
                  <a:buNone/>
                </a:pPr>
                <a:r>
                  <a:rPr lang="en-US" dirty="0"/>
                  <a:t>Now the parser can choose after seeing what follows a.</a:t>
                </a:r>
              </a:p>
              <a:p>
                <a:endParaRPr lang="en-IN" dirty="0"/>
              </a:p>
            </p:txBody>
          </p:sp>
        </mc:Choice>
        <mc:Fallback xmlns="">
          <p:sp>
            <p:nvSpPr>
              <p:cNvPr id="3" name="Content Placeholder 2">
                <a:extLst>
                  <a:ext uri="{FF2B5EF4-FFF2-40B4-BE49-F238E27FC236}">
                    <a16:creationId xmlns:a16="http://schemas.microsoft.com/office/drawing/2014/main" id="{DE332BD5-CC97-95BB-28CC-0B6A9A8E9551}"/>
                  </a:ext>
                </a:extLst>
              </p:cNvPr>
              <p:cNvSpPr>
                <a:spLocks noGrp="1" noRot="1" noChangeAspect="1" noMove="1" noResize="1" noEditPoints="1" noAdjustHandles="1" noChangeArrowheads="1" noChangeShapeType="1" noTextEdit="1"/>
              </p:cNvSpPr>
              <p:nvPr>
                <p:ph idx="1"/>
              </p:nvPr>
            </p:nvSpPr>
            <p:spPr>
              <a:xfrm>
                <a:off x="838200" y="1878634"/>
                <a:ext cx="10515600" cy="4351338"/>
              </a:xfrm>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833507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C948-E6E3-C3CF-D4BC-7E5FD34B338F}"/>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CF3632-4D6F-8CAF-D8D1-C0E34C6B4527}"/>
                  </a:ext>
                </a:extLst>
              </p:cNvPr>
              <p:cNvSpPr>
                <a:spLocks noGrp="1"/>
              </p:cNvSpPr>
              <p:nvPr>
                <p:ph idx="1"/>
              </p:nvPr>
            </p:nvSpPr>
            <p:spPr/>
            <p:txBody>
              <a:bodyPr/>
              <a:lstStyle/>
              <a:p>
                <a:pPr marL="0" indent="0">
                  <a:buNone/>
                </a:pPr>
                <a:r>
                  <a:rPr lang="en-IN" b="1" dirty="0">
                    <a:solidFill>
                      <a:schemeClr val="tx2">
                        <a:lumMod val="50000"/>
                        <a:lumOff val="50000"/>
                      </a:schemeClr>
                    </a:solidFill>
                  </a:rPr>
                  <a:t>Given Grammar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𝑎𝑏</m:t>
                      </m:r>
                      <m:r>
                        <a:rPr lang="en-IN">
                          <a:latin typeface="Cambria Math" panose="02040503050406030204" pitchFamily="18" charset="0"/>
                        </a:rPr>
                        <m:t>∣</m:t>
                      </m:r>
                      <m:r>
                        <a:rPr lang="en-IN" i="1">
                          <a:latin typeface="Cambria Math" panose="02040503050406030204" pitchFamily="18" charset="0"/>
                        </a:rPr>
                        <m:t>𝑎𝑐</m:t>
                      </m:r>
                    </m:oMath>
                  </m:oMathPara>
                </a14:m>
                <a:endParaRPr lang="en-IN" dirty="0"/>
              </a:p>
              <a:p>
                <a:pPr marL="0" indent="0">
                  <a:buNone/>
                </a:pPr>
                <a:r>
                  <a:rPr lang="en-IN" dirty="0"/>
                  <a:t>Common prefix = a</a:t>
                </a:r>
              </a:p>
              <a:p>
                <a:pPr marL="0" indent="0">
                  <a:buNone/>
                </a:pPr>
                <a:r>
                  <a:rPr lang="en-IN" b="1" dirty="0">
                    <a:solidFill>
                      <a:schemeClr val="tx2">
                        <a:lumMod val="50000"/>
                        <a:lumOff val="50000"/>
                      </a:schemeClr>
                    </a:solidFill>
                  </a:rPr>
                  <a:t>Factor out a</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𝑎</m:t>
                      </m:r>
                      <m:sSup>
                        <m:sSupPr>
                          <m:ctrlPr>
                            <a:rPr lang="ar-AE" i="1">
                              <a:latin typeface="Cambria Math" panose="02040503050406030204" pitchFamily="18" charset="0"/>
                            </a:rPr>
                          </m:ctrlPr>
                        </m:sSupPr>
                        <m:e>
                          <m:r>
                            <a:rPr lang="ar-AE" i="1">
                              <a:latin typeface="Cambria Math" panose="02040503050406030204" pitchFamily="18" charset="0"/>
                            </a:rPr>
                            <m:t>𝐴</m:t>
                          </m:r>
                        </m:e>
                        <m:sup>
                          <m:r>
                            <a:rPr lang="ar-AE">
                              <a:latin typeface="Cambria Math" panose="02040503050406030204" pitchFamily="18" charset="0"/>
                            </a:rPr>
                            <m:t>′</m:t>
                          </m:r>
                        </m:sup>
                      </m:sSup>
                    </m:oMath>
                  </m:oMathPara>
                </a14:m>
                <a:endParaRPr lang="ar-AE"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𝐴</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𝑏</m:t>
                      </m:r>
                      <m:r>
                        <a:rPr lang="ar-AE">
                          <a:latin typeface="Cambria Math" panose="02040503050406030204" pitchFamily="18" charset="0"/>
                        </a:rPr>
                        <m:t>∣</m:t>
                      </m:r>
                      <m:r>
                        <a:rPr lang="ar-AE" i="1">
                          <a:latin typeface="Cambria Math" panose="02040503050406030204" pitchFamily="18" charset="0"/>
                        </a:rPr>
                        <m:t>𝑐</m:t>
                      </m:r>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04CF3632-4D6F-8CAF-D8D1-C0E34C6B4527}"/>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244209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17D55-83AE-0D94-EB4F-7AE2F096567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690C46-4E7E-7784-3112-345D23D5E4E1}"/>
                  </a:ext>
                </a:extLst>
              </p:cNvPr>
              <p:cNvSpPr>
                <a:spLocks noGrp="1"/>
              </p:cNvSpPr>
              <p:nvPr>
                <p:ph idx="1"/>
              </p:nvPr>
            </p:nvSpPr>
            <p:spPr/>
            <p:txBody>
              <a:bodyPr/>
              <a:lstStyle/>
              <a:p>
                <a:pPr marL="0" indent="0">
                  <a:buNone/>
                </a:pPr>
                <a:r>
                  <a:rPr lang="en-IN" b="1" dirty="0">
                    <a:solidFill>
                      <a:schemeClr val="tx2">
                        <a:lumMod val="50000"/>
                        <a:lumOff val="50000"/>
                      </a:schemeClr>
                    </a:solidFill>
                  </a:rPr>
                  <a:t>Given Grammar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𝑎𝑏𝑐𝐷</m:t>
                      </m:r>
                      <m:r>
                        <a:rPr lang="en-IN">
                          <a:latin typeface="Cambria Math" panose="02040503050406030204" pitchFamily="18" charset="0"/>
                        </a:rPr>
                        <m:t>∣</m:t>
                      </m:r>
                      <m:r>
                        <a:rPr lang="en-IN" i="1">
                          <a:latin typeface="Cambria Math" panose="02040503050406030204" pitchFamily="18" charset="0"/>
                        </a:rPr>
                        <m:t>𝑎𝑏𝑐𝐸</m:t>
                      </m:r>
                      <m:r>
                        <a:rPr lang="en-IN">
                          <a:latin typeface="Cambria Math" panose="02040503050406030204" pitchFamily="18" charset="0"/>
                        </a:rPr>
                        <m:t>∣</m:t>
                      </m:r>
                      <m:r>
                        <a:rPr lang="en-IN" i="1">
                          <a:latin typeface="Cambria Math" panose="02040503050406030204" pitchFamily="18" charset="0"/>
                        </a:rPr>
                        <m:t>𝑓</m:t>
                      </m:r>
                    </m:oMath>
                  </m:oMathPara>
                </a14:m>
                <a:endParaRPr lang="en-IN" dirty="0"/>
              </a:p>
              <a:p>
                <a:pPr marL="0" indent="0">
                  <a:buNone/>
                </a:pPr>
                <a:r>
                  <a:rPr lang="en-IN" dirty="0"/>
                  <a:t>Common prefix = </a:t>
                </a:r>
                <a:r>
                  <a:rPr lang="en-IN" dirty="0" err="1"/>
                  <a:t>abc</a:t>
                </a:r>
                <a:endParaRPr lang="en-IN" dirty="0"/>
              </a:p>
              <a:p>
                <a:pPr marL="0" indent="0">
                  <a:buNone/>
                </a:pPr>
                <a:r>
                  <a:rPr lang="en-IN" b="1" dirty="0">
                    <a:solidFill>
                      <a:schemeClr val="tx2">
                        <a:lumMod val="50000"/>
                        <a:lumOff val="50000"/>
                      </a:schemeClr>
                    </a:solidFill>
                  </a:rPr>
                  <a:t>Factor </a:t>
                </a:r>
                <a:r>
                  <a:rPr lang="en-IN" b="1" dirty="0" err="1">
                    <a:solidFill>
                      <a:schemeClr val="tx2">
                        <a:lumMod val="50000"/>
                        <a:lumOff val="50000"/>
                      </a:schemeClr>
                    </a:solidFill>
                  </a:rPr>
                  <a:t>abc</a:t>
                </a:r>
                <a:endParaRPr lang="en-IN" b="1" dirty="0">
                  <a:solidFill>
                    <a:schemeClr val="tx2">
                      <a:lumMod val="50000"/>
                      <a:lumOff val="50000"/>
                    </a:schemeClr>
                  </a:solidFill>
                </a:endParaRP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𝑎𝑏𝑐</m:t>
                      </m:r>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𝑓</m:t>
                      </m:r>
                    </m:oMath>
                  </m:oMathPara>
                </a14:m>
                <a:endParaRPr lang="ar-AE"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𝐷</m:t>
                      </m:r>
                      <m:r>
                        <a:rPr lang="ar-AE">
                          <a:latin typeface="Cambria Math" panose="02040503050406030204" pitchFamily="18" charset="0"/>
                        </a:rPr>
                        <m:t>∣</m:t>
                      </m:r>
                      <m:r>
                        <a:rPr lang="ar-AE" i="1">
                          <a:latin typeface="Cambria Math" panose="02040503050406030204" pitchFamily="18" charset="0"/>
                        </a:rPr>
                        <m:t>𝐸</m:t>
                      </m:r>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53690C46-4E7E-7784-3112-345D23D5E4E1}"/>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060039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A4D6-A0AE-EFC0-470F-54898D81292F}"/>
              </a:ext>
            </a:extLst>
          </p:cNvPr>
          <p:cNvSpPr>
            <a:spLocks noGrp="1"/>
          </p:cNvSpPr>
          <p:nvPr>
            <p:ph type="title"/>
          </p:nvPr>
        </p:nvSpPr>
        <p:spPr/>
        <p:txBody>
          <a:bodyPr/>
          <a:lstStyle/>
          <a:p>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5A054C-1653-B236-86E3-EC7128B2FD0B}"/>
                  </a:ext>
                </a:extLst>
              </p:cNvPr>
              <p:cNvSpPr>
                <a:spLocks noGrp="1"/>
              </p:cNvSpPr>
              <p:nvPr>
                <p:ph idx="1"/>
              </p:nvPr>
            </p:nvSpPr>
            <p:spPr/>
            <p:txBody>
              <a:bodyPr>
                <a:normAutofit/>
              </a:bodyPr>
              <a:lstStyle/>
              <a:p>
                <a:pPr marL="0" indent="0">
                  <a:buNone/>
                </a:pPr>
                <a:r>
                  <a:rPr lang="en-IN" b="1" dirty="0">
                    <a:solidFill>
                      <a:schemeClr val="tx2">
                        <a:lumMod val="50000"/>
                        <a:lumOff val="50000"/>
                      </a:schemeClr>
                    </a:solidFill>
                  </a:rPr>
                  <a:t>Given Grammar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𝐸</m:t>
                      </m:r>
                      <m:r>
                        <a:rPr lang="en-IN">
                          <a:latin typeface="Cambria Math" panose="02040503050406030204" pitchFamily="18" charset="0"/>
                        </a:rPr>
                        <m:t>→</m:t>
                      </m:r>
                      <m:r>
                        <a:rPr lang="en-IN" i="1">
                          <a:latin typeface="Cambria Math" panose="02040503050406030204" pitchFamily="18" charset="0"/>
                        </a:rPr>
                        <m:t>𝐸</m:t>
                      </m:r>
                      <m:r>
                        <a:rPr lang="en-IN">
                          <a:latin typeface="Cambria Math" panose="02040503050406030204" pitchFamily="18" charset="0"/>
                        </a:rPr>
                        <m:t>+</m:t>
                      </m:r>
                      <m:r>
                        <a:rPr lang="en-IN" i="1">
                          <a:latin typeface="Cambria Math" panose="02040503050406030204" pitchFamily="18" charset="0"/>
                        </a:rPr>
                        <m:t>𝑇</m:t>
                      </m:r>
                      <m:r>
                        <a:rPr lang="en-IN">
                          <a:latin typeface="Cambria Math" panose="02040503050406030204" pitchFamily="18" charset="0"/>
                        </a:rPr>
                        <m:t>∣</m:t>
                      </m:r>
                      <m:r>
                        <a:rPr lang="en-IN" i="1">
                          <a:latin typeface="Cambria Math" panose="02040503050406030204" pitchFamily="18" charset="0"/>
                        </a:rPr>
                        <m:t>𝐸</m:t>
                      </m:r>
                      <m:r>
                        <a:rPr lang="en-IN">
                          <a:latin typeface="Cambria Math" panose="02040503050406030204" pitchFamily="18" charset="0"/>
                        </a:rPr>
                        <m:t>−</m:t>
                      </m:r>
                      <m:r>
                        <a:rPr lang="en-IN" i="1">
                          <a:latin typeface="Cambria Math" panose="02040503050406030204" pitchFamily="18" charset="0"/>
                        </a:rPr>
                        <m:t>𝑇</m:t>
                      </m:r>
                      <m:r>
                        <a:rPr lang="en-IN">
                          <a:latin typeface="Cambria Math" panose="02040503050406030204" pitchFamily="18" charset="0"/>
                        </a:rPr>
                        <m:t>∣</m:t>
                      </m:r>
                      <m:r>
                        <a:rPr lang="en-IN" i="1">
                          <a:latin typeface="Cambria Math" panose="02040503050406030204" pitchFamily="18" charset="0"/>
                        </a:rPr>
                        <m:t>𝑇</m:t>
                      </m:r>
                    </m:oMath>
                  </m:oMathPara>
                </a14:m>
                <a:endParaRPr lang="en-IN" dirty="0"/>
              </a:p>
              <a:p>
                <a:pPr marL="0" indent="0">
                  <a:buNone/>
                </a:pPr>
                <a:r>
                  <a:rPr lang="en-IN" dirty="0"/>
                  <a:t>This grammar has left recursion, not just left factoring issue.</a:t>
                </a:r>
              </a:p>
              <a:p>
                <a:r>
                  <a:rPr lang="en-IN" dirty="0"/>
                  <a:t>Consider: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m:t>
                      </m:r>
                      <m:r>
                        <a:rPr lang="en-IN">
                          <a:latin typeface="Cambria Math" panose="02040503050406030204" pitchFamily="18" charset="0"/>
                        </a:rPr>
                        <m:t>→</m:t>
                      </m:r>
                      <m:r>
                        <a:rPr lang="en-IN" i="1">
                          <a:latin typeface="Cambria Math" panose="02040503050406030204" pitchFamily="18" charset="0"/>
                        </a:rPr>
                        <m:t>𝑖𝑛𝑡</m:t>
                      </m:r>
                      <m:r>
                        <a:rPr lang="en-IN">
                          <a:latin typeface="Cambria Math" panose="02040503050406030204" pitchFamily="18" charset="0"/>
                        </a:rPr>
                        <m:t>∣</m:t>
                      </m:r>
                      <m:r>
                        <a:rPr lang="en-IN" i="1">
                          <a:latin typeface="Cambria Math" panose="02040503050406030204" pitchFamily="18" charset="0"/>
                        </a:rPr>
                        <m:t>𝑖𝑛𝑡</m:t>
                      </m:r>
                      <m:r>
                        <a:rPr lang="en-IN">
                          <a:latin typeface="Cambria Math" panose="02040503050406030204" pitchFamily="18" charset="0"/>
                        </a:rPr>
                        <m:t>∗</m:t>
                      </m:r>
                      <m:r>
                        <a:rPr lang="en-IN" i="1">
                          <a:latin typeface="Cambria Math" panose="02040503050406030204" pitchFamily="18" charset="0"/>
                        </a:rPr>
                        <m:t>𝑇</m:t>
                      </m:r>
                    </m:oMath>
                  </m:oMathPara>
                </a14:m>
                <a:endParaRPr lang="en-IN" dirty="0"/>
              </a:p>
              <a:p>
                <a:pPr marL="0" indent="0">
                  <a:buNone/>
                </a:pPr>
                <a:r>
                  <a:rPr lang="en-IN" dirty="0"/>
                  <a:t>Common prefix = int</a:t>
                </a:r>
              </a:p>
              <a:p>
                <a:pPr marL="0" indent="0">
                  <a:buNone/>
                </a:pPr>
                <a:r>
                  <a:rPr lang="en-IN" b="1" dirty="0">
                    <a:solidFill>
                      <a:schemeClr val="tx2">
                        <a:lumMod val="50000"/>
                        <a:lumOff val="50000"/>
                      </a:schemeClr>
                    </a:solidFill>
                  </a:rPr>
                  <a:t>After Left Factoring</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m:t>
                      </m:r>
                      <m:r>
                        <a:rPr lang="en-IN">
                          <a:latin typeface="Cambria Math" panose="02040503050406030204" pitchFamily="18" charset="0"/>
                        </a:rPr>
                        <m:t>→</m:t>
                      </m:r>
                      <m:r>
                        <a:rPr lang="en-IN" i="1">
                          <a:latin typeface="Cambria Math" panose="02040503050406030204" pitchFamily="18" charset="0"/>
                        </a:rPr>
                        <m:t>𝑖𝑛𝑡</m:t>
                      </m:r>
                      <m:sSup>
                        <m:sSupPr>
                          <m:ctrlPr>
                            <a:rPr lang="ar-AE" i="1">
                              <a:latin typeface="Cambria Math" panose="02040503050406030204" pitchFamily="18" charset="0"/>
                            </a:rPr>
                          </m:ctrlPr>
                        </m:sSupPr>
                        <m:e>
                          <m:r>
                            <a:rPr lang="ar-AE" i="1">
                              <a:latin typeface="Cambria Math" panose="02040503050406030204" pitchFamily="18" charset="0"/>
                            </a:rPr>
                            <m:t>𝑇</m:t>
                          </m:r>
                        </m:e>
                        <m:sup>
                          <m:r>
                            <a:rPr lang="ar-AE">
                              <a:latin typeface="Cambria Math" panose="02040503050406030204" pitchFamily="18" charset="0"/>
                            </a:rPr>
                            <m:t>′</m:t>
                          </m:r>
                        </m:sup>
                      </m:sSup>
                    </m:oMath>
                  </m:oMathPara>
                </a14:m>
                <a:endParaRPr lang="ar-AE"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𝑇</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𝜖</m:t>
                      </m:r>
                      <m:r>
                        <a:rPr lang="ar-AE">
                          <a:latin typeface="Cambria Math" panose="02040503050406030204" pitchFamily="18" charset="0"/>
                        </a:rPr>
                        <m:t>∣∗</m:t>
                      </m:r>
                      <m:r>
                        <a:rPr lang="ar-AE" i="1">
                          <a:latin typeface="Cambria Math" panose="02040503050406030204" pitchFamily="18" charset="0"/>
                        </a:rPr>
                        <m:t>𝑇</m:t>
                      </m:r>
                    </m:oMath>
                  </m:oMathPara>
                </a14:m>
                <a:endParaRPr lang="ar-AE" dirty="0"/>
              </a:p>
              <a:p>
                <a:endParaRPr lang="en-IN" dirty="0"/>
              </a:p>
            </p:txBody>
          </p:sp>
        </mc:Choice>
        <mc:Fallback xmlns="">
          <p:sp>
            <p:nvSpPr>
              <p:cNvPr id="3" name="Content Placeholder 2">
                <a:extLst>
                  <a:ext uri="{FF2B5EF4-FFF2-40B4-BE49-F238E27FC236}">
                    <a16:creationId xmlns:a16="http://schemas.microsoft.com/office/drawing/2014/main" id="{B45A054C-1653-B236-86E3-EC7128B2FD0B}"/>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986046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AE509-1265-9FF2-AA2C-678EEC6C7D6A}"/>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4E29A1-EB5C-B79B-7913-4D5FDA8F42E5}"/>
                  </a:ext>
                </a:extLst>
              </p:cNvPr>
              <p:cNvSpPr>
                <a:spLocks noGrp="1"/>
              </p:cNvSpPr>
              <p:nvPr>
                <p:ph idx="1"/>
              </p:nvPr>
            </p:nvSpPr>
            <p:spPr/>
            <p:txBody>
              <a:bodyPr/>
              <a:lstStyle/>
              <a:p>
                <a:pPr marL="0" indent="0">
                  <a:buNone/>
                </a:pPr>
                <a:r>
                  <a:rPr lang="en-IN" b="1" dirty="0">
                    <a:solidFill>
                      <a:schemeClr val="tx2">
                        <a:lumMod val="50000"/>
                        <a:lumOff val="50000"/>
                      </a:schemeClr>
                    </a:solidFill>
                  </a:rPr>
                  <a:t>Given Grammar</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𝑖𝑓</m:t>
                      </m:r>
                      <m:r>
                        <m:rPr>
                          <m:nor/>
                        </m:rPr>
                        <a:rPr lang="en-IN" i="1"/>
                        <m:t> </m:t>
                      </m:r>
                      <m:r>
                        <a:rPr lang="en-IN" i="1">
                          <a:latin typeface="Cambria Math" panose="02040503050406030204" pitchFamily="18" charset="0"/>
                        </a:rPr>
                        <m:t>𝐸</m:t>
                      </m:r>
                      <m:r>
                        <m:rPr>
                          <m:nor/>
                        </m:rPr>
                        <a:rPr lang="en-IN" i="1"/>
                        <m:t> </m:t>
                      </m:r>
                      <m:r>
                        <a:rPr lang="en-IN" i="1">
                          <a:latin typeface="Cambria Math" panose="02040503050406030204" pitchFamily="18" charset="0"/>
                        </a:rPr>
                        <m:t>𝑡</m:t>
                      </m:r>
                      <m:r>
                        <a:rPr lang="en-IN" i="1">
                          <a:latin typeface="Cambria Math" panose="02040503050406030204" pitchFamily="18" charset="0"/>
                        </a:rPr>
                        <m:t>h</m:t>
                      </m:r>
                      <m:r>
                        <a:rPr lang="en-IN" i="1">
                          <a:latin typeface="Cambria Math" panose="02040503050406030204" pitchFamily="18" charset="0"/>
                        </a:rPr>
                        <m:t>𝑒𝑛</m:t>
                      </m:r>
                      <m:r>
                        <m:rPr>
                          <m:nor/>
                        </m:rPr>
                        <a:rPr lang="en-IN" i="1"/>
                        <m:t> </m:t>
                      </m:r>
                      <m:r>
                        <a:rPr lang="en-IN" i="1">
                          <a:latin typeface="Cambria Math" panose="02040503050406030204" pitchFamily="18" charset="0"/>
                        </a:rPr>
                        <m:t>𝑆</m:t>
                      </m:r>
                      <m:r>
                        <m:rPr>
                          <m:nor/>
                        </m:rPr>
                        <a:rPr lang="en-IN" i="1"/>
                        <m:t> </m:t>
                      </m:r>
                      <m:r>
                        <a:rPr lang="en-IN" i="1">
                          <a:latin typeface="Cambria Math" panose="02040503050406030204" pitchFamily="18" charset="0"/>
                        </a:rPr>
                        <m:t>𝑒𝑙𝑠𝑒</m:t>
                      </m:r>
                      <m:r>
                        <m:rPr>
                          <m:nor/>
                        </m:rPr>
                        <a:rPr lang="en-IN" i="1"/>
                        <m:t> </m:t>
                      </m:r>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𝑖𝑓</m:t>
                      </m:r>
                      <m:r>
                        <m:rPr>
                          <m:nor/>
                        </m:rPr>
                        <a:rPr lang="en-IN" i="1"/>
                        <m:t> </m:t>
                      </m:r>
                      <m:r>
                        <a:rPr lang="en-IN" i="1">
                          <a:latin typeface="Cambria Math" panose="02040503050406030204" pitchFamily="18" charset="0"/>
                        </a:rPr>
                        <m:t>𝐸</m:t>
                      </m:r>
                      <m:r>
                        <m:rPr>
                          <m:nor/>
                        </m:rPr>
                        <a:rPr lang="en-IN" i="1"/>
                        <m:t> </m:t>
                      </m:r>
                      <m:r>
                        <a:rPr lang="en-IN" i="1">
                          <a:latin typeface="Cambria Math" panose="02040503050406030204" pitchFamily="18" charset="0"/>
                        </a:rPr>
                        <m:t>𝑡</m:t>
                      </m:r>
                      <m:r>
                        <a:rPr lang="en-IN" i="1">
                          <a:latin typeface="Cambria Math" panose="02040503050406030204" pitchFamily="18" charset="0"/>
                        </a:rPr>
                        <m:t>h</m:t>
                      </m:r>
                      <m:r>
                        <a:rPr lang="en-IN" i="1">
                          <a:latin typeface="Cambria Math" panose="02040503050406030204" pitchFamily="18" charset="0"/>
                        </a:rPr>
                        <m:t>𝑒𝑛</m:t>
                      </m:r>
                      <m:r>
                        <m:rPr>
                          <m:nor/>
                        </m:rPr>
                        <a:rPr lang="en-IN" i="1"/>
                        <m:t> </m:t>
                      </m:r>
                      <m:r>
                        <a:rPr lang="en-IN" i="1">
                          <a:latin typeface="Cambria Math" panose="02040503050406030204" pitchFamily="18" charset="0"/>
                        </a:rPr>
                        <m:t>𝑆</m:t>
                      </m:r>
                    </m:oMath>
                  </m:oMathPara>
                </a14:m>
                <a:endParaRPr lang="en-IN" b="0" dirty="0"/>
              </a:p>
              <a:p>
                <a:pPr marL="0" indent="0">
                  <a:buNone/>
                </a:pPr>
                <a:r>
                  <a:rPr lang="en-IN" dirty="0"/>
                  <a:t>Common prefix = </a:t>
                </a:r>
                <a:r>
                  <a:rPr lang="en-IN" b="1" dirty="0"/>
                  <a:t>if E then S</a:t>
                </a:r>
                <a:endParaRPr lang="en-IN" dirty="0"/>
              </a:p>
              <a:p>
                <a:pPr marL="0" indent="0">
                  <a:buNone/>
                </a:pPr>
                <a:r>
                  <a:rPr lang="en-IN" b="1" dirty="0">
                    <a:solidFill>
                      <a:schemeClr val="tx2">
                        <a:lumMod val="50000"/>
                        <a:lumOff val="50000"/>
                      </a:schemeClr>
                    </a:solidFill>
                  </a:rPr>
                  <a:t>After Left Factoring</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m:t>
                      </m:r>
                      <m:r>
                        <a:rPr lang="en-IN">
                          <a:latin typeface="Cambria Math" panose="02040503050406030204" pitchFamily="18" charset="0"/>
                        </a:rPr>
                        <m:t>→</m:t>
                      </m:r>
                      <m:r>
                        <a:rPr lang="en-IN" i="1">
                          <a:latin typeface="Cambria Math" panose="02040503050406030204" pitchFamily="18" charset="0"/>
                        </a:rPr>
                        <m:t>𝑖𝑓</m:t>
                      </m:r>
                      <m:r>
                        <m:rPr>
                          <m:nor/>
                        </m:rPr>
                        <a:rPr lang="en-IN" i="1"/>
                        <m:t> </m:t>
                      </m:r>
                      <m:r>
                        <a:rPr lang="en-IN" i="1">
                          <a:latin typeface="Cambria Math" panose="02040503050406030204" pitchFamily="18" charset="0"/>
                        </a:rPr>
                        <m:t>𝐸</m:t>
                      </m:r>
                      <m:r>
                        <m:rPr>
                          <m:nor/>
                        </m:rPr>
                        <a:rPr lang="en-IN" i="1"/>
                        <m:t> </m:t>
                      </m:r>
                      <m:r>
                        <a:rPr lang="en-IN" i="1">
                          <a:latin typeface="Cambria Math" panose="02040503050406030204" pitchFamily="18" charset="0"/>
                        </a:rPr>
                        <m:t>𝑡</m:t>
                      </m:r>
                      <m:r>
                        <a:rPr lang="en-IN" i="1">
                          <a:latin typeface="Cambria Math" panose="02040503050406030204" pitchFamily="18" charset="0"/>
                        </a:rPr>
                        <m:t>h</m:t>
                      </m:r>
                      <m:r>
                        <a:rPr lang="en-IN" i="1">
                          <a:latin typeface="Cambria Math" panose="02040503050406030204" pitchFamily="18" charset="0"/>
                        </a:rPr>
                        <m:t>𝑒𝑛</m:t>
                      </m:r>
                      <m:r>
                        <m:rPr>
                          <m:nor/>
                        </m:rPr>
                        <a:rPr lang="en-IN" i="1"/>
                        <m:t> </m:t>
                      </m:r>
                      <m:r>
                        <a:rPr lang="en-IN" i="1">
                          <a:latin typeface="Cambria Math" panose="02040503050406030204" pitchFamily="18" charset="0"/>
                        </a:rPr>
                        <m:t>𝑆</m:t>
                      </m:r>
                      <m:r>
                        <m:rPr>
                          <m:nor/>
                        </m:rPr>
                        <a:rPr lang="en-IN" i="1"/>
                        <m:t> </m:t>
                      </m:r>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oMath>
                  </m:oMathPara>
                </a14:m>
                <a:endParaRPr lang="ar-AE" b="0" dirty="0"/>
              </a:p>
              <a:p>
                <a:pPr marL="0" indent="0">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m:t>
                          </m:r>
                        </m:sup>
                      </m:sSup>
                      <m:r>
                        <a:rPr lang="ar-AE">
                          <a:latin typeface="Cambria Math" panose="02040503050406030204" pitchFamily="18" charset="0"/>
                        </a:rPr>
                        <m:t>→</m:t>
                      </m:r>
                      <m:r>
                        <a:rPr lang="ar-AE" i="1">
                          <a:latin typeface="Cambria Math" panose="02040503050406030204" pitchFamily="18" charset="0"/>
                        </a:rPr>
                        <m:t>𝑒𝑙𝑠𝑒</m:t>
                      </m:r>
                      <m:r>
                        <m:rPr>
                          <m:nor/>
                        </m:rPr>
                        <a:rPr lang="ar-AE" i="1"/>
                        <m:t> </m:t>
                      </m:r>
                      <m:r>
                        <a:rPr lang="ar-AE" i="1">
                          <a:latin typeface="Cambria Math" panose="02040503050406030204" pitchFamily="18" charset="0"/>
                        </a:rPr>
                        <m:t>𝑆</m:t>
                      </m:r>
                      <m:r>
                        <a:rPr lang="ar-AE">
                          <a:latin typeface="Cambria Math" panose="02040503050406030204" pitchFamily="18" charset="0"/>
                        </a:rPr>
                        <m:t>∣</m:t>
                      </m:r>
                      <m:r>
                        <a:rPr lang="ar-AE" i="1">
                          <a:latin typeface="Cambria Math" panose="02040503050406030204" pitchFamily="18" charset="0"/>
                        </a:rPr>
                        <m:t>𝜖</m:t>
                      </m:r>
                    </m:oMath>
                  </m:oMathPara>
                </a14:m>
                <a:endParaRPr lang="ar-AE" b="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5A4E29A1-EB5C-B79B-7913-4D5FDA8F42E5}"/>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988578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7EE20-E0AC-3CFF-56CD-0DB9C53EB360}"/>
              </a:ext>
            </a:extLst>
          </p:cNvPr>
          <p:cNvSpPr>
            <a:spLocks noGrp="1"/>
          </p:cNvSpPr>
          <p:nvPr>
            <p:ph type="title"/>
          </p:nvPr>
        </p:nvSpPr>
        <p:spPr/>
        <p:txBody>
          <a:bodyPr/>
          <a:lstStyle/>
          <a:p>
            <a:r>
              <a:rPr lang="en-IN" dirty="0"/>
              <a:t>Left Recursion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D8EB8D-1B48-48B3-410B-F3CDC9551298}"/>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 grammar is said to have left recursion if a non-terminal calls itself as the leftmost symbol in its production.</a:t>
                </a:r>
              </a:p>
              <a:p>
                <a:pPr marL="0" indent="0">
                  <a:buNone/>
                </a:pPr>
                <a:r>
                  <a:rPr lang="en-US" b="1" dirty="0">
                    <a:solidFill>
                      <a:srgbClr val="C00000"/>
                    </a:solidFill>
                    <a:latin typeface="Times New Roman" panose="02020603050405020304" pitchFamily="18" charset="0"/>
                    <a:cs typeface="Times New Roman" panose="02020603050405020304" pitchFamily="18" charset="0"/>
                  </a:rPr>
                  <a:t>Direct Left Recursion</a:t>
                </a:r>
              </a:p>
              <a:p>
                <a:pPr marL="0" indent="0">
                  <a:buNone/>
                </a:pPr>
                <a:r>
                  <a:rPr lang="en-US" dirty="0"/>
                  <a:t>If a production is of the form: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𝛼</m:t>
                      </m:r>
                    </m:oMath>
                  </m:oMathPara>
                </a14:m>
                <a:endParaRPr lang="en-US" dirty="0"/>
              </a:p>
              <a:p>
                <a:pPr marL="0" indent="0">
                  <a:buNone/>
                </a:pPr>
                <a:r>
                  <a:rPr lang="en-US" dirty="0">
                    <a:latin typeface="Times New Roman" panose="02020603050405020304" pitchFamily="18" charset="0"/>
                    <a:cs typeface="Times New Roman" panose="02020603050405020304" pitchFamily="18" charset="0"/>
                  </a:rPr>
                  <a:t>where:</a:t>
                </a:r>
              </a:p>
              <a:p>
                <a:r>
                  <a:rPr lang="en-US" dirty="0">
                    <a:latin typeface="Times New Roman" panose="02020603050405020304" pitchFamily="18" charset="0"/>
                    <a:cs typeface="Times New Roman" panose="02020603050405020304" pitchFamily="18" charset="0"/>
                  </a:rPr>
                  <a:t>A is a non-terminal</a:t>
                </a:r>
              </a:p>
              <a:p>
                <a:r>
                  <a:rPr lang="en-US" dirty="0">
                    <a:latin typeface="Times New Roman" panose="02020603050405020304" pitchFamily="18" charset="0"/>
                    <a:cs typeface="Times New Roman" panose="02020603050405020304" pitchFamily="18" charset="0"/>
                  </a:rPr>
                  <a:t>α is any string of grammar symbols</a:t>
                </a:r>
              </a:p>
              <a:p>
                <a:r>
                  <a:rPr lang="en-US" dirty="0">
                    <a:latin typeface="Times New Roman" panose="02020603050405020304" pitchFamily="18" charset="0"/>
                    <a:cs typeface="Times New Roman" panose="02020603050405020304" pitchFamily="18" charset="0"/>
                  </a:rPr>
                  <a:t>Then it is direct left recursion.</a:t>
                </a:r>
              </a:p>
              <a:p>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F8D8EB8D-1B48-48B3-410B-F3CDC9551298}"/>
                  </a:ext>
                </a:extLst>
              </p:cNvPr>
              <p:cNvSpPr>
                <a:spLocks noGrp="1" noRot="1" noChangeAspect="1" noMove="1" noResize="1" noEditPoints="1" noAdjustHandles="1" noChangeArrowheads="1" noChangeShapeType="1" noTextEdit="1"/>
              </p:cNvSpPr>
              <p:nvPr>
                <p:ph idx="1"/>
              </p:nvPr>
            </p:nvSpPr>
            <p:spPr>
              <a:blipFill>
                <a:blip r:embed="rId2"/>
                <a:stretch>
                  <a:fillRect l="-1217" t="-2381" r="-1913" b="-2941"/>
                </a:stretch>
              </a:blipFill>
            </p:spPr>
            <p:txBody>
              <a:bodyPr/>
              <a:lstStyle/>
              <a:p>
                <a:r>
                  <a:rPr lang="en-IN">
                    <a:noFill/>
                  </a:rPr>
                  <a:t> </a:t>
                </a:r>
              </a:p>
            </p:txBody>
          </p:sp>
        </mc:Fallback>
      </mc:AlternateContent>
    </p:spTree>
    <p:extLst>
      <p:ext uri="{BB962C8B-B14F-4D97-AF65-F5344CB8AC3E}">
        <p14:creationId xmlns:p14="http://schemas.microsoft.com/office/powerpoint/2010/main" val="3651154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7409E-7357-94A8-93B1-6F86DEF4F5C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B50F8E-9793-E2DE-BAA8-5A5BDB7A9CDC}"/>
                  </a:ext>
                </a:extLst>
              </p:cNvPr>
              <p:cNvSpPr>
                <a:spLocks noGrp="1"/>
              </p:cNvSpPr>
              <p:nvPr>
                <p:ph idx="1"/>
              </p:nvPr>
            </p:nvSpPr>
            <p:spPr/>
            <p:txBody>
              <a:bodyPr/>
              <a:lstStyle/>
              <a:p>
                <a:pPr marL="0" indent="0">
                  <a:buNone/>
                </a:pPr>
                <a:r>
                  <a:rPr lang="en-US" b="1" dirty="0">
                    <a:solidFill>
                      <a:srgbClr val="C00000"/>
                    </a:solidFill>
                    <a:latin typeface="Times New Roman" panose="02020603050405020304" pitchFamily="18" charset="0"/>
                    <a:cs typeface="Times New Roman" panose="02020603050405020304" pitchFamily="18" charset="0"/>
                  </a:rPr>
                  <a:t>Indirect Left Recursion</a:t>
                </a:r>
              </a:p>
              <a:p>
                <a:pPr marL="0" indent="0">
                  <a:buNone/>
                </a:pPr>
                <a:r>
                  <a:rPr lang="en-US" dirty="0">
                    <a:latin typeface="Times New Roman" panose="02020603050405020304" pitchFamily="18" charset="0"/>
                    <a:cs typeface="Times New Roman" panose="02020603050405020304" pitchFamily="18" charset="0"/>
                  </a:rPr>
                  <a:t>When recursion happens through another non-terminal.</a:t>
                </a:r>
              </a:p>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𝛼</m:t>
                      </m:r>
                    </m:oMath>
                  </m:oMathPara>
                </a14:m>
                <a:endParaRPr lang="en-US"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𝐵</m:t>
                      </m:r>
                      <m:r>
                        <a:rPr lang="en-US">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𝛽</m:t>
                      </m:r>
                    </m:oMath>
                  </m:oMathPara>
                </a14:m>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indirectly calls itself.</a:t>
                </a:r>
              </a:p>
              <a:p>
                <a:endParaRPr lang="en-IN" dirty="0"/>
              </a:p>
            </p:txBody>
          </p:sp>
        </mc:Choice>
        <mc:Fallback xmlns="">
          <p:sp>
            <p:nvSpPr>
              <p:cNvPr id="3" name="Content Placeholder 2">
                <a:extLst>
                  <a:ext uri="{FF2B5EF4-FFF2-40B4-BE49-F238E27FC236}">
                    <a16:creationId xmlns:a16="http://schemas.microsoft.com/office/drawing/2014/main" id="{E0B50F8E-9793-E2DE-BAA8-5A5BDB7A9CD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269463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EB8B-129D-C714-F1D7-A213976FB58C}"/>
              </a:ext>
            </a:extLst>
          </p:cNvPr>
          <p:cNvSpPr>
            <a:spLocks noGrp="1"/>
          </p:cNvSpPr>
          <p:nvPr>
            <p:ph type="title"/>
          </p:nvPr>
        </p:nvSpPr>
        <p:spPr/>
        <p:txBody>
          <a:bodyPr/>
          <a:lstStyle/>
          <a:p>
            <a:r>
              <a:rPr lang="en-IN" dirty="0"/>
              <a:t>Eliminating Left Recursion</a:t>
            </a:r>
          </a:p>
        </p:txBody>
      </p:sp>
      <p:sp>
        <p:nvSpPr>
          <p:cNvPr id="3" name="Content Placeholder 2">
            <a:extLst>
              <a:ext uri="{FF2B5EF4-FFF2-40B4-BE49-F238E27FC236}">
                <a16:creationId xmlns:a16="http://schemas.microsoft.com/office/drawing/2014/main" id="{1C13EA71-45C6-4CDD-01B3-F012B56F48A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causes infinite recursion in top-down parsing.</a:t>
            </a:r>
          </a:p>
          <a:p>
            <a:r>
              <a:rPr lang="en-IN" dirty="0">
                <a:latin typeface="Times New Roman" panose="02020603050405020304" pitchFamily="18" charset="0"/>
                <a:cs typeface="Times New Roman" panose="02020603050405020304" pitchFamily="18" charset="0"/>
              </a:rPr>
              <a:t>Recursive descent parser enters infinite loop.</a:t>
            </a:r>
          </a:p>
          <a:p>
            <a:r>
              <a:rPr lang="en-IN" dirty="0">
                <a:latin typeface="Times New Roman" panose="02020603050405020304" pitchFamily="18" charset="0"/>
                <a:cs typeface="Times New Roman" panose="02020603050405020304" pitchFamily="18" charset="0"/>
              </a:rPr>
              <a:t>LL(1) parser cannot be constructed.</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We eliminate left recursion to make grammar suitable for:</a:t>
            </a:r>
          </a:p>
          <a:p>
            <a:pPr lvl="1"/>
            <a:r>
              <a:rPr lang="en-IN" sz="2800" dirty="0">
                <a:latin typeface="Times New Roman" panose="02020603050405020304" pitchFamily="18" charset="0"/>
                <a:cs typeface="Times New Roman" panose="02020603050405020304" pitchFamily="18" charset="0"/>
              </a:rPr>
              <a:t>Predictive parsing</a:t>
            </a:r>
          </a:p>
          <a:p>
            <a:pPr lvl="1"/>
            <a:r>
              <a:rPr lang="en-IN" sz="2800" dirty="0">
                <a:latin typeface="Times New Roman" panose="02020603050405020304" pitchFamily="18" charset="0"/>
                <a:cs typeface="Times New Roman" panose="02020603050405020304" pitchFamily="18" charset="0"/>
              </a:rPr>
              <a:t>LL(1) parsing</a:t>
            </a:r>
          </a:p>
          <a:p>
            <a:pPr lvl="1"/>
            <a:r>
              <a:rPr lang="en-IN" sz="2800" dirty="0">
                <a:latin typeface="Times New Roman" panose="02020603050405020304" pitchFamily="18" charset="0"/>
                <a:cs typeface="Times New Roman" panose="02020603050405020304" pitchFamily="18" charset="0"/>
              </a:rPr>
              <a:t>Recursive descent parsing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668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0BCB4-A84A-2BEE-5448-AFB2D2AFEEB4}"/>
              </a:ext>
            </a:extLst>
          </p:cNvPr>
          <p:cNvSpPr>
            <a:spLocks noGrp="1"/>
          </p:cNvSpPr>
          <p:nvPr>
            <p:ph type="title"/>
          </p:nvPr>
        </p:nvSpPr>
        <p:spPr/>
        <p:txBody>
          <a:bodyPr/>
          <a:lstStyle/>
          <a:p>
            <a:r>
              <a:rPr lang="en-IN" dirty="0"/>
              <a:t>Left Recursion Elimination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C2AA59-A6F9-B552-1974-AD39BF8A91A6}"/>
                  </a:ext>
                </a:extLst>
              </p:cNvPr>
              <p:cNvSpPr>
                <a:spLocks noGrp="1"/>
              </p:cNvSpPr>
              <p:nvPr>
                <p:ph idx="1"/>
              </p:nvPr>
            </p:nvSpPr>
            <p:spPr/>
            <p:txBody>
              <a:bodyPr>
                <a:normAutofit lnSpcReduction="10000"/>
              </a:bodyPr>
              <a:lstStyle/>
              <a:p>
                <a:r>
                  <a:rPr lang="en-IN" dirty="0"/>
                  <a:t>Suppose there is a non-terminal with direct left recursion like </a:t>
                </a:r>
              </a:p>
              <a:p>
                <a:pPr marL="0" indent="0" algn="ctr">
                  <a:buNone/>
                </a:pPr>
                <a:r>
                  <a:rPr lang="en-IN" b="1" dirty="0">
                    <a:solidFill>
                      <a:schemeClr val="accent1"/>
                    </a:solidFill>
                  </a:rPr>
                  <a:t>A→A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𝜶</m:t>
                        </m:r>
                      </m:e>
                      <m:sub>
                        <m:r>
                          <a:rPr lang="it-IT" b="1" i="1">
                            <a:solidFill>
                              <a:schemeClr val="accent1"/>
                            </a:solidFill>
                            <a:latin typeface="Cambria Math" panose="02040503050406030204" pitchFamily="18" charset="0"/>
                          </a:rPr>
                          <m:t>𝟏</m:t>
                        </m:r>
                      </m:sub>
                    </m:sSub>
                    <m:r>
                      <a:rPr lang="it-IT" b="1" i="1">
                        <a:solidFill>
                          <a:schemeClr val="accent1"/>
                        </a:solidFill>
                        <a:latin typeface="Cambria Math" panose="02040503050406030204" pitchFamily="18" charset="0"/>
                      </a:rPr>
                      <m:t> </m:t>
                    </m:r>
                  </m:oMath>
                </a14:m>
                <a:r>
                  <a:rPr lang="el-GR" b="1" dirty="0">
                    <a:solidFill>
                      <a:schemeClr val="accent1"/>
                    </a:solidFill>
                  </a:rPr>
                  <a:t>​</a:t>
                </a:r>
                <a:r>
                  <a:rPr lang="en-IN" b="1" dirty="0">
                    <a:solidFill>
                      <a:schemeClr val="accent1"/>
                    </a:solidFill>
                  </a:rPr>
                  <a:t> </a:t>
                </a:r>
                <a:r>
                  <a:rPr lang="el-GR" b="1" dirty="0">
                    <a:solidFill>
                      <a:schemeClr val="accent1"/>
                    </a:solidFill>
                  </a:rPr>
                  <a:t>∣</a:t>
                </a:r>
                <a:r>
                  <a:rPr lang="en-IN" b="1" dirty="0">
                    <a:solidFill>
                      <a:schemeClr val="accent1"/>
                    </a:solidFill>
                  </a:rPr>
                  <a:t> A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𝜶</m:t>
                        </m:r>
                      </m:e>
                      <m:sub>
                        <m:r>
                          <a:rPr lang="it-IT" b="1" i="1">
                            <a:solidFill>
                              <a:schemeClr val="accent1"/>
                            </a:solidFill>
                            <a:latin typeface="Cambria Math" panose="02040503050406030204" pitchFamily="18" charset="0"/>
                          </a:rPr>
                          <m:t>𝟐</m:t>
                        </m:r>
                      </m:sub>
                    </m:sSub>
                  </m:oMath>
                </a14:m>
                <a:r>
                  <a:rPr lang="en-IN" b="1" dirty="0">
                    <a:solidFill>
                      <a:schemeClr val="accent1"/>
                    </a:solidFill>
                  </a:rPr>
                  <a:t> </a:t>
                </a:r>
                <a:r>
                  <a:rPr lang="el-GR" b="1" dirty="0">
                    <a:solidFill>
                      <a:schemeClr val="accent1"/>
                    </a:solidFill>
                  </a:rPr>
                  <a:t>​∣</a:t>
                </a:r>
                <a:r>
                  <a:rPr lang="en-IN" b="1" dirty="0">
                    <a:solidFill>
                      <a:schemeClr val="accent1"/>
                    </a:solidFill>
                  </a:rPr>
                  <a:t> </a:t>
                </a:r>
                <a:r>
                  <a:rPr lang="el-GR" b="1" dirty="0">
                    <a:solidFill>
                      <a:schemeClr val="accent1"/>
                    </a:solidFill>
                  </a:rPr>
                  <a:t>⋯</a:t>
                </a:r>
                <a:r>
                  <a:rPr lang="en-IN" b="1" dirty="0">
                    <a:solidFill>
                      <a:schemeClr val="accent1"/>
                    </a:solidFill>
                  </a:rPr>
                  <a:t> </a:t>
                </a:r>
                <a:r>
                  <a:rPr lang="el-GR" b="1" dirty="0">
                    <a:solidFill>
                      <a:schemeClr val="accent1"/>
                    </a:solidFill>
                  </a:rPr>
                  <a:t>∣</a:t>
                </a:r>
                <a:r>
                  <a:rPr lang="en-IN" b="1" dirty="0">
                    <a:solidFill>
                      <a:schemeClr val="accent1"/>
                    </a:solidFill>
                  </a:rPr>
                  <a:t> A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𝜶</m:t>
                        </m:r>
                      </m:e>
                      <m:sub>
                        <m:r>
                          <a:rPr lang="en-IN" b="1" i="1">
                            <a:solidFill>
                              <a:schemeClr val="accent1"/>
                            </a:solidFill>
                            <a:latin typeface="Cambria Math" panose="02040503050406030204" pitchFamily="18" charset="0"/>
                          </a:rPr>
                          <m:t>𝒏</m:t>
                        </m:r>
                      </m:sub>
                    </m:sSub>
                    <m:r>
                      <a:rPr lang="en-IN" b="1" i="1">
                        <a:solidFill>
                          <a:schemeClr val="accent1"/>
                        </a:solidFill>
                        <a:latin typeface="Cambria Math" panose="02040503050406030204" pitchFamily="18" charset="0"/>
                      </a:rPr>
                      <m:t> </m:t>
                    </m:r>
                  </m:oMath>
                </a14:m>
                <a:r>
                  <a:rPr lang="en-IN" b="1" dirty="0">
                    <a:solidFill>
                      <a:schemeClr val="accent1"/>
                    </a:solidFill>
                  </a:rPr>
                  <a:t>​∣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𝜷</m:t>
                        </m:r>
                      </m:e>
                      <m:sub>
                        <m:r>
                          <a:rPr lang="en-IN" b="1" i="1">
                            <a:solidFill>
                              <a:schemeClr val="accent1"/>
                            </a:solidFill>
                            <a:latin typeface="Cambria Math" panose="02040503050406030204" pitchFamily="18" charset="0"/>
                          </a:rPr>
                          <m:t>𝟏</m:t>
                        </m:r>
                      </m:sub>
                    </m:sSub>
                    <m:r>
                      <a:rPr lang="en-IN" b="1" i="1">
                        <a:solidFill>
                          <a:schemeClr val="accent1"/>
                        </a:solidFill>
                        <a:latin typeface="Cambria Math" panose="02040503050406030204" pitchFamily="18" charset="0"/>
                      </a:rPr>
                      <m:t> </m:t>
                    </m:r>
                  </m:oMath>
                </a14:m>
                <a:r>
                  <a:rPr lang="el-GR" b="1" dirty="0">
                    <a:solidFill>
                      <a:schemeClr val="accent1"/>
                    </a:solidFill>
                  </a:rPr>
                  <a:t>∣</a:t>
                </a:r>
                <a:r>
                  <a:rPr lang="en-IN" b="1" dirty="0">
                    <a:solidFill>
                      <a:schemeClr val="accent1"/>
                    </a:solidFill>
                  </a:rPr>
                  <a:t>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𝜷</m:t>
                        </m:r>
                      </m:e>
                      <m:sub>
                        <m:r>
                          <a:rPr lang="en-IN" b="1" i="1">
                            <a:solidFill>
                              <a:schemeClr val="accent1"/>
                            </a:solidFill>
                            <a:latin typeface="Cambria Math" panose="02040503050406030204" pitchFamily="18" charset="0"/>
                          </a:rPr>
                          <m:t>𝟐</m:t>
                        </m:r>
                      </m:sub>
                    </m:sSub>
                    <m:r>
                      <a:rPr lang="en-IN" b="1" i="1">
                        <a:solidFill>
                          <a:schemeClr val="accent1"/>
                        </a:solidFill>
                        <a:latin typeface="Cambria Math" panose="02040503050406030204" pitchFamily="18" charset="0"/>
                      </a:rPr>
                      <m:t> </m:t>
                    </m:r>
                  </m:oMath>
                </a14:m>
                <a:r>
                  <a:rPr lang="el-GR" b="1" dirty="0">
                    <a:solidFill>
                      <a:schemeClr val="accent1"/>
                    </a:solidFill>
                  </a:rPr>
                  <a:t>​∣⋯∣</a:t>
                </a:r>
                <a:r>
                  <a:rPr lang="en-IN" b="1" dirty="0">
                    <a:solidFill>
                      <a:schemeClr val="accent1"/>
                    </a:solidFill>
                  </a:rPr>
                  <a:t> </a:t>
                </a:r>
                <a14:m>
                  <m:oMath xmlns:m="http://schemas.openxmlformats.org/officeDocument/2006/math">
                    <m:sSub>
                      <m:sSubPr>
                        <m:ctrlPr>
                          <a:rPr lang="en-IN" b="1" i="1">
                            <a:solidFill>
                              <a:schemeClr val="accent1"/>
                            </a:solidFill>
                            <a:latin typeface="Cambria Math" panose="02040503050406030204" pitchFamily="18" charset="0"/>
                          </a:rPr>
                        </m:ctrlPr>
                      </m:sSubPr>
                      <m:e>
                        <m:r>
                          <a:rPr lang="en-IN" b="1" i="1">
                            <a:solidFill>
                              <a:schemeClr val="accent1"/>
                            </a:solidFill>
                            <a:latin typeface="Cambria Math" panose="02040503050406030204" pitchFamily="18" charset="0"/>
                          </a:rPr>
                          <m:t>𝜷</m:t>
                        </m:r>
                      </m:e>
                      <m:sub>
                        <m:r>
                          <a:rPr lang="en-IN" b="1" i="1">
                            <a:solidFill>
                              <a:schemeClr val="accent1"/>
                            </a:solidFill>
                            <a:latin typeface="Cambria Math" panose="02040503050406030204" pitchFamily="18" charset="0"/>
                          </a:rPr>
                          <m:t>𝒎</m:t>
                        </m:r>
                      </m:sub>
                    </m:sSub>
                  </m:oMath>
                </a14:m>
                <a:endParaRPr lang="en-IN" b="1" dirty="0"/>
              </a:p>
              <a:p>
                <a:pPr marL="0" indent="0">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𝛼</m:t>
                        </m:r>
                      </m:e>
                      <m:sub>
                        <m:r>
                          <a:rPr lang="it-IT" i="1">
                            <a:latin typeface="Cambria Math" panose="02040503050406030204" pitchFamily="18" charset="0"/>
                          </a:rPr>
                          <m:t>1</m:t>
                        </m:r>
                      </m:sub>
                    </m:sSub>
                    <m:r>
                      <a:rPr lang="it-IT"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𝛼</m:t>
                        </m:r>
                      </m:e>
                      <m:sub>
                        <m:r>
                          <a:rPr lang="it-IT" i="1">
                            <a:latin typeface="Cambria Math" panose="02040503050406030204" pitchFamily="18" charset="0"/>
                          </a:rPr>
                          <m:t>2</m:t>
                        </m:r>
                      </m:sub>
                    </m:sSub>
                    <m:r>
                      <a:rPr lang="it-IT"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𝛼</m:t>
                        </m:r>
                      </m:e>
                      <m:sub>
                        <m:r>
                          <a:rPr lang="en-IN" i="1">
                            <a:latin typeface="Cambria Math" panose="02040503050406030204" pitchFamily="18" charset="0"/>
                          </a:rPr>
                          <m:t>𝑛</m:t>
                        </m:r>
                      </m:sub>
                    </m:sSub>
                  </m:oMath>
                </a14:m>
                <a:r>
                  <a:rPr lang="it-IT" dirty="0"/>
                  <a:t>→ Recursive parts</a:t>
                </a:r>
                <a:endParaRPr lang="en-IN" dirty="0"/>
              </a:p>
              <a:p>
                <a:pPr marL="0" indent="0">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𝑚</m:t>
                        </m:r>
                      </m:sub>
                    </m:sSub>
                  </m:oMath>
                </a14:m>
                <a:r>
                  <a:rPr lang="en-IN" dirty="0"/>
                  <a:t>→ Non-recursive parts (do NOT start with A)</a:t>
                </a:r>
              </a:p>
              <a:p>
                <a:pPr marL="0" indent="0">
                  <a:buNone/>
                </a:pPr>
                <a:endParaRPr lang="en-IN" dirty="0"/>
              </a:p>
              <a:p>
                <a:pPr marL="0" indent="0">
                  <a:buNone/>
                </a:pPr>
                <a:r>
                  <a:rPr lang="en-IN" dirty="0"/>
                  <a:t>Then it should be rewritten as </a:t>
                </a:r>
              </a:p>
              <a:p>
                <a:pPr marL="0" indent="0" algn="ctr">
                  <a:buNone/>
                </a:pPr>
                <a:r>
                  <a:rPr lang="en-IN" b="1" dirty="0">
                    <a:solidFill>
                      <a:srgbClr val="C00000"/>
                    </a:solidFill>
                    <a:latin typeface="Cambria Math" panose="02040503050406030204" pitchFamily="18" charset="0"/>
                    <a:ea typeface="Cambria Math" panose="02040503050406030204" pitchFamily="18" charset="0"/>
                  </a:rPr>
                  <a:t>A→β</a:t>
                </a:r>
                <a:r>
                  <a:rPr lang="en-IN" b="1" baseline="-25000" dirty="0">
                    <a:solidFill>
                      <a:srgbClr val="C00000"/>
                    </a:solidFill>
                    <a:latin typeface="Cambria Math" panose="02040503050406030204" pitchFamily="18" charset="0"/>
                    <a:ea typeface="Cambria Math" panose="02040503050406030204" pitchFamily="18" charset="0"/>
                  </a:rPr>
                  <a:t>1</a:t>
                </a:r>
                <a:r>
                  <a:rPr lang="en-IN" b="1" dirty="0">
                    <a:solidFill>
                      <a:srgbClr val="C00000"/>
                    </a:solidFill>
                    <a:latin typeface="Cambria Math" panose="02040503050406030204" pitchFamily="18" charset="0"/>
                    <a:ea typeface="Cambria Math" panose="02040503050406030204" pitchFamily="18" charset="0"/>
                  </a:rPr>
                  <a:t>​A′ ∣ β</a:t>
                </a:r>
                <a:r>
                  <a:rPr lang="en-IN" b="1" baseline="-25000" dirty="0">
                    <a:solidFill>
                      <a:srgbClr val="C00000"/>
                    </a:solidFill>
                    <a:latin typeface="Cambria Math" panose="02040503050406030204" pitchFamily="18" charset="0"/>
                    <a:ea typeface="Cambria Math" panose="02040503050406030204" pitchFamily="18" charset="0"/>
                  </a:rPr>
                  <a:t>2</a:t>
                </a:r>
                <a:r>
                  <a:rPr lang="en-IN" b="1" dirty="0">
                    <a:solidFill>
                      <a:srgbClr val="C00000"/>
                    </a:solidFill>
                    <a:latin typeface="Cambria Math" panose="02040503050406030204" pitchFamily="18" charset="0"/>
                    <a:ea typeface="Cambria Math" panose="02040503050406030204" pitchFamily="18" charset="0"/>
                  </a:rPr>
                  <a:t>​A′ ∣ ⋯∣ β</a:t>
                </a:r>
                <a:r>
                  <a:rPr lang="en-IN" b="1" baseline="-25000" dirty="0">
                    <a:solidFill>
                      <a:srgbClr val="C00000"/>
                    </a:solidFill>
                    <a:latin typeface="Cambria Math" panose="02040503050406030204" pitchFamily="18" charset="0"/>
                    <a:ea typeface="Cambria Math" panose="02040503050406030204" pitchFamily="18" charset="0"/>
                  </a:rPr>
                  <a:t>m</a:t>
                </a:r>
                <a:r>
                  <a:rPr lang="en-IN" b="1" dirty="0">
                    <a:solidFill>
                      <a:srgbClr val="C00000"/>
                    </a:solidFill>
                    <a:latin typeface="Cambria Math" panose="02040503050406030204" pitchFamily="18" charset="0"/>
                    <a:ea typeface="Cambria Math" panose="02040503050406030204" pitchFamily="18" charset="0"/>
                  </a:rPr>
                  <a:t>​A′</a:t>
                </a:r>
              </a:p>
              <a:p>
                <a:pPr marL="0" indent="0" algn="ctr">
                  <a:buNone/>
                </a:pPr>
                <a:endParaRPr lang="en-IN" b="1" dirty="0">
                  <a:solidFill>
                    <a:srgbClr val="C0000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IN"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𝑨</m:t>
                          </m:r>
                        </m:e>
                        <m:sup>
                          <m:r>
                            <a:rPr lang="en-IN" b="1" smtClean="0">
                              <a:solidFill>
                                <a:srgbClr val="C00000"/>
                              </a:solidFill>
                              <a:latin typeface="Cambria Math" panose="02040503050406030204" pitchFamily="18" charset="0"/>
                            </a:rPr>
                            <m:t>′</m:t>
                          </m:r>
                        </m:sup>
                      </m:sSup>
                      <m:r>
                        <a:rPr lang="en-IN" b="1" i="1" smtClean="0">
                          <a:solidFill>
                            <a:srgbClr val="C00000"/>
                          </a:solidFill>
                          <a:latin typeface="Cambria Math" panose="02040503050406030204" pitchFamily="18" charset="0"/>
                        </a:rPr>
                        <m:t>→</m:t>
                      </m:r>
                      <m:sSub>
                        <m:sSubPr>
                          <m:ctrlPr>
                            <a:rPr lang="en-IN" b="1" i="1">
                              <a:solidFill>
                                <a:srgbClr val="C00000"/>
                              </a:solidFill>
                              <a:latin typeface="Cambria Math" panose="02040503050406030204" pitchFamily="18" charset="0"/>
                            </a:rPr>
                          </m:ctrlPr>
                        </m:sSubPr>
                        <m:e>
                          <m:r>
                            <a:rPr lang="en-IN" b="1" i="1" smtClean="0">
                              <a:solidFill>
                                <a:srgbClr val="C00000"/>
                              </a:solidFill>
                              <a:latin typeface="Cambria Math" panose="02040503050406030204" pitchFamily="18" charset="0"/>
                            </a:rPr>
                            <m:t>𝜶</m:t>
                          </m:r>
                        </m:e>
                        <m:sub>
                          <m:r>
                            <a:rPr lang="en-IN" b="1" i="1" smtClean="0">
                              <a:solidFill>
                                <a:srgbClr val="C00000"/>
                              </a:solidFill>
                              <a:latin typeface="Cambria Math" panose="02040503050406030204" pitchFamily="18" charset="0"/>
                            </a:rPr>
                            <m:t>𝟏</m:t>
                          </m:r>
                        </m:sub>
                      </m:sSub>
                      <m:sSup>
                        <m:sSupPr>
                          <m:ctrlPr>
                            <a:rPr lang="en-IN"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𝑨</m:t>
                          </m:r>
                        </m:e>
                        <m:sup>
                          <m:r>
                            <a:rPr lang="en-IN" b="1" smtClean="0">
                              <a:solidFill>
                                <a:srgbClr val="C00000"/>
                              </a:solidFill>
                              <a:latin typeface="Cambria Math" panose="02040503050406030204" pitchFamily="18" charset="0"/>
                            </a:rPr>
                            <m:t>′</m:t>
                          </m:r>
                        </m:sup>
                      </m:sSup>
                      <m:r>
                        <a:rPr lang="en-IN" b="1" i="1" smtClean="0">
                          <a:solidFill>
                            <a:srgbClr val="C00000"/>
                          </a:solidFill>
                          <a:latin typeface="Cambria Math" panose="02040503050406030204" pitchFamily="18" charset="0"/>
                        </a:rPr>
                        <m:t>∣</m:t>
                      </m:r>
                      <m:sSub>
                        <m:sSubPr>
                          <m:ctrlPr>
                            <a:rPr lang="en-IN" b="1" i="1">
                              <a:solidFill>
                                <a:srgbClr val="C00000"/>
                              </a:solidFill>
                              <a:latin typeface="Cambria Math" panose="02040503050406030204" pitchFamily="18" charset="0"/>
                            </a:rPr>
                          </m:ctrlPr>
                        </m:sSubPr>
                        <m:e>
                          <m:r>
                            <a:rPr lang="en-IN" b="1" i="1" smtClean="0">
                              <a:solidFill>
                                <a:srgbClr val="C00000"/>
                              </a:solidFill>
                              <a:latin typeface="Cambria Math" panose="02040503050406030204" pitchFamily="18" charset="0"/>
                            </a:rPr>
                            <m:t>𝜶</m:t>
                          </m:r>
                        </m:e>
                        <m:sub>
                          <m:r>
                            <a:rPr lang="en-IN" b="1" i="1" smtClean="0">
                              <a:solidFill>
                                <a:srgbClr val="C00000"/>
                              </a:solidFill>
                              <a:latin typeface="Cambria Math" panose="02040503050406030204" pitchFamily="18" charset="0"/>
                            </a:rPr>
                            <m:t>𝟐</m:t>
                          </m:r>
                        </m:sub>
                      </m:sSub>
                      <m:sSup>
                        <m:sSupPr>
                          <m:ctrlPr>
                            <a:rPr lang="en-IN"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𝑨</m:t>
                          </m:r>
                        </m:e>
                        <m:sup>
                          <m:r>
                            <a:rPr lang="en-IN" b="1" smtClean="0">
                              <a:solidFill>
                                <a:srgbClr val="C00000"/>
                              </a:solidFill>
                              <a:latin typeface="Cambria Math" panose="02040503050406030204" pitchFamily="18" charset="0"/>
                            </a:rPr>
                            <m:t>′</m:t>
                          </m:r>
                        </m:sup>
                      </m:sSup>
                      <m:r>
                        <a:rPr lang="en-IN" b="1" i="1" smtClean="0">
                          <a:solidFill>
                            <a:srgbClr val="C00000"/>
                          </a:solidFill>
                          <a:latin typeface="Cambria Math" panose="02040503050406030204" pitchFamily="18" charset="0"/>
                        </a:rPr>
                        <m:t>∣⋯∣</m:t>
                      </m:r>
                      <m:sSub>
                        <m:sSubPr>
                          <m:ctrlPr>
                            <a:rPr lang="en-IN" b="1" i="1">
                              <a:solidFill>
                                <a:srgbClr val="C00000"/>
                              </a:solidFill>
                              <a:latin typeface="Cambria Math" panose="02040503050406030204" pitchFamily="18" charset="0"/>
                            </a:rPr>
                          </m:ctrlPr>
                        </m:sSubPr>
                        <m:e>
                          <m:r>
                            <a:rPr lang="en-IN" b="1" i="1" smtClean="0">
                              <a:solidFill>
                                <a:srgbClr val="C00000"/>
                              </a:solidFill>
                              <a:latin typeface="Cambria Math" panose="02040503050406030204" pitchFamily="18" charset="0"/>
                            </a:rPr>
                            <m:t>𝜶</m:t>
                          </m:r>
                        </m:e>
                        <m:sub>
                          <m:r>
                            <a:rPr lang="en-IN" b="1" i="1" smtClean="0">
                              <a:solidFill>
                                <a:srgbClr val="C00000"/>
                              </a:solidFill>
                              <a:latin typeface="Cambria Math" panose="02040503050406030204" pitchFamily="18" charset="0"/>
                            </a:rPr>
                            <m:t>𝒏</m:t>
                          </m:r>
                        </m:sub>
                      </m:sSub>
                      <m:sSup>
                        <m:sSupPr>
                          <m:ctrlPr>
                            <a:rPr lang="en-IN"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𝑨</m:t>
                          </m:r>
                        </m:e>
                        <m:sup>
                          <m:r>
                            <a:rPr lang="en-IN" b="1" smtClean="0">
                              <a:solidFill>
                                <a:srgbClr val="C00000"/>
                              </a:solidFill>
                              <a:latin typeface="Cambria Math" panose="02040503050406030204" pitchFamily="18" charset="0"/>
                            </a:rPr>
                            <m:t>′</m:t>
                          </m:r>
                        </m:sup>
                      </m:sSup>
                      <m:r>
                        <a:rPr lang="en-IN" b="1" i="1" smtClean="0">
                          <a:solidFill>
                            <a:srgbClr val="C00000"/>
                          </a:solidFill>
                          <a:latin typeface="Cambria Math" panose="02040503050406030204" pitchFamily="18" charset="0"/>
                        </a:rPr>
                        <m:t>∣</m:t>
                      </m:r>
                      <m:r>
                        <a:rPr lang="en-IN" b="1" i="1" smtClean="0">
                          <a:solidFill>
                            <a:srgbClr val="C00000"/>
                          </a:solidFill>
                          <a:latin typeface="Cambria Math" panose="02040503050406030204" pitchFamily="18" charset="0"/>
                        </a:rPr>
                        <m:t>𝝐</m:t>
                      </m:r>
                    </m:oMath>
                  </m:oMathPara>
                </a14:m>
                <a:endParaRPr lang="en-IN" b="1" dirty="0">
                  <a:solidFill>
                    <a:srgbClr val="C00000"/>
                  </a:solidFill>
                </a:endParaRPr>
              </a:p>
            </p:txBody>
          </p:sp>
        </mc:Choice>
        <mc:Fallback xmlns="">
          <p:sp>
            <p:nvSpPr>
              <p:cNvPr id="3" name="Content Placeholder 2">
                <a:extLst>
                  <a:ext uri="{FF2B5EF4-FFF2-40B4-BE49-F238E27FC236}">
                    <a16:creationId xmlns:a16="http://schemas.microsoft.com/office/drawing/2014/main" id="{38C2AA59-A6F9-B552-1974-AD39BF8A91A6}"/>
                  </a:ext>
                </a:extLst>
              </p:cNvPr>
              <p:cNvSpPr>
                <a:spLocks noGrp="1" noRot="1" noChangeAspect="1" noMove="1" noResize="1" noEditPoints="1" noAdjustHandles="1" noChangeArrowheads="1" noChangeShapeType="1" noTextEdit="1"/>
              </p:cNvSpPr>
              <p:nvPr>
                <p:ph idx="1"/>
              </p:nvPr>
            </p:nvSpPr>
            <p:spPr>
              <a:blipFill>
                <a:blip r:embed="rId2"/>
                <a:stretch>
                  <a:fillRect l="-1217" t="-3081"/>
                </a:stretch>
              </a:blipFill>
            </p:spPr>
            <p:txBody>
              <a:bodyPr/>
              <a:lstStyle/>
              <a:p>
                <a:r>
                  <a:rPr lang="en-IN">
                    <a:noFill/>
                  </a:rPr>
                  <a:t> </a:t>
                </a:r>
              </a:p>
            </p:txBody>
          </p:sp>
        </mc:Fallback>
      </mc:AlternateContent>
    </p:spTree>
    <p:extLst>
      <p:ext uri="{BB962C8B-B14F-4D97-AF65-F5344CB8AC3E}">
        <p14:creationId xmlns:p14="http://schemas.microsoft.com/office/powerpoint/2010/main" val="711454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7D6D8-309C-4141-C2E9-66E69B264833}"/>
              </a:ext>
            </a:extLst>
          </p:cNvPr>
          <p:cNvSpPr>
            <a:spLocks noGrp="1"/>
          </p:cNvSpPr>
          <p:nvPr>
            <p:ph type="title"/>
          </p:nvPr>
        </p:nvSpPr>
        <p:spPr/>
        <p:txBody>
          <a:bodyPr/>
          <a:lstStyle/>
          <a:p>
            <a:r>
              <a:rPr lang="en-IN" dirty="0"/>
              <a:t>Examples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B9AE87-A493-564C-5666-6813CEBCF656}"/>
                  </a:ext>
                </a:extLst>
              </p:cNvPr>
              <p:cNvSpPr>
                <a:spLocks noGrp="1"/>
              </p:cNvSpPr>
              <p:nvPr>
                <p:ph idx="1"/>
              </p:nvPr>
            </p:nvSpPr>
            <p:spPr/>
            <p:txBody>
              <a:bodyPr/>
              <a:lstStyle/>
              <a:p>
                <a:pPr marL="0" indent="0">
                  <a:buNone/>
                </a:pPr>
                <a:r>
                  <a:rPr lang="en-IN" dirty="0"/>
                  <a:t>1. Remove the left recursion in the following grammar</a:t>
                </a:r>
              </a:p>
              <a:p>
                <a:r>
                  <a:rPr lang="en-IN" dirty="0"/>
                  <a:t>X - &gt;</a:t>
                </a:r>
                <a:r>
                  <a:rPr lang="en-IN" dirty="0" err="1"/>
                  <a:t>Xab</a:t>
                </a:r>
                <a:r>
                  <a:rPr lang="en-IN" dirty="0"/>
                  <a:t> | </a:t>
                </a:r>
                <a:r>
                  <a:rPr lang="en-IN" dirty="0" err="1"/>
                  <a:t>Xc</a:t>
                </a:r>
                <a:r>
                  <a:rPr lang="en-IN" dirty="0"/>
                  <a:t> | def</a:t>
                </a:r>
              </a:p>
              <a:p>
                <a:endParaRPr lang="en-IN" dirty="0"/>
              </a:p>
              <a:p>
                <a:r>
                  <a:rPr lang="en-IN" dirty="0"/>
                  <a:t>X-&gt;def X′</a:t>
                </a:r>
              </a:p>
              <a:p>
                <a:r>
                  <a:rPr lang="en-IN" dirty="0"/>
                  <a:t>X′-&gt;ab X′ | c X′ | </a:t>
                </a:r>
                <a14:m>
                  <m:oMath xmlns:m="http://schemas.openxmlformats.org/officeDocument/2006/math">
                    <m:r>
                      <a:rPr lang="en-IN" b="1" i="1" smtClean="0">
                        <a:solidFill>
                          <a:srgbClr val="C00000"/>
                        </a:solidFill>
                        <a:latin typeface="Cambria Math" panose="02040503050406030204" pitchFamily="18" charset="0"/>
                      </a:rPr>
                      <m:t>𝝐</m:t>
                    </m:r>
                  </m:oMath>
                </a14:m>
                <a:endParaRPr lang="en-IN" dirty="0"/>
              </a:p>
            </p:txBody>
          </p:sp>
        </mc:Choice>
        <mc:Fallback xmlns="">
          <p:sp>
            <p:nvSpPr>
              <p:cNvPr id="3" name="Content Placeholder 2">
                <a:extLst>
                  <a:ext uri="{FF2B5EF4-FFF2-40B4-BE49-F238E27FC236}">
                    <a16:creationId xmlns:a16="http://schemas.microsoft.com/office/drawing/2014/main" id="{BEB9AE87-A493-564C-5666-6813CEBCF656}"/>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742610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924A-B965-3E44-325B-CD071451AA8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8B2BAE-B442-148B-971F-331D76C4EF40}"/>
                  </a:ext>
                </a:extLst>
              </p:cNvPr>
              <p:cNvSpPr>
                <a:spLocks noGrp="1"/>
              </p:cNvSpPr>
              <p:nvPr>
                <p:ph idx="1"/>
              </p:nvPr>
            </p:nvSpPr>
            <p:spPr/>
            <p:txBody>
              <a:bodyPr/>
              <a:lstStyle/>
              <a:p>
                <a:pPr marL="0" indent="0">
                  <a:buNone/>
                </a:pPr>
                <a:r>
                  <a:rPr lang="en-IN" dirty="0"/>
                  <a:t>2. Remove the left recursion in the following grammar</a:t>
                </a:r>
              </a:p>
              <a:p>
                <a:pPr marL="0" indent="0">
                  <a:buNone/>
                </a:pPr>
                <a:r>
                  <a:rPr lang="en-IN" dirty="0"/>
                  <a:t>X-&gt;Xa | Xbc | </a:t>
                </a:r>
                <a:r>
                  <a:rPr lang="en-IN" dirty="0" err="1"/>
                  <a:t>dXe</a:t>
                </a:r>
                <a:r>
                  <a:rPr lang="en-IN" dirty="0"/>
                  <a:t> | </a:t>
                </a:r>
                <a:r>
                  <a:rPr lang="en-IN" dirty="0" err="1"/>
                  <a:t>fg</a:t>
                </a:r>
                <a:r>
                  <a:rPr lang="en-IN" dirty="0"/>
                  <a:t> | h</a:t>
                </a:r>
              </a:p>
              <a:p>
                <a:pPr marL="0" indent="0">
                  <a:buNone/>
                </a:pPr>
                <a:r>
                  <a:rPr lang="en-IN" dirty="0"/>
                  <a:t>Answer:</a:t>
                </a:r>
              </a:p>
              <a:p>
                <a:pPr marL="0" indent="0">
                  <a:buNone/>
                </a:pPr>
                <a:r>
                  <a:rPr lang="en-IN" dirty="0"/>
                  <a:t>X-&gt;</a:t>
                </a:r>
                <a:r>
                  <a:rPr lang="en-IN" dirty="0" err="1"/>
                  <a:t>dXeX</a:t>
                </a:r>
                <a:r>
                  <a:rPr lang="en-IN" dirty="0"/>
                  <a:t>′ | </a:t>
                </a:r>
                <a:r>
                  <a:rPr lang="en-IN" dirty="0" err="1"/>
                  <a:t>fgX</a:t>
                </a:r>
                <a:r>
                  <a:rPr lang="en-IN" dirty="0"/>
                  <a:t>′ | </a:t>
                </a:r>
                <a:r>
                  <a:rPr lang="en-IN" dirty="0" err="1"/>
                  <a:t>hX</a:t>
                </a:r>
                <a:r>
                  <a:rPr lang="en-IN" dirty="0"/>
                  <a:t>′</a:t>
                </a:r>
              </a:p>
              <a:p>
                <a:pPr marL="0" indent="0">
                  <a:buNone/>
                </a:pPr>
                <a:r>
                  <a:rPr lang="en-IN" dirty="0"/>
                  <a:t>X′-&gt;</a:t>
                </a:r>
                <a:r>
                  <a:rPr lang="en-IN" dirty="0" err="1"/>
                  <a:t>aX</a:t>
                </a:r>
                <a:r>
                  <a:rPr lang="en-IN" dirty="0"/>
                  <a:t>′ | </a:t>
                </a:r>
                <a:r>
                  <a:rPr lang="en-IN" dirty="0" err="1"/>
                  <a:t>bcX</a:t>
                </a:r>
                <a:r>
                  <a:rPr lang="en-IN" dirty="0"/>
                  <a:t>′ | </a:t>
                </a:r>
                <a14:m>
                  <m:oMath xmlns:m="http://schemas.openxmlformats.org/officeDocument/2006/math">
                    <m:r>
                      <a:rPr lang="en-IN" b="0" i="1" smtClean="0">
                        <a:solidFill>
                          <a:schemeClr val="tx1"/>
                        </a:solidFill>
                        <a:latin typeface="Cambria Math" panose="02040503050406030204" pitchFamily="18" charset="0"/>
                      </a:rPr>
                      <m:t>𝜖</m:t>
                    </m:r>
                  </m:oMath>
                </a14:m>
                <a:endParaRPr lang="en-IN" dirty="0">
                  <a:solidFill>
                    <a:schemeClr val="tx1"/>
                  </a:solidFill>
                </a:endParaRPr>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678B2BAE-B442-148B-971F-331D76C4EF40}"/>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152468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BBB65-727A-CEF0-5488-69A59E00EDD0}"/>
              </a:ext>
            </a:extLst>
          </p:cNvPr>
          <p:cNvSpPr>
            <a:spLocks noGrp="1"/>
          </p:cNvSpPr>
          <p:nvPr>
            <p:ph type="title"/>
          </p:nvPr>
        </p:nvSpPr>
        <p:spPr/>
        <p:txBody>
          <a:bodyPr/>
          <a:lstStyle/>
          <a:p>
            <a:r>
              <a:rPr lang="en-IN" dirty="0"/>
              <a:t>Eliminating Indirect Left Recursion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967578-2F0D-CEE1-1488-A1C8C03596D6}"/>
                  </a:ext>
                </a:extLst>
              </p:cNvPr>
              <p:cNvSpPr>
                <a:spLocks noGrp="1"/>
              </p:cNvSpPr>
              <p:nvPr>
                <p:ph idx="1"/>
              </p:nvPr>
            </p:nvSpPr>
            <p:spPr/>
            <p:txBody>
              <a:bodyPr>
                <a:normAutofit/>
              </a:bodyPr>
              <a:lstStyle/>
              <a:p>
                <a:pPr marL="0" indent="0">
                  <a:buNone/>
                </a:pPr>
                <a:r>
                  <a:rPr lang="en-IN" dirty="0"/>
                  <a:t>Assume non-terminals: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3</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𝑛</m:t>
                        </m:r>
                      </m:sub>
                    </m:sSub>
                  </m:oMath>
                </a14:m>
                <a:endParaRPr lang="en-IN" dirty="0"/>
              </a:p>
              <a:p>
                <a:endParaRPr lang="en-IN" dirty="0"/>
              </a:p>
              <a:p>
                <a:pPr marL="514350" indent="-514350">
                  <a:buFont typeface="+mj-lt"/>
                  <a:buAutoNum type="arabicPeriod"/>
                </a:pPr>
                <a:r>
                  <a:rPr lang="en-IN" dirty="0"/>
                  <a:t>Arrange non-terminals as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𝑛</m:t>
                        </m:r>
                      </m:sub>
                    </m:sSub>
                  </m:oMath>
                </a14:m>
                <a:r>
                  <a:rPr lang="ar-AE" dirty="0"/>
                  <a:t>.</a:t>
                </a:r>
              </a:p>
              <a:p>
                <a:pPr marL="514350" indent="-514350">
                  <a:buFont typeface="+mj-lt"/>
                  <a:buAutoNum type="arabicPeriod"/>
                </a:pPr>
                <a:r>
                  <a:rPr lang="en-IN" dirty="0"/>
                  <a:t>For each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𝑖</m:t>
                        </m:r>
                      </m:sub>
                    </m:sSub>
                  </m:oMath>
                </a14:m>
                <a:r>
                  <a:rPr lang="ar-AE" dirty="0"/>
                  <a:t>, </a:t>
                </a:r>
                <a:r>
                  <a:rPr lang="en-IN" dirty="0"/>
                  <a:t>replace productions of the form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𝑗</m:t>
                        </m:r>
                      </m:sub>
                    </m:sSub>
                    <m:r>
                      <a:rPr lang="ar-AE" i="1">
                        <a:latin typeface="Cambria Math" panose="02040503050406030204" pitchFamily="18" charset="0"/>
                      </a:rPr>
                      <m:t>𝛾</m:t>
                    </m:r>
                  </m:oMath>
                </a14:m>
                <a:r>
                  <a:rPr lang="ar-AE" dirty="0"/>
                  <a:t>(</a:t>
                </a:r>
                <a:r>
                  <a:rPr lang="en-IN" dirty="0"/>
                  <a:t>where j &lt; </a:t>
                </a:r>
                <a:r>
                  <a:rPr lang="en-IN" dirty="0" err="1"/>
                  <a:t>i</a:t>
                </a:r>
                <a:r>
                  <a:rPr lang="en-IN" dirty="0"/>
                  <a:t>) by substituting productions of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𝑗</m:t>
                        </m:r>
                      </m:sub>
                    </m:sSub>
                  </m:oMath>
                </a14:m>
                <a:r>
                  <a:rPr lang="ar-AE" dirty="0"/>
                  <a:t>.</a:t>
                </a:r>
                <a:endParaRPr lang="en-IN" dirty="0"/>
              </a:p>
              <a:p>
                <a:pPr marL="514350" indent="-514350">
                  <a:buFont typeface="+mj-lt"/>
                  <a:buAutoNum type="arabicPeriod"/>
                </a:pPr>
                <a:r>
                  <a:rPr lang="en-IN" dirty="0"/>
                  <a:t>After substitution, eliminate any direct left recursion in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𝑖</m:t>
                        </m:r>
                      </m:sub>
                    </m:sSub>
                  </m:oMath>
                </a14:m>
                <a:r>
                  <a:rPr lang="en-IN" dirty="0"/>
                  <a:t>using standard method.</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0967578-2F0D-CEE1-1488-A1C8C03596D6}"/>
                  </a:ext>
                </a:extLst>
              </p:cNvPr>
              <p:cNvSpPr>
                <a:spLocks noGrp="1" noRot="1" noChangeAspect="1" noMove="1" noResize="1" noEditPoints="1" noAdjustHandles="1" noChangeArrowheads="1" noChangeShapeType="1" noTextEdit="1"/>
              </p:cNvSpPr>
              <p:nvPr>
                <p:ph idx="1"/>
              </p:nvPr>
            </p:nvSpPr>
            <p:spPr>
              <a:blipFill>
                <a:blip r:embed="rId2"/>
                <a:stretch>
                  <a:fillRect l="-1217" t="-2381" r="-638"/>
                </a:stretch>
              </a:blipFill>
            </p:spPr>
            <p:txBody>
              <a:bodyPr/>
              <a:lstStyle/>
              <a:p>
                <a:r>
                  <a:rPr lang="en-IN">
                    <a:noFill/>
                  </a:rPr>
                  <a:t> </a:t>
                </a:r>
              </a:p>
            </p:txBody>
          </p:sp>
        </mc:Fallback>
      </mc:AlternateContent>
    </p:spTree>
    <p:extLst>
      <p:ext uri="{BB962C8B-B14F-4D97-AF65-F5344CB8AC3E}">
        <p14:creationId xmlns:p14="http://schemas.microsoft.com/office/powerpoint/2010/main" val="188976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718D-FC9E-52AF-036D-793619D3112D}"/>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F93794-35F3-7D94-F20E-999EA8AFB731}"/>
                  </a:ext>
                </a:extLst>
              </p:cNvPr>
              <p:cNvSpPr>
                <a:spLocks noGrp="1"/>
              </p:cNvSpPr>
              <p:nvPr>
                <p:ph idx="1"/>
              </p:nvPr>
            </p:nvSpPr>
            <p:spPr>
              <a:xfrm>
                <a:off x="838200" y="1852130"/>
                <a:ext cx="10515600" cy="4351338"/>
              </a:xfrm>
            </p:spPr>
            <p:txBody>
              <a:bodyPr>
                <a:normAutofit fontScale="92500" lnSpcReduction="10000"/>
              </a:bodyPr>
              <a:lstStyle/>
              <a:p>
                <a:pPr marL="0" indent="0">
                  <a:buNone/>
                </a:pPr>
                <a:r>
                  <a:rPr lang="en-IN" dirty="0"/>
                  <a:t>3.Remove the left recursion in </a:t>
                </a:r>
              </a:p>
              <a:p>
                <a:pPr marL="0" indent="0">
                  <a:buNone/>
                </a:pPr>
                <a:r>
                  <a:rPr lang="en-IN" dirty="0"/>
                  <a:t>S-&gt;Sab | </a:t>
                </a:r>
                <a:r>
                  <a:rPr lang="en-IN" dirty="0" err="1"/>
                  <a:t>Abc</a:t>
                </a:r>
                <a:r>
                  <a:rPr lang="en-IN" dirty="0"/>
                  <a:t> | de</a:t>
                </a:r>
              </a:p>
              <a:p>
                <a:pPr marL="0" indent="0">
                  <a:buNone/>
                </a:pPr>
                <a:r>
                  <a:rPr lang="en-IN" dirty="0"/>
                  <a:t>A-&gt;ab | Sa</a:t>
                </a:r>
              </a:p>
              <a:p>
                <a:pPr marL="0" indent="0">
                  <a:buNone/>
                </a:pPr>
                <a:endParaRPr lang="en-IN" dirty="0"/>
              </a:p>
              <a:p>
                <a:pPr marL="0" indent="0">
                  <a:buNone/>
                </a:pPr>
                <a:r>
                  <a:rPr lang="en-IN" dirty="0"/>
                  <a:t>Remove the left recursion of S using direct method. Then Substitute S in production of A, and then remove left recursion in A</a:t>
                </a:r>
              </a:p>
              <a:p>
                <a:pPr marL="0" indent="0">
                  <a:buNone/>
                </a:pPr>
                <a:r>
                  <a:rPr lang="en-IN" dirty="0"/>
                  <a:t>S - &gt; </a:t>
                </a:r>
                <a:r>
                  <a:rPr lang="en-IN" dirty="0" err="1"/>
                  <a:t>AbcX</a:t>
                </a:r>
                <a:r>
                  <a:rPr lang="en-IN" dirty="0"/>
                  <a:t>′ | de X′</a:t>
                </a:r>
              </a:p>
              <a:p>
                <a:pPr marL="0" indent="0">
                  <a:buNone/>
                </a:pPr>
                <a:r>
                  <a:rPr lang="en-IN" dirty="0"/>
                  <a:t>X′ - &gt;</a:t>
                </a:r>
                <a:r>
                  <a:rPr lang="en-IN" dirty="0" err="1"/>
                  <a:t>abX</a:t>
                </a:r>
                <a:r>
                  <a:rPr lang="en-IN" dirty="0"/>
                  <a:t>′ | </a:t>
                </a:r>
                <a14:m>
                  <m:oMath xmlns:m="http://schemas.openxmlformats.org/officeDocument/2006/math">
                    <m:r>
                      <a:rPr lang="en-IN" b="0" i="1" smtClean="0">
                        <a:solidFill>
                          <a:schemeClr val="tx1"/>
                        </a:solidFill>
                        <a:latin typeface="Cambria Math" panose="02040503050406030204" pitchFamily="18" charset="0"/>
                      </a:rPr>
                      <m:t>𝜖</m:t>
                    </m:r>
                  </m:oMath>
                </a14:m>
                <a:endParaRPr lang="en-IN" dirty="0">
                  <a:solidFill>
                    <a:schemeClr val="tx1"/>
                  </a:solidFill>
                </a:endParaRPr>
              </a:p>
              <a:p>
                <a:pPr marL="0" indent="0">
                  <a:buNone/>
                </a:pPr>
                <a:r>
                  <a:rPr lang="en-IN" dirty="0"/>
                  <a:t>Now substituting S in A</a:t>
                </a:r>
              </a:p>
              <a:p>
                <a:pPr marL="0" indent="0">
                  <a:buNone/>
                </a:pPr>
                <a:r>
                  <a:rPr lang="en-IN" dirty="0"/>
                  <a:t>A-&gt;ab | </a:t>
                </a:r>
                <a:r>
                  <a:rPr lang="en-IN" dirty="0" err="1"/>
                  <a:t>AbcX′a</a:t>
                </a:r>
                <a:r>
                  <a:rPr lang="en-IN" dirty="0"/>
                  <a:t> | </a:t>
                </a:r>
                <a:r>
                  <a:rPr lang="en-IN" dirty="0" err="1"/>
                  <a:t>deX′a</a:t>
                </a:r>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FCF93794-35F3-7D94-F20E-999EA8AFB731}"/>
                  </a:ext>
                </a:extLst>
              </p:cNvPr>
              <p:cNvSpPr>
                <a:spLocks noGrp="1" noRot="1" noChangeAspect="1" noMove="1" noResize="1" noEditPoints="1" noAdjustHandles="1" noChangeArrowheads="1" noChangeShapeType="1" noTextEdit="1"/>
              </p:cNvSpPr>
              <p:nvPr>
                <p:ph idx="1"/>
              </p:nvPr>
            </p:nvSpPr>
            <p:spPr>
              <a:xfrm>
                <a:off x="838200" y="1852130"/>
                <a:ext cx="10515600" cy="4351338"/>
              </a:xfrm>
              <a:blipFill>
                <a:blip r:embed="rId2"/>
                <a:stretch>
                  <a:fillRect l="-1043" t="-2801" b="-2101"/>
                </a:stretch>
              </a:blipFill>
            </p:spPr>
            <p:txBody>
              <a:bodyPr/>
              <a:lstStyle/>
              <a:p>
                <a:r>
                  <a:rPr lang="en-IN">
                    <a:noFill/>
                  </a:rPr>
                  <a:t> </a:t>
                </a:r>
              </a:p>
            </p:txBody>
          </p:sp>
        </mc:Fallback>
      </mc:AlternateContent>
    </p:spTree>
    <p:extLst>
      <p:ext uri="{BB962C8B-B14F-4D97-AF65-F5344CB8AC3E}">
        <p14:creationId xmlns:p14="http://schemas.microsoft.com/office/powerpoint/2010/main" val="1862872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FD03C-A8DC-6328-33CF-0BE4917C370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6104D0-E52A-7285-D351-0353AE92E3A4}"/>
                  </a:ext>
                </a:extLst>
              </p:cNvPr>
              <p:cNvSpPr>
                <a:spLocks noGrp="1"/>
              </p:cNvSpPr>
              <p:nvPr>
                <p:ph idx="1"/>
              </p:nvPr>
            </p:nvSpPr>
            <p:spPr/>
            <p:txBody>
              <a:bodyPr>
                <a:normAutofit lnSpcReduction="10000"/>
              </a:bodyPr>
              <a:lstStyle/>
              <a:p>
                <a:r>
                  <a:rPr lang="en-IN" dirty="0"/>
                  <a:t>Now removing left recursion of A</a:t>
                </a:r>
              </a:p>
              <a:p>
                <a:r>
                  <a:rPr lang="en-IN" dirty="0"/>
                  <a:t>A-&gt;</a:t>
                </a:r>
                <a:r>
                  <a:rPr lang="en-IN" dirty="0" err="1"/>
                  <a:t>abY</a:t>
                </a:r>
                <a:r>
                  <a:rPr lang="en-IN" dirty="0"/>
                  <a:t>′ | </a:t>
                </a:r>
                <a:r>
                  <a:rPr lang="en-IN" dirty="0" err="1"/>
                  <a:t>deX′aY</a:t>
                </a:r>
                <a:r>
                  <a:rPr lang="en-IN" dirty="0"/>
                  <a:t>′ </a:t>
                </a:r>
              </a:p>
              <a:p>
                <a:r>
                  <a:rPr lang="en-IN" dirty="0"/>
                  <a:t>Y′ -&gt;</a:t>
                </a:r>
                <a:r>
                  <a:rPr lang="en-IN" dirty="0" err="1"/>
                  <a:t>bcX′aY</a:t>
                </a:r>
                <a:r>
                  <a:rPr lang="en-IN" dirty="0"/>
                  <a:t>′|</a:t>
                </a:r>
                <a:r>
                  <a:rPr lang="en-IN" b="0" dirty="0">
                    <a:solidFill>
                      <a:schemeClr val="tx1"/>
                    </a:solidFill>
                  </a:rPr>
                  <a:t> </a:t>
                </a:r>
                <a14:m>
                  <m:oMath xmlns:m="http://schemas.openxmlformats.org/officeDocument/2006/math">
                    <m:r>
                      <a:rPr lang="en-IN" b="0" i="1" smtClean="0">
                        <a:solidFill>
                          <a:schemeClr val="tx1"/>
                        </a:solidFill>
                        <a:latin typeface="Cambria Math" panose="02040503050406030204" pitchFamily="18" charset="0"/>
                      </a:rPr>
                      <m:t>𝜖</m:t>
                    </m:r>
                  </m:oMath>
                </a14:m>
                <a:endParaRPr lang="en-IN" dirty="0"/>
              </a:p>
              <a:p>
                <a:endParaRPr lang="en-IN" dirty="0"/>
              </a:p>
              <a:p>
                <a:r>
                  <a:rPr lang="en-IN" dirty="0"/>
                  <a:t>Final Rules</a:t>
                </a:r>
              </a:p>
              <a:p>
                <a:pPr marL="0" indent="0">
                  <a:buNone/>
                </a:pPr>
                <a:r>
                  <a:rPr lang="en-IN" dirty="0"/>
                  <a:t>S - &gt; </a:t>
                </a:r>
                <a:r>
                  <a:rPr lang="en-IN" dirty="0" err="1"/>
                  <a:t>AbcX</a:t>
                </a:r>
                <a:r>
                  <a:rPr lang="en-IN" dirty="0"/>
                  <a:t>′ | de X′</a:t>
                </a:r>
              </a:p>
              <a:p>
                <a:pPr marL="0" indent="0">
                  <a:buNone/>
                </a:pPr>
                <a:r>
                  <a:rPr lang="en-IN" dirty="0"/>
                  <a:t>X′ - &gt;</a:t>
                </a:r>
                <a:r>
                  <a:rPr lang="en-IN" dirty="0" err="1"/>
                  <a:t>abX</a:t>
                </a:r>
                <a:r>
                  <a:rPr lang="en-IN" dirty="0"/>
                  <a:t>′ | </a:t>
                </a:r>
                <a14:m>
                  <m:oMath xmlns:m="http://schemas.openxmlformats.org/officeDocument/2006/math">
                    <m:r>
                      <a:rPr lang="en-IN" b="0" i="1" smtClean="0">
                        <a:solidFill>
                          <a:schemeClr val="tx1"/>
                        </a:solidFill>
                        <a:latin typeface="Cambria Math" panose="02040503050406030204" pitchFamily="18" charset="0"/>
                      </a:rPr>
                      <m:t>𝜖</m:t>
                    </m:r>
                  </m:oMath>
                </a14:m>
                <a:endParaRPr lang="en-IN" dirty="0">
                  <a:solidFill>
                    <a:schemeClr val="tx1"/>
                  </a:solidFill>
                </a:endParaRPr>
              </a:p>
              <a:p>
                <a:pPr marL="0" indent="0">
                  <a:buNone/>
                </a:pPr>
                <a:r>
                  <a:rPr lang="en-IN" dirty="0"/>
                  <a:t>A-&gt;</a:t>
                </a:r>
                <a:r>
                  <a:rPr lang="en-IN" dirty="0" err="1"/>
                  <a:t>abY</a:t>
                </a:r>
                <a:r>
                  <a:rPr lang="en-IN" dirty="0"/>
                  <a:t>′ | </a:t>
                </a:r>
                <a:r>
                  <a:rPr lang="en-IN" dirty="0" err="1"/>
                  <a:t>deX′aY</a:t>
                </a:r>
                <a:r>
                  <a:rPr lang="en-IN" dirty="0"/>
                  <a:t>′ </a:t>
                </a:r>
              </a:p>
              <a:p>
                <a:pPr marL="0" indent="0">
                  <a:buNone/>
                </a:pPr>
                <a:r>
                  <a:rPr lang="en-IN" dirty="0"/>
                  <a:t>Y′ -&gt;</a:t>
                </a:r>
                <a:r>
                  <a:rPr lang="en-IN" dirty="0" err="1"/>
                  <a:t>bcX′aY</a:t>
                </a:r>
                <a:r>
                  <a:rPr lang="en-IN" dirty="0"/>
                  <a:t>′|</a:t>
                </a:r>
                <a:r>
                  <a:rPr lang="en-IN" b="0" dirty="0">
                    <a:solidFill>
                      <a:schemeClr val="tx1"/>
                    </a:solidFill>
                  </a:rPr>
                  <a:t> </a:t>
                </a:r>
                <a14:m>
                  <m:oMath xmlns:m="http://schemas.openxmlformats.org/officeDocument/2006/math">
                    <m:r>
                      <a:rPr lang="en-IN" b="0" i="1" smtClean="0">
                        <a:solidFill>
                          <a:schemeClr val="tx1"/>
                        </a:solidFill>
                        <a:latin typeface="Cambria Math" panose="02040503050406030204" pitchFamily="18" charset="0"/>
                      </a:rPr>
                      <m:t>𝜖</m:t>
                    </m:r>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8F6104D0-E52A-7285-D351-0353AE92E3A4}"/>
                  </a:ext>
                </a:extLst>
              </p:cNvPr>
              <p:cNvSpPr>
                <a:spLocks noGrp="1" noRot="1" noChangeAspect="1" noMove="1" noResize="1" noEditPoints="1" noAdjustHandles="1" noChangeArrowheads="1" noChangeShapeType="1" noTextEdit="1"/>
              </p:cNvSpPr>
              <p:nvPr>
                <p:ph idx="1"/>
              </p:nvPr>
            </p:nvSpPr>
            <p:spPr>
              <a:blipFill>
                <a:blip r:embed="rId2"/>
                <a:stretch>
                  <a:fillRect l="-1217" t="-3081" b="-280"/>
                </a:stretch>
              </a:blipFill>
            </p:spPr>
            <p:txBody>
              <a:bodyPr/>
              <a:lstStyle/>
              <a:p>
                <a:r>
                  <a:rPr lang="en-IN">
                    <a:noFill/>
                  </a:rPr>
                  <a:t> </a:t>
                </a:r>
              </a:p>
            </p:txBody>
          </p:sp>
        </mc:Fallback>
      </mc:AlternateContent>
    </p:spTree>
    <p:extLst>
      <p:ext uri="{BB962C8B-B14F-4D97-AF65-F5344CB8AC3E}">
        <p14:creationId xmlns:p14="http://schemas.microsoft.com/office/powerpoint/2010/main" val="1739215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2C054-1979-3D4E-0489-B88E73D20780}"/>
              </a:ext>
            </a:extLst>
          </p:cNvPr>
          <p:cNvSpPr>
            <a:spLocks noGrp="1"/>
          </p:cNvSpPr>
          <p:nvPr>
            <p:ph type="title"/>
          </p:nvPr>
        </p:nvSpPr>
        <p:spPr/>
        <p:txBody>
          <a:bodyPr/>
          <a:lstStyle/>
          <a:p>
            <a:r>
              <a:rPr lang="en-US" dirty="0"/>
              <a:t>Left Recursion vs Left Factoring</a:t>
            </a:r>
            <a:endParaRPr lang="en-IN" dirty="0"/>
          </a:p>
        </p:txBody>
      </p:sp>
      <p:graphicFrame>
        <p:nvGraphicFramePr>
          <p:cNvPr id="4" name="Content Placeholder 3">
            <a:extLst>
              <a:ext uri="{FF2B5EF4-FFF2-40B4-BE49-F238E27FC236}">
                <a16:creationId xmlns:a16="http://schemas.microsoft.com/office/drawing/2014/main" id="{58B40D4E-DEE8-FD00-DA5E-3F6C45A8F001}"/>
              </a:ext>
            </a:extLst>
          </p:cNvPr>
          <p:cNvGraphicFramePr>
            <a:graphicFrameLocks noGrp="1"/>
          </p:cNvGraphicFramePr>
          <p:nvPr>
            <p:ph idx="1"/>
            <p:extLst>
              <p:ext uri="{D42A27DB-BD31-4B8C-83A1-F6EECF244321}">
                <p14:modId xmlns:p14="http://schemas.microsoft.com/office/powerpoint/2010/main" val="1116115353"/>
              </p:ext>
            </p:extLst>
          </p:nvPr>
        </p:nvGraphicFramePr>
        <p:xfrm>
          <a:off x="1404730" y="2239616"/>
          <a:ext cx="9949070" cy="3127512"/>
        </p:xfrm>
        <a:graphic>
          <a:graphicData uri="http://schemas.openxmlformats.org/drawingml/2006/table">
            <a:tbl>
              <a:tblPr>
                <a:tableStyleId>{BC89EF96-8CEA-46FF-86C4-4CE0E7609802}</a:tableStyleId>
              </a:tblPr>
              <a:tblGrid>
                <a:gridCol w="4691270">
                  <a:extLst>
                    <a:ext uri="{9D8B030D-6E8A-4147-A177-3AD203B41FA5}">
                      <a16:colId xmlns:a16="http://schemas.microsoft.com/office/drawing/2014/main" val="2066549035"/>
                    </a:ext>
                  </a:extLst>
                </a:gridCol>
                <a:gridCol w="5257800">
                  <a:extLst>
                    <a:ext uri="{9D8B030D-6E8A-4147-A177-3AD203B41FA5}">
                      <a16:colId xmlns:a16="http://schemas.microsoft.com/office/drawing/2014/main" val="1006714684"/>
                    </a:ext>
                  </a:extLst>
                </a:gridCol>
              </a:tblGrid>
              <a:tr h="781878">
                <a:tc>
                  <a:txBody>
                    <a:bodyPr/>
                    <a:lstStyle/>
                    <a:p>
                      <a:pPr algn="ctr">
                        <a:buNone/>
                      </a:pPr>
                      <a:r>
                        <a:rPr lang="en-IN" b="1" dirty="0">
                          <a:latin typeface="Times New Roman" panose="02020603050405020304" pitchFamily="18" charset="0"/>
                          <a:cs typeface="Times New Roman" panose="02020603050405020304" pitchFamily="18" charset="0"/>
                        </a:rPr>
                        <a:t>Left Recursion</a:t>
                      </a:r>
                    </a:p>
                  </a:txBody>
                  <a:tcPr anchor="ctr">
                    <a:solidFill>
                      <a:schemeClr val="tx2">
                        <a:lumMod val="25000"/>
                        <a:lumOff val="75000"/>
                      </a:schemeClr>
                    </a:solidFill>
                  </a:tcPr>
                </a:tc>
                <a:tc>
                  <a:txBody>
                    <a:bodyPr/>
                    <a:lstStyle/>
                    <a:p>
                      <a:pPr algn="ctr">
                        <a:buNone/>
                      </a:pPr>
                      <a:r>
                        <a:rPr lang="en-IN" b="1" dirty="0">
                          <a:latin typeface="Times New Roman" panose="02020603050405020304" pitchFamily="18" charset="0"/>
                          <a:cs typeface="Times New Roman" panose="02020603050405020304" pitchFamily="18" charset="0"/>
                        </a:rPr>
                        <a:t>Left Factoring</a:t>
                      </a:r>
                    </a:p>
                  </a:txBody>
                  <a:tcPr anchor="ctr">
                    <a:solidFill>
                      <a:schemeClr val="tx2">
                        <a:lumMod val="25000"/>
                        <a:lumOff val="75000"/>
                      </a:schemeClr>
                    </a:solidFill>
                  </a:tcPr>
                </a:tc>
                <a:extLst>
                  <a:ext uri="{0D108BD9-81ED-4DB2-BD59-A6C34878D82A}">
                    <a16:rowId xmlns:a16="http://schemas.microsoft.com/office/drawing/2014/main" val="3006123949"/>
                  </a:ext>
                </a:extLst>
              </a:tr>
              <a:tr h="781878">
                <a:tc>
                  <a:txBody>
                    <a:bodyPr/>
                    <a:lstStyle/>
                    <a:p>
                      <a:pPr>
                        <a:buNone/>
                      </a:pPr>
                      <a:r>
                        <a:rPr lang="en-IN">
                          <a:latin typeface="Times New Roman" panose="02020603050405020304" pitchFamily="18" charset="0"/>
                          <a:cs typeface="Times New Roman" panose="02020603050405020304" pitchFamily="18" charset="0"/>
                        </a:rPr>
                        <a:t>A → A</a:t>
                      </a:r>
                      <a:r>
                        <a:rPr lang="el-GR">
                          <a:latin typeface="Times New Roman" panose="02020603050405020304" pitchFamily="18" charset="0"/>
                          <a:cs typeface="Times New Roman" panose="02020603050405020304" pitchFamily="18" charset="0"/>
                        </a:rPr>
                        <a:t>α</a:t>
                      </a:r>
                    </a:p>
                  </a:txBody>
                  <a:tcPr anchor="ctr">
                    <a:solidFill>
                      <a:schemeClr val="tx2">
                        <a:lumMod val="25000"/>
                        <a:lumOff val="75000"/>
                      </a:schemeClr>
                    </a:solidFill>
                  </a:tcPr>
                </a:tc>
                <a:tc>
                  <a:txBody>
                    <a:bodyPr/>
                    <a:lstStyle/>
                    <a:p>
                      <a:pPr>
                        <a:buNone/>
                      </a:pPr>
                      <a:r>
                        <a:rPr lang="en-IN">
                          <a:latin typeface="Times New Roman" panose="02020603050405020304" pitchFamily="18" charset="0"/>
                          <a:cs typeface="Times New Roman" panose="02020603050405020304" pitchFamily="18" charset="0"/>
                        </a:rPr>
                        <a:t>A → </a:t>
                      </a:r>
                      <a:r>
                        <a:rPr lang="el-GR">
                          <a:latin typeface="Times New Roman" panose="02020603050405020304" pitchFamily="18" charset="0"/>
                          <a:cs typeface="Times New Roman" panose="02020603050405020304" pitchFamily="18" charset="0"/>
                        </a:rPr>
                        <a:t>αβ₁ / αβ₂</a:t>
                      </a:r>
                    </a:p>
                  </a:txBody>
                  <a:tcPr anchor="ctr">
                    <a:solidFill>
                      <a:schemeClr val="tx2">
                        <a:lumMod val="25000"/>
                        <a:lumOff val="75000"/>
                      </a:schemeClr>
                    </a:solidFill>
                  </a:tcPr>
                </a:tc>
                <a:extLst>
                  <a:ext uri="{0D108BD9-81ED-4DB2-BD59-A6C34878D82A}">
                    <a16:rowId xmlns:a16="http://schemas.microsoft.com/office/drawing/2014/main" val="2496308041"/>
                  </a:ext>
                </a:extLst>
              </a:tr>
              <a:tr h="781878">
                <a:tc>
                  <a:txBody>
                    <a:bodyPr/>
                    <a:lstStyle/>
                    <a:p>
                      <a:pPr>
                        <a:buNone/>
                      </a:pPr>
                      <a:r>
                        <a:rPr lang="en-IN">
                          <a:latin typeface="Times New Roman" panose="02020603050405020304" pitchFamily="18" charset="0"/>
                          <a:cs typeface="Times New Roman" panose="02020603050405020304" pitchFamily="18" charset="0"/>
                        </a:rPr>
                        <a:t>Causes infinite recursion</a:t>
                      </a:r>
                    </a:p>
                  </a:txBody>
                  <a:tcPr anchor="ctr">
                    <a:solidFill>
                      <a:schemeClr val="tx2">
                        <a:lumMod val="25000"/>
                        <a:lumOff val="75000"/>
                      </a:schemeClr>
                    </a:solidFill>
                  </a:tcPr>
                </a:tc>
                <a:tc>
                  <a:txBody>
                    <a:bodyPr/>
                    <a:lstStyle/>
                    <a:p>
                      <a:pPr>
                        <a:buNone/>
                      </a:pPr>
                      <a:r>
                        <a:rPr lang="en-IN" dirty="0">
                          <a:latin typeface="Times New Roman" panose="02020603050405020304" pitchFamily="18" charset="0"/>
                          <a:cs typeface="Times New Roman" panose="02020603050405020304" pitchFamily="18" charset="0"/>
                        </a:rPr>
                        <a:t>Causes choice conflict</a:t>
                      </a:r>
                    </a:p>
                  </a:txBody>
                  <a:tcPr anchor="ctr">
                    <a:solidFill>
                      <a:schemeClr val="tx2">
                        <a:lumMod val="25000"/>
                        <a:lumOff val="75000"/>
                      </a:schemeClr>
                    </a:solidFill>
                  </a:tcPr>
                </a:tc>
                <a:extLst>
                  <a:ext uri="{0D108BD9-81ED-4DB2-BD59-A6C34878D82A}">
                    <a16:rowId xmlns:a16="http://schemas.microsoft.com/office/drawing/2014/main" val="1571707851"/>
                  </a:ext>
                </a:extLst>
              </a:tr>
              <a:tr h="781878">
                <a:tc>
                  <a:txBody>
                    <a:bodyPr/>
                    <a:lstStyle/>
                    <a:p>
                      <a:pPr>
                        <a:buNone/>
                      </a:pPr>
                      <a:r>
                        <a:rPr lang="en-IN">
                          <a:latin typeface="Times New Roman" panose="02020603050405020304" pitchFamily="18" charset="0"/>
                          <a:cs typeface="Times New Roman" panose="02020603050405020304" pitchFamily="18" charset="0"/>
                        </a:rPr>
                        <a:t>Remove using recursion elimination</a:t>
                      </a:r>
                    </a:p>
                  </a:txBody>
                  <a:tcPr anchor="ctr">
                    <a:solidFill>
                      <a:schemeClr val="tx2">
                        <a:lumMod val="25000"/>
                        <a:lumOff val="75000"/>
                      </a:schemeClr>
                    </a:solidFill>
                  </a:tcPr>
                </a:tc>
                <a:tc>
                  <a:txBody>
                    <a:bodyPr/>
                    <a:lstStyle/>
                    <a:p>
                      <a:pPr>
                        <a:buNone/>
                      </a:pPr>
                      <a:r>
                        <a:rPr lang="en-IN" dirty="0">
                          <a:latin typeface="Times New Roman" panose="02020603050405020304" pitchFamily="18" charset="0"/>
                          <a:cs typeface="Times New Roman" panose="02020603050405020304" pitchFamily="18" charset="0"/>
                        </a:rPr>
                        <a:t>Remove using prefix factoring</a:t>
                      </a:r>
                    </a:p>
                  </a:txBody>
                  <a:tcPr anchor="ctr">
                    <a:solidFill>
                      <a:schemeClr val="tx2">
                        <a:lumMod val="25000"/>
                        <a:lumOff val="75000"/>
                      </a:schemeClr>
                    </a:solidFill>
                  </a:tcPr>
                </a:tc>
                <a:extLst>
                  <a:ext uri="{0D108BD9-81ED-4DB2-BD59-A6C34878D82A}">
                    <a16:rowId xmlns:a16="http://schemas.microsoft.com/office/drawing/2014/main" val="2982124524"/>
                  </a:ext>
                </a:extLst>
              </a:tr>
            </a:tbl>
          </a:graphicData>
        </a:graphic>
      </p:graphicFrame>
    </p:spTree>
    <p:extLst>
      <p:ext uri="{BB962C8B-B14F-4D97-AF65-F5344CB8AC3E}">
        <p14:creationId xmlns:p14="http://schemas.microsoft.com/office/powerpoint/2010/main" val="3249049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88D48-591F-F5D7-7E20-FA0C548AA96E}"/>
              </a:ext>
            </a:extLst>
          </p:cNvPr>
          <p:cNvSpPr>
            <a:spLocks noGrp="1"/>
          </p:cNvSpPr>
          <p:nvPr>
            <p:ph type="title"/>
          </p:nvPr>
        </p:nvSpPr>
        <p:spPr/>
        <p:txBody>
          <a:bodyPr/>
          <a:lstStyle/>
          <a:p>
            <a:r>
              <a:rPr lang="en-IN" dirty="0"/>
              <a:t>First and Follow Sets</a:t>
            </a:r>
          </a:p>
        </p:txBody>
      </p:sp>
      <p:sp>
        <p:nvSpPr>
          <p:cNvPr id="3" name="Content Placeholder 2">
            <a:extLst>
              <a:ext uri="{FF2B5EF4-FFF2-40B4-BE49-F238E27FC236}">
                <a16:creationId xmlns:a16="http://schemas.microsoft.com/office/drawing/2014/main" id="{C8DD3978-55C0-78C5-5573-599A307D90FD}"/>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FIRST and FOLLOW are two sets used to help parsers understand how to process a grammar.</a:t>
            </a:r>
          </a:p>
          <a:p>
            <a:pPr algn="just"/>
            <a:r>
              <a:rPr lang="en-US" b="1" dirty="0">
                <a:latin typeface="Times New Roman" panose="02020603050405020304" pitchFamily="18" charset="0"/>
                <a:cs typeface="Times New Roman" panose="02020603050405020304" pitchFamily="18" charset="0"/>
              </a:rPr>
              <a:t>FIRST Set:</a:t>
            </a:r>
            <a:r>
              <a:rPr lang="en-US" dirty="0">
                <a:latin typeface="Times New Roman" panose="02020603050405020304" pitchFamily="18" charset="0"/>
                <a:cs typeface="Times New Roman" panose="02020603050405020304" pitchFamily="18" charset="0"/>
              </a:rPr>
              <a:t> The FIRST set of a non-terminal contains all the terminal symbols that can appear at the beginning of any string derived from that non-terminal. In other words, it tells us which terminal symbols are possible when expanding a non-terminal.</a:t>
            </a:r>
          </a:p>
          <a:p>
            <a:pPr algn="just"/>
            <a:r>
              <a:rPr lang="en-US" b="1" dirty="0">
                <a:latin typeface="Times New Roman" panose="02020603050405020304" pitchFamily="18" charset="0"/>
                <a:cs typeface="Times New Roman" panose="02020603050405020304" pitchFamily="18" charset="0"/>
              </a:rPr>
              <a:t>FOLLOW Set: </a:t>
            </a:r>
            <a:r>
              <a:rPr lang="en-US" dirty="0">
                <a:latin typeface="Times New Roman" panose="02020603050405020304" pitchFamily="18" charset="0"/>
                <a:cs typeface="Times New Roman" panose="02020603050405020304" pitchFamily="18" charset="0"/>
              </a:rPr>
              <a:t>The FOLLOW set of a non-terminal contains all the terminal symbols that can appear immediately after that non-terminal in any derivation. It helps identify what can follow a non-terminal in the grammar and is essential for handling productions where a non-terminal is at the end of a rule.</a:t>
            </a:r>
          </a:p>
          <a:p>
            <a:endParaRPr lang="en-IN" dirty="0"/>
          </a:p>
        </p:txBody>
      </p:sp>
    </p:spTree>
    <p:extLst>
      <p:ext uri="{BB962C8B-B14F-4D97-AF65-F5344CB8AC3E}">
        <p14:creationId xmlns:p14="http://schemas.microsoft.com/office/powerpoint/2010/main" val="451579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CBF8-6868-9ADE-E910-2B073882550D}"/>
              </a:ext>
            </a:extLst>
          </p:cNvPr>
          <p:cNvSpPr>
            <a:spLocks noGrp="1"/>
          </p:cNvSpPr>
          <p:nvPr>
            <p:ph type="title"/>
          </p:nvPr>
        </p:nvSpPr>
        <p:spPr/>
        <p:txBody>
          <a:bodyPr/>
          <a:lstStyle/>
          <a:p>
            <a:r>
              <a:rPr lang="en-IN" b="1" dirty="0"/>
              <a:t>FIRST (X)</a:t>
            </a:r>
            <a:endParaRPr lang="en-IN" dirty="0"/>
          </a:p>
        </p:txBody>
      </p:sp>
      <p:sp>
        <p:nvSpPr>
          <p:cNvPr id="3" name="Content Placeholder 2">
            <a:extLst>
              <a:ext uri="{FF2B5EF4-FFF2-40B4-BE49-F238E27FC236}">
                <a16:creationId xmlns:a16="http://schemas.microsoft.com/office/drawing/2014/main" id="{57CE7467-87BC-E085-AEED-54218BDEA2A5}"/>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FIRST(X) set is a collection of terminal symbols (and possibly ε) that can appear as the leftmost symbol when we expand X in a derivation of a given grammar.</a:t>
            </a:r>
          </a:p>
          <a:p>
            <a:r>
              <a:rPr lang="en-US" b="1" dirty="0">
                <a:latin typeface="Times New Roman" panose="02020603050405020304" pitchFamily="18" charset="0"/>
                <a:cs typeface="Times New Roman" panose="02020603050405020304" pitchFamily="18" charset="0"/>
              </a:rPr>
              <a:t>When X is a terminal:</a:t>
            </a:r>
          </a:p>
          <a:p>
            <a:r>
              <a:rPr lang="en-US" dirty="0">
                <a:latin typeface="Times New Roman" panose="02020603050405020304" pitchFamily="18" charset="0"/>
                <a:cs typeface="Times New Roman" panose="02020603050405020304" pitchFamily="18" charset="0"/>
              </a:rPr>
              <a:t>If X is a terminal symbol (for example, 'a' or 'b'), the FIRST(X) set simply contains X itself, since a terminal always starts with itself.</a:t>
            </a:r>
          </a:p>
          <a:p>
            <a:pPr fontAlgn="base"/>
            <a:r>
              <a:rPr lang="en-US" dirty="0">
                <a:latin typeface="Times New Roman" panose="02020603050405020304" pitchFamily="18" charset="0"/>
                <a:cs typeface="Times New Roman" panose="02020603050405020304" pitchFamily="18" charset="0"/>
              </a:rPr>
              <a:t>Example: If X = a, then FIRST(a) = {a}.</a:t>
            </a:r>
          </a:p>
          <a:p>
            <a:endParaRPr lang="en-IN" dirty="0"/>
          </a:p>
        </p:txBody>
      </p:sp>
    </p:spTree>
    <p:extLst>
      <p:ext uri="{BB962C8B-B14F-4D97-AF65-F5344CB8AC3E}">
        <p14:creationId xmlns:p14="http://schemas.microsoft.com/office/powerpoint/2010/main" val="1896466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30072-9C64-50F8-9DF6-3CC7EB7165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013C1A-E6AD-EDBA-23D2-D0A071A3AA78}"/>
              </a:ext>
            </a:extLst>
          </p:cNvPr>
          <p:cNvSpPr>
            <a:spLocks noGrp="1"/>
          </p:cNvSpPr>
          <p:nvPr>
            <p:ph idx="1"/>
          </p:nvPr>
        </p:nvSpPr>
        <p:spPr/>
        <p:txBody>
          <a:bodyPr/>
          <a:lstStyle/>
          <a:p>
            <a:pPr marL="0" indent="0" fontAlgn="base">
              <a:buNone/>
            </a:pPr>
            <a:r>
              <a:rPr lang="en-US" b="1" dirty="0"/>
              <a:t>When X has only one production rule of type X → </a:t>
            </a:r>
            <a:r>
              <a:rPr lang="en-US" b="1" dirty="0" err="1"/>
              <a:t>aY</a:t>
            </a:r>
            <a:r>
              <a:rPr lang="en-US" b="1" dirty="0"/>
              <a:t>:</a:t>
            </a:r>
          </a:p>
          <a:p>
            <a:pPr fontAlgn="base"/>
            <a:r>
              <a:rPr lang="en-US" dirty="0">
                <a:latin typeface="Times New Roman" panose="02020603050405020304" pitchFamily="18" charset="0"/>
                <a:cs typeface="Times New Roman" panose="02020603050405020304" pitchFamily="18" charset="0"/>
              </a:rPr>
              <a:t>If a non-terminal has a production that begins with a terminal symbol, then the FIRST set contains that terminal symbol.</a:t>
            </a:r>
          </a:p>
          <a:p>
            <a:pPr fontAlgn="base"/>
            <a:r>
              <a:rPr lang="en-US" dirty="0">
                <a:latin typeface="Times New Roman" panose="02020603050405020304" pitchFamily="18" charset="0"/>
                <a:cs typeface="Times New Roman" panose="02020603050405020304" pitchFamily="18" charset="0"/>
              </a:rPr>
              <a:t>Example:</a:t>
            </a:r>
          </a:p>
          <a:p>
            <a:pPr fontAlgn="base"/>
            <a:r>
              <a:rPr lang="en-US" dirty="0">
                <a:solidFill>
                  <a:srgbClr val="C00000"/>
                </a:solidFill>
                <a:latin typeface="Times New Roman" panose="02020603050405020304" pitchFamily="18" charset="0"/>
                <a:cs typeface="Times New Roman" panose="02020603050405020304" pitchFamily="18" charset="0"/>
              </a:rPr>
              <a:t>A → a B</a:t>
            </a:r>
          </a:p>
          <a:p>
            <a:pPr fontAlgn="base"/>
            <a:r>
              <a:rPr lang="en-US" dirty="0">
                <a:latin typeface="Times New Roman" panose="02020603050405020304" pitchFamily="18" charset="0"/>
                <a:cs typeface="Times New Roman" panose="02020603050405020304" pitchFamily="18" charset="0"/>
              </a:rPr>
              <a:t>Here, the FIRST set of A contains the first terminal symbol on the right-hand side.</a:t>
            </a:r>
          </a:p>
          <a:p>
            <a:pPr fontAlgn="base"/>
            <a:r>
              <a:rPr lang="en-US" dirty="0">
                <a:latin typeface="Times New Roman" panose="02020603050405020304" pitchFamily="18" charset="0"/>
                <a:cs typeface="Times New Roman" panose="02020603050405020304" pitchFamily="18" charset="0"/>
              </a:rPr>
              <a:t>FIRST(A) = { a }</a:t>
            </a:r>
          </a:p>
          <a:p>
            <a:endParaRPr lang="en-IN" dirty="0"/>
          </a:p>
        </p:txBody>
      </p:sp>
    </p:spTree>
    <p:extLst>
      <p:ext uri="{BB962C8B-B14F-4D97-AF65-F5344CB8AC3E}">
        <p14:creationId xmlns:p14="http://schemas.microsoft.com/office/powerpoint/2010/main" val="544392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38692-BFB5-C5DE-10B9-4B2FE0D5DA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B251BB-E969-AC99-87C9-9A05724F8125}"/>
              </a:ext>
            </a:extLst>
          </p:cNvPr>
          <p:cNvSpPr>
            <a:spLocks noGrp="1"/>
          </p:cNvSpPr>
          <p:nvPr>
            <p:ph idx="1"/>
          </p:nvPr>
        </p:nvSpPr>
        <p:spPr/>
        <p:txBody>
          <a:bodyPr>
            <a:normAutofit fontScale="85000" lnSpcReduction="20000"/>
          </a:bodyPr>
          <a:lstStyle/>
          <a:p>
            <a:pPr algn="just" fontAlgn="base"/>
            <a:r>
              <a:rPr lang="en-US" b="1" dirty="0"/>
              <a:t>When X has multiple production rules:</a:t>
            </a:r>
          </a:p>
          <a:p>
            <a:pPr algn="just" fontAlgn="base"/>
            <a:r>
              <a:rPr lang="en-US" dirty="0">
                <a:latin typeface="Times New Roman" panose="02020603050405020304" pitchFamily="18" charset="0"/>
                <a:cs typeface="Times New Roman" panose="02020603050405020304" pitchFamily="18" charset="0"/>
              </a:rPr>
              <a:t>If X is a non-terminal (for example, A or B), the FIRST(X) set includes all the terminal symbols that could be the first symbol of any string derived from X. This means, for each production rule of X, you look at what can be the first symbol of that rule.</a:t>
            </a:r>
          </a:p>
          <a:p>
            <a:pPr fontAlgn="base"/>
            <a:r>
              <a:rPr lang="en-US" dirty="0">
                <a:latin typeface="Times New Roman" panose="02020603050405020304" pitchFamily="18" charset="0"/>
                <a:cs typeface="Times New Roman" panose="02020603050405020304" pitchFamily="18" charset="0"/>
              </a:rPr>
              <a:t>Example:</a:t>
            </a:r>
          </a:p>
          <a:p>
            <a:pPr fontAlgn="base"/>
            <a:r>
              <a:rPr lang="en-US" i="1" dirty="0">
                <a:solidFill>
                  <a:srgbClr val="C00000"/>
                </a:solidFill>
                <a:latin typeface="Times New Roman" panose="02020603050405020304" pitchFamily="18" charset="0"/>
                <a:cs typeface="Times New Roman" panose="02020603050405020304" pitchFamily="18" charset="0"/>
              </a:rPr>
              <a:t>A → a B</a:t>
            </a:r>
            <a:br>
              <a:rPr lang="en-US" i="1" dirty="0">
                <a:solidFill>
                  <a:srgbClr val="C00000"/>
                </a:solidFill>
                <a:latin typeface="Times New Roman" panose="02020603050405020304" pitchFamily="18" charset="0"/>
                <a:cs typeface="Times New Roman" panose="02020603050405020304" pitchFamily="18" charset="0"/>
              </a:rPr>
            </a:br>
            <a:r>
              <a:rPr lang="en-US" i="1" dirty="0">
                <a:solidFill>
                  <a:srgbClr val="C00000"/>
                </a:solidFill>
                <a:latin typeface="Times New Roman" panose="02020603050405020304" pitchFamily="18" charset="0"/>
                <a:cs typeface="Times New Roman" panose="02020603050405020304" pitchFamily="18" charset="0"/>
              </a:rPr>
              <a:t>A → b</a:t>
            </a:r>
            <a:br>
              <a:rPr lang="en-US" i="1" dirty="0">
                <a:solidFill>
                  <a:srgbClr val="C00000"/>
                </a:solidFill>
                <a:latin typeface="Times New Roman" panose="02020603050405020304" pitchFamily="18" charset="0"/>
                <a:cs typeface="Times New Roman" panose="02020603050405020304" pitchFamily="18" charset="0"/>
              </a:rPr>
            </a:br>
            <a:r>
              <a:rPr lang="en-US" i="1" dirty="0">
                <a:solidFill>
                  <a:srgbClr val="C00000"/>
                </a:solidFill>
                <a:latin typeface="Times New Roman" panose="02020603050405020304" pitchFamily="18" charset="0"/>
                <a:cs typeface="Times New Roman" panose="02020603050405020304" pitchFamily="18" charset="0"/>
              </a:rPr>
              <a:t>A → ε</a:t>
            </a:r>
          </a:p>
          <a:p>
            <a:pPr fontAlgn="base"/>
            <a:r>
              <a:rPr lang="en-US" dirty="0">
                <a:latin typeface="Times New Roman" panose="02020603050405020304" pitchFamily="18" charset="0"/>
                <a:cs typeface="Times New Roman" panose="02020603050405020304" pitchFamily="18" charset="0"/>
              </a:rPr>
              <a:t>Here, FIRST(A) = {a, b, ε} because:</a:t>
            </a:r>
          </a:p>
          <a:p>
            <a:pPr fontAlgn="base"/>
            <a:r>
              <a:rPr lang="en-US" dirty="0">
                <a:latin typeface="Times New Roman" panose="02020603050405020304" pitchFamily="18" charset="0"/>
                <a:cs typeface="Times New Roman" panose="02020603050405020304" pitchFamily="18" charset="0"/>
              </a:rPr>
              <a:t>The first symbol in the first production A → a B is 'a'.</a:t>
            </a:r>
          </a:p>
          <a:p>
            <a:pPr fontAlgn="base"/>
            <a:r>
              <a:rPr lang="en-US" dirty="0">
                <a:latin typeface="Times New Roman" panose="02020603050405020304" pitchFamily="18" charset="0"/>
                <a:cs typeface="Times New Roman" panose="02020603050405020304" pitchFamily="18" charset="0"/>
              </a:rPr>
              <a:t>The first symbol in the second production A → b is 'b'.</a:t>
            </a:r>
          </a:p>
          <a:p>
            <a:pPr fontAlgn="base"/>
            <a:r>
              <a:rPr lang="en-US" dirty="0">
                <a:latin typeface="Times New Roman" panose="02020603050405020304" pitchFamily="18" charset="0"/>
                <a:cs typeface="Times New Roman" panose="02020603050405020304" pitchFamily="18" charset="0"/>
              </a:rPr>
              <a:t>The third production A → ε means A can derive an empty string, so </a:t>
            </a:r>
            <a:r>
              <a:rPr lang="en-US" b="1" dirty="0">
                <a:latin typeface="Times New Roman" panose="02020603050405020304" pitchFamily="18" charset="0"/>
                <a:cs typeface="Times New Roman" panose="02020603050405020304" pitchFamily="18" charset="0"/>
              </a:rPr>
              <a:t>ε</a:t>
            </a:r>
            <a:r>
              <a:rPr lang="en-US" dirty="0">
                <a:latin typeface="Times New Roman" panose="02020603050405020304" pitchFamily="18" charset="0"/>
                <a:cs typeface="Times New Roman" panose="02020603050405020304" pitchFamily="18" charset="0"/>
              </a:rPr>
              <a:t> is included.</a:t>
            </a:r>
          </a:p>
          <a:p>
            <a:endParaRPr lang="en-IN" dirty="0"/>
          </a:p>
        </p:txBody>
      </p:sp>
    </p:spTree>
    <p:extLst>
      <p:ext uri="{BB962C8B-B14F-4D97-AF65-F5344CB8AC3E}">
        <p14:creationId xmlns:p14="http://schemas.microsoft.com/office/powerpoint/2010/main" val="2470501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F97CF5-BD7B-6541-C2F7-789959D61089}"/>
              </a:ext>
            </a:extLst>
          </p:cNvPr>
          <p:cNvSpPr>
            <a:spLocks noGrp="1"/>
          </p:cNvSpPr>
          <p:nvPr>
            <p:ph idx="1"/>
          </p:nvPr>
        </p:nvSpPr>
        <p:spPr>
          <a:xfrm>
            <a:off x="838200" y="503583"/>
            <a:ext cx="10515600" cy="5673380"/>
          </a:xfrm>
        </p:spPr>
        <p:txBody>
          <a:bodyPr>
            <a:normAutofit fontScale="92500" lnSpcReduction="20000"/>
          </a:bodyPr>
          <a:lstStyle/>
          <a:p>
            <a:pPr marL="0" indent="0" fontAlgn="base">
              <a:buNone/>
            </a:pPr>
            <a:r>
              <a:rPr lang="en-US" b="1" dirty="0"/>
              <a:t>When X is a string of non-terminals:</a:t>
            </a:r>
          </a:p>
          <a:p>
            <a:pPr fontAlgn="base"/>
            <a:r>
              <a:rPr lang="en-US" dirty="0">
                <a:latin typeface="Times New Roman" panose="02020603050405020304" pitchFamily="18" charset="0"/>
                <a:cs typeface="Times New Roman" panose="02020603050405020304" pitchFamily="18" charset="0"/>
              </a:rPr>
              <a:t>If X is a string made up of terminals and/or non-terminals (like A B C), we start with the leftmost symbol and use its FIRST set.</a:t>
            </a:r>
          </a:p>
          <a:p>
            <a:pPr fontAlgn="base"/>
            <a:r>
              <a:rPr lang="en-US" dirty="0">
                <a:latin typeface="Times New Roman" panose="02020603050405020304" pitchFamily="18" charset="0"/>
                <a:cs typeface="Times New Roman" panose="02020603050405020304" pitchFamily="18" charset="0"/>
              </a:rPr>
              <a:t>To compute FIRST(X), you look at FIRST(A). If A can derive ε (i.e., the empty string), then you also look at FIRST(B), and so on. If both A and B can derive ε, you also need to consider FIRST(C).</a:t>
            </a:r>
          </a:p>
          <a:p>
            <a:pPr fontAlgn="base"/>
            <a:r>
              <a:rPr lang="en-US" b="1" dirty="0">
                <a:latin typeface="Times New Roman" panose="02020603050405020304" pitchFamily="18" charset="0"/>
                <a:cs typeface="Times New Roman" panose="02020603050405020304" pitchFamily="18" charset="0"/>
              </a:rPr>
              <a:t>Example:</a:t>
            </a:r>
          </a:p>
          <a:p>
            <a:pPr fontAlgn="base"/>
            <a:r>
              <a:rPr lang="en-US" i="1" dirty="0">
                <a:solidFill>
                  <a:srgbClr val="C00000"/>
                </a:solidFill>
                <a:latin typeface="Times New Roman" panose="02020603050405020304" pitchFamily="18" charset="0"/>
                <a:cs typeface="Times New Roman" panose="02020603050405020304" pitchFamily="18" charset="0"/>
              </a:rPr>
              <a:t>X → A B C</a:t>
            </a:r>
            <a:br>
              <a:rPr lang="en-US" i="1" dirty="0">
                <a:solidFill>
                  <a:srgbClr val="C00000"/>
                </a:solidFill>
                <a:latin typeface="Times New Roman" panose="02020603050405020304" pitchFamily="18" charset="0"/>
                <a:cs typeface="Times New Roman" panose="02020603050405020304" pitchFamily="18" charset="0"/>
              </a:rPr>
            </a:br>
            <a:r>
              <a:rPr lang="en-US" i="1" dirty="0" err="1">
                <a:solidFill>
                  <a:srgbClr val="C00000"/>
                </a:solidFill>
                <a:latin typeface="Times New Roman" panose="02020603050405020304" pitchFamily="18" charset="0"/>
                <a:cs typeface="Times New Roman" panose="02020603050405020304" pitchFamily="18" charset="0"/>
              </a:rPr>
              <a:t>A→a∣ε</a:t>
            </a:r>
            <a:br>
              <a:rPr lang="en-US" i="1" dirty="0">
                <a:solidFill>
                  <a:srgbClr val="C00000"/>
                </a:solidFill>
                <a:latin typeface="Times New Roman" panose="02020603050405020304" pitchFamily="18" charset="0"/>
                <a:cs typeface="Times New Roman" panose="02020603050405020304" pitchFamily="18" charset="0"/>
              </a:rPr>
            </a:br>
            <a:r>
              <a:rPr lang="en-US" i="1" dirty="0" err="1">
                <a:solidFill>
                  <a:srgbClr val="C00000"/>
                </a:solidFill>
                <a:latin typeface="Times New Roman" panose="02020603050405020304" pitchFamily="18" charset="0"/>
                <a:cs typeface="Times New Roman" panose="02020603050405020304" pitchFamily="18" charset="0"/>
              </a:rPr>
              <a:t>B→b∣ε</a:t>
            </a:r>
            <a:br>
              <a:rPr lang="en-US" i="1" dirty="0">
                <a:solidFill>
                  <a:srgbClr val="C00000"/>
                </a:solidFill>
                <a:latin typeface="Times New Roman" panose="02020603050405020304" pitchFamily="18" charset="0"/>
                <a:cs typeface="Times New Roman" panose="02020603050405020304" pitchFamily="18" charset="0"/>
              </a:rPr>
            </a:br>
            <a:r>
              <a:rPr lang="en-US" i="1" dirty="0" err="1">
                <a:solidFill>
                  <a:srgbClr val="C00000"/>
                </a:solidFill>
                <a:latin typeface="Times New Roman" panose="02020603050405020304" pitchFamily="18" charset="0"/>
                <a:cs typeface="Times New Roman" panose="02020603050405020304" pitchFamily="18" charset="0"/>
              </a:rPr>
              <a:t>C→c∣d</a:t>
            </a:r>
            <a:endParaRPr lang="en-US" i="1" dirty="0">
              <a:solidFill>
                <a:srgbClr val="C00000"/>
              </a:solidFill>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The FIRST(X) is {</a:t>
            </a:r>
            <a:r>
              <a:rPr lang="en-US" dirty="0" err="1">
                <a:latin typeface="Times New Roman" panose="02020603050405020304" pitchFamily="18" charset="0"/>
                <a:cs typeface="Times New Roman" panose="02020603050405020304" pitchFamily="18" charset="0"/>
              </a:rPr>
              <a:t>a,b,c,d</a:t>
            </a:r>
            <a:r>
              <a:rPr lang="en-US" dirty="0">
                <a:latin typeface="Times New Roman" panose="02020603050405020304" pitchFamily="18" charset="0"/>
                <a:cs typeface="Times New Roman" panose="02020603050405020304" pitchFamily="18" charset="0"/>
              </a:rPr>
              <a:t>}.</a:t>
            </a:r>
          </a:p>
          <a:p>
            <a:pPr fontAlgn="base"/>
            <a:r>
              <a:rPr lang="en-US" dirty="0">
                <a:latin typeface="Times New Roman" panose="02020603050405020304" pitchFamily="18" charset="0"/>
                <a:cs typeface="Times New Roman" panose="02020603050405020304" pitchFamily="18" charset="0"/>
              </a:rPr>
              <a:t>This is because:</a:t>
            </a:r>
          </a:p>
          <a:p>
            <a:pPr lvl="1" fontAlgn="base"/>
            <a:r>
              <a:rPr lang="en-US" dirty="0">
                <a:latin typeface="Times New Roman" panose="02020603050405020304" pitchFamily="18" charset="0"/>
                <a:cs typeface="Times New Roman" panose="02020603050405020304" pitchFamily="18" charset="0"/>
              </a:rPr>
              <a:t>A contributes a and ε.</a:t>
            </a:r>
          </a:p>
          <a:p>
            <a:pPr lvl="1" fontAlgn="base"/>
            <a:r>
              <a:rPr lang="en-US" dirty="0">
                <a:latin typeface="Times New Roman" panose="02020603050405020304" pitchFamily="18" charset="0"/>
                <a:cs typeface="Times New Roman" panose="02020603050405020304" pitchFamily="18" charset="0"/>
              </a:rPr>
              <a:t>B contributes b and ε.</a:t>
            </a:r>
          </a:p>
          <a:p>
            <a:pPr lvl="1" fontAlgn="base"/>
            <a:r>
              <a:rPr lang="en-US" dirty="0">
                <a:latin typeface="Times New Roman" panose="02020603050405020304" pitchFamily="18" charset="0"/>
                <a:cs typeface="Times New Roman" panose="02020603050405020304" pitchFamily="18" charset="0"/>
              </a:rPr>
              <a:t>C contributes c and d. Since A and B can both derive ε, we include the first symbols of C.</a:t>
            </a:r>
          </a:p>
          <a:p>
            <a:endParaRPr lang="en-IN" dirty="0"/>
          </a:p>
        </p:txBody>
      </p:sp>
    </p:spTree>
    <p:extLst>
      <p:ext uri="{BB962C8B-B14F-4D97-AF65-F5344CB8AC3E}">
        <p14:creationId xmlns:p14="http://schemas.microsoft.com/office/powerpoint/2010/main" val="723439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2D5D-54A1-A620-5E36-32BB301769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A9FC92-C77B-AB12-2A76-EAFF836A76D3}"/>
              </a:ext>
            </a:extLst>
          </p:cNvPr>
          <p:cNvSpPr>
            <a:spLocks noGrp="1"/>
          </p:cNvSpPr>
          <p:nvPr>
            <p:ph idx="1"/>
          </p:nvPr>
        </p:nvSpPr>
        <p:spPr/>
        <p:txBody>
          <a:bodyPr/>
          <a:lstStyle/>
          <a:p>
            <a:pPr fontAlgn="base"/>
            <a:r>
              <a:rPr lang="en-US" b="1" dirty="0"/>
              <a:t>FOLLOW (X)</a:t>
            </a:r>
          </a:p>
          <a:p>
            <a:pPr marL="0" indent="0" algn="just" fontAlgn="base">
              <a:buNone/>
            </a:pPr>
            <a:r>
              <a:rPr lang="en-US" dirty="0"/>
              <a:t>The FOLLOW(X) set contains all the terminal symbols that can appear immediately after the non-terminal X in any valid string derived from the grammar. It is used in parsing to decide what symbols can follow a particular non-terminal in a derivation.</a:t>
            </a:r>
          </a:p>
          <a:p>
            <a:endParaRPr lang="en-IN" dirty="0"/>
          </a:p>
        </p:txBody>
      </p:sp>
    </p:spTree>
    <p:extLst>
      <p:ext uri="{BB962C8B-B14F-4D97-AF65-F5344CB8AC3E}">
        <p14:creationId xmlns:p14="http://schemas.microsoft.com/office/powerpoint/2010/main" val="2591530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C6FB9-7212-1E3F-9575-EA1BC1F4FE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BD81F4-6FFB-C69D-9B26-CE5F727C493E}"/>
              </a:ext>
            </a:extLst>
          </p:cNvPr>
          <p:cNvSpPr>
            <a:spLocks noGrp="1"/>
          </p:cNvSpPr>
          <p:nvPr>
            <p:ph idx="1"/>
          </p:nvPr>
        </p:nvSpPr>
        <p:spPr/>
        <p:txBody>
          <a:bodyPr/>
          <a:lstStyle/>
          <a:p>
            <a:pPr marL="0" indent="0" fontAlgn="base">
              <a:buNone/>
            </a:pPr>
            <a:r>
              <a:rPr lang="en-US" b="1" dirty="0"/>
              <a:t>When X is the start symbol of the grammar:</a:t>
            </a:r>
          </a:p>
          <a:p>
            <a:pPr fontAlgn="base"/>
            <a:r>
              <a:rPr lang="en-US" dirty="0"/>
              <a:t>If X is the start symbol (e.g., S), the FOLLOW(S) set always includes the special end-of-input marker $ to indicate that nothing comes after the start symbol in a complete string.</a:t>
            </a:r>
          </a:p>
          <a:p>
            <a:pPr fontAlgn="base"/>
            <a:r>
              <a:rPr lang="en-US" dirty="0"/>
              <a:t>Example:</a:t>
            </a:r>
          </a:p>
          <a:p>
            <a:pPr fontAlgn="base"/>
            <a:r>
              <a:rPr lang="en-US" i="1" dirty="0"/>
              <a:t>Start Symbol = S</a:t>
            </a:r>
            <a:br>
              <a:rPr lang="en-US" i="1" dirty="0"/>
            </a:br>
            <a:r>
              <a:rPr lang="en-US" i="1" dirty="0"/>
              <a:t>FOLLOW(S) = { $ }</a:t>
            </a:r>
          </a:p>
          <a:p>
            <a:endParaRPr lang="en-IN" dirty="0"/>
          </a:p>
        </p:txBody>
      </p:sp>
    </p:spTree>
    <p:extLst>
      <p:ext uri="{BB962C8B-B14F-4D97-AF65-F5344CB8AC3E}">
        <p14:creationId xmlns:p14="http://schemas.microsoft.com/office/powerpoint/2010/main" val="3227591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59B6D-3882-9B31-E289-F00051E872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0E33BD-9EC9-1683-AC18-191510F43F01}"/>
              </a:ext>
            </a:extLst>
          </p:cNvPr>
          <p:cNvSpPr>
            <a:spLocks noGrp="1"/>
          </p:cNvSpPr>
          <p:nvPr>
            <p:ph idx="1"/>
          </p:nvPr>
        </p:nvSpPr>
        <p:spPr/>
        <p:txBody>
          <a:bodyPr/>
          <a:lstStyle/>
          <a:p>
            <a:pPr marL="0" indent="0" fontAlgn="base">
              <a:buNone/>
            </a:pPr>
            <a:r>
              <a:rPr lang="en-US" b="1" dirty="0"/>
              <a:t>When X appears before a terminal:</a:t>
            </a:r>
          </a:p>
          <a:p>
            <a:pPr fontAlgn="base"/>
            <a:r>
              <a:rPr lang="en-US" dirty="0"/>
              <a:t>If X is followed by a terminal symbol in a production rule, that terminal symbol is added to FOLLOW(X).</a:t>
            </a:r>
          </a:p>
          <a:p>
            <a:pPr fontAlgn="base"/>
            <a:r>
              <a:rPr lang="en-US" dirty="0"/>
              <a:t>Example:</a:t>
            </a:r>
          </a:p>
          <a:p>
            <a:pPr fontAlgn="base"/>
            <a:r>
              <a:rPr lang="en-US" i="1" dirty="0"/>
              <a:t>A → a B c</a:t>
            </a:r>
          </a:p>
          <a:p>
            <a:pPr fontAlgn="base"/>
            <a:r>
              <a:rPr lang="en-US" dirty="0"/>
              <a:t>Here, B is followed by c, so c is in FOLLOW(B).</a:t>
            </a:r>
          </a:p>
          <a:p>
            <a:endParaRPr lang="en-IN" dirty="0"/>
          </a:p>
        </p:txBody>
      </p:sp>
    </p:spTree>
    <p:extLst>
      <p:ext uri="{BB962C8B-B14F-4D97-AF65-F5344CB8AC3E}">
        <p14:creationId xmlns:p14="http://schemas.microsoft.com/office/powerpoint/2010/main" val="1549395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8BCA63-0CF4-597B-AE5A-05365DC8DE5D}"/>
              </a:ext>
            </a:extLst>
          </p:cNvPr>
          <p:cNvSpPr>
            <a:spLocks noGrp="1"/>
          </p:cNvSpPr>
          <p:nvPr>
            <p:ph idx="1"/>
          </p:nvPr>
        </p:nvSpPr>
        <p:spPr>
          <a:xfrm>
            <a:off x="838200" y="675861"/>
            <a:ext cx="10515600" cy="5501102"/>
          </a:xfrm>
        </p:spPr>
        <p:txBody>
          <a:bodyPr>
            <a:normAutofit fontScale="92500" lnSpcReduction="10000"/>
          </a:bodyPr>
          <a:lstStyle/>
          <a:p>
            <a:pPr marL="0" indent="0" fontAlgn="base">
              <a:buNone/>
            </a:pPr>
            <a:r>
              <a:rPr lang="en-US" b="1" dirty="0"/>
              <a:t>When X appears before a non-terminal:</a:t>
            </a:r>
          </a:p>
          <a:p>
            <a:pPr fontAlgn="base"/>
            <a:r>
              <a:rPr lang="en-US" dirty="0">
                <a:latin typeface="Times New Roman" panose="02020603050405020304" pitchFamily="18" charset="0"/>
                <a:cs typeface="Times New Roman" panose="02020603050405020304" pitchFamily="18" charset="0"/>
              </a:rPr>
              <a:t>If </a:t>
            </a:r>
            <a:r>
              <a:rPr lang="en-US" b="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is followed by a non-terminal (e.g., B), the FIRST(B) set is added to FOLLOW(X). However, if B can derive ε (empty string), then</a:t>
            </a:r>
          </a:p>
          <a:p>
            <a:pPr fontAlgn="base"/>
            <a:r>
              <a:rPr lang="en-US" dirty="0">
                <a:latin typeface="Times New Roman" panose="02020603050405020304" pitchFamily="18" charset="0"/>
                <a:cs typeface="Times New Roman" panose="02020603050405020304" pitchFamily="18" charset="0"/>
              </a:rPr>
              <a:t>FOLLOW(X) include the FIRST of terminal or non-terminal (excluding ε) that is after B.</a:t>
            </a:r>
          </a:p>
          <a:p>
            <a:pPr fontAlgn="base"/>
            <a:r>
              <a:rPr lang="en-US" dirty="0">
                <a:latin typeface="Times New Roman" panose="02020603050405020304" pitchFamily="18" charset="0"/>
                <a:cs typeface="Times New Roman" panose="02020603050405020304" pitchFamily="18" charset="0"/>
              </a:rPr>
              <a:t>If there is nothing after B then FOLLOW(X) include the FOLLOW of left-hand side non-terminal of the production rule.</a:t>
            </a:r>
          </a:p>
          <a:p>
            <a:pPr fontAlgn="base"/>
            <a:r>
              <a:rPr lang="en-US" b="1" dirty="0">
                <a:latin typeface="Times New Roman" panose="02020603050405020304" pitchFamily="18" charset="0"/>
                <a:cs typeface="Times New Roman" panose="02020603050405020304" pitchFamily="18" charset="0"/>
              </a:rPr>
              <a:t>Example:</a:t>
            </a:r>
          </a:p>
          <a:p>
            <a:pPr fontAlgn="base"/>
            <a:r>
              <a:rPr lang="en-US" i="1" dirty="0">
                <a:solidFill>
                  <a:srgbClr val="C00000"/>
                </a:solidFill>
                <a:latin typeface="Times New Roman" panose="02020603050405020304" pitchFamily="18" charset="0"/>
                <a:cs typeface="Times New Roman" panose="02020603050405020304" pitchFamily="18" charset="0"/>
              </a:rPr>
              <a:t>A → a X B</a:t>
            </a:r>
            <a:br>
              <a:rPr lang="en-US" i="1" dirty="0">
                <a:solidFill>
                  <a:srgbClr val="C00000"/>
                </a:solidFill>
                <a:latin typeface="Times New Roman" panose="02020603050405020304" pitchFamily="18" charset="0"/>
                <a:cs typeface="Times New Roman" panose="02020603050405020304" pitchFamily="18" charset="0"/>
              </a:rPr>
            </a:br>
            <a:r>
              <a:rPr lang="en-US" i="1" dirty="0" err="1">
                <a:solidFill>
                  <a:srgbClr val="C00000"/>
                </a:solidFill>
                <a:latin typeface="Times New Roman" panose="02020603050405020304" pitchFamily="18" charset="0"/>
                <a:cs typeface="Times New Roman" panose="02020603050405020304" pitchFamily="18" charset="0"/>
              </a:rPr>
              <a:t>B</a:t>
            </a:r>
            <a:r>
              <a:rPr lang="en-US" i="1" dirty="0">
                <a:solidFill>
                  <a:srgbClr val="C00000"/>
                </a:solidFill>
                <a:latin typeface="Times New Roman" panose="02020603050405020304" pitchFamily="18" charset="0"/>
                <a:cs typeface="Times New Roman" panose="02020603050405020304" pitchFamily="18" charset="0"/>
              </a:rPr>
              <a:t> → b | ε</a:t>
            </a:r>
          </a:p>
          <a:p>
            <a:pPr fontAlgn="base"/>
            <a:r>
              <a:rPr lang="en-US" dirty="0">
                <a:latin typeface="Times New Roman" panose="02020603050405020304" pitchFamily="18" charset="0"/>
                <a:cs typeface="Times New Roman" panose="02020603050405020304" pitchFamily="18" charset="0"/>
              </a:rPr>
              <a:t>If FIRST(B) = {b, ε}, then:</a:t>
            </a:r>
          </a:p>
          <a:p>
            <a:pPr lvl="1" fontAlgn="base"/>
            <a:r>
              <a:rPr lang="en-US" dirty="0">
                <a:latin typeface="Times New Roman" panose="02020603050405020304" pitchFamily="18" charset="0"/>
                <a:cs typeface="Times New Roman" panose="02020603050405020304" pitchFamily="18" charset="0"/>
              </a:rPr>
              <a:t>b is added to FOLLOW(X).</a:t>
            </a:r>
          </a:p>
          <a:p>
            <a:pPr lvl="1" fontAlgn="base"/>
            <a:r>
              <a:rPr lang="en-US" dirty="0">
                <a:latin typeface="Times New Roman" panose="02020603050405020304" pitchFamily="18" charset="0"/>
                <a:cs typeface="Times New Roman" panose="02020603050405020304" pitchFamily="18" charset="0"/>
              </a:rPr>
              <a:t>Since B can derive ε, FOLLOW(A) will also be included in FOLLOW(X).</a:t>
            </a:r>
          </a:p>
          <a:p>
            <a:endParaRPr lang="en-IN" dirty="0"/>
          </a:p>
        </p:txBody>
      </p:sp>
    </p:spTree>
    <p:extLst>
      <p:ext uri="{BB962C8B-B14F-4D97-AF65-F5344CB8AC3E}">
        <p14:creationId xmlns:p14="http://schemas.microsoft.com/office/powerpoint/2010/main" val="123530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8164-E5F4-C2EE-DD77-4B7674763E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5877E0-38D1-2CE7-16EB-A8584AD5016F}"/>
              </a:ext>
            </a:extLst>
          </p:cNvPr>
          <p:cNvSpPr>
            <a:spLocks noGrp="1"/>
          </p:cNvSpPr>
          <p:nvPr>
            <p:ph idx="1"/>
          </p:nvPr>
        </p:nvSpPr>
        <p:spPr/>
        <p:txBody>
          <a:bodyPr/>
          <a:lstStyle/>
          <a:p>
            <a:pPr marL="0" indent="0" fontAlgn="base">
              <a:buNone/>
            </a:pPr>
            <a:r>
              <a:rPr lang="en-US" b="1" dirty="0">
                <a:latin typeface="Times New Roman" panose="02020603050405020304" pitchFamily="18" charset="0"/>
                <a:cs typeface="Times New Roman" panose="02020603050405020304" pitchFamily="18" charset="0"/>
              </a:rPr>
              <a:t>When X appears at the end of a production rule:</a:t>
            </a:r>
          </a:p>
          <a:p>
            <a:pPr fontAlgn="base"/>
            <a:r>
              <a:rPr lang="en-US" dirty="0">
                <a:latin typeface="Times New Roman" panose="02020603050405020304" pitchFamily="18" charset="0"/>
                <a:cs typeface="Times New Roman" panose="02020603050405020304" pitchFamily="18" charset="0"/>
              </a:rPr>
              <a:t>If X appears at the end of a production rule (e.g., A → B X), then FOLLOW(A) is added to FOLLOW(X) because whatever follows A in the string must also follow X.</a:t>
            </a:r>
          </a:p>
          <a:p>
            <a:pPr fontAlgn="base"/>
            <a:r>
              <a:rPr lang="en-US" dirty="0">
                <a:latin typeface="Times New Roman" panose="02020603050405020304" pitchFamily="18" charset="0"/>
                <a:cs typeface="Times New Roman" panose="02020603050405020304" pitchFamily="18" charset="0"/>
              </a:rPr>
              <a:t>Example:</a:t>
            </a:r>
          </a:p>
          <a:p>
            <a:pPr fontAlgn="base"/>
            <a:r>
              <a:rPr lang="en-US" i="1" dirty="0">
                <a:solidFill>
                  <a:srgbClr val="C00000"/>
                </a:solidFill>
                <a:latin typeface="Times New Roman" panose="02020603050405020304" pitchFamily="18" charset="0"/>
                <a:cs typeface="Times New Roman" panose="02020603050405020304" pitchFamily="18" charset="0"/>
              </a:rPr>
              <a:t>A → B X</a:t>
            </a:r>
          </a:p>
          <a:p>
            <a:pPr fontAlgn="base"/>
            <a:r>
              <a:rPr lang="en-US" dirty="0">
                <a:latin typeface="Times New Roman" panose="02020603050405020304" pitchFamily="18" charset="0"/>
                <a:cs typeface="Times New Roman" panose="02020603050405020304" pitchFamily="18" charset="0"/>
              </a:rPr>
              <a:t>Here, everything in FOLLOW(A) must also be included in FOLLOW(X).</a:t>
            </a:r>
          </a:p>
          <a:p>
            <a:endParaRPr lang="en-IN" dirty="0"/>
          </a:p>
        </p:txBody>
      </p:sp>
    </p:spTree>
    <p:extLst>
      <p:ext uri="{BB962C8B-B14F-4D97-AF65-F5344CB8AC3E}">
        <p14:creationId xmlns:p14="http://schemas.microsoft.com/office/powerpoint/2010/main" val="1977432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CF1E-1985-3B9D-5185-25E59F644478}"/>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9DE0B308-1F4B-02E5-365B-D0A302BFED97}"/>
              </a:ext>
            </a:extLst>
          </p:cNvPr>
          <p:cNvSpPr>
            <a:spLocks noGrp="1"/>
          </p:cNvSpPr>
          <p:nvPr>
            <p:ph idx="1"/>
          </p:nvPr>
        </p:nvSpPr>
        <p:spPr/>
        <p:txBody>
          <a:bodyPr/>
          <a:lstStyle/>
          <a:p>
            <a:pPr marL="0" indent="0">
              <a:buNone/>
            </a:pPr>
            <a:r>
              <a:rPr lang="en-IN" dirty="0"/>
              <a:t>1. Derive First and Follow Sets for S→</a:t>
            </a:r>
            <a:r>
              <a:rPr lang="el-GR" dirty="0"/>
              <a:t>ε</a:t>
            </a:r>
            <a:endParaRPr lang="en-IN" dirty="0"/>
          </a:p>
          <a:p>
            <a:endParaRPr lang="en-IN" dirty="0"/>
          </a:p>
          <a:p>
            <a:r>
              <a:rPr lang="en-IN" dirty="0"/>
              <a:t>First(S) = {</a:t>
            </a:r>
            <a:r>
              <a:rPr lang="el-GR" dirty="0"/>
              <a:t>ε</a:t>
            </a:r>
            <a:r>
              <a:rPr lang="en-IN" dirty="0"/>
              <a:t>}</a:t>
            </a:r>
          </a:p>
          <a:p>
            <a:r>
              <a:rPr lang="en-IN" dirty="0"/>
              <a:t>Follow(S)={$} Since S is the start symbol</a:t>
            </a:r>
          </a:p>
          <a:p>
            <a:endParaRPr lang="en-IN" dirty="0"/>
          </a:p>
          <a:p>
            <a:pPr marL="0" indent="0">
              <a:buNone/>
            </a:pPr>
            <a:r>
              <a:rPr lang="en-IN" dirty="0"/>
              <a:t>2. Derive First and Follow Sets for S →</a:t>
            </a:r>
            <a:r>
              <a:rPr lang="en-IN" dirty="0" err="1"/>
              <a:t>aSb</a:t>
            </a:r>
            <a:r>
              <a:rPr lang="en-IN" dirty="0"/>
              <a:t>|</a:t>
            </a:r>
            <a:r>
              <a:rPr lang="el-GR" dirty="0"/>
              <a:t> ε</a:t>
            </a:r>
            <a:endParaRPr lang="en-IN" dirty="0"/>
          </a:p>
          <a:p>
            <a:r>
              <a:rPr lang="en-IN" dirty="0"/>
              <a:t>First(S)={a,</a:t>
            </a:r>
            <a:r>
              <a:rPr lang="el-GR" dirty="0"/>
              <a:t> ε</a:t>
            </a:r>
            <a:r>
              <a:rPr lang="en-IN" dirty="0"/>
              <a:t>}</a:t>
            </a:r>
          </a:p>
          <a:p>
            <a:r>
              <a:rPr lang="en-IN" dirty="0"/>
              <a:t>Follow(S)={$,b}</a:t>
            </a:r>
          </a:p>
          <a:p>
            <a:endParaRPr lang="en-IN" dirty="0"/>
          </a:p>
          <a:p>
            <a:endParaRPr lang="en-IN" dirty="0"/>
          </a:p>
        </p:txBody>
      </p:sp>
    </p:spTree>
    <p:extLst>
      <p:ext uri="{BB962C8B-B14F-4D97-AF65-F5344CB8AC3E}">
        <p14:creationId xmlns:p14="http://schemas.microsoft.com/office/powerpoint/2010/main" val="125155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80444-75B2-3CE1-DF29-45755FF0E289}"/>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6A55BB09-EB93-B0D5-4987-E64456A6B753}"/>
              </a:ext>
            </a:extLst>
          </p:cNvPr>
          <p:cNvSpPr>
            <a:spLocks noGrp="1"/>
          </p:cNvSpPr>
          <p:nvPr>
            <p:ph idx="1"/>
          </p:nvPr>
        </p:nvSpPr>
        <p:spPr/>
        <p:txBody>
          <a:bodyPr/>
          <a:lstStyle/>
          <a:p>
            <a:pPr marL="0" indent="0">
              <a:buNone/>
            </a:pPr>
            <a:r>
              <a:rPr lang="en-IN" dirty="0"/>
              <a:t>3. Derive First and Follow Sets for </a:t>
            </a:r>
          </a:p>
          <a:p>
            <a:pPr marL="914400" lvl="2" indent="0">
              <a:buNone/>
            </a:pPr>
            <a:r>
              <a:rPr lang="en-IN" sz="2800" dirty="0"/>
              <a:t>S →</a:t>
            </a:r>
            <a:r>
              <a:rPr lang="en-IN" sz="2800" dirty="0" err="1"/>
              <a:t>bA</a:t>
            </a:r>
            <a:r>
              <a:rPr lang="en-IN" sz="2800" dirty="0"/>
              <a:t> | a </a:t>
            </a:r>
          </a:p>
          <a:p>
            <a:pPr marL="914400" lvl="2" indent="0">
              <a:buNone/>
            </a:pPr>
            <a:r>
              <a:rPr lang="en-IN" sz="2800" dirty="0"/>
              <a:t>A-&gt; </a:t>
            </a:r>
            <a:r>
              <a:rPr lang="en-IN" sz="2800" dirty="0" err="1"/>
              <a:t>aSb</a:t>
            </a:r>
            <a:r>
              <a:rPr lang="en-IN" sz="2800" dirty="0"/>
              <a:t> | Ad | f</a:t>
            </a:r>
          </a:p>
          <a:p>
            <a:endParaRPr lang="en-IN" dirty="0"/>
          </a:p>
          <a:p>
            <a:r>
              <a:rPr lang="en-IN" dirty="0"/>
              <a:t>First(S)={</a:t>
            </a:r>
            <a:r>
              <a:rPr lang="en-IN" dirty="0" err="1"/>
              <a:t>b,a</a:t>
            </a:r>
            <a:r>
              <a:rPr lang="en-IN" dirty="0"/>
              <a:t>}</a:t>
            </a:r>
          </a:p>
          <a:p>
            <a:r>
              <a:rPr lang="en-IN" dirty="0"/>
              <a:t>First(A)={</a:t>
            </a:r>
            <a:r>
              <a:rPr lang="en-IN" dirty="0" err="1"/>
              <a:t>a,f</a:t>
            </a:r>
            <a:r>
              <a:rPr lang="en-IN" dirty="0"/>
              <a:t>}</a:t>
            </a:r>
          </a:p>
          <a:p>
            <a:r>
              <a:rPr lang="en-IN" dirty="0"/>
              <a:t>Follow(S)={$,b}</a:t>
            </a:r>
          </a:p>
          <a:p>
            <a:r>
              <a:rPr lang="en-IN" dirty="0"/>
              <a:t>Follow(A)={d} union Follow(S) = {d, $,b}</a:t>
            </a:r>
          </a:p>
          <a:p>
            <a:endParaRPr lang="en-IN" dirty="0"/>
          </a:p>
        </p:txBody>
      </p:sp>
    </p:spTree>
    <p:extLst>
      <p:ext uri="{BB962C8B-B14F-4D97-AF65-F5344CB8AC3E}">
        <p14:creationId xmlns:p14="http://schemas.microsoft.com/office/powerpoint/2010/main" val="1768655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BBE4E-396F-CD11-8B41-9DE70E8E2274}"/>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A0CEFFD9-7A55-6475-0E46-31109CF1C84C}"/>
              </a:ext>
            </a:extLst>
          </p:cNvPr>
          <p:cNvSpPr>
            <a:spLocks noGrp="1"/>
          </p:cNvSpPr>
          <p:nvPr>
            <p:ph idx="1"/>
          </p:nvPr>
        </p:nvSpPr>
        <p:spPr/>
        <p:txBody>
          <a:bodyPr/>
          <a:lstStyle/>
          <a:p>
            <a:pPr marL="0" indent="0">
              <a:buNone/>
            </a:pPr>
            <a:r>
              <a:rPr lang="en-IN" dirty="0"/>
              <a:t>4. Derive First and Follow Sets for </a:t>
            </a:r>
          </a:p>
          <a:p>
            <a:pPr marL="457200" lvl="1" indent="0">
              <a:buNone/>
            </a:pPr>
            <a:r>
              <a:rPr lang="en-IN" dirty="0"/>
              <a:t>S-&gt;Sa | Sb | </a:t>
            </a:r>
            <a:r>
              <a:rPr lang="el-GR" dirty="0"/>
              <a:t>ε</a:t>
            </a:r>
            <a:endParaRPr lang="en-IN" dirty="0"/>
          </a:p>
          <a:p>
            <a:endParaRPr lang="en-IN" dirty="0"/>
          </a:p>
          <a:p>
            <a:r>
              <a:rPr lang="en-IN" dirty="0"/>
              <a:t>First(S) = {</a:t>
            </a:r>
            <a:r>
              <a:rPr lang="el-GR" dirty="0"/>
              <a:t>ε</a:t>
            </a:r>
            <a:r>
              <a:rPr lang="en-IN" dirty="0"/>
              <a:t>, a, b}</a:t>
            </a:r>
          </a:p>
          <a:p>
            <a:r>
              <a:rPr lang="en-IN" dirty="0"/>
              <a:t>Follow(S) = {$, a, b}</a:t>
            </a:r>
          </a:p>
        </p:txBody>
      </p:sp>
    </p:spTree>
    <p:extLst>
      <p:ext uri="{BB962C8B-B14F-4D97-AF65-F5344CB8AC3E}">
        <p14:creationId xmlns:p14="http://schemas.microsoft.com/office/powerpoint/2010/main" val="523428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2ED3A-E968-769D-132B-62908C6C661B}"/>
              </a:ext>
            </a:extLst>
          </p:cNvPr>
          <p:cNvSpPr>
            <a:spLocks noGrp="1"/>
          </p:cNvSpPr>
          <p:nvPr>
            <p:ph type="title"/>
          </p:nvPr>
        </p:nvSpPr>
        <p:spPr/>
        <p:txBody>
          <a:bodyPr/>
          <a:lstStyle/>
          <a:p>
            <a:r>
              <a:rPr lang="en-IN" dirty="0"/>
              <a:t>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FE1344-32BF-B9D2-0957-9EFEEA62BCA3}"/>
                  </a:ext>
                </a:extLst>
              </p:cNvPr>
              <p:cNvSpPr>
                <a:spLocks noGrp="1"/>
              </p:cNvSpPr>
              <p:nvPr>
                <p:ph idx="1"/>
              </p:nvPr>
            </p:nvSpPr>
            <p:spPr/>
            <p:txBody>
              <a:bodyPr/>
              <a:lstStyle/>
              <a:p>
                <a:pPr marL="0" indent="0">
                  <a:buNone/>
                </a:pPr>
                <a:r>
                  <a:rPr lang="en-IN" dirty="0"/>
                  <a:t>5.Derive First and Follow Sets for</a:t>
                </a:r>
              </a:p>
              <a:p>
                <a:r>
                  <a:rPr lang="en-IN" dirty="0"/>
                  <a:t>S→ABC </a:t>
                </a:r>
              </a:p>
              <a:p>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𝑎𝐴</m:t>
                    </m:r>
                    <m:r>
                      <a:rPr lang="en-IN">
                        <a:latin typeface="Cambria Math" panose="02040503050406030204" pitchFamily="18" charset="0"/>
                      </a:rPr>
                      <m:t>∣</m:t>
                    </m:r>
                    <m:r>
                      <a:rPr lang="en-IN" i="1">
                        <a:latin typeface="Cambria Math" panose="02040503050406030204" pitchFamily="18" charset="0"/>
                      </a:rPr>
                      <m:t>𝜖</m:t>
                    </m:r>
                  </m:oMath>
                </a14:m>
                <a:endParaRPr lang="en-IN" dirty="0"/>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m:t>
                    </m:r>
                    <m:r>
                      <a:rPr lang="en-IN" i="1">
                        <a:latin typeface="Cambria Math" panose="02040503050406030204" pitchFamily="18" charset="0"/>
                      </a:rPr>
                      <m:t>𝑏𝐵</m:t>
                    </m:r>
                    <m:r>
                      <a:rPr lang="en-IN">
                        <a:latin typeface="Cambria Math" panose="02040503050406030204" pitchFamily="18" charset="0"/>
                      </a:rPr>
                      <m:t>∣</m:t>
                    </m:r>
                    <m:r>
                      <a:rPr lang="en-IN" i="1">
                        <a:latin typeface="Cambria Math" panose="02040503050406030204" pitchFamily="18" charset="0"/>
                      </a:rPr>
                      <m:t>𝜖</m:t>
                    </m:r>
                  </m:oMath>
                </a14:m>
                <a:endParaRPr lang="en-IN" dirty="0"/>
              </a:p>
              <a:p>
                <a14:m>
                  <m:oMath xmlns:m="http://schemas.openxmlformats.org/officeDocument/2006/math">
                    <m:r>
                      <a:rPr lang="en-IN" i="1">
                        <a:latin typeface="Cambria Math" panose="02040503050406030204" pitchFamily="18" charset="0"/>
                      </a:rPr>
                      <m:t>𝐶</m:t>
                    </m:r>
                    <m:r>
                      <a:rPr lang="en-IN">
                        <a:latin typeface="Cambria Math" panose="02040503050406030204" pitchFamily="18" charset="0"/>
                      </a:rPr>
                      <m:t>→</m:t>
                    </m:r>
                    <m:r>
                      <a:rPr lang="en-IN" i="1">
                        <a:latin typeface="Cambria Math" panose="02040503050406030204" pitchFamily="18" charset="0"/>
                      </a:rPr>
                      <m:t>𝑐𝐷</m:t>
                    </m:r>
                    <m:r>
                      <a:rPr lang="en-IN">
                        <a:latin typeface="Cambria Math" panose="02040503050406030204" pitchFamily="18" charset="0"/>
                      </a:rPr>
                      <m:t>∣</m:t>
                    </m:r>
                    <m:r>
                      <a:rPr lang="en-IN" i="1">
                        <a:latin typeface="Cambria Math" panose="02040503050406030204" pitchFamily="18" charset="0"/>
                      </a:rPr>
                      <m:t>𝜖</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D2FE1344-32BF-B9D2-0957-9EFEEA62BCA3}"/>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3634126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9DDE-4FEF-36FE-6B4C-BEC8B48D7DD3}"/>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024889BA-F631-2775-D74E-3ABD8682284B}"/>
              </a:ext>
            </a:extLst>
          </p:cNvPr>
          <p:cNvSpPr>
            <a:spLocks noGrp="1"/>
          </p:cNvSpPr>
          <p:nvPr>
            <p:ph idx="1"/>
          </p:nvPr>
        </p:nvSpPr>
        <p:spPr/>
        <p:txBody>
          <a:bodyPr>
            <a:normAutofit fontScale="92500" lnSpcReduction="20000"/>
          </a:bodyPr>
          <a:lstStyle/>
          <a:p>
            <a:pPr marL="0" indent="0">
              <a:buNone/>
            </a:pPr>
            <a:r>
              <a:rPr lang="en-US" dirty="0">
                <a:solidFill>
                  <a:schemeClr val="accent1"/>
                </a:solidFill>
              </a:rPr>
              <a:t>FIRST(S)={</a:t>
            </a:r>
            <a:r>
              <a:rPr lang="en-US" dirty="0" err="1">
                <a:solidFill>
                  <a:schemeClr val="accent1"/>
                </a:solidFill>
              </a:rPr>
              <a:t>a,b,c</a:t>
            </a:r>
            <a:r>
              <a:rPr lang="en-US" dirty="0">
                <a:solidFill>
                  <a:schemeClr val="accent1"/>
                </a:solidFill>
              </a:rPr>
              <a:t>,ϵ}</a:t>
            </a:r>
          </a:p>
          <a:p>
            <a:pPr marL="0" indent="0">
              <a:buNone/>
            </a:pPr>
            <a:r>
              <a:rPr lang="en-IN" dirty="0">
                <a:solidFill>
                  <a:schemeClr val="accent1"/>
                </a:solidFill>
              </a:rPr>
              <a:t>FIRST(A)={a,</a:t>
            </a:r>
            <a:r>
              <a:rPr lang="el-GR" dirty="0">
                <a:solidFill>
                  <a:schemeClr val="accent1"/>
                </a:solidFill>
              </a:rPr>
              <a:t>ϵ}</a:t>
            </a:r>
            <a:endParaRPr lang="en-IN" dirty="0">
              <a:solidFill>
                <a:schemeClr val="accent1"/>
              </a:solidFill>
            </a:endParaRPr>
          </a:p>
          <a:p>
            <a:pPr marL="0" indent="0">
              <a:buNone/>
            </a:pPr>
            <a:r>
              <a:rPr lang="en-IN" dirty="0">
                <a:solidFill>
                  <a:schemeClr val="accent1"/>
                </a:solidFill>
              </a:rPr>
              <a:t>FIRST(B)={b,</a:t>
            </a:r>
            <a:r>
              <a:rPr lang="el-GR" dirty="0">
                <a:solidFill>
                  <a:schemeClr val="accent1"/>
                </a:solidFill>
              </a:rPr>
              <a:t>ϵ}</a:t>
            </a:r>
            <a:endParaRPr lang="en-IN" dirty="0">
              <a:solidFill>
                <a:schemeClr val="accent1"/>
              </a:solidFill>
            </a:endParaRPr>
          </a:p>
          <a:p>
            <a:pPr marL="0" indent="0">
              <a:buNone/>
            </a:pPr>
            <a:r>
              <a:rPr lang="en-IN" dirty="0">
                <a:solidFill>
                  <a:schemeClr val="accent1"/>
                </a:solidFill>
              </a:rPr>
              <a:t>FIRST(C)={c,</a:t>
            </a:r>
            <a:r>
              <a:rPr lang="el-GR" dirty="0">
                <a:solidFill>
                  <a:schemeClr val="accent1"/>
                </a:solidFill>
              </a:rPr>
              <a:t>ϵ}</a:t>
            </a:r>
            <a:endParaRPr lang="en-IN" dirty="0">
              <a:solidFill>
                <a:schemeClr val="accent1"/>
              </a:solidFill>
            </a:endParaRPr>
          </a:p>
          <a:p>
            <a:pPr marL="0" indent="0">
              <a:buNone/>
            </a:pPr>
            <a:r>
              <a:rPr lang="en-IN" dirty="0">
                <a:solidFill>
                  <a:schemeClr val="accent1"/>
                </a:solidFill>
              </a:rPr>
              <a:t>FOLLOW(S)={$}</a:t>
            </a:r>
          </a:p>
          <a:p>
            <a:pPr marL="0" indent="0">
              <a:buNone/>
            </a:pPr>
            <a:r>
              <a:rPr lang="en-IN" dirty="0">
                <a:solidFill>
                  <a:schemeClr val="accent1"/>
                </a:solidFill>
              </a:rPr>
              <a:t>FOLLOW(A)={</a:t>
            </a:r>
            <a:r>
              <a:rPr lang="en-IN" dirty="0" err="1">
                <a:solidFill>
                  <a:schemeClr val="accent1"/>
                </a:solidFill>
              </a:rPr>
              <a:t>b,c</a:t>
            </a:r>
            <a:r>
              <a:rPr lang="en-IN" dirty="0">
                <a:solidFill>
                  <a:schemeClr val="accent1"/>
                </a:solidFill>
              </a:rPr>
              <a:t>,$} </a:t>
            </a:r>
            <a:r>
              <a:rPr lang="en-IN" b="1" dirty="0">
                <a:solidFill>
                  <a:srgbClr val="C00000"/>
                </a:solidFill>
              </a:rPr>
              <a:t>[A is followed by BC, Compute First(BC)</a:t>
            </a:r>
          </a:p>
          <a:p>
            <a:pPr marL="0" indent="0">
              <a:buNone/>
            </a:pPr>
            <a:r>
              <a:rPr lang="en-IN" b="1" dirty="0" err="1">
                <a:solidFill>
                  <a:srgbClr val="C00000"/>
                </a:solidFill>
              </a:rPr>
              <a:t>Strart</a:t>
            </a:r>
            <a:r>
              <a:rPr lang="en-IN" b="1" dirty="0">
                <a:solidFill>
                  <a:srgbClr val="C00000"/>
                </a:solidFill>
              </a:rPr>
              <a:t> with First(B), since </a:t>
            </a:r>
            <a:r>
              <a:rPr lang="en-US" b="1" dirty="0">
                <a:solidFill>
                  <a:srgbClr val="C00000"/>
                </a:solidFill>
              </a:rPr>
              <a:t>ε ∈ FIRST(B), check C. Include </a:t>
            </a:r>
            <a:r>
              <a:rPr lang="en-IN" b="1" dirty="0">
                <a:solidFill>
                  <a:srgbClr val="C00000"/>
                </a:solidFill>
              </a:rPr>
              <a:t>FIRST(C), </a:t>
            </a:r>
            <a:r>
              <a:rPr lang="en-US" b="1" dirty="0">
                <a:solidFill>
                  <a:srgbClr val="C00000"/>
                </a:solidFill>
              </a:rPr>
              <a:t>Since ε ∈ FIRST(C), include FOLLOW(S)</a:t>
            </a:r>
            <a:endParaRPr lang="en-IN" b="1" dirty="0">
              <a:solidFill>
                <a:srgbClr val="C00000"/>
              </a:solidFill>
            </a:endParaRPr>
          </a:p>
          <a:p>
            <a:pPr marL="0" indent="0">
              <a:buNone/>
            </a:pPr>
            <a:r>
              <a:rPr lang="en-IN" dirty="0">
                <a:solidFill>
                  <a:schemeClr val="accent1"/>
                </a:solidFill>
              </a:rPr>
              <a:t>FOLLOW(B)={c,$} </a:t>
            </a:r>
            <a:r>
              <a:rPr lang="en-IN" b="1" dirty="0">
                <a:solidFill>
                  <a:srgbClr val="C00000"/>
                </a:solidFill>
              </a:rPr>
              <a:t>[</a:t>
            </a:r>
            <a:r>
              <a:rPr lang="en-US" b="1" dirty="0">
                <a:solidFill>
                  <a:srgbClr val="C00000"/>
                </a:solidFill>
              </a:rPr>
              <a:t>B is followed by C, include First (C),without ε. Since ε ∈ FIRST(C), add FOLLOW(S)]</a:t>
            </a:r>
            <a:endParaRPr lang="en-IN" b="1" dirty="0">
              <a:solidFill>
                <a:srgbClr val="C00000"/>
              </a:solidFill>
            </a:endParaRPr>
          </a:p>
          <a:p>
            <a:pPr marL="0" indent="0">
              <a:buNone/>
            </a:pPr>
            <a:r>
              <a:rPr lang="en-IN" dirty="0">
                <a:solidFill>
                  <a:schemeClr val="accent1"/>
                </a:solidFill>
              </a:rPr>
              <a:t>FOLLOW(C)={$} </a:t>
            </a:r>
            <a:r>
              <a:rPr lang="en-IN" b="1" dirty="0">
                <a:solidFill>
                  <a:srgbClr val="C00000"/>
                </a:solidFill>
              </a:rPr>
              <a:t>[</a:t>
            </a:r>
            <a:r>
              <a:rPr lang="en-US" b="1" dirty="0">
                <a:solidFill>
                  <a:srgbClr val="C00000"/>
                </a:solidFill>
              </a:rPr>
              <a:t>C is at end of production. </a:t>
            </a:r>
            <a:r>
              <a:rPr lang="en-IN" b="1" dirty="0">
                <a:solidFill>
                  <a:srgbClr val="C00000"/>
                </a:solidFill>
              </a:rPr>
              <a:t>FOLLOW(C)=FOLLOW(S) ]</a:t>
            </a:r>
            <a:endParaRPr lang="ar-AE" b="1" dirty="0">
              <a:solidFill>
                <a:srgbClr val="C00000"/>
              </a:solidFill>
            </a:endParaRPr>
          </a:p>
          <a:p>
            <a:pPr marL="0" indent="0">
              <a:buNone/>
            </a:pPr>
            <a:endParaRPr lang="en-IN" dirty="0">
              <a:solidFill>
                <a:schemeClr val="accent1"/>
              </a:solidFill>
            </a:endParaRPr>
          </a:p>
        </p:txBody>
      </p:sp>
    </p:spTree>
    <p:extLst>
      <p:ext uri="{BB962C8B-B14F-4D97-AF65-F5344CB8AC3E}">
        <p14:creationId xmlns:p14="http://schemas.microsoft.com/office/powerpoint/2010/main" val="707308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9A36-CF7F-9593-46F7-B4130DFBF2AA}"/>
              </a:ext>
            </a:extLst>
          </p:cNvPr>
          <p:cNvSpPr>
            <a:spLocks noGrp="1"/>
          </p:cNvSpPr>
          <p:nvPr>
            <p:ph type="title"/>
          </p:nvPr>
        </p:nvSpPr>
        <p:spPr/>
        <p:txBody>
          <a:bodyPr/>
          <a:lstStyle/>
          <a:p>
            <a:r>
              <a:rPr lang="en-IN" dirty="0"/>
              <a:t>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20D37C-FB43-3E61-B8EE-0089E10F35EC}"/>
                  </a:ext>
                </a:extLst>
              </p:cNvPr>
              <p:cNvSpPr>
                <a:spLocks noGrp="1"/>
              </p:cNvSpPr>
              <p:nvPr>
                <p:ph idx="1"/>
              </p:nvPr>
            </p:nvSpPr>
            <p:spPr/>
            <p:txBody>
              <a:bodyPr/>
              <a:lstStyle/>
              <a:p>
                <a:pPr marL="0" indent="0">
                  <a:buNone/>
                </a:pPr>
                <a:r>
                  <a:rPr lang="en-IN" dirty="0"/>
                  <a:t>6. Determine First and Follow Sets for </a:t>
                </a:r>
              </a:p>
              <a:p>
                <a:pPr marL="0" indent="0">
                  <a:buNone/>
                </a:pPr>
                <a:endParaRPr lang="en-IN" dirty="0"/>
              </a:p>
              <a:p>
                <a:r>
                  <a:rPr lang="en-IN" dirty="0"/>
                  <a:t>E→TR </a:t>
                </a:r>
              </a:p>
              <a:p>
                <a14:m>
                  <m:oMath xmlns:m="http://schemas.openxmlformats.org/officeDocument/2006/math">
                    <m:r>
                      <a:rPr lang="en-IN" i="1">
                        <a:latin typeface="Cambria Math" panose="02040503050406030204" pitchFamily="18" charset="0"/>
                      </a:rPr>
                      <m:t>𝑅</m:t>
                    </m:r>
                    <m:r>
                      <a:rPr lang="en-IN">
                        <a:latin typeface="Cambria Math" panose="02040503050406030204" pitchFamily="18" charset="0"/>
                      </a:rPr>
                      <m:t>→+</m:t>
                    </m:r>
                    <m:r>
                      <a:rPr lang="en-IN" i="1">
                        <a:latin typeface="Cambria Math" panose="02040503050406030204" pitchFamily="18" charset="0"/>
                      </a:rPr>
                      <m:t>𝑇𝑅</m:t>
                    </m:r>
                    <m:r>
                      <a:rPr lang="en-IN">
                        <a:latin typeface="Cambria Math" panose="02040503050406030204" pitchFamily="18" charset="0"/>
                      </a:rPr>
                      <m:t>∣#</m:t>
                    </m:r>
                  </m:oMath>
                </a14:m>
                <a:endParaRPr lang="en-IN" dirty="0"/>
              </a:p>
              <a:p>
                <a14:m>
                  <m:oMath xmlns:m="http://schemas.openxmlformats.org/officeDocument/2006/math">
                    <m:r>
                      <a:rPr lang="en-IN" i="1">
                        <a:latin typeface="Cambria Math" panose="02040503050406030204" pitchFamily="18" charset="0"/>
                      </a:rPr>
                      <m:t>𝑇</m:t>
                    </m:r>
                    <m:r>
                      <a:rPr lang="en-IN">
                        <a:latin typeface="Cambria Math" panose="02040503050406030204" pitchFamily="18" charset="0"/>
                      </a:rPr>
                      <m:t>→</m:t>
                    </m:r>
                    <m:r>
                      <a:rPr lang="en-IN" i="1">
                        <a:latin typeface="Cambria Math" panose="02040503050406030204" pitchFamily="18" charset="0"/>
                      </a:rPr>
                      <m:t>𝐹𝑌</m:t>
                    </m:r>
                  </m:oMath>
                </a14:m>
                <a:endParaRPr lang="en-IN" dirty="0"/>
              </a:p>
              <a:p>
                <a14:m>
                  <m:oMath xmlns:m="http://schemas.openxmlformats.org/officeDocument/2006/math">
                    <m:r>
                      <a:rPr lang="en-IN" i="1">
                        <a:latin typeface="Cambria Math" panose="02040503050406030204" pitchFamily="18" charset="0"/>
                      </a:rPr>
                      <m:t>𝑌</m:t>
                    </m:r>
                    <m:r>
                      <a:rPr lang="en-IN">
                        <a:latin typeface="Cambria Math" panose="02040503050406030204" pitchFamily="18" charset="0"/>
                      </a:rPr>
                      <m:t>→∗</m:t>
                    </m:r>
                    <m:r>
                      <a:rPr lang="en-IN" i="1">
                        <a:latin typeface="Cambria Math" panose="02040503050406030204" pitchFamily="18" charset="0"/>
                      </a:rPr>
                      <m:t>𝐹𝑌</m:t>
                    </m:r>
                    <m:r>
                      <a:rPr lang="en-IN">
                        <a:latin typeface="Cambria Math" panose="02040503050406030204" pitchFamily="18" charset="0"/>
                      </a:rPr>
                      <m:t>∣#</m:t>
                    </m:r>
                  </m:oMath>
                </a14:m>
                <a:endParaRPr lang="en-IN" dirty="0"/>
              </a:p>
              <a:p>
                <a14:m>
                  <m:oMath xmlns:m="http://schemas.openxmlformats.org/officeDocument/2006/math">
                    <m:r>
                      <a:rPr lang="en-IN" i="1">
                        <a:latin typeface="Cambria Math" panose="02040503050406030204" pitchFamily="18" charset="0"/>
                      </a:rPr>
                      <m:t>𝐹</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𝐸</m:t>
                        </m:r>
                      </m:e>
                    </m:d>
                    <m:r>
                      <a:rPr lang="ar-AE">
                        <a:latin typeface="Cambria Math" panose="02040503050406030204" pitchFamily="18" charset="0"/>
                      </a:rPr>
                      <m:t>∣</m:t>
                    </m:r>
                    <m:r>
                      <a:rPr lang="ar-AE" i="1">
                        <a:latin typeface="Cambria Math" panose="02040503050406030204" pitchFamily="18" charset="0"/>
                      </a:rPr>
                      <m:t>𝑖</m:t>
                    </m:r>
                  </m:oMath>
                </a14:m>
                <a:endParaRPr lang="ar-AE"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BE20D37C-FB43-3E61-B8EE-0089E10F35E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3014345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28E00-D5EF-CC01-8341-79A17C831177}"/>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0870F5-6293-0DBF-7DF7-79F5334465DA}"/>
                  </a:ext>
                </a:extLst>
              </p:cNvPr>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FIRST(E)={(,</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FOLLOW(E)={$,)} </a:t>
                </a:r>
              </a:p>
              <a:p>
                <a:pPr marL="0" indent="0">
                  <a:buNone/>
                </a:pPr>
                <a:r>
                  <a:rPr lang="en-IN" dirty="0">
                    <a:latin typeface="Times New Roman" panose="02020603050405020304" pitchFamily="18" charset="0"/>
                    <a:cs typeface="Times New Roman" panose="02020603050405020304" pitchFamily="18" charset="0"/>
                  </a:rPr>
                  <a:t>FIRST(R)={+,#}                       FOLLOW (R)={$,)}</a:t>
                </a:r>
                <a:endParaRPr lang="ar-AE"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FIRST(T)={(,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r>
                  <a:rPr lang="ar-AE" dirty="0">
                    <a:latin typeface="Times New Roman" panose="02020603050405020304" pitchFamily="18" charset="0"/>
                    <a:cs typeface="Times New Roman" panose="02020603050405020304" pitchFamily="18" charset="0"/>
                  </a:rPr>
                  <a:t> </a:t>
                </a:r>
                <a14:m>
                  <m:oMath xmlns:m="http://schemas.openxmlformats.org/officeDocument/2006/math">
                    <m:r>
                      <a:rPr lang="en-IN">
                        <a:latin typeface="Cambria Math" panose="02040503050406030204" pitchFamily="18" charset="0"/>
                      </a:rPr>
                      <m:t>                        </m:t>
                    </m:r>
                    <m:r>
                      <m:rPr>
                        <m:sty m:val="p"/>
                      </m:rPr>
                      <a:rPr lang="ar-AE">
                        <a:latin typeface="Cambria Math" panose="02040503050406030204" pitchFamily="18" charset="0"/>
                      </a:rPr>
                      <m:t>FOLLOW</m:t>
                    </m:r>
                    <m:d>
                      <m:dPr>
                        <m:ctrlPr>
                          <a:rPr lang="ar-AE" i="1">
                            <a:latin typeface="Cambria Math" panose="02040503050406030204" pitchFamily="18" charset="0"/>
                          </a:rPr>
                        </m:ctrlPr>
                      </m:dPr>
                      <m:e>
                        <m:r>
                          <m:rPr>
                            <m:sty m:val="p"/>
                          </m:rPr>
                          <a:rPr lang="ar-AE">
                            <a:latin typeface="Cambria Math" panose="02040503050406030204" pitchFamily="18" charset="0"/>
                          </a:rPr>
                          <m:t>T</m:t>
                        </m:r>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m:t>
                        </m:r>
                      </m:e>
                      <m:e>
                        <m:r>
                          <a:rPr lang="ar-AE">
                            <a:latin typeface="Cambria Math" panose="02040503050406030204" pitchFamily="18" charset="0"/>
                          </a:rPr>
                          <m:t>#</m:t>
                        </m:r>
                      </m:e>
                    </m:d>
                  </m:oMath>
                </a14:m>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FIRST(Y)={∗,#} </a:t>
                </a:r>
                <a14:m>
                  <m:oMath xmlns:m="http://schemas.openxmlformats.org/officeDocument/2006/math">
                    <m:r>
                      <a:rPr lang="en-IN">
                        <a:latin typeface="Cambria Math" panose="02040503050406030204" pitchFamily="18" charset="0"/>
                      </a:rPr>
                      <m:t>                       </m:t>
                    </m:r>
                    <m:r>
                      <m:rPr>
                        <m:sty m:val="p"/>
                      </m:rPr>
                      <a:rPr lang="ar-AE" i="0">
                        <a:latin typeface="Cambria Math" panose="02040503050406030204" pitchFamily="18" charset="0"/>
                      </a:rPr>
                      <m:t>FOLLOW</m:t>
                    </m:r>
                    <m:d>
                      <m:dPr>
                        <m:ctrlPr>
                          <a:rPr lang="ar-AE" i="1">
                            <a:latin typeface="Cambria Math" panose="02040503050406030204" pitchFamily="18" charset="0"/>
                          </a:rPr>
                        </m:ctrlPr>
                      </m:dPr>
                      <m:e>
                        <m:r>
                          <m:rPr>
                            <m:sty m:val="p"/>
                          </m:rPr>
                          <a:rPr lang="ar-AE" i="0">
                            <a:latin typeface="Cambria Math" panose="02040503050406030204" pitchFamily="18" charset="0"/>
                          </a:rPr>
                          <m:t>Y</m:t>
                        </m:r>
                      </m:e>
                    </m:d>
                    <m:r>
                      <a:rPr lang="ar-AE"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0">
                            <a:latin typeface="Cambria Math" panose="02040503050406030204" pitchFamily="18" charset="0"/>
                          </a:rPr>
                          <m:t>+</m:t>
                        </m:r>
                      </m:e>
                      <m:e>
                        <m:r>
                          <a:rPr lang="ar-AE" i="0">
                            <a:latin typeface="Cambria Math" panose="02040503050406030204" pitchFamily="18" charset="0"/>
                          </a:rPr>
                          <m:t>#</m:t>
                        </m:r>
                      </m:e>
                    </m:d>
                  </m:oMath>
                </a14:m>
                <a:endParaRPr lang="ar-AE"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FIRST(F)={(,</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r>
                  <a:rPr lang="ar-AE" dirty="0">
                    <a:latin typeface="Times New Roman" panose="02020603050405020304" pitchFamily="18" charset="0"/>
                    <a:cs typeface="Times New Roman" panose="02020603050405020304" pitchFamily="18" charset="0"/>
                  </a:rPr>
                  <a:t> </a:t>
                </a:r>
                <a14:m>
                  <m:oMath xmlns:m="http://schemas.openxmlformats.org/officeDocument/2006/math">
                    <m:r>
                      <a:rPr lang="en-IN" i="0" smtClean="0">
                        <a:latin typeface="Cambria Math" panose="02040503050406030204" pitchFamily="18" charset="0"/>
                      </a:rPr>
                      <m:t>                           </m:t>
                    </m:r>
                    <m:r>
                      <m:rPr>
                        <m:sty m:val="p"/>
                      </m:rPr>
                      <a:rPr lang="ar-AE" i="0" smtClean="0">
                        <a:latin typeface="Cambria Math" panose="02040503050406030204" pitchFamily="18" charset="0"/>
                      </a:rPr>
                      <m:t>FOLLOW</m:t>
                    </m:r>
                    <m:d>
                      <m:dPr>
                        <m:ctrlPr>
                          <a:rPr lang="ar-AE" i="1">
                            <a:latin typeface="Cambria Math" panose="02040503050406030204" pitchFamily="18" charset="0"/>
                          </a:rPr>
                        </m:ctrlPr>
                      </m:dPr>
                      <m:e>
                        <m:r>
                          <m:rPr>
                            <m:sty m:val="p"/>
                          </m:rPr>
                          <a:rPr lang="ar-AE" i="0" smtClean="0">
                            <a:latin typeface="Cambria Math" panose="02040503050406030204" pitchFamily="18" charset="0"/>
                          </a:rPr>
                          <m:t>F</m:t>
                        </m:r>
                      </m:e>
                    </m:d>
                    <m:r>
                      <a:rPr lang="ar-AE" i="0" smtClean="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0" smtClean="0">
                            <a:latin typeface="Cambria Math" panose="02040503050406030204" pitchFamily="18" charset="0"/>
                          </a:rPr>
                          <m:t>∗</m:t>
                        </m:r>
                      </m:e>
                      <m:e>
                        <m:r>
                          <a:rPr lang="ar-AE" i="0" smtClean="0">
                            <a:latin typeface="Cambria Math" panose="02040503050406030204" pitchFamily="18" charset="0"/>
                          </a:rPr>
                          <m:t>#</m:t>
                        </m:r>
                      </m:e>
                    </m:d>
                  </m:oMath>
                </a14:m>
                <a:endParaRPr lang="en-IN" dirty="0">
                  <a:latin typeface="Times New Roman" panose="02020603050405020304" pitchFamily="18" charset="0"/>
                  <a:cs typeface="Times New Roman" panose="02020603050405020304" pitchFamily="18" charset="0"/>
                </a:endParaRPr>
              </a:p>
              <a:p>
                <a:pPr marL="0" indent="0">
                  <a:buNone/>
                </a:pPr>
                <a:endParaRPr lang="ar-AE" dirty="0"/>
              </a:p>
              <a:p>
                <a:pPr marL="0" indent="0">
                  <a:buNone/>
                </a:pPr>
                <a:endParaRPr lang="ar-AE" dirty="0"/>
              </a:p>
              <a:p>
                <a:endParaRPr lang="en-IN" dirty="0"/>
              </a:p>
            </p:txBody>
          </p:sp>
        </mc:Choice>
        <mc:Fallback xmlns="">
          <p:sp>
            <p:nvSpPr>
              <p:cNvPr id="3" name="Content Placeholder 2">
                <a:extLst>
                  <a:ext uri="{FF2B5EF4-FFF2-40B4-BE49-F238E27FC236}">
                    <a16:creationId xmlns:a16="http://schemas.microsoft.com/office/drawing/2014/main" id="{0A0870F5-6293-0DBF-7DF7-79F5334465DA}"/>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3691003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428</TotalTime>
  <Words>2243</Words>
  <Application>Microsoft Office PowerPoint</Application>
  <PresentationFormat>Widescreen</PresentationFormat>
  <Paragraphs>250</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Aptos Display</vt:lpstr>
      <vt:lpstr>Arial</vt:lpstr>
      <vt:lpstr>Cambria Math</vt:lpstr>
      <vt:lpstr>Times New Roman</vt:lpstr>
      <vt:lpstr>Office Theme</vt:lpstr>
      <vt:lpstr>Left Factoring, Left Recursion, First and Follow </vt:lpstr>
      <vt:lpstr>Left Factoring</vt:lpstr>
      <vt:lpstr>Need for Left Factoring</vt:lpstr>
      <vt:lpstr>Left Factoring Rule</vt:lpstr>
      <vt:lpstr>Example</vt:lpstr>
      <vt:lpstr>Example</vt:lpstr>
      <vt:lpstr>Example</vt:lpstr>
      <vt:lpstr>PowerPoint Presentation</vt:lpstr>
      <vt:lpstr>PowerPoint Presentation</vt:lpstr>
      <vt:lpstr>Left Recursion</vt:lpstr>
      <vt:lpstr>PowerPoint Presentation</vt:lpstr>
      <vt:lpstr>Eliminating Left Recursion</vt:lpstr>
      <vt:lpstr>Left Recursion Elimination</vt:lpstr>
      <vt:lpstr>Examples </vt:lpstr>
      <vt:lpstr>PowerPoint Presentation</vt:lpstr>
      <vt:lpstr>Eliminating Indirect Left Recursion</vt:lpstr>
      <vt:lpstr>Example</vt:lpstr>
      <vt:lpstr>PowerPoint Presentation</vt:lpstr>
      <vt:lpstr>Left Recursion vs Left Factoring</vt:lpstr>
      <vt:lpstr>First and Follow Sets</vt:lpstr>
      <vt:lpstr>FIRST (X)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vt:lpstr>
      <vt:lpstr>Examples</vt:lpstr>
      <vt:lpstr>Examples</vt:lpstr>
      <vt:lpstr>Examples</vt:lpstr>
      <vt:lpstr>Examples</vt:lpstr>
      <vt:lpstr>Example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Anusuya R</dc:creator>
  <cp:lastModifiedBy>Anusuya R</cp:lastModifiedBy>
  <cp:revision>1</cp:revision>
  <dcterms:created xsi:type="dcterms:W3CDTF">2026-02-17T03:52:57Z</dcterms:created>
  <dcterms:modified xsi:type="dcterms:W3CDTF">2026-03-01T02:29:44Z</dcterms:modified>
</cp:coreProperties>
</file>